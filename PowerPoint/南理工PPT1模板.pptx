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3.xml" ContentType="application/vnd.openxmlformats-officedocument.presentationml.tags+xml"/>
  <Override PartName="/ppt/notesSlides/notesSlide22.xml" ContentType="application/vnd.openxmlformats-officedocument.presentationml.notesSlide+xml"/>
  <Override PartName="/ppt/tags/tag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5.xml" ContentType="application/vnd.openxmlformats-officedocument.presentationml.tags+xml"/>
  <Override PartName="/ppt/notesSlides/notesSlide25.xml" ContentType="application/vnd.openxmlformats-officedocument.presentationml.notesSlide+xml"/>
  <Override PartName="/ppt/tags/tag6.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7.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8.xml" ContentType="application/vnd.openxmlformats-officedocument.presentationml.tags+xml"/>
  <Override PartName="/ppt/notesSlides/notesSlide32.xml" ContentType="application/vnd.openxmlformats-officedocument.presentationml.notesSlide+xml"/>
  <Override PartName="/ppt/tags/tag9.xml" ContentType="application/vnd.openxmlformats-officedocument.presentationml.tags+xml"/>
  <Override PartName="/ppt/notesSlides/notesSlide33.xml" ContentType="application/vnd.openxmlformats-officedocument.presentationml.notesSlide+xml"/>
  <Override PartName="/ppt/tags/tag10.xml" ContentType="application/vnd.openxmlformats-officedocument.presentationml.tags+xml"/>
  <Override PartName="/ppt/notesSlides/notesSlide3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1.xml" ContentType="application/vnd.openxmlformats-officedocument.presentationml.tags+xml"/>
  <Override PartName="/ppt/notesSlides/notesSlide3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12.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13.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14.xml" ContentType="application/vnd.openxmlformats-officedocument.presentationml.tags+xml"/>
  <Override PartName="/ppt/notesSlides/notesSlide46.xml" ContentType="application/vnd.openxmlformats-officedocument.presentationml.notesSlide+xml"/>
  <Override PartName="/ppt/tags/tag15.xml" ContentType="application/vnd.openxmlformats-officedocument.presentationml.tags+xml"/>
  <Override PartName="/ppt/notesSlides/notesSlide4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6.xml" ContentType="application/vnd.openxmlformats-officedocument.presentationml.tags+xml"/>
  <Override PartName="/ppt/notesSlides/notesSlide4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17.xml" ContentType="application/vnd.openxmlformats-officedocument.presentationml.tags+xml"/>
  <Override PartName="/ppt/notesSlides/notesSlide53.xml" ContentType="application/vnd.openxmlformats-officedocument.presentationml.notesSlide+xml"/>
  <Override PartName="/ppt/tags/tag18.xml" ContentType="application/vnd.openxmlformats-officedocument.presentationml.tags+xml"/>
  <Override PartName="/ppt/notesSlides/notesSlide54.xml" ContentType="application/vnd.openxmlformats-officedocument.presentationml.notesSlide+xml"/>
  <Override PartName="/ppt/tags/tag19.xml" ContentType="application/vnd.openxmlformats-officedocument.presentationml.tags+xml"/>
  <Override PartName="/ppt/notesSlides/notesSlide55.xml" ContentType="application/vnd.openxmlformats-officedocument.presentationml.notesSlide+xml"/>
  <Override PartName="/ppt/tags/tag20.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30" r:id="rId2"/>
    <p:sldMasterId id="2147483734" r:id="rId3"/>
  </p:sldMasterIdLst>
  <p:notesMasterIdLst>
    <p:notesMasterId r:id="rId64"/>
  </p:notesMasterIdLst>
  <p:sldIdLst>
    <p:sldId id="341" r:id="rId4"/>
    <p:sldId id="340" r:id="rId5"/>
    <p:sldId id="342" r:id="rId6"/>
    <p:sldId id="343" r:id="rId7"/>
    <p:sldId id="344" r:id="rId8"/>
    <p:sldId id="299" r:id="rId9"/>
    <p:sldId id="297" r:id="rId10"/>
    <p:sldId id="345" r:id="rId11"/>
    <p:sldId id="334" r:id="rId12"/>
    <p:sldId id="360" r:id="rId13"/>
    <p:sldId id="358" r:id="rId14"/>
    <p:sldId id="359" r:id="rId15"/>
    <p:sldId id="363" r:id="rId16"/>
    <p:sldId id="336" r:id="rId17"/>
    <p:sldId id="361" r:id="rId18"/>
    <p:sldId id="362" r:id="rId19"/>
    <p:sldId id="285" r:id="rId20"/>
    <p:sldId id="364" r:id="rId21"/>
    <p:sldId id="365" r:id="rId22"/>
    <p:sldId id="366" r:id="rId23"/>
    <p:sldId id="300" r:id="rId24"/>
    <p:sldId id="332" r:id="rId25"/>
    <p:sldId id="337" r:id="rId26"/>
    <p:sldId id="286" r:id="rId27"/>
    <p:sldId id="307" r:id="rId28"/>
    <p:sldId id="339" r:id="rId29"/>
    <p:sldId id="288" r:id="rId30"/>
    <p:sldId id="308" r:id="rId31"/>
    <p:sldId id="289" r:id="rId32"/>
    <p:sldId id="309" r:id="rId33"/>
    <p:sldId id="310" r:id="rId34"/>
    <p:sldId id="312" r:id="rId35"/>
    <p:sldId id="329" r:id="rId36"/>
    <p:sldId id="304" r:id="rId37"/>
    <p:sldId id="325" r:id="rId38"/>
    <p:sldId id="322" r:id="rId39"/>
    <p:sldId id="324" r:id="rId40"/>
    <p:sldId id="291" r:id="rId41"/>
    <p:sldId id="333" r:id="rId42"/>
    <p:sldId id="293" r:id="rId43"/>
    <p:sldId id="314" r:id="rId44"/>
    <p:sldId id="320" r:id="rId45"/>
    <p:sldId id="318" r:id="rId46"/>
    <p:sldId id="317" r:id="rId47"/>
    <p:sldId id="321" r:id="rId48"/>
    <p:sldId id="295" r:id="rId49"/>
    <p:sldId id="326" r:id="rId50"/>
    <p:sldId id="327" r:id="rId51"/>
    <p:sldId id="328" r:id="rId52"/>
    <p:sldId id="330" r:id="rId53"/>
    <p:sldId id="346" r:id="rId54"/>
    <p:sldId id="347" r:id="rId55"/>
    <p:sldId id="348" r:id="rId56"/>
    <p:sldId id="353" r:id="rId57"/>
    <p:sldId id="349" r:id="rId58"/>
    <p:sldId id="350" r:id="rId59"/>
    <p:sldId id="352" r:id="rId60"/>
    <p:sldId id="356" r:id="rId61"/>
    <p:sldId id="354" r:id="rId62"/>
    <p:sldId id="355" r:id="rId63"/>
  </p:sldIdLst>
  <p:sldSz cx="12192000" cy="6858000"/>
  <p:notesSz cx="6858000" cy="9144000"/>
  <p:custDataLst>
    <p:tags r:id="rId6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EA1E96BD-BC5E-41B2-AECC-9291B60F95E9}">
          <p14:sldIdLst>
            <p14:sldId id="341"/>
            <p14:sldId id="340"/>
            <p14:sldId id="342"/>
            <p14:sldId id="343"/>
            <p14:sldId id="344"/>
          </p14:sldIdLst>
        </p14:section>
        <p14:section name="目录" id="{B7BAED8C-AE45-47AE-9094-369A4305DA49}">
          <p14:sldIdLst>
            <p14:sldId id="299"/>
            <p14:sldId id="297"/>
            <p14:sldId id="345"/>
          </p14:sldIdLst>
        </p14:section>
        <p14:section name="过渡页" id="{4DAA5134-08C5-469C-BA0C-2F0DF208DAA0}">
          <p14:sldIdLst>
            <p14:sldId id="334"/>
            <p14:sldId id="360"/>
            <p14:sldId id="358"/>
            <p14:sldId id="359"/>
            <p14:sldId id="363"/>
            <p14:sldId id="336"/>
            <p14:sldId id="361"/>
            <p14:sldId id="362"/>
            <p14:sldId id="285"/>
            <p14:sldId id="364"/>
            <p14:sldId id="365"/>
            <p14:sldId id="366"/>
          </p14:sldIdLst>
        </p14:section>
        <p14:section name="一段内容页" id="{205CF09E-9307-45FE-83E1-447CB8EC64DB}">
          <p14:sldIdLst>
            <p14:sldId id="300"/>
            <p14:sldId id="332"/>
            <p14:sldId id="337"/>
          </p14:sldIdLst>
        </p14:section>
        <p14:section name="二段内容页" id="{BCDA7234-8775-4978-AC41-AD58393A588B}">
          <p14:sldIdLst>
            <p14:sldId id="286"/>
            <p14:sldId id="307"/>
            <p14:sldId id="339"/>
          </p14:sldIdLst>
        </p14:section>
        <p14:section name="三段内容页" id="{0A7DA174-1D02-4616-A6CA-F8C704226704}">
          <p14:sldIdLst>
            <p14:sldId id="288"/>
            <p14:sldId id="308"/>
          </p14:sldIdLst>
        </p14:section>
        <p14:section name="四段内容页" id="{4F9E399F-B092-4676-AE17-C247461CA9E1}">
          <p14:sldIdLst>
            <p14:sldId id="289"/>
            <p14:sldId id="309"/>
          </p14:sldIdLst>
        </p14:section>
        <p14:section name="多项内容页" id="{723E0306-7EC8-418C-A3F9-6FC1E6162E7B}">
          <p14:sldIdLst>
            <p14:sldId id="310"/>
            <p14:sldId id="312"/>
          </p14:sldIdLst>
        </p14:section>
        <p14:section name="引用页" id="{15C2A979-9F1E-4713-A608-C008BC77C967}">
          <p14:sldIdLst>
            <p14:sldId id="329"/>
          </p14:sldIdLst>
        </p14:section>
        <p14:section name="对比内容页" id="{249400E3-E9BB-41CD-9783-456CF7EA026F}">
          <p14:sldIdLst>
            <p14:sldId id="304"/>
          </p14:sldIdLst>
        </p14:section>
        <p14:section name="循环内容页" id="{2C52A437-FEFC-4063-AE6D-915072D41B5D}">
          <p14:sldIdLst>
            <p14:sldId id="325"/>
          </p14:sldIdLst>
        </p14:section>
        <p14:section name="内容递进页" id="{B97C3DAC-BD8A-497E-833E-97B7BC420155}">
          <p14:sldIdLst>
            <p14:sldId id="322"/>
            <p14:sldId id="324"/>
          </p14:sldIdLst>
        </p14:section>
        <p14:section name="时间轴页" id="{ED6247E2-42C7-4013-8374-6ECD5FB73F57}">
          <p14:sldIdLst>
            <p14:sldId id="291"/>
          </p14:sldIdLst>
        </p14:section>
        <p14:section name="样机页" id="{266FA2BF-6CA2-42EF-B385-38D36DD89538}">
          <p14:sldIdLst>
            <p14:sldId id="333"/>
          </p14:sldIdLst>
        </p14:section>
        <p14:section name="人物介绍页" id="{EDFD672B-145D-4D24-A515-FA0D7E96CD8D}">
          <p14:sldIdLst>
            <p14:sldId id="293"/>
            <p14:sldId id="314"/>
            <p14:sldId id="320"/>
            <p14:sldId id="318"/>
            <p14:sldId id="317"/>
            <p14:sldId id="321"/>
          </p14:sldIdLst>
        </p14:section>
        <p14:section name="数据图表页" id="{170F9D3A-83BD-420F-9970-4FC38BD94111}">
          <p14:sldIdLst>
            <p14:sldId id="295"/>
            <p14:sldId id="326"/>
            <p14:sldId id="327"/>
            <p14:sldId id="328"/>
          </p14:sldIdLst>
        </p14:section>
        <p14:section name="结尾" id="{624B9FA7-588E-413F-BC14-424A204D426B}">
          <p14:sldIdLst>
            <p14:sldId id="330"/>
          </p14:sldIdLst>
        </p14:section>
        <p14:section name="附录页" id="{3B1B448B-0CE7-4FE7-9759-1D0961536BD1}">
          <p14:sldIdLst>
            <p14:sldId id="346"/>
            <p14:sldId id="347"/>
            <p14:sldId id="348"/>
            <p14:sldId id="353"/>
            <p14:sldId id="349"/>
            <p14:sldId id="350"/>
            <p14:sldId id="352"/>
            <p14:sldId id="356"/>
            <p14:sldId id="354"/>
            <p14:sldId id="35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5" orient="horz" pos="232" userDrawn="1">
          <p15:clr>
            <a:srgbClr val="A4A3A4"/>
          </p15:clr>
        </p15:guide>
        <p15:guide id="7" orient="horz" pos="40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6F6"/>
    <a:srgbClr val="92278F"/>
    <a:srgbClr val="3D7EAA"/>
    <a:srgbClr val="6A1A68"/>
    <a:srgbClr val="8BFF4D"/>
    <a:srgbClr val="4AB312"/>
    <a:srgbClr val="FF66FF"/>
    <a:srgbClr val="FFFFFF"/>
    <a:srgbClr val="930093"/>
    <a:srgbClr val="8725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58" autoAdjust="0"/>
    <p:restoredTop sz="95078" autoAdjust="0"/>
  </p:normalViewPr>
  <p:slideViewPr>
    <p:cSldViewPr snapToGrid="0" showGuides="1">
      <p:cViewPr varScale="1">
        <p:scale>
          <a:sx n="82" d="100"/>
          <a:sy n="82" d="100"/>
        </p:scale>
        <p:origin x="226" y="58"/>
      </p:cViewPr>
      <p:guideLst>
        <p:guide orient="horz" pos="2160"/>
        <p:guide pos="3840"/>
        <p:guide orient="horz" pos="232"/>
        <p:guide orient="horz" pos="408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tags" Target="tags/tag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mn-lt"/>
                    <a:ea typeface="+mn-ea"/>
                    <a:cs typeface="+mn-ea"/>
                    <a:sym typeface="+mn-lt"/>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7DB-4878-A316-8538E94E70BA}"/>
            </c:ext>
          </c:extLst>
        </c:ser>
        <c:ser>
          <c:idx val="1"/>
          <c:order val="1"/>
          <c:tx>
            <c:strRef>
              <c:f>Sheet1!$C$1</c:f>
              <c:strCache>
                <c:ptCount val="1"/>
                <c:pt idx="0">
                  <c:v>系列 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mn-lt"/>
                    <a:ea typeface="+mn-ea"/>
                    <a:cs typeface="+mn-ea"/>
                    <a:sym typeface="+mn-lt"/>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7DB-4878-A316-8538E94E70BA}"/>
            </c:ext>
          </c:extLst>
        </c:ser>
        <c:ser>
          <c:idx val="2"/>
          <c:order val="2"/>
          <c:tx>
            <c:strRef>
              <c:f>Sheet1!$D$1</c:f>
              <c:strCache>
                <c:ptCount val="1"/>
                <c:pt idx="0">
                  <c:v>系列 3</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mn-lt"/>
                    <a:ea typeface="+mn-ea"/>
                    <a:cs typeface="+mn-ea"/>
                    <a:sym typeface="+mn-lt"/>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57DB-4878-A316-8538E94E70BA}"/>
            </c:ext>
          </c:extLst>
        </c:ser>
        <c:dLbls>
          <c:showLegendKey val="0"/>
          <c:showVal val="1"/>
          <c:showCatName val="0"/>
          <c:showSerName val="0"/>
          <c:showPercent val="0"/>
          <c:showBubbleSize val="0"/>
        </c:dLbls>
        <c:gapWidth val="150"/>
        <c:overlap val="-25"/>
        <c:axId val="1085912271"/>
        <c:axId val="1131478063"/>
      </c:barChart>
      <c:catAx>
        <c:axId val="10859122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ea"/>
                <a:sym typeface="+mn-lt"/>
              </a:defRPr>
            </a:pPr>
            <a:endParaRPr lang="zh-CN"/>
          </a:p>
        </c:txPr>
        <c:crossAx val="1131478063"/>
        <c:crosses val="autoZero"/>
        <c:auto val="1"/>
        <c:lblAlgn val="ctr"/>
        <c:lblOffset val="100"/>
        <c:noMultiLvlLbl val="0"/>
      </c:catAx>
      <c:valAx>
        <c:axId val="1131478063"/>
        <c:scaling>
          <c:orientation val="minMax"/>
        </c:scaling>
        <c:delete val="1"/>
        <c:axPos val="l"/>
        <c:numFmt formatCode="General" sourceLinked="1"/>
        <c:majorTickMark val="none"/>
        <c:minorTickMark val="none"/>
        <c:tickLblPos val="nextTo"/>
        <c:crossAx val="108591227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ea"/>
              <a:sym typeface="+mn-lt"/>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none"/>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57DB-4878-A316-8538E94E70BA}"/>
            </c:ext>
          </c:extLst>
        </c:ser>
        <c:ser>
          <c:idx val="1"/>
          <c:order val="1"/>
          <c:tx>
            <c:strRef>
              <c:f>Sheet1!$C$1</c:f>
              <c:strCache>
                <c:ptCount val="1"/>
                <c:pt idx="0">
                  <c:v>系列 2</c:v>
                </c:pt>
              </c:strCache>
            </c:strRef>
          </c:tx>
          <c:spPr>
            <a:ln w="28575" cap="rnd">
              <a:solidFill>
                <a:schemeClr val="accent2"/>
              </a:solidFill>
              <a:round/>
            </a:ln>
            <a:effectLst/>
          </c:spPr>
          <c:marker>
            <c:symbol val="none"/>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57DB-4878-A316-8538E94E70BA}"/>
            </c:ext>
          </c:extLst>
        </c:ser>
        <c:ser>
          <c:idx val="2"/>
          <c:order val="2"/>
          <c:tx>
            <c:strRef>
              <c:f>Sheet1!$D$1</c:f>
              <c:strCache>
                <c:ptCount val="1"/>
                <c:pt idx="0">
                  <c:v>系列 3</c:v>
                </c:pt>
              </c:strCache>
            </c:strRef>
          </c:tx>
          <c:spPr>
            <a:ln w="28575" cap="rnd">
              <a:solidFill>
                <a:schemeClr val="accent3"/>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57DB-4878-A316-8538E94E70BA}"/>
            </c:ext>
          </c:extLst>
        </c:ser>
        <c:dLbls>
          <c:showLegendKey val="0"/>
          <c:showVal val="0"/>
          <c:showCatName val="0"/>
          <c:showSerName val="0"/>
          <c:showPercent val="0"/>
          <c:showBubbleSize val="0"/>
        </c:dLbls>
        <c:smooth val="0"/>
        <c:axId val="1085912271"/>
        <c:axId val="1131478063"/>
      </c:lineChart>
      <c:catAx>
        <c:axId val="10859122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ea"/>
                <a:sym typeface="+mn-lt"/>
              </a:defRPr>
            </a:pPr>
            <a:endParaRPr lang="zh-CN"/>
          </a:p>
        </c:txPr>
        <c:crossAx val="1131478063"/>
        <c:crosses val="autoZero"/>
        <c:auto val="1"/>
        <c:lblAlgn val="ctr"/>
        <c:lblOffset val="100"/>
        <c:noMultiLvlLbl val="0"/>
      </c:catAx>
      <c:valAx>
        <c:axId val="11314780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ea"/>
                <a:sym typeface="+mn-lt"/>
              </a:defRPr>
            </a:pPr>
            <a:endParaRPr lang="zh-CN"/>
          </a:p>
        </c:txPr>
        <c:crossAx val="10859122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ea"/>
              <a:sym typeface="+mn-lt"/>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Sheet1!$B$1</c:f>
              <c:strCache>
                <c:ptCount val="1"/>
                <c:pt idx="0">
                  <c:v>系列 1</c:v>
                </c:pt>
              </c:strCache>
            </c:strRef>
          </c:tx>
          <c:spPr>
            <a:solidFill>
              <a:schemeClr val="accent1"/>
            </a:solidFill>
            <a:ln>
              <a:noFill/>
            </a:ln>
            <a:effectLst/>
          </c:spP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7DB-4878-A316-8538E94E70BA}"/>
            </c:ext>
          </c:extLst>
        </c:ser>
        <c:ser>
          <c:idx val="1"/>
          <c:order val="1"/>
          <c:tx>
            <c:strRef>
              <c:f>Sheet1!$C$1</c:f>
              <c:strCache>
                <c:ptCount val="1"/>
                <c:pt idx="0">
                  <c:v>系列 2</c:v>
                </c:pt>
              </c:strCache>
            </c:strRef>
          </c:tx>
          <c:spPr>
            <a:solidFill>
              <a:schemeClr val="accent2"/>
            </a:solidFill>
            <a:ln>
              <a:noFill/>
            </a:ln>
            <a:effectLst/>
          </c:spP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7DB-4878-A316-8538E94E70BA}"/>
            </c:ext>
          </c:extLst>
        </c:ser>
        <c:ser>
          <c:idx val="2"/>
          <c:order val="2"/>
          <c:tx>
            <c:strRef>
              <c:f>Sheet1!$D$1</c:f>
              <c:strCache>
                <c:ptCount val="1"/>
                <c:pt idx="0">
                  <c:v>系列 3</c:v>
                </c:pt>
              </c:strCache>
            </c:strRef>
          </c:tx>
          <c:spPr>
            <a:solidFill>
              <a:schemeClr val="accent3"/>
            </a:solidFill>
            <a:ln>
              <a:noFill/>
            </a:ln>
            <a:effectLst/>
          </c:spP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57DB-4878-A316-8538E94E70BA}"/>
            </c:ext>
          </c:extLst>
        </c:ser>
        <c:dLbls>
          <c:showLegendKey val="0"/>
          <c:showVal val="0"/>
          <c:showCatName val="0"/>
          <c:showSerName val="0"/>
          <c:showPercent val="0"/>
          <c:showBubbleSize val="0"/>
        </c:dLbls>
        <c:axId val="1085912271"/>
        <c:axId val="1131478063"/>
      </c:areaChart>
      <c:catAx>
        <c:axId val="10859122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ea"/>
                <a:sym typeface="+mn-lt"/>
              </a:defRPr>
            </a:pPr>
            <a:endParaRPr lang="zh-CN"/>
          </a:p>
        </c:txPr>
        <c:crossAx val="1131478063"/>
        <c:crosses val="autoZero"/>
        <c:auto val="1"/>
        <c:lblAlgn val="ctr"/>
        <c:lblOffset val="100"/>
        <c:noMultiLvlLbl val="0"/>
      </c:catAx>
      <c:valAx>
        <c:axId val="11314780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ea"/>
                <a:sym typeface="+mn-lt"/>
              </a:defRPr>
            </a:pPr>
            <a:endParaRPr lang="zh-CN"/>
          </a:p>
        </c:txPr>
        <c:crossAx val="1085912271"/>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ea"/>
              <a:sym typeface="+mn-lt"/>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image" Target="../media/image16.jpg"/><Relationship Id="rId4" Type="http://schemas.openxmlformats.org/officeDocument/2006/relationships/image" Target="../media/image9.jpg"/></Relationships>
</file>

<file path=ppt/diagrams/_rels/drawing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image" Target="../media/image16.jpg"/><Relationship Id="rId4" Type="http://schemas.openxmlformats.org/officeDocument/2006/relationships/image" Target="../media/image9.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AD18CA-4C81-49B7-A8D9-195B6D48FBAE}" type="doc">
      <dgm:prSet loTypeId="urn:microsoft.com/office/officeart/2008/layout/BubblePictureList" loCatId="picture" qsTypeId="urn:microsoft.com/office/officeart/2005/8/quickstyle/simple4" qsCatId="simple" csTypeId="urn:microsoft.com/office/officeart/2005/8/colors/accent1_2" csCatId="accent1" phldr="1"/>
      <dgm:spPr/>
      <dgm:t>
        <a:bodyPr/>
        <a:lstStyle/>
        <a:p>
          <a:endParaRPr lang="zh-CN" altLang="en-US"/>
        </a:p>
      </dgm:t>
    </dgm:pt>
    <dgm:pt modelId="{614D3211-25DF-45FF-A433-A0D4C013B10E}">
      <dgm:prSet phldrT="[文本]" custT="1"/>
      <dgm:spPr>
        <a:noFill/>
        <a:ln>
          <a:noFill/>
        </a:ln>
        <a:effectLst/>
      </dgm:spPr>
      <dgm:t>
        <a:bodyPr spcFirstLastPara="0" vert="horz" wrap="square" lIns="20320" tIns="20320" rIns="20320" bIns="20320" numCol="1" spcCol="1270" anchor="ctr" anchorCtr="0"/>
        <a:lstStyle/>
        <a:p>
          <a:pPr marL="0" lvl="0" indent="0" algn="r" defTabSz="889000">
            <a:lnSpc>
              <a:spcPct val="90000"/>
            </a:lnSpc>
            <a:spcBef>
              <a:spcPct val="0"/>
            </a:spcBef>
            <a:spcAft>
              <a:spcPct val="35000"/>
            </a:spcAft>
            <a:buNone/>
          </a:pPr>
          <a:r>
            <a:rPr lang="zh-CN" altLang="en-US" sz="1600" kern="1200" dirty="0">
              <a:solidFill>
                <a:prstClr val="black">
                  <a:lumMod val="65000"/>
                  <a:lumOff val="35000"/>
                </a:prstClr>
              </a:solidFill>
              <a:latin typeface="+mn-lt"/>
              <a:ea typeface="+mn-ea"/>
              <a:cs typeface="+mn-ea"/>
              <a:sym typeface="+mn-lt"/>
            </a:rPr>
            <a:t>关键词</a:t>
          </a:r>
          <a:r>
            <a:rPr lang="en-US" altLang="zh-CN" sz="1600" kern="1200" dirty="0">
              <a:solidFill>
                <a:prstClr val="black">
                  <a:lumMod val="65000"/>
                  <a:lumOff val="35000"/>
                </a:prstClr>
              </a:solidFill>
              <a:latin typeface="+mn-lt"/>
              <a:ea typeface="+mn-ea"/>
              <a:cs typeface="+mn-ea"/>
              <a:sym typeface="+mn-lt"/>
            </a:rPr>
            <a:t>1</a:t>
          </a:r>
          <a:endParaRPr lang="zh-CN" altLang="en-US" sz="1600" kern="1200" dirty="0">
            <a:solidFill>
              <a:prstClr val="black">
                <a:lumMod val="65000"/>
                <a:lumOff val="35000"/>
              </a:prstClr>
            </a:solidFill>
            <a:latin typeface="+mn-lt"/>
            <a:ea typeface="+mn-ea"/>
            <a:cs typeface="+mn-ea"/>
            <a:sym typeface="+mn-lt"/>
          </a:endParaRPr>
        </a:p>
      </dgm:t>
    </dgm:pt>
    <dgm:pt modelId="{DD93F84C-6827-47C2-ACA3-A6B9DF30506E}" type="parTrans" cxnId="{9842B181-7C6E-437A-BEE0-95A7DA8E712D}">
      <dgm:prSet/>
      <dgm:spPr/>
      <dgm:t>
        <a:bodyPr/>
        <a:lstStyle/>
        <a:p>
          <a:endParaRPr lang="zh-CN" altLang="en-US"/>
        </a:p>
      </dgm:t>
    </dgm:pt>
    <dgm:pt modelId="{F331885B-CCFD-4673-9F07-1A4701499EF6}" type="sibTrans" cxnId="{9842B181-7C6E-437A-BEE0-95A7DA8E712D}">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dgm:spPr>
      <dgm:t>
        <a:bodyPr/>
        <a:lstStyle/>
        <a:p>
          <a:endParaRPr lang="zh-CN" altLang="en-US"/>
        </a:p>
      </dgm:t>
    </dgm:pt>
    <dgm:pt modelId="{78F2A72C-C517-48F9-8CAD-CD9B2DDC0020}">
      <dgm:prSet phldrT="[文本]" custT="1"/>
      <dgm:spPr>
        <a:noFill/>
        <a:ln>
          <a:noFill/>
        </a:ln>
        <a:effectLst/>
      </dgm:spPr>
      <dgm:t>
        <a:bodyPr spcFirstLastPara="0" vert="horz" wrap="square" lIns="20320" tIns="20320" rIns="20320" bIns="20320" numCol="1" spcCol="1270" anchor="ctr" anchorCtr="0"/>
        <a:lstStyle/>
        <a:p>
          <a:pPr marL="0" lvl="0" indent="0" algn="l" defTabSz="711200">
            <a:lnSpc>
              <a:spcPct val="90000"/>
            </a:lnSpc>
            <a:spcBef>
              <a:spcPct val="0"/>
            </a:spcBef>
            <a:spcAft>
              <a:spcPct val="35000"/>
            </a:spcAft>
            <a:buNone/>
          </a:pPr>
          <a:r>
            <a:rPr lang="zh-CN" altLang="en-US" sz="1600" kern="1200" dirty="0">
              <a:solidFill>
                <a:prstClr val="black">
                  <a:lumMod val="65000"/>
                  <a:lumOff val="35000"/>
                </a:prstClr>
              </a:solidFill>
              <a:latin typeface="+mn-lt"/>
              <a:ea typeface="+mn-ea"/>
              <a:cs typeface="+mn-ea"/>
              <a:sym typeface="+mn-lt"/>
            </a:rPr>
            <a:t>关键词</a:t>
          </a:r>
          <a:r>
            <a:rPr lang="en-US" altLang="zh-CN" sz="1600" kern="1200" dirty="0">
              <a:solidFill>
                <a:prstClr val="black">
                  <a:lumMod val="65000"/>
                  <a:lumOff val="35000"/>
                </a:prstClr>
              </a:solidFill>
              <a:latin typeface="+mn-lt"/>
              <a:ea typeface="+mn-ea"/>
              <a:cs typeface="+mn-ea"/>
              <a:sym typeface="+mn-lt"/>
            </a:rPr>
            <a:t>2</a:t>
          </a:r>
          <a:endParaRPr lang="zh-CN" altLang="en-US" sz="1600" kern="1200" dirty="0">
            <a:solidFill>
              <a:prstClr val="black">
                <a:lumMod val="65000"/>
                <a:lumOff val="35000"/>
              </a:prstClr>
            </a:solidFill>
            <a:latin typeface="+mn-lt"/>
            <a:ea typeface="+mn-ea"/>
            <a:cs typeface="+mn-ea"/>
            <a:sym typeface="+mn-lt"/>
          </a:endParaRPr>
        </a:p>
      </dgm:t>
    </dgm:pt>
    <dgm:pt modelId="{B4FE3B71-2183-43A1-B79A-F14B4F92DA05}" type="parTrans" cxnId="{92864285-35F0-4523-8457-07B32C538C07}">
      <dgm:prSet/>
      <dgm:spPr/>
      <dgm:t>
        <a:bodyPr/>
        <a:lstStyle/>
        <a:p>
          <a:endParaRPr lang="zh-CN" altLang="en-US"/>
        </a:p>
      </dgm:t>
    </dgm:pt>
    <dgm:pt modelId="{8D19C175-AD81-4445-95AF-818453DF60CD}" type="sibTrans" cxnId="{92864285-35F0-4523-8457-07B32C538C07}">
      <dgm:prSet/>
      <dgm:spPr>
        <a:blipFill>
          <a:blip xmlns:r="http://schemas.openxmlformats.org/officeDocument/2006/relationships" r:embed="rId2">
            <a:extLst>
              <a:ext uri="{28A0092B-C50C-407E-A947-70E740481C1C}">
                <a14:useLocalDpi xmlns:a14="http://schemas.microsoft.com/office/drawing/2010/main" val="0"/>
              </a:ext>
            </a:extLst>
          </a:blip>
          <a:srcRect/>
          <a:stretch>
            <a:fillRect l="-39000" r="-39000"/>
          </a:stretch>
        </a:blipFill>
      </dgm:spPr>
      <dgm:t>
        <a:bodyPr/>
        <a:lstStyle/>
        <a:p>
          <a:endParaRPr lang="zh-CN" altLang="en-US"/>
        </a:p>
      </dgm:t>
    </dgm:pt>
    <dgm:pt modelId="{92D0E273-13EA-463B-86CB-E14BDFBDAC08}">
      <dgm:prSet phldrT="[文本]" custT="1"/>
      <dgm:spPr>
        <a:noFill/>
        <a:ln>
          <a:noFill/>
        </a:ln>
        <a:effectLst/>
      </dgm:spPr>
      <dgm:t>
        <a:bodyPr spcFirstLastPara="0" vert="horz" wrap="square" lIns="20320" tIns="20320" rIns="20320" bIns="20320" numCol="1" spcCol="1270" anchor="ctr" anchorCtr="0"/>
        <a:lstStyle/>
        <a:p>
          <a:pPr marL="0" lvl="0" indent="0" algn="l" defTabSz="711200">
            <a:lnSpc>
              <a:spcPct val="90000"/>
            </a:lnSpc>
            <a:spcBef>
              <a:spcPct val="0"/>
            </a:spcBef>
            <a:spcAft>
              <a:spcPct val="35000"/>
            </a:spcAft>
            <a:buNone/>
          </a:pPr>
          <a:r>
            <a:rPr lang="zh-CN" altLang="en-US" sz="1600" kern="1200" dirty="0">
              <a:solidFill>
                <a:prstClr val="black">
                  <a:lumMod val="65000"/>
                  <a:lumOff val="35000"/>
                </a:prstClr>
              </a:solidFill>
              <a:latin typeface="+mn-lt"/>
              <a:ea typeface="+mn-ea"/>
              <a:cs typeface="+mn-ea"/>
              <a:sym typeface="+mn-lt"/>
            </a:rPr>
            <a:t>关键词</a:t>
          </a:r>
          <a:r>
            <a:rPr lang="en-US" altLang="zh-CN" sz="1600" kern="1200" dirty="0">
              <a:solidFill>
                <a:prstClr val="black">
                  <a:lumMod val="65000"/>
                  <a:lumOff val="35000"/>
                </a:prstClr>
              </a:solidFill>
              <a:latin typeface="+mn-lt"/>
              <a:ea typeface="+mn-ea"/>
              <a:cs typeface="+mn-ea"/>
              <a:sym typeface="+mn-lt"/>
            </a:rPr>
            <a:t>3</a:t>
          </a:r>
          <a:endParaRPr lang="zh-CN" altLang="en-US" sz="1600" kern="1200" dirty="0">
            <a:solidFill>
              <a:prstClr val="black">
                <a:lumMod val="65000"/>
                <a:lumOff val="35000"/>
              </a:prstClr>
            </a:solidFill>
            <a:latin typeface="+mn-lt"/>
            <a:ea typeface="+mn-ea"/>
            <a:cs typeface="+mn-ea"/>
            <a:sym typeface="+mn-lt"/>
          </a:endParaRPr>
        </a:p>
      </dgm:t>
    </dgm:pt>
    <dgm:pt modelId="{5934D8F6-FFF3-45CD-A5DF-F20D90AA4510}" type="parTrans" cxnId="{443AA514-623B-4173-9462-475ABD9693D0}">
      <dgm:prSet/>
      <dgm:spPr/>
      <dgm:t>
        <a:bodyPr/>
        <a:lstStyle/>
        <a:p>
          <a:endParaRPr lang="zh-CN" altLang="en-US"/>
        </a:p>
      </dgm:t>
    </dgm:pt>
    <dgm:pt modelId="{D60A15E4-5A77-4969-9E9C-FFD2B502C536}" type="sibTrans" cxnId="{443AA514-623B-4173-9462-475ABD9693D0}">
      <dgm:prSet/>
      <dgm:spPr>
        <a:blipFill>
          <a:blip xmlns:r="http://schemas.openxmlformats.org/officeDocument/2006/relationships" r:embed="rId3">
            <a:extLst>
              <a:ext uri="{28A0092B-C50C-407E-A947-70E740481C1C}">
                <a14:useLocalDpi xmlns:a14="http://schemas.microsoft.com/office/drawing/2010/main" val="0"/>
              </a:ext>
            </a:extLst>
          </a:blip>
          <a:srcRect/>
          <a:stretch>
            <a:fillRect l="-39000" r="-39000"/>
          </a:stretch>
        </a:blipFill>
      </dgm:spPr>
      <dgm:t>
        <a:bodyPr/>
        <a:lstStyle/>
        <a:p>
          <a:endParaRPr lang="zh-CN" altLang="en-US"/>
        </a:p>
      </dgm:t>
    </dgm:pt>
    <dgm:pt modelId="{CC4BACBA-4837-4196-BAC5-62A9EB86279A}">
      <dgm:prSet custT="1"/>
      <dgm:spPr/>
      <dgm:t>
        <a:bodyPr/>
        <a:lstStyle/>
        <a:p>
          <a:r>
            <a:rPr lang="zh-CN" altLang="en-US" sz="1600" dirty="0">
              <a:solidFill>
                <a:schemeClr val="tx1">
                  <a:lumMod val="65000"/>
                  <a:lumOff val="35000"/>
                </a:schemeClr>
              </a:solidFill>
              <a:latin typeface="+mn-lt"/>
              <a:ea typeface="+mn-ea"/>
              <a:cs typeface="+mn-ea"/>
              <a:sym typeface="+mn-lt"/>
            </a:rPr>
            <a:t>关键词</a:t>
          </a:r>
          <a:r>
            <a:rPr lang="en-US" altLang="zh-CN" sz="1600" dirty="0">
              <a:solidFill>
                <a:schemeClr val="tx1">
                  <a:lumMod val="65000"/>
                  <a:lumOff val="35000"/>
                </a:schemeClr>
              </a:solidFill>
              <a:latin typeface="+mn-lt"/>
              <a:ea typeface="+mn-ea"/>
              <a:cs typeface="+mn-ea"/>
              <a:sym typeface="+mn-lt"/>
            </a:rPr>
            <a:t>4</a:t>
          </a:r>
          <a:endParaRPr lang="zh-CN" altLang="en-US" sz="1600" dirty="0">
            <a:solidFill>
              <a:schemeClr val="tx1">
                <a:lumMod val="65000"/>
                <a:lumOff val="35000"/>
              </a:schemeClr>
            </a:solidFill>
            <a:latin typeface="+mn-lt"/>
            <a:ea typeface="+mn-ea"/>
            <a:cs typeface="+mn-ea"/>
            <a:sym typeface="+mn-lt"/>
          </a:endParaRPr>
        </a:p>
      </dgm:t>
    </dgm:pt>
    <dgm:pt modelId="{B3F0B7C8-C215-409F-987D-738760596E4A}" type="parTrans" cxnId="{EB6B3345-632A-43E5-ACFB-04D71D60CCE8}">
      <dgm:prSet/>
      <dgm:spPr/>
      <dgm:t>
        <a:bodyPr/>
        <a:lstStyle/>
        <a:p>
          <a:endParaRPr lang="zh-CN" altLang="en-US"/>
        </a:p>
      </dgm:t>
    </dgm:pt>
    <dgm:pt modelId="{F954F7AA-862B-4128-B00D-5FE95D62DD29}" type="sibTrans" cxnId="{EB6B3345-632A-43E5-ACFB-04D71D60CCE8}">
      <dgm:prSet/>
      <dgm:spPr>
        <a:blipFill>
          <a:blip xmlns:r="http://schemas.openxmlformats.org/officeDocument/2006/relationships" r:embed="rId4">
            <a:extLst>
              <a:ext uri="{28A0092B-C50C-407E-A947-70E740481C1C}">
                <a14:useLocalDpi xmlns:a14="http://schemas.microsoft.com/office/drawing/2010/main" val="0"/>
              </a:ext>
            </a:extLst>
          </a:blip>
          <a:srcRect/>
          <a:stretch>
            <a:fillRect l="-25000" r="-25000"/>
          </a:stretch>
        </a:blipFill>
      </dgm:spPr>
      <dgm:t>
        <a:bodyPr/>
        <a:lstStyle/>
        <a:p>
          <a:endParaRPr lang="zh-CN" altLang="en-US"/>
        </a:p>
      </dgm:t>
    </dgm:pt>
    <dgm:pt modelId="{1532C328-CB75-4618-8D4C-995904D16C5E}" type="pres">
      <dgm:prSet presAssocID="{3DAD18CA-4C81-49B7-A8D9-195B6D48FBAE}" presName="Name0" presStyleCnt="0">
        <dgm:presLayoutVars>
          <dgm:chMax val="8"/>
          <dgm:chPref val="8"/>
          <dgm:dir/>
        </dgm:presLayoutVars>
      </dgm:prSet>
      <dgm:spPr/>
    </dgm:pt>
    <dgm:pt modelId="{9053C976-9BDF-4951-B578-BA810398CC7E}" type="pres">
      <dgm:prSet presAssocID="{614D3211-25DF-45FF-A433-A0D4C013B10E}" presName="parent_text_1" presStyleLbl="revTx" presStyleIdx="0" presStyleCnt="4" custLinFactNeighborX="-8795" custLinFactNeighborY="1081">
        <dgm:presLayoutVars>
          <dgm:chMax val="0"/>
          <dgm:chPref val="0"/>
          <dgm:bulletEnabled val="1"/>
        </dgm:presLayoutVars>
      </dgm:prSet>
      <dgm:spPr>
        <a:xfrm>
          <a:off x="0" y="1940799"/>
          <a:ext cx="2566601" cy="835074"/>
        </a:xfrm>
        <a:prstGeom prst="rect">
          <a:avLst/>
        </a:prstGeom>
      </dgm:spPr>
    </dgm:pt>
    <dgm:pt modelId="{B088AC1D-1E61-4D32-BC50-014A18793DBC}" type="pres">
      <dgm:prSet presAssocID="{614D3211-25DF-45FF-A433-A0D4C013B10E}" presName="image_accent_1" presStyleCnt="0"/>
      <dgm:spPr/>
    </dgm:pt>
    <dgm:pt modelId="{09904C72-8870-42C1-AC56-7C4A7EBE235F}" type="pres">
      <dgm:prSet presAssocID="{614D3211-25DF-45FF-A433-A0D4C013B10E}" presName="imageAccentRepeatNode" presStyleLbl="alignNode1" presStyleIdx="0" presStyleCnt="8"/>
      <dgm:spPr/>
    </dgm:pt>
    <dgm:pt modelId="{A61C9CAB-2EB1-4634-BE23-D7ABD84E1FF8}" type="pres">
      <dgm:prSet presAssocID="{614D3211-25DF-45FF-A433-A0D4C013B10E}" presName="accent_1" presStyleLbl="alignNode1" presStyleIdx="1" presStyleCnt="8"/>
      <dgm:spPr/>
    </dgm:pt>
    <dgm:pt modelId="{1CBBA84D-F6E2-424A-83A8-53924A22C087}" type="pres">
      <dgm:prSet presAssocID="{F331885B-CCFD-4673-9F07-1A4701499EF6}" presName="image_1" presStyleCnt="0"/>
      <dgm:spPr/>
    </dgm:pt>
    <dgm:pt modelId="{6C24AECB-A576-4CB0-A221-DD704CED21CD}" type="pres">
      <dgm:prSet presAssocID="{F331885B-CCFD-4673-9F07-1A4701499EF6}" presName="imageRepeatNode" presStyleLbl="fgImgPlace1" presStyleIdx="0" presStyleCnt="4"/>
      <dgm:spPr/>
    </dgm:pt>
    <dgm:pt modelId="{A4A1275E-6994-472C-888E-64000D1A10E0}" type="pres">
      <dgm:prSet presAssocID="{78F2A72C-C517-48F9-8CAD-CD9B2DDC0020}" presName="parent_text_2" presStyleLbl="revTx" presStyleIdx="1" presStyleCnt="4">
        <dgm:presLayoutVars>
          <dgm:chMax val="0"/>
          <dgm:chPref val="0"/>
          <dgm:bulletEnabled val="1"/>
        </dgm:presLayoutVars>
      </dgm:prSet>
      <dgm:spPr>
        <a:xfrm>
          <a:off x="4657158" y="3201033"/>
          <a:ext cx="2566601" cy="798315"/>
        </a:xfrm>
        <a:prstGeom prst="rect">
          <a:avLst/>
        </a:prstGeom>
      </dgm:spPr>
    </dgm:pt>
    <dgm:pt modelId="{60A45465-EF09-4CCF-9C56-AD21D73AA9F1}" type="pres">
      <dgm:prSet presAssocID="{78F2A72C-C517-48F9-8CAD-CD9B2DDC0020}" presName="image_accent_2" presStyleCnt="0"/>
      <dgm:spPr/>
    </dgm:pt>
    <dgm:pt modelId="{74379266-D16C-4B52-898C-E3D5C03F0333}" type="pres">
      <dgm:prSet presAssocID="{78F2A72C-C517-48F9-8CAD-CD9B2DDC0020}" presName="imageAccentRepeatNode" presStyleLbl="alignNode1" presStyleIdx="2" presStyleCnt="8"/>
      <dgm:spPr/>
    </dgm:pt>
    <dgm:pt modelId="{5DE9A55B-14B7-4608-9A2B-6AA28F0A8824}" type="pres">
      <dgm:prSet presAssocID="{8D19C175-AD81-4445-95AF-818453DF60CD}" presName="image_2" presStyleCnt="0"/>
      <dgm:spPr/>
    </dgm:pt>
    <dgm:pt modelId="{F373BF6D-7584-4411-816F-184C11A667B9}" type="pres">
      <dgm:prSet presAssocID="{8D19C175-AD81-4445-95AF-818453DF60CD}" presName="imageRepeatNode" presStyleLbl="fgImgPlace1" presStyleIdx="1" presStyleCnt="4"/>
      <dgm:spPr/>
    </dgm:pt>
    <dgm:pt modelId="{A8AAFF5B-B130-4478-AC53-C0E7E59EE528}" type="pres">
      <dgm:prSet presAssocID="{92D0E273-13EA-463B-86CB-E14BDFBDAC08}" presName="image_accent_3" presStyleCnt="0"/>
      <dgm:spPr/>
    </dgm:pt>
    <dgm:pt modelId="{3823F24B-0FC4-4338-ACF5-F8E12D9068F6}" type="pres">
      <dgm:prSet presAssocID="{92D0E273-13EA-463B-86CB-E14BDFBDAC08}" presName="imageAccentRepeatNode" presStyleLbl="alignNode1" presStyleIdx="3" presStyleCnt="8"/>
      <dgm:spPr/>
    </dgm:pt>
    <dgm:pt modelId="{99D4E439-6564-4DC5-BC72-380F4A9FF329}" type="pres">
      <dgm:prSet presAssocID="{92D0E273-13EA-463B-86CB-E14BDFBDAC08}" presName="parent_text_3" presStyleLbl="revTx" presStyleIdx="2" presStyleCnt="4">
        <dgm:presLayoutVars>
          <dgm:chMax val="0"/>
          <dgm:chPref val="0"/>
          <dgm:bulletEnabled val="1"/>
        </dgm:presLayoutVars>
      </dgm:prSet>
      <dgm:spPr>
        <a:xfrm>
          <a:off x="4562526" y="1931772"/>
          <a:ext cx="2566601" cy="1037896"/>
        </a:xfrm>
        <a:prstGeom prst="rect">
          <a:avLst/>
        </a:prstGeom>
      </dgm:spPr>
    </dgm:pt>
    <dgm:pt modelId="{A70B6EB4-6BBA-4F1A-90B6-0489B69682C2}" type="pres">
      <dgm:prSet presAssocID="{92D0E273-13EA-463B-86CB-E14BDFBDAC08}" presName="accent_2" presStyleLbl="alignNode1" presStyleIdx="4" presStyleCnt="8"/>
      <dgm:spPr/>
    </dgm:pt>
    <dgm:pt modelId="{74716992-FC2E-4F65-8D73-C830318CEA22}" type="pres">
      <dgm:prSet presAssocID="{92D0E273-13EA-463B-86CB-E14BDFBDAC08}" presName="accent_3" presStyleLbl="alignNode1" presStyleIdx="5" presStyleCnt="8"/>
      <dgm:spPr/>
    </dgm:pt>
    <dgm:pt modelId="{48BAE17A-2509-4077-8C61-86B984DF3426}" type="pres">
      <dgm:prSet presAssocID="{D60A15E4-5A77-4969-9E9C-FFD2B502C536}" presName="image_3" presStyleCnt="0"/>
      <dgm:spPr/>
    </dgm:pt>
    <dgm:pt modelId="{23EC6D82-CE66-4B54-AC6C-F686869C227F}" type="pres">
      <dgm:prSet presAssocID="{D60A15E4-5A77-4969-9E9C-FFD2B502C536}" presName="imageRepeatNode" presStyleLbl="fgImgPlace1" presStyleIdx="2" presStyleCnt="4"/>
      <dgm:spPr/>
    </dgm:pt>
    <dgm:pt modelId="{37C5C58A-A53E-4701-9D6B-AE052E037FCD}" type="pres">
      <dgm:prSet presAssocID="{CC4BACBA-4837-4196-BAC5-62A9EB86279A}" presName="image_accent_4" presStyleCnt="0"/>
      <dgm:spPr/>
    </dgm:pt>
    <dgm:pt modelId="{5C4E1774-BFA6-447C-8111-49706BAD48B2}" type="pres">
      <dgm:prSet presAssocID="{CC4BACBA-4837-4196-BAC5-62A9EB86279A}" presName="imageAccentRepeatNode" presStyleLbl="alignNode1" presStyleIdx="6" presStyleCnt="8"/>
      <dgm:spPr/>
    </dgm:pt>
    <dgm:pt modelId="{34887CE7-CBE2-4BF0-B862-2DCC65163D90}" type="pres">
      <dgm:prSet presAssocID="{CC4BACBA-4837-4196-BAC5-62A9EB86279A}" presName="parent_text_4" presStyleLbl="revTx" presStyleIdx="3" presStyleCnt="4">
        <dgm:presLayoutVars>
          <dgm:chMax val="0"/>
          <dgm:chPref val="0"/>
          <dgm:bulletEnabled val="1"/>
        </dgm:presLayoutVars>
      </dgm:prSet>
      <dgm:spPr/>
    </dgm:pt>
    <dgm:pt modelId="{86CFBB22-E618-43F9-AFD2-99D16E424DA5}" type="pres">
      <dgm:prSet presAssocID="{CC4BACBA-4837-4196-BAC5-62A9EB86279A}" presName="accent_4" presStyleLbl="alignNode1" presStyleIdx="7" presStyleCnt="8"/>
      <dgm:spPr/>
    </dgm:pt>
    <dgm:pt modelId="{21F9D227-76FB-4FBB-8247-89DD9AA07B7C}" type="pres">
      <dgm:prSet presAssocID="{F954F7AA-862B-4128-B00D-5FE95D62DD29}" presName="image_4" presStyleCnt="0"/>
      <dgm:spPr/>
    </dgm:pt>
    <dgm:pt modelId="{54858A72-4733-4262-A54E-26703C6054AA}" type="pres">
      <dgm:prSet presAssocID="{F954F7AA-862B-4128-B00D-5FE95D62DD29}" presName="imageRepeatNode" presStyleLbl="fgImgPlace1" presStyleIdx="3" presStyleCnt="4"/>
      <dgm:spPr/>
    </dgm:pt>
  </dgm:ptLst>
  <dgm:cxnLst>
    <dgm:cxn modelId="{24CFF30D-AE91-4CD8-BAD0-B9CBD0CC91E4}" type="presOf" srcId="{F331885B-CCFD-4673-9F07-1A4701499EF6}" destId="{6C24AECB-A576-4CB0-A221-DD704CED21CD}" srcOrd="0" destOrd="0" presId="urn:microsoft.com/office/officeart/2008/layout/BubblePictureList"/>
    <dgm:cxn modelId="{443AA514-623B-4173-9462-475ABD9693D0}" srcId="{3DAD18CA-4C81-49B7-A8D9-195B6D48FBAE}" destId="{92D0E273-13EA-463B-86CB-E14BDFBDAC08}" srcOrd="2" destOrd="0" parTransId="{5934D8F6-FFF3-45CD-A5DF-F20D90AA4510}" sibTransId="{D60A15E4-5A77-4969-9E9C-FFD2B502C536}"/>
    <dgm:cxn modelId="{D42FDB37-817B-4AF3-86DF-1CE2DDBCF061}" type="presOf" srcId="{F954F7AA-862B-4128-B00D-5FE95D62DD29}" destId="{54858A72-4733-4262-A54E-26703C6054AA}" srcOrd="0" destOrd="0" presId="urn:microsoft.com/office/officeart/2008/layout/BubblePictureList"/>
    <dgm:cxn modelId="{EB6B3345-632A-43E5-ACFB-04D71D60CCE8}" srcId="{3DAD18CA-4C81-49B7-A8D9-195B6D48FBAE}" destId="{CC4BACBA-4837-4196-BAC5-62A9EB86279A}" srcOrd="3" destOrd="0" parTransId="{B3F0B7C8-C215-409F-987D-738760596E4A}" sibTransId="{F954F7AA-862B-4128-B00D-5FE95D62DD29}"/>
    <dgm:cxn modelId="{5FF99D6A-A1F9-40CC-A76F-4FAA7556A74D}" type="presOf" srcId="{D60A15E4-5A77-4969-9E9C-FFD2B502C536}" destId="{23EC6D82-CE66-4B54-AC6C-F686869C227F}" srcOrd="0" destOrd="0" presId="urn:microsoft.com/office/officeart/2008/layout/BubblePictureList"/>
    <dgm:cxn modelId="{7FB1956C-4D6B-4C38-8E9C-7484FAF297C2}" type="presOf" srcId="{92D0E273-13EA-463B-86CB-E14BDFBDAC08}" destId="{99D4E439-6564-4DC5-BC72-380F4A9FF329}" srcOrd="0" destOrd="0" presId="urn:microsoft.com/office/officeart/2008/layout/BubblePictureList"/>
    <dgm:cxn modelId="{568F006E-4686-447D-8B5A-E26919CFF38E}" type="presOf" srcId="{CC4BACBA-4837-4196-BAC5-62A9EB86279A}" destId="{34887CE7-CBE2-4BF0-B862-2DCC65163D90}" srcOrd="0" destOrd="0" presId="urn:microsoft.com/office/officeart/2008/layout/BubblePictureList"/>
    <dgm:cxn modelId="{9842B181-7C6E-437A-BEE0-95A7DA8E712D}" srcId="{3DAD18CA-4C81-49B7-A8D9-195B6D48FBAE}" destId="{614D3211-25DF-45FF-A433-A0D4C013B10E}" srcOrd="0" destOrd="0" parTransId="{DD93F84C-6827-47C2-ACA3-A6B9DF30506E}" sibTransId="{F331885B-CCFD-4673-9F07-1A4701499EF6}"/>
    <dgm:cxn modelId="{92864285-35F0-4523-8457-07B32C538C07}" srcId="{3DAD18CA-4C81-49B7-A8D9-195B6D48FBAE}" destId="{78F2A72C-C517-48F9-8CAD-CD9B2DDC0020}" srcOrd="1" destOrd="0" parTransId="{B4FE3B71-2183-43A1-B79A-F14B4F92DA05}" sibTransId="{8D19C175-AD81-4445-95AF-818453DF60CD}"/>
    <dgm:cxn modelId="{ACF73EDD-D5E9-4AE5-BAA0-7EC30396EF2A}" type="presOf" srcId="{614D3211-25DF-45FF-A433-A0D4C013B10E}" destId="{9053C976-9BDF-4951-B578-BA810398CC7E}" srcOrd="0" destOrd="0" presId="urn:microsoft.com/office/officeart/2008/layout/BubblePictureList"/>
    <dgm:cxn modelId="{CD0E3BED-E805-4023-8BDB-219F0972D29D}" type="presOf" srcId="{8D19C175-AD81-4445-95AF-818453DF60CD}" destId="{F373BF6D-7584-4411-816F-184C11A667B9}" srcOrd="0" destOrd="0" presId="urn:microsoft.com/office/officeart/2008/layout/BubblePictureList"/>
    <dgm:cxn modelId="{C94AE8F4-AD43-4604-A48F-D5D84FA85DE1}" type="presOf" srcId="{78F2A72C-C517-48F9-8CAD-CD9B2DDC0020}" destId="{A4A1275E-6994-472C-888E-64000D1A10E0}" srcOrd="0" destOrd="0" presId="urn:microsoft.com/office/officeart/2008/layout/BubblePictureList"/>
    <dgm:cxn modelId="{2E9E11F8-478A-4105-ABB0-21B43BAB2F18}" type="presOf" srcId="{3DAD18CA-4C81-49B7-A8D9-195B6D48FBAE}" destId="{1532C328-CB75-4618-8D4C-995904D16C5E}" srcOrd="0" destOrd="0" presId="urn:microsoft.com/office/officeart/2008/layout/BubblePictureList"/>
    <dgm:cxn modelId="{97D677E0-B02B-4BA1-879B-2F2B32FBE524}" type="presParOf" srcId="{1532C328-CB75-4618-8D4C-995904D16C5E}" destId="{9053C976-9BDF-4951-B578-BA810398CC7E}" srcOrd="0" destOrd="0" presId="urn:microsoft.com/office/officeart/2008/layout/BubblePictureList"/>
    <dgm:cxn modelId="{1985B27A-99A8-487C-9F56-CFCB21A2A1AF}" type="presParOf" srcId="{1532C328-CB75-4618-8D4C-995904D16C5E}" destId="{B088AC1D-1E61-4D32-BC50-014A18793DBC}" srcOrd="1" destOrd="0" presId="urn:microsoft.com/office/officeart/2008/layout/BubblePictureList"/>
    <dgm:cxn modelId="{8D9DAA2D-7AB2-41CA-9EDA-E139DAAFD08D}" type="presParOf" srcId="{B088AC1D-1E61-4D32-BC50-014A18793DBC}" destId="{09904C72-8870-42C1-AC56-7C4A7EBE235F}" srcOrd="0" destOrd="0" presId="urn:microsoft.com/office/officeart/2008/layout/BubblePictureList"/>
    <dgm:cxn modelId="{8A49A1F8-6526-46C6-9013-2059D14D87CD}" type="presParOf" srcId="{1532C328-CB75-4618-8D4C-995904D16C5E}" destId="{A61C9CAB-2EB1-4634-BE23-D7ABD84E1FF8}" srcOrd="2" destOrd="0" presId="urn:microsoft.com/office/officeart/2008/layout/BubblePictureList"/>
    <dgm:cxn modelId="{BD319C68-9C21-46D2-A6B5-33ED356B5E54}" type="presParOf" srcId="{1532C328-CB75-4618-8D4C-995904D16C5E}" destId="{1CBBA84D-F6E2-424A-83A8-53924A22C087}" srcOrd="3" destOrd="0" presId="urn:microsoft.com/office/officeart/2008/layout/BubblePictureList"/>
    <dgm:cxn modelId="{06174B60-3747-4D17-AAEB-B96650CFFDC2}" type="presParOf" srcId="{1CBBA84D-F6E2-424A-83A8-53924A22C087}" destId="{6C24AECB-A576-4CB0-A221-DD704CED21CD}" srcOrd="0" destOrd="0" presId="urn:microsoft.com/office/officeart/2008/layout/BubblePictureList"/>
    <dgm:cxn modelId="{7C235AF6-F465-4720-ADB2-FB47274BFBAF}" type="presParOf" srcId="{1532C328-CB75-4618-8D4C-995904D16C5E}" destId="{A4A1275E-6994-472C-888E-64000D1A10E0}" srcOrd="4" destOrd="0" presId="urn:microsoft.com/office/officeart/2008/layout/BubblePictureList"/>
    <dgm:cxn modelId="{9718D568-8052-43A2-8130-4DAEDEFC061E}" type="presParOf" srcId="{1532C328-CB75-4618-8D4C-995904D16C5E}" destId="{60A45465-EF09-4CCF-9C56-AD21D73AA9F1}" srcOrd="5" destOrd="0" presId="urn:microsoft.com/office/officeart/2008/layout/BubblePictureList"/>
    <dgm:cxn modelId="{FDD55FBB-8686-49BB-A41B-7A6B90E3B5BE}" type="presParOf" srcId="{60A45465-EF09-4CCF-9C56-AD21D73AA9F1}" destId="{74379266-D16C-4B52-898C-E3D5C03F0333}" srcOrd="0" destOrd="0" presId="urn:microsoft.com/office/officeart/2008/layout/BubblePictureList"/>
    <dgm:cxn modelId="{7907F07D-8F08-4B66-9A37-39D96E7C3E82}" type="presParOf" srcId="{1532C328-CB75-4618-8D4C-995904D16C5E}" destId="{5DE9A55B-14B7-4608-9A2B-6AA28F0A8824}" srcOrd="6" destOrd="0" presId="urn:microsoft.com/office/officeart/2008/layout/BubblePictureList"/>
    <dgm:cxn modelId="{1E0C0940-06F8-4FD5-A33D-D432A258EAF2}" type="presParOf" srcId="{5DE9A55B-14B7-4608-9A2B-6AA28F0A8824}" destId="{F373BF6D-7584-4411-816F-184C11A667B9}" srcOrd="0" destOrd="0" presId="urn:microsoft.com/office/officeart/2008/layout/BubblePictureList"/>
    <dgm:cxn modelId="{06DDECC8-2722-4EC6-817B-82AE835CB480}" type="presParOf" srcId="{1532C328-CB75-4618-8D4C-995904D16C5E}" destId="{A8AAFF5B-B130-4478-AC53-C0E7E59EE528}" srcOrd="7" destOrd="0" presId="urn:microsoft.com/office/officeart/2008/layout/BubblePictureList"/>
    <dgm:cxn modelId="{C35BBDDE-27BC-4AC4-ACF6-B51A666517A8}" type="presParOf" srcId="{A8AAFF5B-B130-4478-AC53-C0E7E59EE528}" destId="{3823F24B-0FC4-4338-ACF5-F8E12D9068F6}" srcOrd="0" destOrd="0" presId="urn:microsoft.com/office/officeart/2008/layout/BubblePictureList"/>
    <dgm:cxn modelId="{7A79F441-CAD9-4A1E-9906-E0E0329860C9}" type="presParOf" srcId="{1532C328-CB75-4618-8D4C-995904D16C5E}" destId="{99D4E439-6564-4DC5-BC72-380F4A9FF329}" srcOrd="8" destOrd="0" presId="urn:microsoft.com/office/officeart/2008/layout/BubblePictureList"/>
    <dgm:cxn modelId="{B6D2C5A5-F11C-4E76-BB8A-E2B4EB0B0970}" type="presParOf" srcId="{1532C328-CB75-4618-8D4C-995904D16C5E}" destId="{A70B6EB4-6BBA-4F1A-90B6-0489B69682C2}" srcOrd="9" destOrd="0" presId="urn:microsoft.com/office/officeart/2008/layout/BubblePictureList"/>
    <dgm:cxn modelId="{65364C82-C5CB-44A2-AE97-12815A5D5443}" type="presParOf" srcId="{1532C328-CB75-4618-8D4C-995904D16C5E}" destId="{74716992-FC2E-4F65-8D73-C830318CEA22}" srcOrd="10" destOrd="0" presId="urn:microsoft.com/office/officeart/2008/layout/BubblePictureList"/>
    <dgm:cxn modelId="{6A6320E4-8879-4CAD-852A-C08EB1FD3631}" type="presParOf" srcId="{1532C328-CB75-4618-8D4C-995904D16C5E}" destId="{48BAE17A-2509-4077-8C61-86B984DF3426}" srcOrd="11" destOrd="0" presId="urn:microsoft.com/office/officeart/2008/layout/BubblePictureList"/>
    <dgm:cxn modelId="{17E16541-E7A7-4741-AA7E-61CBFF567678}" type="presParOf" srcId="{48BAE17A-2509-4077-8C61-86B984DF3426}" destId="{23EC6D82-CE66-4B54-AC6C-F686869C227F}" srcOrd="0" destOrd="0" presId="urn:microsoft.com/office/officeart/2008/layout/BubblePictureList"/>
    <dgm:cxn modelId="{4CECF264-39C1-4644-B1FE-F720C8C1785D}" type="presParOf" srcId="{1532C328-CB75-4618-8D4C-995904D16C5E}" destId="{37C5C58A-A53E-4701-9D6B-AE052E037FCD}" srcOrd="12" destOrd="0" presId="urn:microsoft.com/office/officeart/2008/layout/BubblePictureList"/>
    <dgm:cxn modelId="{49484D83-B1F2-4D80-810E-152875AF9183}" type="presParOf" srcId="{37C5C58A-A53E-4701-9D6B-AE052E037FCD}" destId="{5C4E1774-BFA6-447C-8111-49706BAD48B2}" srcOrd="0" destOrd="0" presId="urn:microsoft.com/office/officeart/2008/layout/BubblePictureList"/>
    <dgm:cxn modelId="{5965B10E-2E07-4CF7-AF04-8E394AF35DC6}" type="presParOf" srcId="{1532C328-CB75-4618-8D4C-995904D16C5E}" destId="{34887CE7-CBE2-4BF0-B862-2DCC65163D90}" srcOrd="13" destOrd="0" presId="urn:microsoft.com/office/officeart/2008/layout/BubblePictureList"/>
    <dgm:cxn modelId="{A488AF49-E6B4-4765-9023-19F6F6E592D2}" type="presParOf" srcId="{1532C328-CB75-4618-8D4C-995904D16C5E}" destId="{86CFBB22-E618-43F9-AFD2-99D16E424DA5}" srcOrd="14" destOrd="0" presId="urn:microsoft.com/office/officeart/2008/layout/BubblePictureList"/>
    <dgm:cxn modelId="{86692C00-9C99-4449-8E4B-CF9220F64D07}" type="presParOf" srcId="{1532C328-CB75-4618-8D4C-995904D16C5E}" destId="{21F9D227-76FB-4FBB-8247-89DD9AA07B7C}" srcOrd="15" destOrd="0" presId="urn:microsoft.com/office/officeart/2008/layout/BubblePictureList"/>
    <dgm:cxn modelId="{C7ED0B50-A672-437D-80D7-4B27D4B0CA9A}" type="presParOf" srcId="{21F9D227-76FB-4FBB-8247-89DD9AA07B7C}" destId="{54858A72-4733-4262-A54E-26703C6054AA}" srcOrd="0" destOrd="0" presId="urn:microsoft.com/office/officeart/2008/layout/BubblePictur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1ACC83E-DB53-4005-A51B-F9B66DDBFB3F}" type="doc">
      <dgm:prSet loTypeId="urn:microsoft.com/office/officeart/2005/8/layout/venn1" loCatId="relationship" qsTypeId="urn:microsoft.com/office/officeart/2005/8/quickstyle/simple1" qsCatId="simple" csTypeId="urn:microsoft.com/office/officeart/2005/8/colors/accent1_2" csCatId="accent1" phldr="1"/>
      <dgm:spPr/>
    </dgm:pt>
    <dgm:pt modelId="{FA900024-9E42-4C11-A4A3-4126E07EFA76}">
      <dgm:prSet phldrT="[文本]" custT="1"/>
      <dgm:spPr>
        <a:solidFill>
          <a:schemeClr val="accent1">
            <a:alpha val="70000"/>
          </a:schemeClr>
        </a:solidFill>
        <a:ln>
          <a:noFill/>
        </a:ln>
      </dgm:spPr>
      <dgm:t>
        <a:bodyPr/>
        <a:lstStyle/>
        <a:p>
          <a:r>
            <a:rPr lang="zh-CN" altLang="en-US" sz="2800" b="0" dirty="0">
              <a:solidFill>
                <a:schemeClr val="bg1"/>
              </a:solidFill>
              <a:latin typeface="+mj-ea"/>
              <a:ea typeface="+mj-ea"/>
              <a:cs typeface="+mn-ea"/>
              <a:sym typeface="+mn-lt"/>
            </a:rPr>
            <a:t>对比项一</a:t>
          </a:r>
        </a:p>
      </dgm:t>
    </dgm:pt>
    <dgm:pt modelId="{E0D38D0F-D7B4-4AC3-845A-094887E78982}" type="parTrans" cxnId="{B96AA4F5-C2B1-40A8-AB20-C8C87E7FCB01}">
      <dgm:prSet/>
      <dgm:spPr/>
      <dgm:t>
        <a:bodyPr/>
        <a:lstStyle/>
        <a:p>
          <a:endParaRPr lang="zh-CN" altLang="en-US"/>
        </a:p>
      </dgm:t>
    </dgm:pt>
    <dgm:pt modelId="{DC173168-53B6-4CDB-89DF-150CFA73B9ED}" type="sibTrans" cxnId="{B96AA4F5-C2B1-40A8-AB20-C8C87E7FCB01}">
      <dgm:prSet/>
      <dgm:spPr/>
      <dgm:t>
        <a:bodyPr/>
        <a:lstStyle/>
        <a:p>
          <a:endParaRPr lang="zh-CN" altLang="en-US"/>
        </a:p>
      </dgm:t>
    </dgm:pt>
    <dgm:pt modelId="{30F02823-2158-4C7D-AF20-181EB53DAB34}">
      <dgm:prSet phldrT="[文本]" custT="1"/>
      <dgm:spPr>
        <a:solidFill>
          <a:schemeClr val="accent1">
            <a:alpha val="60000"/>
          </a:schemeClr>
        </a:solidFill>
        <a:ln>
          <a:noFill/>
        </a:ln>
      </dgm:spPr>
      <dgm:t>
        <a:bodyPr/>
        <a:lstStyle/>
        <a:p>
          <a:r>
            <a:rPr lang="zh-CN" altLang="en-US" sz="2800" dirty="0">
              <a:solidFill>
                <a:schemeClr val="bg1"/>
              </a:solidFill>
              <a:latin typeface="+mj-ea"/>
              <a:ea typeface="+mj-ea"/>
              <a:cs typeface="+mn-ea"/>
              <a:sym typeface="+mn-lt"/>
            </a:rPr>
            <a:t>对比项二</a:t>
          </a:r>
        </a:p>
      </dgm:t>
    </dgm:pt>
    <dgm:pt modelId="{F6535FF6-B4BF-4017-86D6-46E4EE90E825}" type="parTrans" cxnId="{31FE2329-F4FF-4E67-B813-DF5E5CB7EBE2}">
      <dgm:prSet/>
      <dgm:spPr/>
      <dgm:t>
        <a:bodyPr/>
        <a:lstStyle/>
        <a:p>
          <a:endParaRPr lang="zh-CN" altLang="en-US"/>
        </a:p>
      </dgm:t>
    </dgm:pt>
    <dgm:pt modelId="{1987168E-C6C2-4DA3-BB8E-2DDB7F0AC13D}" type="sibTrans" cxnId="{31FE2329-F4FF-4E67-B813-DF5E5CB7EBE2}">
      <dgm:prSet/>
      <dgm:spPr/>
      <dgm:t>
        <a:bodyPr/>
        <a:lstStyle/>
        <a:p>
          <a:endParaRPr lang="zh-CN" altLang="en-US"/>
        </a:p>
      </dgm:t>
    </dgm:pt>
    <dgm:pt modelId="{266B28FF-0A62-4314-87F3-721F1FD3E58B}" type="pres">
      <dgm:prSet presAssocID="{F1ACC83E-DB53-4005-A51B-F9B66DDBFB3F}" presName="compositeShape" presStyleCnt="0">
        <dgm:presLayoutVars>
          <dgm:chMax val="7"/>
          <dgm:dir/>
          <dgm:resizeHandles val="exact"/>
        </dgm:presLayoutVars>
      </dgm:prSet>
      <dgm:spPr/>
    </dgm:pt>
    <dgm:pt modelId="{6EA68C34-B823-4B7A-AAB9-5D8A2857D152}" type="pres">
      <dgm:prSet presAssocID="{FA900024-9E42-4C11-A4A3-4126E07EFA76}" presName="circ1" presStyleLbl="vennNode1" presStyleIdx="0" presStyleCnt="2" custScaleX="82645" custScaleY="82645"/>
      <dgm:spPr/>
    </dgm:pt>
    <dgm:pt modelId="{59A49D52-316E-43B6-977C-408A9EB64215}" type="pres">
      <dgm:prSet presAssocID="{FA900024-9E42-4C11-A4A3-4126E07EFA76}" presName="circ1Tx" presStyleLbl="revTx" presStyleIdx="0" presStyleCnt="0">
        <dgm:presLayoutVars>
          <dgm:chMax val="0"/>
          <dgm:chPref val="0"/>
          <dgm:bulletEnabled val="1"/>
        </dgm:presLayoutVars>
      </dgm:prSet>
      <dgm:spPr/>
    </dgm:pt>
    <dgm:pt modelId="{E46DB9FB-75AC-45BF-8559-038D80D2BCBB}" type="pres">
      <dgm:prSet presAssocID="{30F02823-2158-4C7D-AF20-181EB53DAB34}" presName="circ2" presStyleLbl="vennNode1" presStyleIdx="1" presStyleCnt="2" custScaleX="82645" custScaleY="82645"/>
      <dgm:spPr/>
    </dgm:pt>
    <dgm:pt modelId="{CFF247E7-7DF3-4518-A4E9-E688CBF19D35}" type="pres">
      <dgm:prSet presAssocID="{30F02823-2158-4C7D-AF20-181EB53DAB34}" presName="circ2Tx" presStyleLbl="revTx" presStyleIdx="0" presStyleCnt="0">
        <dgm:presLayoutVars>
          <dgm:chMax val="0"/>
          <dgm:chPref val="0"/>
          <dgm:bulletEnabled val="1"/>
        </dgm:presLayoutVars>
      </dgm:prSet>
      <dgm:spPr/>
    </dgm:pt>
  </dgm:ptLst>
  <dgm:cxnLst>
    <dgm:cxn modelId="{21461F16-9606-4A6D-9EB2-6690E88A616C}" type="presOf" srcId="{F1ACC83E-DB53-4005-A51B-F9B66DDBFB3F}" destId="{266B28FF-0A62-4314-87F3-721F1FD3E58B}" srcOrd="0" destOrd="0" presId="urn:microsoft.com/office/officeart/2005/8/layout/venn1"/>
    <dgm:cxn modelId="{31FE2329-F4FF-4E67-B813-DF5E5CB7EBE2}" srcId="{F1ACC83E-DB53-4005-A51B-F9B66DDBFB3F}" destId="{30F02823-2158-4C7D-AF20-181EB53DAB34}" srcOrd="1" destOrd="0" parTransId="{F6535FF6-B4BF-4017-86D6-46E4EE90E825}" sibTransId="{1987168E-C6C2-4DA3-BB8E-2DDB7F0AC13D}"/>
    <dgm:cxn modelId="{FE1F0539-2D00-450E-B3A4-C9F0A0537C53}" type="presOf" srcId="{30F02823-2158-4C7D-AF20-181EB53DAB34}" destId="{CFF247E7-7DF3-4518-A4E9-E688CBF19D35}" srcOrd="1" destOrd="0" presId="urn:microsoft.com/office/officeart/2005/8/layout/venn1"/>
    <dgm:cxn modelId="{A4D80939-C9D1-476C-B228-976A17A14F3F}" type="presOf" srcId="{30F02823-2158-4C7D-AF20-181EB53DAB34}" destId="{E46DB9FB-75AC-45BF-8559-038D80D2BCBB}" srcOrd="0" destOrd="0" presId="urn:microsoft.com/office/officeart/2005/8/layout/venn1"/>
    <dgm:cxn modelId="{16137F39-4B9F-4823-8BC7-BD3D43300841}" type="presOf" srcId="{FA900024-9E42-4C11-A4A3-4126E07EFA76}" destId="{6EA68C34-B823-4B7A-AAB9-5D8A2857D152}" srcOrd="0" destOrd="0" presId="urn:microsoft.com/office/officeart/2005/8/layout/venn1"/>
    <dgm:cxn modelId="{3C340FB6-31A4-490E-AC7A-934D6C5D48EF}" type="presOf" srcId="{FA900024-9E42-4C11-A4A3-4126E07EFA76}" destId="{59A49D52-316E-43B6-977C-408A9EB64215}" srcOrd="1" destOrd="0" presId="urn:microsoft.com/office/officeart/2005/8/layout/venn1"/>
    <dgm:cxn modelId="{B96AA4F5-C2B1-40A8-AB20-C8C87E7FCB01}" srcId="{F1ACC83E-DB53-4005-A51B-F9B66DDBFB3F}" destId="{FA900024-9E42-4C11-A4A3-4126E07EFA76}" srcOrd="0" destOrd="0" parTransId="{E0D38D0F-D7B4-4AC3-845A-094887E78982}" sibTransId="{DC173168-53B6-4CDB-89DF-150CFA73B9ED}"/>
    <dgm:cxn modelId="{49F18718-B172-4C0C-8034-0E5C5E1A35F0}" type="presParOf" srcId="{266B28FF-0A62-4314-87F3-721F1FD3E58B}" destId="{6EA68C34-B823-4B7A-AAB9-5D8A2857D152}" srcOrd="0" destOrd="0" presId="urn:microsoft.com/office/officeart/2005/8/layout/venn1"/>
    <dgm:cxn modelId="{F44EF923-D8E6-479E-B4E0-E2142A35A50B}" type="presParOf" srcId="{266B28FF-0A62-4314-87F3-721F1FD3E58B}" destId="{59A49D52-316E-43B6-977C-408A9EB64215}" srcOrd="1" destOrd="0" presId="urn:microsoft.com/office/officeart/2005/8/layout/venn1"/>
    <dgm:cxn modelId="{87CE3E74-21A7-488A-88CC-8AE389EFC27A}" type="presParOf" srcId="{266B28FF-0A62-4314-87F3-721F1FD3E58B}" destId="{E46DB9FB-75AC-45BF-8559-038D80D2BCBB}" srcOrd="2" destOrd="0" presId="urn:microsoft.com/office/officeart/2005/8/layout/venn1"/>
    <dgm:cxn modelId="{F526F70E-9982-421E-9000-F676A97FE6F8}" type="presParOf" srcId="{266B28FF-0A62-4314-87F3-721F1FD3E58B}" destId="{CFF247E7-7DF3-4518-A4E9-E688CBF19D35}" srcOrd="3" destOrd="0" presId="urn:microsoft.com/office/officeart/2005/8/layout/ven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53B63A9-874C-4C8D-B06D-56CB39B25721}"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zh-CN" altLang="en-US"/>
        </a:p>
      </dgm:t>
    </dgm:pt>
    <dgm:pt modelId="{70D71DA0-4FBB-4ED1-B4F4-8911771D457A}">
      <dgm:prSet phldrT="[文本]" custT="1"/>
      <dgm:spPr>
        <a:solidFill>
          <a:schemeClr val="accent1">
            <a:hueOff val="0"/>
            <a:satOff val="0"/>
            <a:lumOff val="0"/>
            <a:alpha val="72000"/>
          </a:schemeClr>
        </a:solidFill>
        <a:ln w="28575">
          <a:solidFill>
            <a:schemeClr val="accent1"/>
          </a:solidFill>
        </a:ln>
      </dgm:spPr>
      <dgm:t>
        <a:bodyPr/>
        <a:lstStyle/>
        <a:p>
          <a:r>
            <a:rPr lang="zh-CN" altLang="en-US" sz="2000" dirty="0">
              <a:latin typeface="+mj-ea"/>
              <a:ea typeface="+mj-ea"/>
              <a:cs typeface="+mn-ea"/>
              <a:sym typeface="+mn-lt"/>
            </a:rPr>
            <a:t>关键词</a:t>
          </a:r>
          <a:r>
            <a:rPr lang="en-US" altLang="zh-CN" sz="2000" dirty="0">
              <a:latin typeface="+mj-ea"/>
              <a:ea typeface="+mj-ea"/>
              <a:cs typeface="+mn-ea"/>
              <a:sym typeface="+mn-lt"/>
            </a:rPr>
            <a:t>1</a:t>
          </a:r>
          <a:endParaRPr lang="zh-CN" altLang="en-US" sz="2000" dirty="0">
            <a:latin typeface="+mj-ea"/>
            <a:ea typeface="+mj-ea"/>
            <a:cs typeface="+mn-ea"/>
            <a:sym typeface="+mn-lt"/>
          </a:endParaRPr>
        </a:p>
      </dgm:t>
    </dgm:pt>
    <dgm:pt modelId="{6806A842-2093-486B-BDF0-D0035130F9C0}" type="parTrans" cxnId="{41608683-5D0C-4F3C-A04B-20D8E6CE5792}">
      <dgm:prSet/>
      <dgm:spPr/>
      <dgm:t>
        <a:bodyPr/>
        <a:lstStyle/>
        <a:p>
          <a:endParaRPr lang="zh-CN" altLang="en-US"/>
        </a:p>
      </dgm:t>
    </dgm:pt>
    <dgm:pt modelId="{19EA884A-7169-495C-B002-BA4A3BC2840F}" type="sibTrans" cxnId="{41608683-5D0C-4F3C-A04B-20D8E6CE5792}">
      <dgm:prSet/>
      <dgm:spPr/>
      <dgm:t>
        <a:bodyPr/>
        <a:lstStyle/>
        <a:p>
          <a:endParaRPr lang="zh-CN" altLang="en-US"/>
        </a:p>
      </dgm:t>
    </dgm:pt>
    <dgm:pt modelId="{C40ACDFE-F4B6-4EBB-9CF8-82ECCC6C3132}">
      <dgm:prSet phldrT="[文本]" custT="1"/>
      <dgm:spPr>
        <a:solidFill>
          <a:srgbClr val="92278F">
            <a:hueOff val="0"/>
            <a:satOff val="0"/>
            <a:lumOff val="0"/>
            <a:alpha val="72000"/>
          </a:srgbClr>
        </a:solidFill>
        <a:ln w="28575" cap="flat" cmpd="sng" algn="ctr">
          <a:solidFill>
            <a:srgbClr val="92278F"/>
          </a:solidFill>
          <a:prstDash val="solid"/>
          <a:miter lim="800000"/>
        </a:ln>
        <a:effectLst/>
      </dgm:spPr>
      <dgm:t>
        <a:bodyPr spcFirstLastPara="0" vert="horz" wrap="square" lIns="30480" tIns="30480" rIns="30480" bIns="30480" numCol="1" spcCol="1270" anchor="ctr" anchorCtr="0"/>
        <a:lstStyle/>
        <a:p>
          <a:pPr marL="0" lvl="0" indent="0" algn="ctr" defTabSz="1066800">
            <a:lnSpc>
              <a:spcPct val="90000"/>
            </a:lnSpc>
            <a:spcBef>
              <a:spcPct val="0"/>
            </a:spcBef>
            <a:spcAft>
              <a:spcPct val="35000"/>
            </a:spcAft>
            <a:buNone/>
          </a:pPr>
          <a:r>
            <a:rPr lang="zh-CN" altLang="en-US" sz="2000" kern="1200" dirty="0">
              <a:solidFill>
                <a:prstClr val="white"/>
              </a:solidFill>
              <a:latin typeface="微软雅黑"/>
              <a:ea typeface="微软雅黑"/>
              <a:cs typeface="微软雅黑 Light"/>
              <a:sym typeface="+mn-lt"/>
            </a:rPr>
            <a:t>关键词</a:t>
          </a:r>
          <a:r>
            <a:rPr lang="en-US" altLang="zh-CN" sz="2000" kern="1200" dirty="0">
              <a:solidFill>
                <a:prstClr val="white"/>
              </a:solidFill>
              <a:latin typeface="微软雅黑"/>
              <a:ea typeface="微软雅黑"/>
              <a:cs typeface="微软雅黑 Light"/>
              <a:sym typeface="+mn-lt"/>
            </a:rPr>
            <a:t>2</a:t>
          </a:r>
          <a:endParaRPr lang="zh-CN" altLang="en-US" sz="2000" kern="1200" dirty="0">
            <a:solidFill>
              <a:prstClr val="white"/>
            </a:solidFill>
            <a:latin typeface="微软雅黑"/>
            <a:ea typeface="微软雅黑"/>
            <a:cs typeface="微软雅黑 Light"/>
            <a:sym typeface="+mn-lt"/>
          </a:endParaRPr>
        </a:p>
      </dgm:t>
    </dgm:pt>
    <dgm:pt modelId="{9DA64763-1AD2-4057-9D3C-2644AF904E9C}" type="parTrans" cxnId="{0F75E7E1-609A-46EB-8921-3769C194C643}">
      <dgm:prSet/>
      <dgm:spPr/>
      <dgm:t>
        <a:bodyPr/>
        <a:lstStyle/>
        <a:p>
          <a:endParaRPr lang="zh-CN" altLang="en-US"/>
        </a:p>
      </dgm:t>
    </dgm:pt>
    <dgm:pt modelId="{F250D2AE-085F-4BF2-B63B-7E4E58EDA308}" type="sibTrans" cxnId="{0F75E7E1-609A-46EB-8921-3769C194C643}">
      <dgm:prSet/>
      <dgm:spPr/>
      <dgm:t>
        <a:bodyPr/>
        <a:lstStyle/>
        <a:p>
          <a:endParaRPr lang="zh-CN" altLang="en-US"/>
        </a:p>
      </dgm:t>
    </dgm:pt>
    <dgm:pt modelId="{BDB97ADC-EDE5-42EF-BD83-8EF4286102E0}">
      <dgm:prSet phldrT="[文本]" custT="1"/>
      <dgm:spPr>
        <a:solidFill>
          <a:srgbClr val="92278F">
            <a:hueOff val="0"/>
            <a:satOff val="0"/>
            <a:lumOff val="0"/>
            <a:alpha val="72000"/>
          </a:srgbClr>
        </a:solidFill>
        <a:ln w="28575" cap="flat" cmpd="sng" algn="ctr">
          <a:solidFill>
            <a:srgbClr val="92278F"/>
          </a:solidFill>
          <a:prstDash val="solid"/>
          <a:miter lim="800000"/>
        </a:ln>
        <a:effectLst/>
      </dgm:spPr>
      <dgm:t>
        <a:bodyPr spcFirstLastPara="0" vert="horz" wrap="square" lIns="30480" tIns="30480" rIns="30480" bIns="30480" numCol="1" spcCol="1270" anchor="ctr" anchorCtr="0"/>
        <a:lstStyle/>
        <a:p>
          <a:pPr marL="0" lvl="0" indent="0" algn="ctr" defTabSz="889000">
            <a:lnSpc>
              <a:spcPct val="90000"/>
            </a:lnSpc>
            <a:spcBef>
              <a:spcPct val="0"/>
            </a:spcBef>
            <a:spcAft>
              <a:spcPct val="35000"/>
            </a:spcAft>
            <a:buNone/>
          </a:pPr>
          <a:r>
            <a:rPr lang="zh-CN" altLang="en-US" sz="2000" kern="1200" dirty="0">
              <a:solidFill>
                <a:prstClr val="white"/>
              </a:solidFill>
              <a:latin typeface="微软雅黑"/>
              <a:ea typeface="微软雅黑"/>
              <a:cs typeface="微软雅黑 Light"/>
              <a:sym typeface="+mn-lt"/>
            </a:rPr>
            <a:t>关键词</a:t>
          </a:r>
          <a:r>
            <a:rPr lang="en-US" altLang="zh-CN" sz="2000" kern="1200" dirty="0">
              <a:solidFill>
                <a:prstClr val="white"/>
              </a:solidFill>
              <a:latin typeface="微软雅黑"/>
              <a:ea typeface="微软雅黑"/>
              <a:cs typeface="微软雅黑 Light"/>
              <a:sym typeface="+mn-lt"/>
            </a:rPr>
            <a:t>3</a:t>
          </a:r>
          <a:endParaRPr lang="zh-CN" altLang="en-US" sz="2000" kern="1200" dirty="0">
            <a:solidFill>
              <a:prstClr val="white"/>
            </a:solidFill>
            <a:latin typeface="微软雅黑"/>
            <a:ea typeface="微软雅黑"/>
            <a:cs typeface="微软雅黑 Light"/>
            <a:sym typeface="+mn-lt"/>
          </a:endParaRPr>
        </a:p>
      </dgm:t>
    </dgm:pt>
    <dgm:pt modelId="{9E243DB1-2C8C-4185-BF2C-B4C153090D90}" type="parTrans" cxnId="{DE42E71D-5581-4F2F-AD3E-07225473F560}">
      <dgm:prSet/>
      <dgm:spPr/>
      <dgm:t>
        <a:bodyPr/>
        <a:lstStyle/>
        <a:p>
          <a:endParaRPr lang="zh-CN" altLang="en-US"/>
        </a:p>
      </dgm:t>
    </dgm:pt>
    <dgm:pt modelId="{E636AB9C-B1A0-4702-8259-1599CBF19B62}" type="sibTrans" cxnId="{DE42E71D-5581-4F2F-AD3E-07225473F560}">
      <dgm:prSet/>
      <dgm:spPr/>
      <dgm:t>
        <a:bodyPr/>
        <a:lstStyle/>
        <a:p>
          <a:endParaRPr lang="zh-CN" altLang="en-US"/>
        </a:p>
      </dgm:t>
    </dgm:pt>
    <dgm:pt modelId="{C91E1E50-F75E-41F4-B8A1-392919A5DF9D}">
      <dgm:prSet phldrT="[文本]" custT="1"/>
      <dgm:spPr>
        <a:solidFill>
          <a:srgbClr val="92278F">
            <a:hueOff val="0"/>
            <a:satOff val="0"/>
            <a:lumOff val="0"/>
            <a:alpha val="72000"/>
          </a:srgbClr>
        </a:solidFill>
        <a:ln w="28575" cap="flat" cmpd="sng" algn="ctr">
          <a:solidFill>
            <a:srgbClr val="92278F"/>
          </a:solidFill>
          <a:prstDash val="solid"/>
          <a:miter lim="800000"/>
        </a:ln>
        <a:effectLst/>
      </dgm:spPr>
      <dgm:t>
        <a:bodyPr spcFirstLastPara="0" vert="horz" wrap="square" lIns="30480" tIns="30480" rIns="30480" bIns="30480" numCol="1" spcCol="1270" anchor="ctr" anchorCtr="0"/>
        <a:lstStyle/>
        <a:p>
          <a:pPr marL="0" lvl="0" indent="0" algn="ctr" defTabSz="889000">
            <a:lnSpc>
              <a:spcPct val="90000"/>
            </a:lnSpc>
            <a:spcBef>
              <a:spcPct val="0"/>
            </a:spcBef>
            <a:spcAft>
              <a:spcPct val="35000"/>
            </a:spcAft>
            <a:buNone/>
          </a:pPr>
          <a:r>
            <a:rPr lang="zh-CN" altLang="en-US" sz="2000" kern="1200" dirty="0">
              <a:solidFill>
                <a:prstClr val="white"/>
              </a:solidFill>
              <a:latin typeface="微软雅黑"/>
              <a:ea typeface="微软雅黑"/>
              <a:cs typeface="微软雅黑 Light"/>
              <a:sym typeface="+mn-lt"/>
            </a:rPr>
            <a:t>关键词</a:t>
          </a:r>
          <a:r>
            <a:rPr lang="en-US" altLang="zh-CN" sz="2000" kern="1200" dirty="0">
              <a:solidFill>
                <a:prstClr val="white"/>
              </a:solidFill>
              <a:latin typeface="微软雅黑"/>
              <a:ea typeface="微软雅黑"/>
              <a:cs typeface="微软雅黑 Light"/>
              <a:sym typeface="+mn-lt"/>
            </a:rPr>
            <a:t>4</a:t>
          </a:r>
          <a:endParaRPr lang="zh-CN" altLang="en-US" sz="2000" kern="1200" dirty="0">
            <a:solidFill>
              <a:prstClr val="white"/>
            </a:solidFill>
            <a:latin typeface="微软雅黑"/>
            <a:ea typeface="微软雅黑"/>
            <a:cs typeface="微软雅黑 Light"/>
            <a:sym typeface="+mn-lt"/>
          </a:endParaRPr>
        </a:p>
      </dgm:t>
    </dgm:pt>
    <dgm:pt modelId="{3961E6F4-29A5-4E12-BF7F-CF3BE0FC76A3}" type="parTrans" cxnId="{014EEAC5-7E46-462F-A8DA-040B68CA3DF3}">
      <dgm:prSet/>
      <dgm:spPr/>
      <dgm:t>
        <a:bodyPr/>
        <a:lstStyle/>
        <a:p>
          <a:endParaRPr lang="zh-CN" altLang="en-US"/>
        </a:p>
      </dgm:t>
    </dgm:pt>
    <dgm:pt modelId="{08DE0D16-BD1E-40D9-A30A-EB5B1122ED41}" type="sibTrans" cxnId="{014EEAC5-7E46-462F-A8DA-040B68CA3DF3}">
      <dgm:prSet/>
      <dgm:spPr/>
      <dgm:t>
        <a:bodyPr/>
        <a:lstStyle/>
        <a:p>
          <a:endParaRPr lang="zh-CN" altLang="en-US"/>
        </a:p>
      </dgm:t>
    </dgm:pt>
    <dgm:pt modelId="{C312563A-E8DB-4264-AFC5-138FD068942F}">
      <dgm:prSet phldrT="[文本]" custT="1"/>
      <dgm:spPr>
        <a:solidFill>
          <a:srgbClr val="92278F">
            <a:hueOff val="0"/>
            <a:satOff val="0"/>
            <a:lumOff val="0"/>
            <a:alpha val="72000"/>
          </a:srgbClr>
        </a:solidFill>
        <a:ln w="28575" cap="flat" cmpd="sng" algn="ctr">
          <a:solidFill>
            <a:srgbClr val="92278F"/>
          </a:solidFill>
          <a:prstDash val="solid"/>
          <a:miter lim="800000"/>
        </a:ln>
        <a:effectLst/>
      </dgm:spPr>
      <dgm:t>
        <a:bodyPr spcFirstLastPara="0" vert="horz" wrap="square" lIns="30480" tIns="30480" rIns="30480" bIns="30480" numCol="1" spcCol="1270" anchor="ctr" anchorCtr="0"/>
        <a:lstStyle/>
        <a:p>
          <a:pPr marL="0" lvl="0" indent="0" algn="ctr" defTabSz="1066800">
            <a:lnSpc>
              <a:spcPct val="90000"/>
            </a:lnSpc>
            <a:spcBef>
              <a:spcPct val="0"/>
            </a:spcBef>
            <a:spcAft>
              <a:spcPct val="35000"/>
            </a:spcAft>
            <a:buNone/>
          </a:pPr>
          <a:r>
            <a:rPr lang="zh-CN" altLang="en-US" sz="2000" kern="1200" dirty="0">
              <a:solidFill>
                <a:prstClr val="white"/>
              </a:solidFill>
              <a:latin typeface="微软雅黑"/>
              <a:ea typeface="微软雅黑"/>
              <a:cs typeface="微软雅黑 Light"/>
              <a:sym typeface="+mn-lt"/>
            </a:rPr>
            <a:t>关键词</a:t>
          </a:r>
          <a:r>
            <a:rPr lang="en-US" altLang="zh-CN" sz="2000" kern="1200" dirty="0">
              <a:solidFill>
                <a:prstClr val="white"/>
              </a:solidFill>
              <a:latin typeface="微软雅黑"/>
              <a:ea typeface="微软雅黑"/>
              <a:cs typeface="微软雅黑 Light"/>
              <a:sym typeface="+mn-lt"/>
            </a:rPr>
            <a:t>5</a:t>
          </a:r>
          <a:endParaRPr lang="zh-CN" altLang="en-US" sz="2000" kern="1200" dirty="0">
            <a:solidFill>
              <a:prstClr val="white"/>
            </a:solidFill>
            <a:latin typeface="微软雅黑"/>
            <a:ea typeface="微软雅黑"/>
            <a:cs typeface="微软雅黑 Light"/>
            <a:sym typeface="+mn-lt"/>
          </a:endParaRPr>
        </a:p>
      </dgm:t>
    </dgm:pt>
    <dgm:pt modelId="{FA098E2E-2785-4E82-B09F-3015F0DEB656}" type="parTrans" cxnId="{7C7A04F5-BAA2-4BDD-B0B7-C0B8D402BCEC}">
      <dgm:prSet/>
      <dgm:spPr/>
      <dgm:t>
        <a:bodyPr/>
        <a:lstStyle/>
        <a:p>
          <a:endParaRPr lang="zh-CN" altLang="en-US"/>
        </a:p>
      </dgm:t>
    </dgm:pt>
    <dgm:pt modelId="{95046FEB-5DBB-4F9E-BFE3-7C34682D0ABC}" type="sibTrans" cxnId="{7C7A04F5-BAA2-4BDD-B0B7-C0B8D402BCEC}">
      <dgm:prSet/>
      <dgm:spPr/>
      <dgm:t>
        <a:bodyPr/>
        <a:lstStyle/>
        <a:p>
          <a:endParaRPr lang="zh-CN" altLang="en-US"/>
        </a:p>
      </dgm:t>
    </dgm:pt>
    <dgm:pt modelId="{DC07C19D-8510-45A4-878B-BE527B41DD47}" type="pres">
      <dgm:prSet presAssocID="{853B63A9-874C-4C8D-B06D-56CB39B25721}" presName="cycle" presStyleCnt="0">
        <dgm:presLayoutVars>
          <dgm:dir/>
          <dgm:resizeHandles val="exact"/>
        </dgm:presLayoutVars>
      </dgm:prSet>
      <dgm:spPr/>
    </dgm:pt>
    <dgm:pt modelId="{112F0EE1-5677-49A3-AACD-41911E38F6E3}" type="pres">
      <dgm:prSet presAssocID="{70D71DA0-4FBB-4ED1-B4F4-8911771D457A}" presName="node" presStyleLbl="node1" presStyleIdx="0" presStyleCnt="5">
        <dgm:presLayoutVars>
          <dgm:bulletEnabled val="1"/>
        </dgm:presLayoutVars>
      </dgm:prSet>
      <dgm:spPr/>
    </dgm:pt>
    <dgm:pt modelId="{828AE319-CCF4-4262-B4DA-84F32830E861}" type="pres">
      <dgm:prSet presAssocID="{19EA884A-7169-495C-B002-BA4A3BC2840F}" presName="sibTrans" presStyleLbl="sibTrans2D1" presStyleIdx="0" presStyleCnt="5"/>
      <dgm:spPr/>
    </dgm:pt>
    <dgm:pt modelId="{7BC7911D-D78F-4C83-9925-C7B199814878}" type="pres">
      <dgm:prSet presAssocID="{19EA884A-7169-495C-B002-BA4A3BC2840F}" presName="connectorText" presStyleLbl="sibTrans2D1" presStyleIdx="0" presStyleCnt="5"/>
      <dgm:spPr/>
    </dgm:pt>
    <dgm:pt modelId="{FE716FE7-0099-4C72-BE95-191423CBF575}" type="pres">
      <dgm:prSet presAssocID="{C40ACDFE-F4B6-4EBB-9CF8-82ECCC6C3132}" presName="node" presStyleLbl="node1" presStyleIdx="1" presStyleCnt="5">
        <dgm:presLayoutVars>
          <dgm:bulletEnabled val="1"/>
        </dgm:presLayoutVars>
      </dgm:prSet>
      <dgm:spPr>
        <a:xfrm>
          <a:off x="3442999" y="950563"/>
          <a:ext cx="1075402" cy="1075402"/>
        </a:xfrm>
        <a:prstGeom prst="ellipse">
          <a:avLst/>
        </a:prstGeom>
      </dgm:spPr>
    </dgm:pt>
    <dgm:pt modelId="{0CBFBE8D-320B-4F20-B3C0-C19C7E62F682}" type="pres">
      <dgm:prSet presAssocID="{F250D2AE-085F-4BF2-B63B-7E4E58EDA308}" presName="sibTrans" presStyleLbl="sibTrans2D1" presStyleIdx="1" presStyleCnt="5"/>
      <dgm:spPr/>
    </dgm:pt>
    <dgm:pt modelId="{BD832EFA-DF5F-4960-AAE0-FE29517A47BC}" type="pres">
      <dgm:prSet presAssocID="{F250D2AE-085F-4BF2-B63B-7E4E58EDA308}" presName="connectorText" presStyleLbl="sibTrans2D1" presStyleIdx="1" presStyleCnt="5"/>
      <dgm:spPr/>
    </dgm:pt>
    <dgm:pt modelId="{1C9C9CD0-FBF7-487A-8602-F48443AC44F6}" type="pres">
      <dgm:prSet presAssocID="{BDB97ADC-EDE5-42EF-BD83-8EF4286102E0}" presName="node" presStyleLbl="node1" presStyleIdx="2" presStyleCnt="5">
        <dgm:presLayoutVars>
          <dgm:bulletEnabled val="1"/>
        </dgm:presLayoutVars>
      </dgm:prSet>
      <dgm:spPr>
        <a:xfrm>
          <a:off x="2943442" y="2488039"/>
          <a:ext cx="1075402" cy="1075402"/>
        </a:xfrm>
        <a:prstGeom prst="ellipse">
          <a:avLst/>
        </a:prstGeom>
      </dgm:spPr>
    </dgm:pt>
    <dgm:pt modelId="{65CA4B2C-3FAE-41C7-885F-C24C53A12038}" type="pres">
      <dgm:prSet presAssocID="{E636AB9C-B1A0-4702-8259-1599CBF19B62}" presName="sibTrans" presStyleLbl="sibTrans2D1" presStyleIdx="2" presStyleCnt="5"/>
      <dgm:spPr/>
    </dgm:pt>
    <dgm:pt modelId="{457ACD41-BB5E-49EF-83D3-8855D85D3CF0}" type="pres">
      <dgm:prSet presAssocID="{E636AB9C-B1A0-4702-8259-1599CBF19B62}" presName="connectorText" presStyleLbl="sibTrans2D1" presStyleIdx="2" presStyleCnt="5"/>
      <dgm:spPr/>
    </dgm:pt>
    <dgm:pt modelId="{CB2FF665-037C-48E8-B6BE-F8F0AEC889F5}" type="pres">
      <dgm:prSet presAssocID="{C91E1E50-F75E-41F4-B8A1-392919A5DF9D}" presName="node" presStyleLbl="node1" presStyleIdx="3" presStyleCnt="5">
        <dgm:presLayoutVars>
          <dgm:bulletEnabled val="1"/>
        </dgm:presLayoutVars>
      </dgm:prSet>
      <dgm:spPr>
        <a:xfrm>
          <a:off x="1326845" y="2488039"/>
          <a:ext cx="1075402" cy="1075402"/>
        </a:xfrm>
        <a:prstGeom prst="ellipse">
          <a:avLst/>
        </a:prstGeom>
      </dgm:spPr>
    </dgm:pt>
    <dgm:pt modelId="{42E2CC4F-6BA2-42CE-ABE3-EB51EAD38A1C}" type="pres">
      <dgm:prSet presAssocID="{08DE0D16-BD1E-40D9-A30A-EB5B1122ED41}" presName="sibTrans" presStyleLbl="sibTrans2D1" presStyleIdx="3" presStyleCnt="5"/>
      <dgm:spPr/>
    </dgm:pt>
    <dgm:pt modelId="{A7CBAD1F-72A3-4522-9D63-E60BA02DE875}" type="pres">
      <dgm:prSet presAssocID="{08DE0D16-BD1E-40D9-A30A-EB5B1122ED41}" presName="connectorText" presStyleLbl="sibTrans2D1" presStyleIdx="3" presStyleCnt="5"/>
      <dgm:spPr/>
    </dgm:pt>
    <dgm:pt modelId="{BBA02D46-7AF5-49B7-835A-85B9FA13E729}" type="pres">
      <dgm:prSet presAssocID="{C312563A-E8DB-4264-AFC5-138FD068942F}" presName="node" presStyleLbl="node1" presStyleIdx="4" presStyleCnt="5">
        <dgm:presLayoutVars>
          <dgm:bulletEnabled val="1"/>
        </dgm:presLayoutVars>
      </dgm:prSet>
      <dgm:spPr>
        <a:xfrm>
          <a:off x="827289" y="950563"/>
          <a:ext cx="1075402" cy="1075402"/>
        </a:xfrm>
        <a:prstGeom prst="ellipse">
          <a:avLst/>
        </a:prstGeom>
      </dgm:spPr>
    </dgm:pt>
    <dgm:pt modelId="{A43C67F7-BEB4-4C5E-85CC-06845956F07B}" type="pres">
      <dgm:prSet presAssocID="{95046FEB-5DBB-4F9E-BFE3-7C34682D0ABC}" presName="sibTrans" presStyleLbl="sibTrans2D1" presStyleIdx="4" presStyleCnt="5"/>
      <dgm:spPr/>
    </dgm:pt>
    <dgm:pt modelId="{A907555E-0D23-4738-8F56-1272B35DACC6}" type="pres">
      <dgm:prSet presAssocID="{95046FEB-5DBB-4F9E-BFE3-7C34682D0ABC}" presName="connectorText" presStyleLbl="sibTrans2D1" presStyleIdx="4" presStyleCnt="5"/>
      <dgm:spPr/>
    </dgm:pt>
  </dgm:ptLst>
  <dgm:cxnLst>
    <dgm:cxn modelId="{67662502-9F9D-4146-8DCF-3613763FD163}" type="presOf" srcId="{19EA884A-7169-495C-B002-BA4A3BC2840F}" destId="{828AE319-CCF4-4262-B4DA-84F32830E861}" srcOrd="0" destOrd="0" presId="urn:microsoft.com/office/officeart/2005/8/layout/cycle2"/>
    <dgm:cxn modelId="{DE42E71D-5581-4F2F-AD3E-07225473F560}" srcId="{853B63A9-874C-4C8D-B06D-56CB39B25721}" destId="{BDB97ADC-EDE5-42EF-BD83-8EF4286102E0}" srcOrd="2" destOrd="0" parTransId="{9E243DB1-2C8C-4185-BF2C-B4C153090D90}" sibTransId="{E636AB9C-B1A0-4702-8259-1599CBF19B62}"/>
    <dgm:cxn modelId="{1723744B-577B-45D9-96DA-8914D0230DD4}" type="presOf" srcId="{F250D2AE-085F-4BF2-B63B-7E4E58EDA308}" destId="{BD832EFA-DF5F-4960-AAE0-FE29517A47BC}" srcOrd="1" destOrd="0" presId="urn:microsoft.com/office/officeart/2005/8/layout/cycle2"/>
    <dgm:cxn modelId="{0B1EEA75-73B4-4913-A6C8-2F9558FCE716}" type="presOf" srcId="{C312563A-E8DB-4264-AFC5-138FD068942F}" destId="{BBA02D46-7AF5-49B7-835A-85B9FA13E729}" srcOrd="0" destOrd="0" presId="urn:microsoft.com/office/officeart/2005/8/layout/cycle2"/>
    <dgm:cxn modelId="{5FE6C656-7FE5-4800-9AE1-718BC7710759}" type="presOf" srcId="{E636AB9C-B1A0-4702-8259-1599CBF19B62}" destId="{65CA4B2C-3FAE-41C7-885F-C24C53A12038}" srcOrd="0" destOrd="0" presId="urn:microsoft.com/office/officeart/2005/8/layout/cycle2"/>
    <dgm:cxn modelId="{951F3C59-5A17-4675-B08E-A5A681815EA3}" type="presOf" srcId="{95046FEB-5DBB-4F9E-BFE3-7C34682D0ABC}" destId="{A907555E-0D23-4738-8F56-1272B35DACC6}" srcOrd="1" destOrd="0" presId="urn:microsoft.com/office/officeart/2005/8/layout/cycle2"/>
    <dgm:cxn modelId="{139E9A59-E993-4C9B-ADA9-E5201BFA273C}" type="presOf" srcId="{08DE0D16-BD1E-40D9-A30A-EB5B1122ED41}" destId="{42E2CC4F-6BA2-42CE-ABE3-EB51EAD38A1C}" srcOrd="0" destOrd="0" presId="urn:microsoft.com/office/officeart/2005/8/layout/cycle2"/>
    <dgm:cxn modelId="{408B665A-21C9-48D2-AC7D-5A4A15B757FB}" type="presOf" srcId="{E636AB9C-B1A0-4702-8259-1599CBF19B62}" destId="{457ACD41-BB5E-49EF-83D3-8855D85D3CF0}" srcOrd="1" destOrd="0" presId="urn:microsoft.com/office/officeart/2005/8/layout/cycle2"/>
    <dgm:cxn modelId="{41608683-5D0C-4F3C-A04B-20D8E6CE5792}" srcId="{853B63A9-874C-4C8D-B06D-56CB39B25721}" destId="{70D71DA0-4FBB-4ED1-B4F4-8911771D457A}" srcOrd="0" destOrd="0" parTransId="{6806A842-2093-486B-BDF0-D0035130F9C0}" sibTransId="{19EA884A-7169-495C-B002-BA4A3BC2840F}"/>
    <dgm:cxn modelId="{5BB5488C-FF45-4D78-87A2-346344FEBD6C}" type="presOf" srcId="{19EA884A-7169-495C-B002-BA4A3BC2840F}" destId="{7BC7911D-D78F-4C83-9925-C7B199814878}" srcOrd="1" destOrd="0" presId="urn:microsoft.com/office/officeart/2005/8/layout/cycle2"/>
    <dgm:cxn modelId="{9C3CAA8F-1205-46E3-94BD-E0A135885A07}" type="presOf" srcId="{C40ACDFE-F4B6-4EBB-9CF8-82ECCC6C3132}" destId="{FE716FE7-0099-4C72-BE95-191423CBF575}" srcOrd="0" destOrd="0" presId="urn:microsoft.com/office/officeart/2005/8/layout/cycle2"/>
    <dgm:cxn modelId="{5F35FF90-1941-4A91-94C1-8E501EF7A7C1}" type="presOf" srcId="{BDB97ADC-EDE5-42EF-BD83-8EF4286102E0}" destId="{1C9C9CD0-FBF7-487A-8602-F48443AC44F6}" srcOrd="0" destOrd="0" presId="urn:microsoft.com/office/officeart/2005/8/layout/cycle2"/>
    <dgm:cxn modelId="{96F594A4-63F2-4BB1-A92C-5E9E4552C9B7}" type="presOf" srcId="{08DE0D16-BD1E-40D9-A30A-EB5B1122ED41}" destId="{A7CBAD1F-72A3-4522-9D63-E60BA02DE875}" srcOrd="1" destOrd="0" presId="urn:microsoft.com/office/officeart/2005/8/layout/cycle2"/>
    <dgm:cxn modelId="{0BA28EC3-EAC5-4CAC-881B-73242963048B}" type="presOf" srcId="{70D71DA0-4FBB-4ED1-B4F4-8911771D457A}" destId="{112F0EE1-5677-49A3-AACD-41911E38F6E3}" srcOrd="0" destOrd="0" presId="urn:microsoft.com/office/officeart/2005/8/layout/cycle2"/>
    <dgm:cxn modelId="{014EEAC5-7E46-462F-A8DA-040B68CA3DF3}" srcId="{853B63A9-874C-4C8D-B06D-56CB39B25721}" destId="{C91E1E50-F75E-41F4-B8A1-392919A5DF9D}" srcOrd="3" destOrd="0" parTransId="{3961E6F4-29A5-4E12-BF7F-CF3BE0FC76A3}" sibTransId="{08DE0D16-BD1E-40D9-A30A-EB5B1122ED41}"/>
    <dgm:cxn modelId="{1BC2F5CE-1875-44F6-A035-E93B383D952A}" type="presOf" srcId="{95046FEB-5DBB-4F9E-BFE3-7C34682D0ABC}" destId="{A43C67F7-BEB4-4C5E-85CC-06845956F07B}" srcOrd="0" destOrd="0" presId="urn:microsoft.com/office/officeart/2005/8/layout/cycle2"/>
    <dgm:cxn modelId="{866A7DD6-D996-4D4A-8DC3-52EBF8F79D15}" type="presOf" srcId="{F250D2AE-085F-4BF2-B63B-7E4E58EDA308}" destId="{0CBFBE8D-320B-4F20-B3C0-C19C7E62F682}" srcOrd="0" destOrd="0" presId="urn:microsoft.com/office/officeart/2005/8/layout/cycle2"/>
    <dgm:cxn modelId="{0F75E7E1-609A-46EB-8921-3769C194C643}" srcId="{853B63A9-874C-4C8D-B06D-56CB39B25721}" destId="{C40ACDFE-F4B6-4EBB-9CF8-82ECCC6C3132}" srcOrd="1" destOrd="0" parTransId="{9DA64763-1AD2-4057-9D3C-2644AF904E9C}" sibTransId="{F250D2AE-085F-4BF2-B63B-7E4E58EDA308}"/>
    <dgm:cxn modelId="{7C7A04F5-BAA2-4BDD-B0B7-C0B8D402BCEC}" srcId="{853B63A9-874C-4C8D-B06D-56CB39B25721}" destId="{C312563A-E8DB-4264-AFC5-138FD068942F}" srcOrd="4" destOrd="0" parTransId="{FA098E2E-2785-4E82-B09F-3015F0DEB656}" sibTransId="{95046FEB-5DBB-4F9E-BFE3-7C34682D0ABC}"/>
    <dgm:cxn modelId="{4F58CDF6-3FEF-40F7-9D2A-9310424674EE}" type="presOf" srcId="{853B63A9-874C-4C8D-B06D-56CB39B25721}" destId="{DC07C19D-8510-45A4-878B-BE527B41DD47}" srcOrd="0" destOrd="0" presId="urn:microsoft.com/office/officeart/2005/8/layout/cycle2"/>
    <dgm:cxn modelId="{ACAA51FA-0DB6-4FD9-9E25-92A806EBC6E3}" type="presOf" srcId="{C91E1E50-F75E-41F4-B8A1-392919A5DF9D}" destId="{CB2FF665-037C-48E8-B6BE-F8F0AEC889F5}" srcOrd="0" destOrd="0" presId="urn:microsoft.com/office/officeart/2005/8/layout/cycle2"/>
    <dgm:cxn modelId="{787B9173-96E9-41FF-BEE8-1D0B014488B8}" type="presParOf" srcId="{DC07C19D-8510-45A4-878B-BE527B41DD47}" destId="{112F0EE1-5677-49A3-AACD-41911E38F6E3}" srcOrd="0" destOrd="0" presId="urn:microsoft.com/office/officeart/2005/8/layout/cycle2"/>
    <dgm:cxn modelId="{A7E7F18A-2471-4F8C-9A1A-ABF7E5BDD4B1}" type="presParOf" srcId="{DC07C19D-8510-45A4-878B-BE527B41DD47}" destId="{828AE319-CCF4-4262-B4DA-84F32830E861}" srcOrd="1" destOrd="0" presId="urn:microsoft.com/office/officeart/2005/8/layout/cycle2"/>
    <dgm:cxn modelId="{851A15C9-F4F1-49D3-95EC-70E459EA4177}" type="presParOf" srcId="{828AE319-CCF4-4262-B4DA-84F32830E861}" destId="{7BC7911D-D78F-4C83-9925-C7B199814878}" srcOrd="0" destOrd="0" presId="urn:microsoft.com/office/officeart/2005/8/layout/cycle2"/>
    <dgm:cxn modelId="{1EFA91A3-ED8B-4590-852C-EAE3F8110598}" type="presParOf" srcId="{DC07C19D-8510-45A4-878B-BE527B41DD47}" destId="{FE716FE7-0099-4C72-BE95-191423CBF575}" srcOrd="2" destOrd="0" presId="urn:microsoft.com/office/officeart/2005/8/layout/cycle2"/>
    <dgm:cxn modelId="{6C2F029D-29F4-4FF9-A313-1ED0C2E46CBC}" type="presParOf" srcId="{DC07C19D-8510-45A4-878B-BE527B41DD47}" destId="{0CBFBE8D-320B-4F20-B3C0-C19C7E62F682}" srcOrd="3" destOrd="0" presId="urn:microsoft.com/office/officeart/2005/8/layout/cycle2"/>
    <dgm:cxn modelId="{ED5DF0C2-9A8D-49F5-85F6-617CC6168FEA}" type="presParOf" srcId="{0CBFBE8D-320B-4F20-B3C0-C19C7E62F682}" destId="{BD832EFA-DF5F-4960-AAE0-FE29517A47BC}" srcOrd="0" destOrd="0" presId="urn:microsoft.com/office/officeart/2005/8/layout/cycle2"/>
    <dgm:cxn modelId="{A603CD93-4CB8-4CE0-BFFF-67D503E9FE1F}" type="presParOf" srcId="{DC07C19D-8510-45A4-878B-BE527B41DD47}" destId="{1C9C9CD0-FBF7-487A-8602-F48443AC44F6}" srcOrd="4" destOrd="0" presId="urn:microsoft.com/office/officeart/2005/8/layout/cycle2"/>
    <dgm:cxn modelId="{A5C528A8-4FF9-40EE-8228-689B8D4AB9E8}" type="presParOf" srcId="{DC07C19D-8510-45A4-878B-BE527B41DD47}" destId="{65CA4B2C-3FAE-41C7-885F-C24C53A12038}" srcOrd="5" destOrd="0" presId="urn:microsoft.com/office/officeart/2005/8/layout/cycle2"/>
    <dgm:cxn modelId="{235702BC-2F3E-40BD-9F7F-6C614C1632DD}" type="presParOf" srcId="{65CA4B2C-3FAE-41C7-885F-C24C53A12038}" destId="{457ACD41-BB5E-49EF-83D3-8855D85D3CF0}" srcOrd="0" destOrd="0" presId="urn:microsoft.com/office/officeart/2005/8/layout/cycle2"/>
    <dgm:cxn modelId="{8683015F-4D8D-4AEB-810E-31890B44C60E}" type="presParOf" srcId="{DC07C19D-8510-45A4-878B-BE527B41DD47}" destId="{CB2FF665-037C-48E8-B6BE-F8F0AEC889F5}" srcOrd="6" destOrd="0" presId="urn:microsoft.com/office/officeart/2005/8/layout/cycle2"/>
    <dgm:cxn modelId="{0D51D41D-1509-476A-990F-34DC86252B97}" type="presParOf" srcId="{DC07C19D-8510-45A4-878B-BE527B41DD47}" destId="{42E2CC4F-6BA2-42CE-ABE3-EB51EAD38A1C}" srcOrd="7" destOrd="0" presId="urn:microsoft.com/office/officeart/2005/8/layout/cycle2"/>
    <dgm:cxn modelId="{54EEA764-886E-488D-BE64-71A3F9CA63FC}" type="presParOf" srcId="{42E2CC4F-6BA2-42CE-ABE3-EB51EAD38A1C}" destId="{A7CBAD1F-72A3-4522-9D63-E60BA02DE875}" srcOrd="0" destOrd="0" presId="urn:microsoft.com/office/officeart/2005/8/layout/cycle2"/>
    <dgm:cxn modelId="{028AD91C-5D83-4CB2-ADCE-85922C2C0708}" type="presParOf" srcId="{DC07C19D-8510-45A4-878B-BE527B41DD47}" destId="{BBA02D46-7AF5-49B7-835A-85B9FA13E729}" srcOrd="8" destOrd="0" presId="urn:microsoft.com/office/officeart/2005/8/layout/cycle2"/>
    <dgm:cxn modelId="{CABA7D91-A37C-4AE1-B9A6-C761438E0FC8}" type="presParOf" srcId="{DC07C19D-8510-45A4-878B-BE527B41DD47}" destId="{A43C67F7-BEB4-4C5E-85CC-06845956F07B}" srcOrd="9" destOrd="0" presId="urn:microsoft.com/office/officeart/2005/8/layout/cycle2"/>
    <dgm:cxn modelId="{E794AF89-1FE9-4E0A-8363-E6DA44CBF769}" type="presParOf" srcId="{A43C67F7-BEB4-4C5E-85CC-06845956F07B}" destId="{A907555E-0D23-4738-8F56-1272B35DACC6}" srcOrd="0" destOrd="0" presId="urn:microsoft.com/office/officeart/2005/8/layout/cycle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CFFE80-30C8-493C-B499-28CC767AB001}" type="doc">
      <dgm:prSet loTypeId="urn:microsoft.com/office/officeart/2005/8/layout/arrow2" loCatId="process" qsTypeId="urn:microsoft.com/office/officeart/2005/8/quickstyle/simple2" qsCatId="simple" csTypeId="urn:microsoft.com/office/officeart/2005/8/colors/accent1_2" csCatId="accent1" phldr="1"/>
      <dgm:spPr/>
    </dgm:pt>
    <dgm:pt modelId="{03D727D5-FE22-4B35-A243-130455E66126}">
      <dgm:prSet phldrT="[文本]" custT="1"/>
      <dgm:spPr/>
      <dgm:t>
        <a:bodyPr/>
        <a:lstStyle/>
        <a:p>
          <a:pPr marL="0" lvl="0" indent="0" algn="l" defTabSz="889000">
            <a:lnSpc>
              <a:spcPct val="90000"/>
            </a:lnSpc>
            <a:spcBef>
              <a:spcPct val="0"/>
            </a:spcBef>
            <a:spcAft>
              <a:spcPct val="35000"/>
            </a:spcAft>
            <a:buNone/>
          </a:pPr>
          <a:r>
            <a:rPr lang="zh-CN" altLang="en-US" sz="2000" b="1" kern="1200" dirty="0">
              <a:solidFill>
                <a:prstClr val="white">
                  <a:lumMod val="50000"/>
                </a:prstClr>
              </a:solidFill>
              <a:latin typeface="微软雅黑"/>
              <a:ea typeface="微软雅黑"/>
              <a:cs typeface="微软雅黑 Light"/>
              <a:sym typeface="+mn-lt"/>
            </a:rPr>
            <a:t>标题一</a:t>
          </a:r>
          <a:endParaRPr lang="en-US" altLang="zh-CN" sz="2000" b="1" kern="1200" dirty="0">
            <a:solidFill>
              <a:prstClr val="white">
                <a:lumMod val="50000"/>
              </a:prstClr>
            </a:solidFill>
            <a:latin typeface="微软雅黑"/>
            <a:ea typeface="微软雅黑"/>
            <a:cs typeface="微软雅黑 Light"/>
            <a:sym typeface="+mn-lt"/>
          </a:endParaRPr>
        </a:p>
        <a:p>
          <a:pPr marL="0" lvl="0" algn="l" defTabSz="889000">
            <a:lnSpc>
              <a:spcPct val="100000"/>
            </a:lnSpc>
            <a:spcBef>
              <a:spcPct val="0"/>
            </a:spcBef>
            <a:spcAft>
              <a:spcPct val="35000"/>
            </a:spcAft>
            <a:buNone/>
          </a:pPr>
          <a:r>
            <a:rPr lang="zh-CN" altLang="en-US" sz="1600" kern="1200" spc="100" dirty="0">
              <a:solidFill>
                <a:schemeClr val="tx1">
                  <a:lumMod val="65000"/>
                  <a:lumOff val="35000"/>
                </a:schemeClr>
              </a:solidFill>
              <a:latin typeface="+mn-lt"/>
              <a:ea typeface="+mn-ea"/>
              <a:cs typeface="+mn-ea"/>
              <a:sym typeface="+mn-lt"/>
            </a:rPr>
            <a:t>南京理工大学，位于江苏省南京市，北依紫金山，西临明城墙</a:t>
          </a:r>
          <a:endParaRPr lang="zh-CN" altLang="en-US" sz="1600" b="1" kern="1200" dirty="0">
            <a:solidFill>
              <a:schemeClr val="bg1">
                <a:lumMod val="50000"/>
              </a:schemeClr>
            </a:solidFill>
            <a:latin typeface="+mn-lt"/>
            <a:ea typeface="+mn-ea"/>
            <a:cs typeface="+mn-ea"/>
            <a:sym typeface="+mn-lt"/>
          </a:endParaRPr>
        </a:p>
      </dgm:t>
    </dgm:pt>
    <dgm:pt modelId="{C4DBCDB3-A0E8-400A-926B-0B228D6B5303}" type="parTrans" cxnId="{0D62945E-2D6C-4AD4-A2E8-F72E6E0D13B4}">
      <dgm:prSet/>
      <dgm:spPr/>
      <dgm:t>
        <a:bodyPr/>
        <a:lstStyle/>
        <a:p>
          <a:endParaRPr lang="zh-CN" altLang="en-US"/>
        </a:p>
      </dgm:t>
    </dgm:pt>
    <dgm:pt modelId="{8EAA6155-0D03-4D2C-8AE0-B282E433A152}" type="sibTrans" cxnId="{0D62945E-2D6C-4AD4-A2E8-F72E6E0D13B4}">
      <dgm:prSet/>
      <dgm:spPr/>
      <dgm:t>
        <a:bodyPr/>
        <a:lstStyle/>
        <a:p>
          <a:endParaRPr lang="zh-CN" altLang="en-US"/>
        </a:p>
      </dgm:t>
    </dgm:pt>
    <dgm:pt modelId="{CFAB5E83-FC15-4EFC-9BB8-BA552C91CCBE}">
      <dgm:prSet phldrT="[文本]" custT="1"/>
      <dgm:spPr/>
      <dgm:t>
        <a:bodyPr/>
        <a:lstStyle/>
        <a:p>
          <a:r>
            <a:rPr lang="zh-CN" altLang="en-US" sz="2000" b="1" kern="1200" dirty="0">
              <a:solidFill>
                <a:prstClr val="white">
                  <a:lumMod val="50000"/>
                </a:prstClr>
              </a:solidFill>
              <a:latin typeface="+mj-ea"/>
              <a:ea typeface="+mj-ea"/>
              <a:cs typeface="+mn-ea"/>
              <a:sym typeface="+mn-lt"/>
            </a:rPr>
            <a:t>标题二</a:t>
          </a:r>
          <a:endParaRPr lang="en-US" altLang="zh-CN" sz="2000" b="1" kern="1200" dirty="0">
            <a:solidFill>
              <a:prstClr val="white">
                <a:lumMod val="50000"/>
              </a:prstClr>
            </a:solidFill>
            <a:latin typeface="+mj-ea"/>
            <a:ea typeface="+mj-ea"/>
            <a:cs typeface="+mn-ea"/>
            <a:sym typeface="+mn-lt"/>
          </a:endParaRPr>
        </a:p>
        <a:p>
          <a:r>
            <a:rPr lang="zh-CN" altLang="en-US" sz="1600" kern="1200" spc="100" dirty="0">
              <a:solidFill>
                <a:schemeClr val="tx1">
                  <a:lumMod val="65000"/>
                  <a:lumOff val="35000"/>
                </a:schemeClr>
              </a:solidFill>
              <a:latin typeface="+mn-lt"/>
              <a:ea typeface="+mn-ea"/>
              <a:cs typeface="+mn-ea"/>
              <a:sym typeface="+mn-lt"/>
            </a:rPr>
            <a:t>南京理工大学，位于江苏省南京市，北依紫金山，西临明城墙</a:t>
          </a:r>
          <a:endParaRPr lang="zh-CN" altLang="en-US" sz="1600" kern="1200" dirty="0">
            <a:solidFill>
              <a:prstClr val="white">
                <a:lumMod val="50000"/>
              </a:prstClr>
            </a:solidFill>
            <a:latin typeface="+mn-lt"/>
            <a:ea typeface="+mn-ea"/>
            <a:cs typeface="+mn-ea"/>
            <a:sym typeface="+mn-lt"/>
          </a:endParaRPr>
        </a:p>
      </dgm:t>
    </dgm:pt>
    <dgm:pt modelId="{83BB982A-6C76-4257-900F-F833C3A2EE5D}" type="parTrans" cxnId="{EE7A6774-CA95-4FC5-AF15-DC748CF24F63}">
      <dgm:prSet/>
      <dgm:spPr/>
      <dgm:t>
        <a:bodyPr/>
        <a:lstStyle/>
        <a:p>
          <a:endParaRPr lang="zh-CN" altLang="en-US"/>
        </a:p>
      </dgm:t>
    </dgm:pt>
    <dgm:pt modelId="{BE86E8C1-4065-4E24-9A1D-63A39973FADF}" type="sibTrans" cxnId="{EE7A6774-CA95-4FC5-AF15-DC748CF24F63}">
      <dgm:prSet/>
      <dgm:spPr/>
      <dgm:t>
        <a:bodyPr/>
        <a:lstStyle/>
        <a:p>
          <a:endParaRPr lang="zh-CN" altLang="en-US"/>
        </a:p>
      </dgm:t>
    </dgm:pt>
    <dgm:pt modelId="{A32781CC-1FBD-492A-A091-710D9E24A128}">
      <dgm:prSet phldrT="[文本]" custT="1"/>
      <dgm:spPr/>
      <dgm:t>
        <a:bodyPr/>
        <a:lstStyle/>
        <a:p>
          <a:pPr marL="0" lvl="0" indent="0" algn="l" defTabSz="889000">
            <a:lnSpc>
              <a:spcPct val="90000"/>
            </a:lnSpc>
            <a:spcBef>
              <a:spcPct val="0"/>
            </a:spcBef>
            <a:spcAft>
              <a:spcPct val="35000"/>
            </a:spcAft>
            <a:buNone/>
          </a:pPr>
          <a:r>
            <a:rPr lang="zh-CN" altLang="en-US" sz="2000" b="1" kern="1200" dirty="0">
              <a:solidFill>
                <a:prstClr val="white">
                  <a:lumMod val="50000"/>
                </a:prstClr>
              </a:solidFill>
              <a:latin typeface="微软雅黑"/>
              <a:ea typeface="微软雅黑"/>
              <a:cs typeface="微软雅黑 Light"/>
              <a:sym typeface="+mn-lt"/>
            </a:rPr>
            <a:t>标题三</a:t>
          </a:r>
          <a:endParaRPr lang="en-US" altLang="zh-CN" sz="2000" b="1" kern="1200" dirty="0">
            <a:solidFill>
              <a:prstClr val="white">
                <a:lumMod val="50000"/>
              </a:prstClr>
            </a:solidFill>
            <a:latin typeface="微软雅黑"/>
            <a:ea typeface="微软雅黑"/>
            <a:cs typeface="微软雅黑 Light"/>
            <a:sym typeface="+mn-lt"/>
          </a:endParaRPr>
        </a:p>
        <a:p>
          <a:pPr marL="0" lvl="0" algn="l" defTabSz="889000">
            <a:lnSpc>
              <a:spcPct val="90000"/>
            </a:lnSpc>
            <a:spcBef>
              <a:spcPct val="0"/>
            </a:spcBef>
            <a:spcAft>
              <a:spcPct val="35000"/>
            </a:spcAft>
            <a:buNone/>
          </a:pPr>
          <a:r>
            <a:rPr lang="zh-CN" altLang="en-US" sz="1600" kern="1200" spc="100" dirty="0">
              <a:solidFill>
                <a:schemeClr val="tx1">
                  <a:lumMod val="65000"/>
                  <a:lumOff val="35000"/>
                </a:schemeClr>
              </a:solidFill>
              <a:latin typeface="+mn-lt"/>
              <a:ea typeface="+mn-ea"/>
              <a:cs typeface="+mn-ea"/>
              <a:sym typeface="+mn-lt"/>
            </a:rPr>
            <a:t>南京理工大学，位于江苏省南京市，北依紫金山，西临明城墙</a:t>
          </a:r>
          <a:endParaRPr lang="zh-CN" altLang="en-US" sz="1600" kern="1200" dirty="0">
            <a:solidFill>
              <a:prstClr val="white">
                <a:lumMod val="50000"/>
              </a:prstClr>
            </a:solidFill>
            <a:latin typeface="+mn-lt"/>
            <a:ea typeface="+mn-ea"/>
            <a:cs typeface="+mn-ea"/>
            <a:sym typeface="+mn-lt"/>
          </a:endParaRPr>
        </a:p>
      </dgm:t>
    </dgm:pt>
    <dgm:pt modelId="{BD5A01F2-FC07-48FB-872F-2F7305E14C33}" type="parTrans" cxnId="{9A1303BC-EF48-4A18-8D30-72EA2E724C64}">
      <dgm:prSet/>
      <dgm:spPr/>
      <dgm:t>
        <a:bodyPr/>
        <a:lstStyle/>
        <a:p>
          <a:endParaRPr lang="zh-CN" altLang="en-US"/>
        </a:p>
      </dgm:t>
    </dgm:pt>
    <dgm:pt modelId="{D3D33B9B-32DE-49EB-AC28-871466EBB378}" type="sibTrans" cxnId="{9A1303BC-EF48-4A18-8D30-72EA2E724C64}">
      <dgm:prSet/>
      <dgm:spPr/>
      <dgm:t>
        <a:bodyPr/>
        <a:lstStyle/>
        <a:p>
          <a:endParaRPr lang="zh-CN" altLang="en-US"/>
        </a:p>
      </dgm:t>
    </dgm:pt>
    <dgm:pt modelId="{B38FF4E2-0594-48E2-8A4D-FA4CB2D4476E}" type="pres">
      <dgm:prSet presAssocID="{E6CFFE80-30C8-493C-B499-28CC767AB001}" presName="arrowDiagram" presStyleCnt="0">
        <dgm:presLayoutVars>
          <dgm:chMax val="5"/>
          <dgm:dir/>
          <dgm:resizeHandles val="exact"/>
        </dgm:presLayoutVars>
      </dgm:prSet>
      <dgm:spPr/>
    </dgm:pt>
    <dgm:pt modelId="{CD14875A-67D2-4BD8-BA41-11F5249F3A29}" type="pres">
      <dgm:prSet presAssocID="{E6CFFE80-30C8-493C-B499-28CC767AB001}" presName="arrow" presStyleLbl="bgShp" presStyleIdx="0" presStyleCnt="1"/>
      <dgm:spPr/>
    </dgm:pt>
    <dgm:pt modelId="{E8AF1242-62C6-4728-A876-C1FE6C426056}" type="pres">
      <dgm:prSet presAssocID="{E6CFFE80-30C8-493C-B499-28CC767AB001}" presName="arrowDiagram3" presStyleCnt="0"/>
      <dgm:spPr/>
    </dgm:pt>
    <dgm:pt modelId="{F5D68AF2-B893-4B69-AE2D-16B173FD6182}" type="pres">
      <dgm:prSet presAssocID="{03D727D5-FE22-4B35-A243-130455E66126}" presName="bullet3a" presStyleLbl="node1" presStyleIdx="0" presStyleCnt="3" custScaleX="359893" custScaleY="359893"/>
      <dgm:spPr>
        <a:ln w="28575">
          <a:solidFill>
            <a:schemeClr val="bg1"/>
          </a:solidFill>
        </a:ln>
      </dgm:spPr>
    </dgm:pt>
    <dgm:pt modelId="{20BA7E01-30BF-4833-9485-46AA82DFA0C5}" type="pres">
      <dgm:prSet presAssocID="{03D727D5-FE22-4B35-A243-130455E66126}" presName="textBox3a" presStyleLbl="revTx" presStyleIdx="0" presStyleCnt="3" custScaleX="125076" custScaleY="126752" custLinFactNeighborX="41969" custLinFactNeighborY="7171">
        <dgm:presLayoutVars>
          <dgm:bulletEnabled val="1"/>
        </dgm:presLayoutVars>
      </dgm:prSet>
      <dgm:spPr/>
    </dgm:pt>
    <dgm:pt modelId="{6549E674-8DA3-4F9E-BD1B-3CE6147B554B}" type="pres">
      <dgm:prSet presAssocID="{CFAB5E83-FC15-4EFC-9BB8-BA552C91CCBE}" presName="bullet3b" presStyleLbl="node1" presStyleIdx="1" presStyleCnt="3" custScaleX="305430" custScaleY="305430"/>
      <dgm:spPr>
        <a:xfrm>
          <a:off x="3122246" y="1504513"/>
          <a:ext cx="1012907" cy="1012907"/>
        </a:xfrm>
        <a:prstGeom prst="ellipse">
          <a:avLst/>
        </a:prstGeom>
        <a:solidFill>
          <a:srgbClr val="92278F">
            <a:hueOff val="0"/>
            <a:satOff val="0"/>
            <a:lumOff val="0"/>
            <a:alphaOff val="0"/>
          </a:srgbClr>
        </a:solidFill>
        <a:ln w="28575" cap="flat" cmpd="sng" algn="ctr">
          <a:solidFill>
            <a:prstClr val="white"/>
          </a:solidFill>
          <a:prstDash val="solid"/>
          <a:miter lim="800000"/>
        </a:ln>
        <a:effectLst/>
      </dgm:spPr>
    </dgm:pt>
    <dgm:pt modelId="{C7D6EB5F-A4A7-4DCB-A493-AFE686C87466}" type="pres">
      <dgm:prSet presAssocID="{CFAB5E83-FC15-4EFC-9BB8-BA552C91CCBE}" presName="textBox3b" presStyleLbl="revTx" presStyleIdx="1" presStyleCnt="3" custScaleX="133309" custScaleY="74824" custLinFactX="-25200" custLinFactNeighborX="-100000" custLinFactNeighborY="-91602">
        <dgm:presLayoutVars>
          <dgm:bulletEnabled val="1"/>
        </dgm:presLayoutVars>
      </dgm:prSet>
      <dgm:spPr/>
    </dgm:pt>
    <dgm:pt modelId="{BEA60C68-19ED-4F93-B4BC-C01049A5F754}" type="pres">
      <dgm:prSet presAssocID="{A32781CC-1FBD-492A-A091-710D9E24A128}" presName="bullet3c" presStyleLbl="node1" presStyleIdx="2" presStyleCnt="3" custScaleX="309051" custScaleY="309051" custLinFactNeighborX="-2191" custLinFactNeighborY="-2191"/>
      <dgm:spPr>
        <a:xfrm>
          <a:off x="5410347" y="1115734"/>
          <a:ext cx="458641" cy="458641"/>
        </a:xfrm>
        <a:prstGeom prst="ellipse">
          <a:avLst/>
        </a:prstGeom>
        <a:solidFill>
          <a:srgbClr val="92278F">
            <a:hueOff val="0"/>
            <a:satOff val="0"/>
            <a:lumOff val="0"/>
            <a:alphaOff val="0"/>
          </a:srgbClr>
        </a:solidFill>
        <a:ln w="28575" cap="flat" cmpd="sng" algn="ctr">
          <a:solidFill>
            <a:prstClr val="white"/>
          </a:solidFill>
          <a:prstDash val="solid"/>
          <a:miter lim="800000"/>
        </a:ln>
        <a:effectLst/>
      </dgm:spPr>
    </dgm:pt>
    <dgm:pt modelId="{DAADB1E8-29F1-4191-8B69-36548ADEF253}" type="pres">
      <dgm:prSet presAssocID="{A32781CC-1FBD-492A-A091-710D9E24A128}" presName="textBox3c" presStyleLbl="revTx" presStyleIdx="2" presStyleCnt="3" custScaleX="140276" custScaleY="51917" custLinFactNeighborX="36270" custLinFactNeighborY="-4902">
        <dgm:presLayoutVars>
          <dgm:bulletEnabled val="1"/>
        </dgm:presLayoutVars>
      </dgm:prSet>
      <dgm:spPr/>
    </dgm:pt>
  </dgm:ptLst>
  <dgm:cxnLst>
    <dgm:cxn modelId="{DC842829-85AA-49F9-99C4-64A2FE50AF9C}" type="presOf" srcId="{E6CFFE80-30C8-493C-B499-28CC767AB001}" destId="{B38FF4E2-0594-48E2-8A4D-FA4CB2D4476E}" srcOrd="0" destOrd="0" presId="urn:microsoft.com/office/officeart/2005/8/layout/arrow2"/>
    <dgm:cxn modelId="{0D62945E-2D6C-4AD4-A2E8-F72E6E0D13B4}" srcId="{E6CFFE80-30C8-493C-B499-28CC767AB001}" destId="{03D727D5-FE22-4B35-A243-130455E66126}" srcOrd="0" destOrd="0" parTransId="{C4DBCDB3-A0E8-400A-926B-0B228D6B5303}" sibTransId="{8EAA6155-0D03-4D2C-8AE0-B282E433A152}"/>
    <dgm:cxn modelId="{EE7A6774-CA95-4FC5-AF15-DC748CF24F63}" srcId="{E6CFFE80-30C8-493C-B499-28CC767AB001}" destId="{CFAB5E83-FC15-4EFC-9BB8-BA552C91CCBE}" srcOrd="1" destOrd="0" parTransId="{83BB982A-6C76-4257-900F-F833C3A2EE5D}" sibTransId="{BE86E8C1-4065-4E24-9A1D-63A39973FADF}"/>
    <dgm:cxn modelId="{33712B9B-FA78-452D-9460-149CE313B8E1}" type="presOf" srcId="{A32781CC-1FBD-492A-A091-710D9E24A128}" destId="{DAADB1E8-29F1-4191-8B69-36548ADEF253}" srcOrd="0" destOrd="0" presId="urn:microsoft.com/office/officeart/2005/8/layout/arrow2"/>
    <dgm:cxn modelId="{9A1303BC-EF48-4A18-8D30-72EA2E724C64}" srcId="{E6CFFE80-30C8-493C-B499-28CC767AB001}" destId="{A32781CC-1FBD-492A-A091-710D9E24A128}" srcOrd="2" destOrd="0" parTransId="{BD5A01F2-FC07-48FB-872F-2F7305E14C33}" sibTransId="{D3D33B9B-32DE-49EB-AC28-871466EBB378}"/>
    <dgm:cxn modelId="{0CB309E8-C774-45FD-A473-48558741DA50}" type="presOf" srcId="{03D727D5-FE22-4B35-A243-130455E66126}" destId="{20BA7E01-30BF-4833-9485-46AA82DFA0C5}" srcOrd="0" destOrd="0" presId="urn:microsoft.com/office/officeart/2005/8/layout/arrow2"/>
    <dgm:cxn modelId="{D6D3E0F7-5926-4BAF-8E81-CEFDED3ACDD3}" type="presOf" srcId="{CFAB5E83-FC15-4EFC-9BB8-BA552C91CCBE}" destId="{C7D6EB5F-A4A7-4DCB-A493-AFE686C87466}" srcOrd="0" destOrd="0" presId="urn:microsoft.com/office/officeart/2005/8/layout/arrow2"/>
    <dgm:cxn modelId="{4C11C7DE-6ED3-4F9C-AC6D-01BABA00720C}" type="presParOf" srcId="{B38FF4E2-0594-48E2-8A4D-FA4CB2D4476E}" destId="{CD14875A-67D2-4BD8-BA41-11F5249F3A29}" srcOrd="0" destOrd="0" presId="urn:microsoft.com/office/officeart/2005/8/layout/arrow2"/>
    <dgm:cxn modelId="{323262E0-C05B-4302-9728-929B735386DC}" type="presParOf" srcId="{B38FF4E2-0594-48E2-8A4D-FA4CB2D4476E}" destId="{E8AF1242-62C6-4728-A876-C1FE6C426056}" srcOrd="1" destOrd="0" presId="urn:microsoft.com/office/officeart/2005/8/layout/arrow2"/>
    <dgm:cxn modelId="{8868CFAC-A351-409F-BE0B-3A3D16E50DF9}" type="presParOf" srcId="{E8AF1242-62C6-4728-A876-C1FE6C426056}" destId="{F5D68AF2-B893-4B69-AE2D-16B173FD6182}" srcOrd="0" destOrd="0" presId="urn:microsoft.com/office/officeart/2005/8/layout/arrow2"/>
    <dgm:cxn modelId="{3E4E0FE0-85CD-4F6E-B379-252A6F7415B1}" type="presParOf" srcId="{E8AF1242-62C6-4728-A876-C1FE6C426056}" destId="{20BA7E01-30BF-4833-9485-46AA82DFA0C5}" srcOrd="1" destOrd="0" presId="urn:microsoft.com/office/officeart/2005/8/layout/arrow2"/>
    <dgm:cxn modelId="{BD6743AF-331A-4FB2-8B44-354B9A8FB93A}" type="presParOf" srcId="{E8AF1242-62C6-4728-A876-C1FE6C426056}" destId="{6549E674-8DA3-4F9E-BD1B-3CE6147B554B}" srcOrd="2" destOrd="0" presId="urn:microsoft.com/office/officeart/2005/8/layout/arrow2"/>
    <dgm:cxn modelId="{10B531C6-BEB1-42DF-B081-10D43B8C9394}" type="presParOf" srcId="{E8AF1242-62C6-4728-A876-C1FE6C426056}" destId="{C7D6EB5F-A4A7-4DCB-A493-AFE686C87466}" srcOrd="3" destOrd="0" presId="urn:microsoft.com/office/officeart/2005/8/layout/arrow2"/>
    <dgm:cxn modelId="{4381BC4E-889A-4314-A244-F7AA5B5A636F}" type="presParOf" srcId="{E8AF1242-62C6-4728-A876-C1FE6C426056}" destId="{BEA60C68-19ED-4F93-B4BC-C01049A5F754}" srcOrd="4" destOrd="0" presId="urn:microsoft.com/office/officeart/2005/8/layout/arrow2"/>
    <dgm:cxn modelId="{A73B9B6B-1D74-4E6C-83D3-BE2DC471649B}" type="presParOf" srcId="{E8AF1242-62C6-4728-A876-C1FE6C426056}" destId="{DAADB1E8-29F1-4191-8B69-36548ADEF253}" srcOrd="5"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904C72-8870-42C1-AC56-7C4A7EBE235F}">
      <dsp:nvSpPr>
        <dsp:cNvPr id="0" name=""/>
        <dsp:cNvSpPr/>
      </dsp:nvSpPr>
      <dsp:spPr>
        <a:xfrm>
          <a:off x="1710586" y="2820903"/>
          <a:ext cx="1729368" cy="172982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A61C9CAB-2EB1-4634-BE23-D7ABD84E1FF8}">
      <dsp:nvSpPr>
        <dsp:cNvPr id="0" name=""/>
        <dsp:cNvSpPr/>
      </dsp:nvSpPr>
      <dsp:spPr>
        <a:xfrm>
          <a:off x="2813654" y="1547317"/>
          <a:ext cx="513609" cy="513326"/>
        </a:xfrm>
        <a:prstGeom prst="donut">
          <a:avLst>
            <a:gd name="adj" fmla="val 746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6C24AECB-A576-4CB0-A221-DD704CED21CD}">
      <dsp:nvSpPr>
        <dsp:cNvPr id="0" name=""/>
        <dsp:cNvSpPr/>
      </dsp:nvSpPr>
      <dsp:spPr>
        <a:xfrm>
          <a:off x="1777044" y="2887501"/>
          <a:ext cx="1597173" cy="159663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a:ln>
          <a:noFill/>
        </a:ln>
        <a:effectLst/>
      </dsp:spPr>
      <dsp:style>
        <a:lnRef idx="0">
          <a:scrgbClr r="0" g="0" b="0"/>
        </a:lnRef>
        <a:fillRef idx="1">
          <a:scrgbClr r="0" g="0" b="0"/>
        </a:fillRef>
        <a:effectRef idx="2">
          <a:scrgbClr r="0" g="0" b="0"/>
        </a:effectRef>
        <a:fontRef idx="minor"/>
      </dsp:style>
    </dsp:sp>
    <dsp:sp modelId="{74379266-D16C-4B52-898C-E3D5C03F0333}">
      <dsp:nvSpPr>
        <dsp:cNvPr id="0" name=""/>
        <dsp:cNvSpPr/>
      </dsp:nvSpPr>
      <dsp:spPr>
        <a:xfrm>
          <a:off x="3565647" y="3147840"/>
          <a:ext cx="905137" cy="904699"/>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F373BF6D-7584-4411-816F-184C11A667B9}">
      <dsp:nvSpPr>
        <dsp:cNvPr id="0" name=""/>
        <dsp:cNvSpPr/>
      </dsp:nvSpPr>
      <dsp:spPr>
        <a:xfrm>
          <a:off x="3619103" y="3201033"/>
          <a:ext cx="798225" cy="798315"/>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39000" r="-39000"/>
          </a:stretch>
        </a:blipFill>
        <a:ln>
          <a:noFill/>
        </a:ln>
        <a:effectLst/>
      </dsp:spPr>
      <dsp:style>
        <a:lnRef idx="0">
          <a:scrgbClr r="0" g="0" b="0"/>
        </a:lnRef>
        <a:fillRef idx="1">
          <a:scrgbClr r="0" g="0" b="0"/>
        </a:fillRef>
        <a:effectRef idx="2">
          <a:scrgbClr r="0" g="0" b="0"/>
        </a:effectRef>
        <a:fontRef idx="minor"/>
      </dsp:style>
    </dsp:sp>
    <dsp:sp modelId="{3823F24B-0FC4-4338-ACF5-F8E12D9068F6}">
      <dsp:nvSpPr>
        <dsp:cNvPr id="0" name=""/>
        <dsp:cNvSpPr/>
      </dsp:nvSpPr>
      <dsp:spPr>
        <a:xfrm>
          <a:off x="3211683" y="1870363"/>
          <a:ext cx="1160135" cy="1160281"/>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A70B6EB4-6BBA-4F1A-90B6-0489B69682C2}">
      <dsp:nvSpPr>
        <dsp:cNvPr id="0" name=""/>
        <dsp:cNvSpPr/>
      </dsp:nvSpPr>
      <dsp:spPr>
        <a:xfrm>
          <a:off x="3862544" y="416443"/>
          <a:ext cx="379969" cy="380129"/>
        </a:xfrm>
        <a:prstGeom prst="donut">
          <a:avLst>
            <a:gd name="adj" fmla="val 746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74716992-FC2E-4F65-8D73-C830318CEA22}">
      <dsp:nvSpPr>
        <dsp:cNvPr id="0" name=""/>
        <dsp:cNvSpPr/>
      </dsp:nvSpPr>
      <dsp:spPr>
        <a:xfrm>
          <a:off x="4337867" y="226162"/>
          <a:ext cx="189984" cy="190281"/>
        </a:xfrm>
        <a:prstGeom prst="donut">
          <a:avLst>
            <a:gd name="adj" fmla="val 746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23EC6D82-CE66-4B54-AC6C-F686869C227F}">
      <dsp:nvSpPr>
        <dsp:cNvPr id="0" name=""/>
        <dsp:cNvSpPr/>
      </dsp:nvSpPr>
      <dsp:spPr>
        <a:xfrm>
          <a:off x="3273085" y="1931772"/>
          <a:ext cx="1038054" cy="1037896"/>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39000" r="-39000"/>
          </a:stretch>
        </a:blipFill>
        <a:ln>
          <a:noFill/>
        </a:ln>
        <a:effectLst/>
      </dsp:spPr>
      <dsp:style>
        <a:lnRef idx="0">
          <a:scrgbClr r="0" g="0" b="0"/>
        </a:lnRef>
        <a:fillRef idx="1">
          <a:scrgbClr r="0" g="0" b="0"/>
        </a:fillRef>
        <a:effectRef idx="2">
          <a:scrgbClr r="0" g="0" b="0"/>
        </a:effectRef>
        <a:fontRef idx="minor"/>
      </dsp:style>
    </dsp:sp>
    <dsp:sp modelId="{5C4E1774-BFA6-447C-8111-49706BAD48B2}">
      <dsp:nvSpPr>
        <dsp:cNvPr id="0" name=""/>
        <dsp:cNvSpPr/>
      </dsp:nvSpPr>
      <dsp:spPr>
        <a:xfrm>
          <a:off x="3341711" y="838088"/>
          <a:ext cx="813395" cy="813451"/>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86CFBB22-E618-43F9-AFD2-99D16E424DA5}">
      <dsp:nvSpPr>
        <dsp:cNvPr id="0" name=""/>
        <dsp:cNvSpPr/>
      </dsp:nvSpPr>
      <dsp:spPr>
        <a:xfrm>
          <a:off x="4527852" y="4027890"/>
          <a:ext cx="285338" cy="284989"/>
        </a:xfrm>
        <a:prstGeom prst="donut">
          <a:avLst>
            <a:gd name="adj" fmla="val 746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54858A72-4733-4262-A54E-26703C6054AA}">
      <dsp:nvSpPr>
        <dsp:cNvPr id="0" name=""/>
        <dsp:cNvSpPr/>
      </dsp:nvSpPr>
      <dsp:spPr>
        <a:xfrm>
          <a:off x="3389388" y="886091"/>
          <a:ext cx="718041" cy="717878"/>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25000" r="-25000"/>
          </a:stretch>
        </a:blipFill>
        <a:ln>
          <a:noFill/>
        </a:ln>
        <a:effectLst/>
      </dsp:spPr>
      <dsp:style>
        <a:lnRef idx="0">
          <a:scrgbClr r="0" g="0" b="0"/>
        </a:lnRef>
        <a:fillRef idx="1">
          <a:scrgbClr r="0" g="0" b="0"/>
        </a:fillRef>
        <a:effectRef idx="2">
          <a:scrgbClr r="0" g="0" b="0"/>
        </a:effectRef>
        <a:fontRef idx="minor"/>
      </dsp:style>
    </dsp:sp>
    <dsp:sp modelId="{9053C976-9BDF-4951-B578-BA810398CC7E}">
      <dsp:nvSpPr>
        <dsp:cNvPr id="0" name=""/>
        <dsp:cNvSpPr/>
      </dsp:nvSpPr>
      <dsp:spPr>
        <a:xfrm>
          <a:off x="0" y="1940799"/>
          <a:ext cx="2566601" cy="835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r" defTabSz="889000">
            <a:lnSpc>
              <a:spcPct val="90000"/>
            </a:lnSpc>
            <a:spcBef>
              <a:spcPct val="0"/>
            </a:spcBef>
            <a:spcAft>
              <a:spcPct val="35000"/>
            </a:spcAft>
            <a:buNone/>
          </a:pPr>
          <a:r>
            <a:rPr lang="zh-CN" altLang="en-US" sz="1600" kern="1200" dirty="0">
              <a:solidFill>
                <a:prstClr val="black">
                  <a:lumMod val="65000"/>
                  <a:lumOff val="35000"/>
                </a:prstClr>
              </a:solidFill>
              <a:latin typeface="+mn-lt"/>
              <a:ea typeface="+mn-ea"/>
              <a:cs typeface="+mn-ea"/>
              <a:sym typeface="+mn-lt"/>
            </a:rPr>
            <a:t>关键词</a:t>
          </a:r>
          <a:r>
            <a:rPr lang="en-US" altLang="zh-CN" sz="1600" kern="1200" dirty="0">
              <a:solidFill>
                <a:prstClr val="black">
                  <a:lumMod val="65000"/>
                  <a:lumOff val="35000"/>
                </a:prstClr>
              </a:solidFill>
              <a:latin typeface="+mn-lt"/>
              <a:ea typeface="+mn-ea"/>
              <a:cs typeface="+mn-ea"/>
              <a:sym typeface="+mn-lt"/>
            </a:rPr>
            <a:t>1</a:t>
          </a:r>
          <a:endParaRPr lang="zh-CN" altLang="en-US" sz="1600" kern="1200" dirty="0">
            <a:solidFill>
              <a:prstClr val="black">
                <a:lumMod val="65000"/>
                <a:lumOff val="35000"/>
              </a:prstClr>
            </a:solidFill>
            <a:latin typeface="+mn-lt"/>
            <a:ea typeface="+mn-ea"/>
            <a:cs typeface="+mn-ea"/>
            <a:sym typeface="+mn-lt"/>
          </a:endParaRPr>
        </a:p>
      </dsp:txBody>
      <dsp:txXfrm>
        <a:off x="0" y="1940799"/>
        <a:ext cx="2566601" cy="835074"/>
      </dsp:txXfrm>
    </dsp:sp>
    <dsp:sp modelId="{A4A1275E-6994-472C-888E-64000D1A10E0}">
      <dsp:nvSpPr>
        <dsp:cNvPr id="0" name=""/>
        <dsp:cNvSpPr/>
      </dsp:nvSpPr>
      <dsp:spPr>
        <a:xfrm>
          <a:off x="4657158" y="3201033"/>
          <a:ext cx="2566601" cy="798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zh-CN" altLang="en-US" sz="1600" kern="1200" dirty="0">
              <a:solidFill>
                <a:prstClr val="black">
                  <a:lumMod val="65000"/>
                  <a:lumOff val="35000"/>
                </a:prstClr>
              </a:solidFill>
              <a:latin typeface="+mn-lt"/>
              <a:ea typeface="+mn-ea"/>
              <a:cs typeface="+mn-ea"/>
              <a:sym typeface="+mn-lt"/>
            </a:rPr>
            <a:t>关键词</a:t>
          </a:r>
          <a:r>
            <a:rPr lang="en-US" altLang="zh-CN" sz="1600" kern="1200" dirty="0">
              <a:solidFill>
                <a:prstClr val="black">
                  <a:lumMod val="65000"/>
                  <a:lumOff val="35000"/>
                </a:prstClr>
              </a:solidFill>
              <a:latin typeface="+mn-lt"/>
              <a:ea typeface="+mn-ea"/>
              <a:cs typeface="+mn-ea"/>
              <a:sym typeface="+mn-lt"/>
            </a:rPr>
            <a:t>2</a:t>
          </a:r>
          <a:endParaRPr lang="zh-CN" altLang="en-US" sz="1600" kern="1200" dirty="0">
            <a:solidFill>
              <a:prstClr val="black">
                <a:lumMod val="65000"/>
                <a:lumOff val="35000"/>
              </a:prstClr>
            </a:solidFill>
            <a:latin typeface="+mn-lt"/>
            <a:ea typeface="+mn-ea"/>
            <a:cs typeface="+mn-ea"/>
            <a:sym typeface="+mn-lt"/>
          </a:endParaRPr>
        </a:p>
      </dsp:txBody>
      <dsp:txXfrm>
        <a:off x="4657158" y="3201033"/>
        <a:ext cx="2566601" cy="798315"/>
      </dsp:txXfrm>
    </dsp:sp>
    <dsp:sp modelId="{99D4E439-6564-4DC5-BC72-380F4A9FF329}">
      <dsp:nvSpPr>
        <dsp:cNvPr id="0" name=""/>
        <dsp:cNvSpPr/>
      </dsp:nvSpPr>
      <dsp:spPr>
        <a:xfrm>
          <a:off x="4562526" y="1931772"/>
          <a:ext cx="2566601" cy="10378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zh-CN" altLang="en-US" sz="1600" kern="1200" dirty="0">
              <a:solidFill>
                <a:prstClr val="black">
                  <a:lumMod val="65000"/>
                  <a:lumOff val="35000"/>
                </a:prstClr>
              </a:solidFill>
              <a:latin typeface="+mn-lt"/>
              <a:ea typeface="+mn-ea"/>
              <a:cs typeface="+mn-ea"/>
              <a:sym typeface="+mn-lt"/>
            </a:rPr>
            <a:t>关键词</a:t>
          </a:r>
          <a:r>
            <a:rPr lang="en-US" altLang="zh-CN" sz="1600" kern="1200" dirty="0">
              <a:solidFill>
                <a:prstClr val="black">
                  <a:lumMod val="65000"/>
                  <a:lumOff val="35000"/>
                </a:prstClr>
              </a:solidFill>
              <a:latin typeface="+mn-lt"/>
              <a:ea typeface="+mn-ea"/>
              <a:cs typeface="+mn-ea"/>
              <a:sym typeface="+mn-lt"/>
            </a:rPr>
            <a:t>3</a:t>
          </a:r>
          <a:endParaRPr lang="zh-CN" altLang="en-US" sz="1600" kern="1200" dirty="0">
            <a:solidFill>
              <a:prstClr val="black">
                <a:lumMod val="65000"/>
                <a:lumOff val="35000"/>
              </a:prstClr>
            </a:solidFill>
            <a:latin typeface="+mn-lt"/>
            <a:ea typeface="+mn-ea"/>
            <a:cs typeface="+mn-ea"/>
            <a:sym typeface="+mn-lt"/>
          </a:endParaRPr>
        </a:p>
      </dsp:txBody>
      <dsp:txXfrm>
        <a:off x="4562526" y="1931772"/>
        <a:ext cx="2566601" cy="1037896"/>
      </dsp:txXfrm>
    </dsp:sp>
    <dsp:sp modelId="{34887CE7-CBE2-4BF0-B862-2DCC65163D90}">
      <dsp:nvSpPr>
        <dsp:cNvPr id="0" name=""/>
        <dsp:cNvSpPr/>
      </dsp:nvSpPr>
      <dsp:spPr>
        <a:xfrm>
          <a:off x="4337867" y="886091"/>
          <a:ext cx="2566601" cy="7178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zh-CN" altLang="en-US" sz="1600" kern="1200" dirty="0">
              <a:solidFill>
                <a:schemeClr val="tx1">
                  <a:lumMod val="65000"/>
                  <a:lumOff val="35000"/>
                </a:schemeClr>
              </a:solidFill>
              <a:latin typeface="+mn-lt"/>
              <a:ea typeface="+mn-ea"/>
              <a:cs typeface="+mn-ea"/>
              <a:sym typeface="+mn-lt"/>
            </a:rPr>
            <a:t>关键词</a:t>
          </a:r>
          <a:r>
            <a:rPr lang="en-US" altLang="zh-CN" sz="1600" kern="1200" dirty="0">
              <a:solidFill>
                <a:schemeClr val="tx1">
                  <a:lumMod val="65000"/>
                  <a:lumOff val="35000"/>
                </a:schemeClr>
              </a:solidFill>
              <a:latin typeface="+mn-lt"/>
              <a:ea typeface="+mn-ea"/>
              <a:cs typeface="+mn-ea"/>
              <a:sym typeface="+mn-lt"/>
            </a:rPr>
            <a:t>4</a:t>
          </a:r>
          <a:endParaRPr lang="zh-CN" altLang="en-US" sz="1600" kern="1200" dirty="0">
            <a:solidFill>
              <a:schemeClr val="tx1">
                <a:lumMod val="65000"/>
                <a:lumOff val="35000"/>
              </a:schemeClr>
            </a:solidFill>
            <a:latin typeface="+mn-lt"/>
            <a:ea typeface="+mn-ea"/>
            <a:cs typeface="+mn-ea"/>
            <a:sym typeface="+mn-lt"/>
          </a:endParaRPr>
        </a:p>
      </dsp:txBody>
      <dsp:txXfrm>
        <a:off x="4337867" y="886091"/>
        <a:ext cx="2566601" cy="7178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A68C34-B823-4B7A-AAB9-5D8A2857D152}">
      <dsp:nvSpPr>
        <dsp:cNvPr id="0" name=""/>
        <dsp:cNvSpPr/>
      </dsp:nvSpPr>
      <dsp:spPr>
        <a:xfrm>
          <a:off x="391259" y="931256"/>
          <a:ext cx="2539801" cy="2539801"/>
        </a:xfrm>
        <a:prstGeom prst="ellipse">
          <a:avLst/>
        </a:prstGeom>
        <a:solidFill>
          <a:schemeClr val="accent1">
            <a:alpha val="7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zh-CN" altLang="en-US" sz="2800" b="0" kern="1200" dirty="0">
              <a:solidFill>
                <a:schemeClr val="bg1"/>
              </a:solidFill>
              <a:latin typeface="+mj-ea"/>
              <a:ea typeface="+mj-ea"/>
              <a:cs typeface="+mn-ea"/>
              <a:sym typeface="+mn-lt"/>
            </a:rPr>
            <a:t>对比项一</a:t>
          </a:r>
        </a:p>
      </dsp:txBody>
      <dsp:txXfrm>
        <a:off x="745916" y="1230754"/>
        <a:ext cx="1464389" cy="1940806"/>
      </dsp:txXfrm>
    </dsp:sp>
    <dsp:sp modelId="{E46DB9FB-75AC-45BF-8559-038D80D2BCBB}">
      <dsp:nvSpPr>
        <dsp:cNvPr id="0" name=""/>
        <dsp:cNvSpPr/>
      </dsp:nvSpPr>
      <dsp:spPr>
        <a:xfrm>
          <a:off x="2606138" y="931256"/>
          <a:ext cx="2539801" cy="2539801"/>
        </a:xfrm>
        <a:prstGeom prst="ellipse">
          <a:avLst/>
        </a:prstGeom>
        <a:solidFill>
          <a:schemeClr val="accent1">
            <a:alpha val="6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solidFill>
                <a:schemeClr val="bg1"/>
              </a:solidFill>
              <a:latin typeface="+mj-ea"/>
              <a:ea typeface="+mj-ea"/>
              <a:cs typeface="+mn-ea"/>
              <a:sym typeface="+mn-lt"/>
            </a:rPr>
            <a:t>对比项二</a:t>
          </a:r>
        </a:p>
      </dsp:txBody>
      <dsp:txXfrm>
        <a:off x="3326893" y="1230754"/>
        <a:ext cx="1464389" cy="19408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2F0EE1-5677-49A3-AACD-41911E38F6E3}">
      <dsp:nvSpPr>
        <dsp:cNvPr id="0" name=""/>
        <dsp:cNvSpPr/>
      </dsp:nvSpPr>
      <dsp:spPr>
        <a:xfrm>
          <a:off x="2135144" y="351"/>
          <a:ext cx="1075402" cy="1075402"/>
        </a:xfrm>
        <a:prstGeom prst="ellipse">
          <a:avLst/>
        </a:prstGeom>
        <a:solidFill>
          <a:schemeClr val="accent1">
            <a:hueOff val="0"/>
            <a:satOff val="0"/>
            <a:lumOff val="0"/>
            <a:alpha val="72000"/>
          </a:schemeClr>
        </a:solidFill>
        <a:ln w="28575"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mj-ea"/>
              <a:ea typeface="+mj-ea"/>
              <a:cs typeface="+mn-ea"/>
              <a:sym typeface="+mn-lt"/>
            </a:rPr>
            <a:t>关键词</a:t>
          </a:r>
          <a:r>
            <a:rPr lang="en-US" altLang="zh-CN" sz="2000" kern="1200" dirty="0">
              <a:latin typeface="+mj-ea"/>
              <a:ea typeface="+mj-ea"/>
              <a:cs typeface="+mn-ea"/>
              <a:sym typeface="+mn-lt"/>
            </a:rPr>
            <a:t>1</a:t>
          </a:r>
          <a:endParaRPr lang="zh-CN" altLang="en-US" sz="2000" kern="1200" dirty="0">
            <a:latin typeface="+mj-ea"/>
            <a:ea typeface="+mj-ea"/>
            <a:cs typeface="+mn-ea"/>
            <a:sym typeface="+mn-lt"/>
          </a:endParaRPr>
        </a:p>
      </dsp:txBody>
      <dsp:txXfrm>
        <a:off x="2292633" y="157840"/>
        <a:ext cx="760424" cy="760424"/>
      </dsp:txXfrm>
    </dsp:sp>
    <dsp:sp modelId="{828AE319-CCF4-4262-B4DA-84F32830E861}">
      <dsp:nvSpPr>
        <dsp:cNvPr id="0" name=""/>
        <dsp:cNvSpPr/>
      </dsp:nvSpPr>
      <dsp:spPr>
        <a:xfrm rot="2160000">
          <a:off x="3176788" y="826913"/>
          <a:ext cx="286833" cy="3629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p>
      </dsp:txBody>
      <dsp:txXfrm>
        <a:off x="3185005" y="874214"/>
        <a:ext cx="200783" cy="217768"/>
      </dsp:txXfrm>
    </dsp:sp>
    <dsp:sp modelId="{FE716FE7-0099-4C72-BE95-191423CBF575}">
      <dsp:nvSpPr>
        <dsp:cNvPr id="0" name=""/>
        <dsp:cNvSpPr/>
      </dsp:nvSpPr>
      <dsp:spPr>
        <a:xfrm>
          <a:off x="3442999" y="950563"/>
          <a:ext cx="1075402" cy="1075402"/>
        </a:xfrm>
        <a:prstGeom prst="ellipse">
          <a:avLst/>
        </a:prstGeom>
        <a:solidFill>
          <a:srgbClr val="92278F">
            <a:hueOff val="0"/>
            <a:satOff val="0"/>
            <a:lumOff val="0"/>
            <a:alpha val="72000"/>
          </a:srgbClr>
        </a:solidFill>
        <a:ln w="28575" cap="flat" cmpd="sng" algn="ctr">
          <a:solidFill>
            <a:srgbClr val="92278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zh-CN" altLang="en-US" sz="2000" kern="1200" dirty="0">
              <a:solidFill>
                <a:prstClr val="white"/>
              </a:solidFill>
              <a:latin typeface="微软雅黑"/>
              <a:ea typeface="微软雅黑"/>
              <a:cs typeface="微软雅黑 Light"/>
              <a:sym typeface="+mn-lt"/>
            </a:rPr>
            <a:t>关键词</a:t>
          </a:r>
          <a:r>
            <a:rPr lang="en-US" altLang="zh-CN" sz="2000" kern="1200" dirty="0">
              <a:solidFill>
                <a:prstClr val="white"/>
              </a:solidFill>
              <a:latin typeface="微软雅黑"/>
              <a:ea typeface="微软雅黑"/>
              <a:cs typeface="微软雅黑 Light"/>
              <a:sym typeface="+mn-lt"/>
            </a:rPr>
            <a:t>2</a:t>
          </a:r>
          <a:endParaRPr lang="zh-CN" altLang="en-US" sz="2000" kern="1200" dirty="0">
            <a:solidFill>
              <a:prstClr val="white"/>
            </a:solidFill>
            <a:latin typeface="微软雅黑"/>
            <a:ea typeface="微软雅黑"/>
            <a:cs typeface="微软雅黑 Light"/>
            <a:sym typeface="+mn-lt"/>
          </a:endParaRPr>
        </a:p>
      </dsp:txBody>
      <dsp:txXfrm>
        <a:off x="3600488" y="1108052"/>
        <a:ext cx="760424" cy="760424"/>
      </dsp:txXfrm>
    </dsp:sp>
    <dsp:sp modelId="{0CBFBE8D-320B-4F20-B3C0-C19C7E62F682}">
      <dsp:nvSpPr>
        <dsp:cNvPr id="0" name=""/>
        <dsp:cNvSpPr/>
      </dsp:nvSpPr>
      <dsp:spPr>
        <a:xfrm rot="6480000">
          <a:off x="3590014" y="2067808"/>
          <a:ext cx="286833" cy="3629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p>
      </dsp:txBody>
      <dsp:txXfrm rot="10800000">
        <a:off x="3646334" y="2099479"/>
        <a:ext cx="200783" cy="217768"/>
      </dsp:txXfrm>
    </dsp:sp>
    <dsp:sp modelId="{1C9C9CD0-FBF7-487A-8602-F48443AC44F6}">
      <dsp:nvSpPr>
        <dsp:cNvPr id="0" name=""/>
        <dsp:cNvSpPr/>
      </dsp:nvSpPr>
      <dsp:spPr>
        <a:xfrm>
          <a:off x="2943442" y="2488039"/>
          <a:ext cx="1075402" cy="1075402"/>
        </a:xfrm>
        <a:prstGeom prst="ellipse">
          <a:avLst/>
        </a:prstGeom>
        <a:solidFill>
          <a:srgbClr val="92278F">
            <a:hueOff val="0"/>
            <a:satOff val="0"/>
            <a:lumOff val="0"/>
            <a:alpha val="72000"/>
          </a:srgbClr>
        </a:solidFill>
        <a:ln w="28575" cap="flat" cmpd="sng" algn="ctr">
          <a:solidFill>
            <a:srgbClr val="92278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prstClr val="white"/>
              </a:solidFill>
              <a:latin typeface="微软雅黑"/>
              <a:ea typeface="微软雅黑"/>
              <a:cs typeface="微软雅黑 Light"/>
              <a:sym typeface="+mn-lt"/>
            </a:rPr>
            <a:t>关键词</a:t>
          </a:r>
          <a:r>
            <a:rPr lang="en-US" altLang="zh-CN" sz="2000" kern="1200" dirty="0">
              <a:solidFill>
                <a:prstClr val="white"/>
              </a:solidFill>
              <a:latin typeface="微软雅黑"/>
              <a:ea typeface="微软雅黑"/>
              <a:cs typeface="微软雅黑 Light"/>
              <a:sym typeface="+mn-lt"/>
            </a:rPr>
            <a:t>3</a:t>
          </a:r>
          <a:endParaRPr lang="zh-CN" altLang="en-US" sz="2000" kern="1200" dirty="0">
            <a:solidFill>
              <a:prstClr val="white"/>
            </a:solidFill>
            <a:latin typeface="微软雅黑"/>
            <a:ea typeface="微软雅黑"/>
            <a:cs typeface="微软雅黑 Light"/>
            <a:sym typeface="+mn-lt"/>
          </a:endParaRPr>
        </a:p>
      </dsp:txBody>
      <dsp:txXfrm>
        <a:off x="3100931" y="2645528"/>
        <a:ext cx="760424" cy="760424"/>
      </dsp:txXfrm>
    </dsp:sp>
    <dsp:sp modelId="{65CA4B2C-3FAE-41C7-885F-C24C53A12038}">
      <dsp:nvSpPr>
        <dsp:cNvPr id="0" name=""/>
        <dsp:cNvSpPr/>
      </dsp:nvSpPr>
      <dsp:spPr>
        <a:xfrm rot="10800000">
          <a:off x="2537546" y="2844266"/>
          <a:ext cx="286833" cy="3629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p>
      </dsp:txBody>
      <dsp:txXfrm rot="10800000">
        <a:off x="2623596" y="2916856"/>
        <a:ext cx="200783" cy="217768"/>
      </dsp:txXfrm>
    </dsp:sp>
    <dsp:sp modelId="{CB2FF665-037C-48E8-B6BE-F8F0AEC889F5}">
      <dsp:nvSpPr>
        <dsp:cNvPr id="0" name=""/>
        <dsp:cNvSpPr/>
      </dsp:nvSpPr>
      <dsp:spPr>
        <a:xfrm>
          <a:off x="1326845" y="2488039"/>
          <a:ext cx="1075402" cy="1075402"/>
        </a:xfrm>
        <a:prstGeom prst="ellipse">
          <a:avLst/>
        </a:prstGeom>
        <a:solidFill>
          <a:srgbClr val="92278F">
            <a:hueOff val="0"/>
            <a:satOff val="0"/>
            <a:lumOff val="0"/>
            <a:alpha val="72000"/>
          </a:srgbClr>
        </a:solidFill>
        <a:ln w="28575" cap="flat" cmpd="sng" algn="ctr">
          <a:solidFill>
            <a:srgbClr val="92278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prstClr val="white"/>
              </a:solidFill>
              <a:latin typeface="微软雅黑"/>
              <a:ea typeface="微软雅黑"/>
              <a:cs typeface="微软雅黑 Light"/>
              <a:sym typeface="+mn-lt"/>
            </a:rPr>
            <a:t>关键词</a:t>
          </a:r>
          <a:r>
            <a:rPr lang="en-US" altLang="zh-CN" sz="2000" kern="1200" dirty="0">
              <a:solidFill>
                <a:prstClr val="white"/>
              </a:solidFill>
              <a:latin typeface="微软雅黑"/>
              <a:ea typeface="微软雅黑"/>
              <a:cs typeface="微软雅黑 Light"/>
              <a:sym typeface="+mn-lt"/>
            </a:rPr>
            <a:t>4</a:t>
          </a:r>
          <a:endParaRPr lang="zh-CN" altLang="en-US" sz="2000" kern="1200" dirty="0">
            <a:solidFill>
              <a:prstClr val="white"/>
            </a:solidFill>
            <a:latin typeface="微软雅黑"/>
            <a:ea typeface="微软雅黑"/>
            <a:cs typeface="微软雅黑 Light"/>
            <a:sym typeface="+mn-lt"/>
          </a:endParaRPr>
        </a:p>
      </dsp:txBody>
      <dsp:txXfrm>
        <a:off x="1484334" y="2645528"/>
        <a:ext cx="760424" cy="760424"/>
      </dsp:txXfrm>
    </dsp:sp>
    <dsp:sp modelId="{42E2CC4F-6BA2-42CE-ABE3-EB51EAD38A1C}">
      <dsp:nvSpPr>
        <dsp:cNvPr id="0" name=""/>
        <dsp:cNvSpPr/>
      </dsp:nvSpPr>
      <dsp:spPr>
        <a:xfrm rot="15120000">
          <a:off x="1473860" y="2083249"/>
          <a:ext cx="286833" cy="3629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p>
      </dsp:txBody>
      <dsp:txXfrm rot="10800000">
        <a:off x="1530180" y="2196758"/>
        <a:ext cx="200783" cy="217768"/>
      </dsp:txXfrm>
    </dsp:sp>
    <dsp:sp modelId="{BBA02D46-7AF5-49B7-835A-85B9FA13E729}">
      <dsp:nvSpPr>
        <dsp:cNvPr id="0" name=""/>
        <dsp:cNvSpPr/>
      </dsp:nvSpPr>
      <dsp:spPr>
        <a:xfrm>
          <a:off x="827289" y="950563"/>
          <a:ext cx="1075402" cy="1075402"/>
        </a:xfrm>
        <a:prstGeom prst="ellipse">
          <a:avLst/>
        </a:prstGeom>
        <a:solidFill>
          <a:srgbClr val="92278F">
            <a:hueOff val="0"/>
            <a:satOff val="0"/>
            <a:lumOff val="0"/>
            <a:alpha val="72000"/>
          </a:srgbClr>
        </a:solidFill>
        <a:ln w="28575" cap="flat" cmpd="sng" algn="ctr">
          <a:solidFill>
            <a:srgbClr val="92278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zh-CN" altLang="en-US" sz="2000" kern="1200" dirty="0">
              <a:solidFill>
                <a:prstClr val="white"/>
              </a:solidFill>
              <a:latin typeface="微软雅黑"/>
              <a:ea typeface="微软雅黑"/>
              <a:cs typeface="微软雅黑 Light"/>
              <a:sym typeface="+mn-lt"/>
            </a:rPr>
            <a:t>关键词</a:t>
          </a:r>
          <a:r>
            <a:rPr lang="en-US" altLang="zh-CN" sz="2000" kern="1200" dirty="0">
              <a:solidFill>
                <a:prstClr val="white"/>
              </a:solidFill>
              <a:latin typeface="微软雅黑"/>
              <a:ea typeface="微软雅黑"/>
              <a:cs typeface="微软雅黑 Light"/>
              <a:sym typeface="+mn-lt"/>
            </a:rPr>
            <a:t>5</a:t>
          </a:r>
          <a:endParaRPr lang="zh-CN" altLang="en-US" sz="2000" kern="1200" dirty="0">
            <a:solidFill>
              <a:prstClr val="white"/>
            </a:solidFill>
            <a:latin typeface="微软雅黑"/>
            <a:ea typeface="微软雅黑"/>
            <a:cs typeface="微软雅黑 Light"/>
            <a:sym typeface="+mn-lt"/>
          </a:endParaRPr>
        </a:p>
      </dsp:txBody>
      <dsp:txXfrm>
        <a:off x="984778" y="1108052"/>
        <a:ext cx="760424" cy="760424"/>
      </dsp:txXfrm>
    </dsp:sp>
    <dsp:sp modelId="{A43C67F7-BEB4-4C5E-85CC-06845956F07B}">
      <dsp:nvSpPr>
        <dsp:cNvPr id="0" name=""/>
        <dsp:cNvSpPr/>
      </dsp:nvSpPr>
      <dsp:spPr>
        <a:xfrm rot="19440000">
          <a:off x="1868933" y="836456"/>
          <a:ext cx="286833" cy="3629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p>
      </dsp:txBody>
      <dsp:txXfrm>
        <a:off x="1877150" y="934335"/>
        <a:ext cx="200783" cy="21776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14875A-67D2-4BD8-BA41-11F5249F3A29}">
      <dsp:nvSpPr>
        <dsp:cNvPr id="0" name=""/>
        <dsp:cNvSpPr/>
      </dsp:nvSpPr>
      <dsp:spPr>
        <a:xfrm>
          <a:off x="947410" y="-85238"/>
          <a:ext cx="7056027" cy="4410017"/>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D68AF2-B893-4B69-AE2D-16B173FD6182}">
      <dsp:nvSpPr>
        <dsp:cNvPr id="0" name=""/>
        <dsp:cNvSpPr/>
      </dsp:nvSpPr>
      <dsp:spPr>
        <a:xfrm>
          <a:off x="1605130" y="2720159"/>
          <a:ext cx="660247" cy="660247"/>
        </a:xfrm>
        <a:prstGeom prst="ellipse">
          <a:avLst/>
        </a:prstGeom>
        <a:solidFill>
          <a:schemeClr val="accent1">
            <a:hueOff val="0"/>
            <a:satOff val="0"/>
            <a:lumOff val="0"/>
            <a:alphaOff val="0"/>
          </a:schemeClr>
        </a:solidFill>
        <a:ln w="28575" cap="flat" cmpd="sng" algn="ctr">
          <a:solidFill>
            <a:schemeClr val="bg1"/>
          </a:solidFill>
          <a:prstDash val="solid"/>
          <a:miter lim="800000"/>
        </a:ln>
        <a:effectLst/>
      </dsp:spPr>
      <dsp:style>
        <a:lnRef idx="3">
          <a:scrgbClr r="0" g="0" b="0"/>
        </a:lnRef>
        <a:fillRef idx="1">
          <a:scrgbClr r="0" g="0" b="0"/>
        </a:fillRef>
        <a:effectRef idx="1">
          <a:scrgbClr r="0" g="0" b="0"/>
        </a:effectRef>
        <a:fontRef idx="minor">
          <a:schemeClr val="lt1"/>
        </a:fontRef>
      </dsp:style>
    </dsp:sp>
    <dsp:sp modelId="{20BA7E01-30BF-4833-9485-46AA82DFA0C5}">
      <dsp:nvSpPr>
        <dsp:cNvPr id="0" name=""/>
        <dsp:cNvSpPr/>
      </dsp:nvSpPr>
      <dsp:spPr>
        <a:xfrm>
          <a:off x="2419115" y="2879807"/>
          <a:ext cx="2056317" cy="1615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210" tIns="0" rIns="0" bIns="0" numCol="1" spcCol="1270" anchor="t" anchorCtr="0">
          <a:noAutofit/>
        </a:bodyPr>
        <a:lstStyle/>
        <a:p>
          <a:pPr marL="0" lvl="0" indent="0" algn="l" defTabSz="889000">
            <a:lnSpc>
              <a:spcPct val="90000"/>
            </a:lnSpc>
            <a:spcBef>
              <a:spcPct val="0"/>
            </a:spcBef>
            <a:spcAft>
              <a:spcPct val="35000"/>
            </a:spcAft>
            <a:buNone/>
          </a:pPr>
          <a:r>
            <a:rPr lang="zh-CN" altLang="en-US" sz="2000" b="1" kern="1200" dirty="0">
              <a:solidFill>
                <a:prstClr val="white">
                  <a:lumMod val="50000"/>
                </a:prstClr>
              </a:solidFill>
              <a:latin typeface="微软雅黑"/>
              <a:ea typeface="微软雅黑"/>
              <a:cs typeface="微软雅黑 Light"/>
              <a:sym typeface="+mn-lt"/>
            </a:rPr>
            <a:t>标题一</a:t>
          </a:r>
          <a:endParaRPr lang="en-US" altLang="zh-CN" sz="2000" b="1" kern="1200" dirty="0">
            <a:solidFill>
              <a:prstClr val="white">
                <a:lumMod val="50000"/>
              </a:prstClr>
            </a:solidFill>
            <a:latin typeface="微软雅黑"/>
            <a:ea typeface="微软雅黑"/>
            <a:cs typeface="微软雅黑 Light"/>
            <a:sym typeface="+mn-lt"/>
          </a:endParaRPr>
        </a:p>
        <a:p>
          <a:pPr marL="0" lvl="0" algn="l" defTabSz="889000">
            <a:lnSpc>
              <a:spcPct val="100000"/>
            </a:lnSpc>
            <a:spcBef>
              <a:spcPct val="0"/>
            </a:spcBef>
            <a:spcAft>
              <a:spcPct val="35000"/>
            </a:spcAft>
            <a:buNone/>
          </a:pPr>
          <a:r>
            <a:rPr lang="zh-CN" altLang="en-US" sz="1600" kern="1200" spc="100" dirty="0">
              <a:solidFill>
                <a:schemeClr val="tx1">
                  <a:lumMod val="65000"/>
                  <a:lumOff val="35000"/>
                </a:schemeClr>
              </a:solidFill>
              <a:latin typeface="+mn-lt"/>
              <a:ea typeface="+mn-ea"/>
              <a:cs typeface="+mn-ea"/>
              <a:sym typeface="+mn-lt"/>
            </a:rPr>
            <a:t>南京理工大学，位于江苏省南京市，北依紫金山，西临明城墙</a:t>
          </a:r>
          <a:endParaRPr lang="zh-CN" altLang="en-US" sz="1600" b="1" kern="1200" dirty="0">
            <a:solidFill>
              <a:schemeClr val="bg1">
                <a:lumMod val="50000"/>
              </a:schemeClr>
            </a:solidFill>
            <a:latin typeface="+mn-lt"/>
            <a:ea typeface="+mn-ea"/>
            <a:cs typeface="+mn-ea"/>
            <a:sym typeface="+mn-lt"/>
          </a:endParaRPr>
        </a:p>
      </dsp:txBody>
      <dsp:txXfrm>
        <a:off x="2419115" y="2879807"/>
        <a:ext cx="2056317" cy="1615447"/>
      </dsp:txXfrm>
    </dsp:sp>
    <dsp:sp modelId="{6549E674-8DA3-4F9E-BD1B-3CE6147B554B}">
      <dsp:nvSpPr>
        <dsp:cNvPr id="0" name=""/>
        <dsp:cNvSpPr/>
      </dsp:nvSpPr>
      <dsp:spPr>
        <a:xfrm>
          <a:off x="3122246" y="1419275"/>
          <a:ext cx="1012907" cy="1012907"/>
        </a:xfrm>
        <a:prstGeom prst="ellipse">
          <a:avLst/>
        </a:prstGeom>
        <a:solidFill>
          <a:srgbClr val="92278F">
            <a:hueOff val="0"/>
            <a:satOff val="0"/>
            <a:lumOff val="0"/>
            <a:alphaOff val="0"/>
          </a:srgbClr>
        </a:solidFill>
        <a:ln w="28575" cap="flat" cmpd="sng" algn="ctr">
          <a:solidFill>
            <a:prstClr val="white"/>
          </a:solidFill>
          <a:prstDash val="solid"/>
          <a:miter lim="800000"/>
        </a:ln>
        <a:effectLst/>
      </dsp:spPr>
      <dsp:style>
        <a:lnRef idx="3">
          <a:scrgbClr r="0" g="0" b="0"/>
        </a:lnRef>
        <a:fillRef idx="1">
          <a:scrgbClr r="0" g="0" b="0"/>
        </a:fillRef>
        <a:effectRef idx="1">
          <a:scrgbClr r="0" g="0" b="0"/>
        </a:effectRef>
        <a:fontRef idx="minor">
          <a:schemeClr val="lt1"/>
        </a:fontRef>
      </dsp:style>
    </dsp:sp>
    <dsp:sp modelId="{C7D6EB5F-A4A7-4DCB-A493-AFE686C87466}">
      <dsp:nvSpPr>
        <dsp:cNvPr id="0" name=""/>
        <dsp:cNvSpPr/>
      </dsp:nvSpPr>
      <dsp:spPr>
        <a:xfrm>
          <a:off x="1226470" y="30144"/>
          <a:ext cx="2257516" cy="1795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726" tIns="0" rIns="0" bIns="0" numCol="1" spcCol="1270" anchor="t" anchorCtr="0">
          <a:noAutofit/>
        </a:bodyPr>
        <a:lstStyle/>
        <a:p>
          <a:pPr marL="0" lvl="0" indent="0" algn="l" defTabSz="889000">
            <a:lnSpc>
              <a:spcPct val="90000"/>
            </a:lnSpc>
            <a:spcBef>
              <a:spcPct val="0"/>
            </a:spcBef>
            <a:spcAft>
              <a:spcPct val="35000"/>
            </a:spcAft>
            <a:buNone/>
          </a:pPr>
          <a:r>
            <a:rPr lang="zh-CN" altLang="en-US" sz="2000" b="1" kern="1200" dirty="0">
              <a:solidFill>
                <a:prstClr val="white">
                  <a:lumMod val="50000"/>
                </a:prstClr>
              </a:solidFill>
              <a:latin typeface="+mj-ea"/>
              <a:ea typeface="+mj-ea"/>
              <a:cs typeface="+mn-ea"/>
              <a:sym typeface="+mn-lt"/>
            </a:rPr>
            <a:t>标题二</a:t>
          </a:r>
          <a:endParaRPr lang="en-US" altLang="zh-CN" sz="2000" b="1" kern="1200" dirty="0">
            <a:solidFill>
              <a:prstClr val="white">
                <a:lumMod val="50000"/>
              </a:prstClr>
            </a:solidFill>
            <a:latin typeface="+mj-ea"/>
            <a:ea typeface="+mj-ea"/>
            <a:cs typeface="+mn-ea"/>
            <a:sym typeface="+mn-lt"/>
          </a:endParaRPr>
        </a:p>
        <a:p>
          <a:pPr marL="0" lvl="0" indent="0" algn="l" defTabSz="889000">
            <a:lnSpc>
              <a:spcPct val="90000"/>
            </a:lnSpc>
            <a:spcBef>
              <a:spcPct val="0"/>
            </a:spcBef>
            <a:spcAft>
              <a:spcPct val="35000"/>
            </a:spcAft>
            <a:buNone/>
          </a:pPr>
          <a:r>
            <a:rPr lang="zh-CN" altLang="en-US" sz="1600" kern="1200" spc="100" dirty="0">
              <a:solidFill>
                <a:schemeClr val="tx1">
                  <a:lumMod val="65000"/>
                  <a:lumOff val="35000"/>
                </a:schemeClr>
              </a:solidFill>
              <a:latin typeface="+mn-lt"/>
              <a:ea typeface="+mn-ea"/>
              <a:cs typeface="+mn-ea"/>
              <a:sym typeface="+mn-lt"/>
            </a:rPr>
            <a:t>南京理工大学，位于江苏省南京市，北依紫金山，西临明城墙</a:t>
          </a:r>
          <a:endParaRPr lang="zh-CN" altLang="en-US" sz="1600" kern="1200" dirty="0">
            <a:solidFill>
              <a:prstClr val="white">
                <a:lumMod val="50000"/>
              </a:prstClr>
            </a:solidFill>
            <a:latin typeface="+mn-lt"/>
            <a:ea typeface="+mn-ea"/>
            <a:cs typeface="+mn-ea"/>
            <a:sym typeface="+mn-lt"/>
          </a:endParaRPr>
        </a:p>
      </dsp:txBody>
      <dsp:txXfrm>
        <a:off x="1226470" y="30144"/>
        <a:ext cx="2257516" cy="1795064"/>
      </dsp:txXfrm>
    </dsp:sp>
    <dsp:sp modelId="{BEA60C68-19ED-4F93-B4BC-C01049A5F754}">
      <dsp:nvSpPr>
        <dsp:cNvPr id="0" name=""/>
        <dsp:cNvSpPr/>
      </dsp:nvSpPr>
      <dsp:spPr>
        <a:xfrm>
          <a:off x="4920901" y="541049"/>
          <a:ext cx="1417436" cy="1417436"/>
        </a:xfrm>
        <a:prstGeom prst="ellipse">
          <a:avLst/>
        </a:prstGeom>
        <a:solidFill>
          <a:srgbClr val="92278F">
            <a:hueOff val="0"/>
            <a:satOff val="0"/>
            <a:lumOff val="0"/>
            <a:alphaOff val="0"/>
          </a:srgbClr>
        </a:solidFill>
        <a:ln w="28575" cap="flat" cmpd="sng" algn="ctr">
          <a:solidFill>
            <a:prstClr val="white"/>
          </a:solidFill>
          <a:prstDash val="solid"/>
          <a:miter lim="800000"/>
        </a:ln>
        <a:effectLst/>
      </dsp:spPr>
      <dsp:style>
        <a:lnRef idx="3">
          <a:scrgbClr r="0" g="0" b="0"/>
        </a:lnRef>
        <a:fillRef idx="1">
          <a:scrgbClr r="0" g="0" b="0"/>
        </a:fillRef>
        <a:effectRef idx="1">
          <a:scrgbClr r="0" g="0" b="0"/>
        </a:effectRef>
        <a:fontRef idx="minor">
          <a:schemeClr val="lt1"/>
        </a:fontRef>
      </dsp:style>
    </dsp:sp>
    <dsp:sp modelId="{DAADB1E8-29F1-4191-8B69-36548ADEF253}">
      <dsp:nvSpPr>
        <dsp:cNvPr id="0" name=""/>
        <dsp:cNvSpPr/>
      </dsp:nvSpPr>
      <dsp:spPr>
        <a:xfrm>
          <a:off x="5912855" y="1846435"/>
          <a:ext cx="2375499" cy="1591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3025" tIns="0" rIns="0" bIns="0" numCol="1" spcCol="1270" anchor="t" anchorCtr="0">
          <a:noAutofit/>
        </a:bodyPr>
        <a:lstStyle/>
        <a:p>
          <a:pPr marL="0" lvl="0" indent="0" algn="l" defTabSz="889000">
            <a:lnSpc>
              <a:spcPct val="90000"/>
            </a:lnSpc>
            <a:spcBef>
              <a:spcPct val="0"/>
            </a:spcBef>
            <a:spcAft>
              <a:spcPct val="35000"/>
            </a:spcAft>
            <a:buNone/>
          </a:pPr>
          <a:r>
            <a:rPr lang="zh-CN" altLang="en-US" sz="2000" b="1" kern="1200" dirty="0">
              <a:solidFill>
                <a:prstClr val="white">
                  <a:lumMod val="50000"/>
                </a:prstClr>
              </a:solidFill>
              <a:latin typeface="微软雅黑"/>
              <a:ea typeface="微软雅黑"/>
              <a:cs typeface="微软雅黑 Light"/>
              <a:sym typeface="+mn-lt"/>
            </a:rPr>
            <a:t>标题三</a:t>
          </a:r>
          <a:endParaRPr lang="en-US" altLang="zh-CN" sz="2000" b="1" kern="1200" dirty="0">
            <a:solidFill>
              <a:prstClr val="white">
                <a:lumMod val="50000"/>
              </a:prstClr>
            </a:solidFill>
            <a:latin typeface="微软雅黑"/>
            <a:ea typeface="微软雅黑"/>
            <a:cs typeface="微软雅黑 Light"/>
            <a:sym typeface="+mn-lt"/>
          </a:endParaRPr>
        </a:p>
        <a:p>
          <a:pPr marL="0" lvl="0" algn="l" defTabSz="889000">
            <a:lnSpc>
              <a:spcPct val="90000"/>
            </a:lnSpc>
            <a:spcBef>
              <a:spcPct val="0"/>
            </a:spcBef>
            <a:spcAft>
              <a:spcPct val="35000"/>
            </a:spcAft>
            <a:buNone/>
          </a:pPr>
          <a:r>
            <a:rPr lang="zh-CN" altLang="en-US" sz="1600" kern="1200" spc="100" dirty="0">
              <a:solidFill>
                <a:schemeClr val="tx1">
                  <a:lumMod val="65000"/>
                  <a:lumOff val="35000"/>
                </a:schemeClr>
              </a:solidFill>
              <a:latin typeface="+mn-lt"/>
              <a:ea typeface="+mn-ea"/>
              <a:cs typeface="+mn-ea"/>
              <a:sym typeface="+mn-lt"/>
            </a:rPr>
            <a:t>南京理工大学，位于江苏省南京市，北依紫金山，西临明城墙</a:t>
          </a:r>
          <a:endParaRPr lang="zh-CN" altLang="en-US" sz="1600" kern="1200" dirty="0">
            <a:solidFill>
              <a:prstClr val="white">
                <a:lumMod val="50000"/>
              </a:prstClr>
            </a:solidFill>
            <a:latin typeface="+mn-lt"/>
            <a:ea typeface="+mn-ea"/>
            <a:cs typeface="+mn-ea"/>
            <a:sym typeface="+mn-lt"/>
          </a:endParaRPr>
        </a:p>
      </dsp:txBody>
      <dsp:txXfrm>
        <a:off x="5912855" y="1846435"/>
        <a:ext cx="2375499" cy="1591236"/>
      </dsp:txXfrm>
    </dsp:sp>
  </dsp:spTree>
</dsp:drawing>
</file>

<file path=ppt/diagrams/layout1.xml><?xml version="1.0" encoding="utf-8"?>
<dgm:layoutDef xmlns:dgm="http://schemas.openxmlformats.org/drawingml/2006/diagram" xmlns:a="http://schemas.openxmlformats.org/drawingml/2006/main" uniqueId="urn:microsoft.com/office/officeart/2008/layout/BubblePictureList">
  <dgm:title val=""/>
  <dgm:desc val=""/>
  <dgm:catLst>
    <dgm:cat type="picture" pri="22000"/>
    <dgm:cat type="pictureconvert" pri="22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8"/>
      <dgm:chPref val="8"/>
      <dgm:dir/>
    </dgm:varLst>
    <dgm:shape xmlns:r="http://schemas.openxmlformats.org/officeDocument/2006/relationships" r:blip="">
      <dgm:adjLst/>
    </dgm:shape>
    <dgm:choose name="Name1">
      <dgm:if name="Name2" axis="ch" ptType="node" func="cnt" op="equ" val="1">
        <dgm:alg type="composite">
          <dgm:param type="ar" val="1.7423"/>
        </dgm:alg>
        <dgm:choose name="Name3">
          <dgm:if name="Name4" func="var" arg="dir" op="equ" val="norm">
            <dgm:constrLst>
              <dgm:constr type="primFontSz" for="des" ptType="node" op="equ" val="65"/>
              <dgm:constr type="l" for="ch" forName="parent_text_1" refType="w" fact="0"/>
              <dgm:constr type="t" for="ch" forName="parent_text_1" refType="h" fact="0"/>
              <dgm:constr type="w" for="ch" forName="parent_text_1" refType="w" fact="0.6457"/>
              <dgm:constr type="h" for="ch" forName="parent_text_1" refType="h" fact="0.225"/>
              <dgm:constr type="l" for="ch" forName="image_accent_1" refType="w" fact="0.4305"/>
              <dgm:constr type="t" for="ch" forName="image_accent_1" refType="h" fact="0.2417"/>
              <dgm:constr type="w" for="ch" forName="image_accent_1" refType="w" fact="0.4352"/>
              <dgm:constr type="h" for="ch" forName="image_accent_1" refType="h" fact="0.7583"/>
              <dgm:constr type="l" for="ch" forName="accent_1" refType="w" fact="0.8709"/>
              <dgm:constr type="t" for="ch" forName="accent_1" refType="h" fact="0.1491"/>
              <dgm:constr type="w" for="ch" forName="accent_1" refType="w" fact="0.1291"/>
              <dgm:constr type="h" for="ch" forName="accent_1" refType="h" fact="0.225"/>
              <dgm:constr type="l" for="ch" forName="image_1" refType="w" fact="0.4457"/>
              <dgm:constr type="t" for="ch" forName="image_1" refType="h" fact="0.2709"/>
              <dgm:constr type="w" for="ch" forName="image_1" refType="w" fact="0.4018"/>
              <dgm:constr type="h" for="ch" forName="image_1" refType="h" fact="0.7"/>
            </dgm:constrLst>
          </dgm:if>
          <dgm:else name="Name5">
            <dgm:constrLst>
              <dgm:constr type="primFontSz" for="des" ptType="node" op="equ" val="65"/>
              <dgm:constr type="l" for="ch" forName="parent_text_1" refType="w" fact="0.3543"/>
              <dgm:constr type="t" for="ch" forName="parent_text_1" refType="h" fact="0"/>
              <dgm:constr type="w" for="ch" forName="parent_text_1" refType="w" fact="0.6457"/>
              <dgm:constr type="h" for="ch" forName="parent_text_1" refType="h" fact="0.225"/>
              <dgm:constr type="l" for="ch" forName="image_accent_1" refType="w" fact="0.1344"/>
              <dgm:constr type="t" for="ch" forName="image_accent_1" refType="h" fact="0.2417"/>
              <dgm:constr type="w" for="ch" forName="image_accent_1" refType="w" fact="0.4352"/>
              <dgm:constr type="h" for="ch" forName="image_accent_1" refType="h" fact="0.7583"/>
              <dgm:constr type="l" for="ch" forName="accent_1" refType="w" fact="0"/>
              <dgm:constr type="t" for="ch" forName="accent_1" refType="h" fact="0.1491"/>
              <dgm:constr type="w" for="ch" forName="accent_1" refType="w" fact="0.1291"/>
              <dgm:constr type="h" for="ch" forName="accent_1" refType="h" fact="0.225"/>
              <dgm:constr type="l" for="ch" forName="image_1" refType="w" fact="0.1525"/>
              <dgm:constr type="t" for="ch" forName="image_1" refType="h" fact="0.2709"/>
              <dgm:constr type="w" for="ch" forName="image_1" refType="w" fact="0.4018"/>
              <dgm:constr type="h" for="ch" forName="image_1" refType="h" fact="0.7"/>
            </dgm:constrLst>
          </dgm:else>
        </dgm:choose>
      </dgm:if>
      <dgm:if name="Name6" axis="ch" ptType="node" func="cnt" op="equ" val="2">
        <dgm:alg type="composite">
          <dgm:param type="ar" val="3.193"/>
        </dgm:alg>
        <dgm:choose name="Name7">
          <dgm:if name="Name8" func="var" arg="dir" op="equ" val="norm">
            <dgm:constrLst>
              <dgm:constr type="primFontSz" for="des" ptType="node" op="equ" val="65"/>
              <dgm:constr type="l" for="ch" forName="image_accent_1" refType="w" fact="0.2342"/>
              <dgm:constr type="t" for="ch" forName="image_accent_1" refType="h" fact="0.2354"/>
              <dgm:constr type="w" for="ch" forName="image_accent_1" refType="w" fact="0.2394"/>
              <dgm:constr type="h" for="ch" forName="image_accent_1" refType="h" fact="0.7646"/>
              <dgm:constr type="l" for="ch" forName="image_1" refType="w" fact="0.2434"/>
              <dgm:constr type="t" for="ch" forName="image_1" refType="h" fact="0.2648"/>
              <dgm:constr type="w" for="ch" forName="image_1" refType="w" fact="0.2211"/>
              <dgm:constr type="h" for="ch" forName="image_1" refType="h" fact="0.7058"/>
              <dgm:constr type="l" for="ch" forName="parent_text_1" refType="w" fact="0"/>
              <dgm:constr type="t" for="ch" forName="parent_text_1" refType="h" fact="0"/>
              <dgm:constr type="w" for="ch" forName="parent_text_1" refType="w" fact="0.3553"/>
              <dgm:constr type="h" for="ch" forName="parent_text_1" refType="h" fact="0.215"/>
              <dgm:constr type="l" for="ch" forName="image_accent_2" refType="w" fact="0.5"/>
              <dgm:constr type="t" for="ch" forName="image_accent_2" refType="h" fact="0.3883"/>
              <dgm:constr type="w" for="ch" forName="image_accent_2" refType="w" fact="0.1253"/>
              <dgm:constr type="h" for="ch" forName="image_accent_2" refType="h" fact="0.4"/>
              <dgm:constr type="l" for="ch" forName="image_2" refType="w" fact="0.5074"/>
              <dgm:constr type="t" for="ch" forName="image_2" refType="h" fact="0.4118"/>
              <dgm:constr type="w" for="ch" forName="image_2" refType="w" fact="0.1105"/>
              <dgm:constr type="h" for="ch" forName="image_2" refType="h" fact="0.3529"/>
              <dgm:constr type="l" for="ch" forName="parent_text_2" refType="w" fact="0.6447"/>
              <dgm:constr type="t" for="ch" forName="parent_text_2" refType="h" fact="0.4118"/>
              <dgm:constr type="w" for="ch" forName="parent_text_2" refType="w" fact="0.3553"/>
              <dgm:constr type="h" for="ch" forName="parent_text_2" refType="h" fact="0.3529"/>
              <dgm:constr type="l" for="ch" forName="accent_1" refType="w" fact="0.6316"/>
              <dgm:constr type="t" for="ch" forName="accent_1" refType="h" fact="0.7899"/>
              <dgm:constr type="w" for="ch" forName="accent_1" refType="w" fact="0.0395"/>
              <dgm:constr type="h" for="ch" forName="accent_1" refType="h" fact="0.126"/>
            </dgm:constrLst>
          </dgm:if>
          <dgm:else name="Name9">
            <dgm:constrLst>
              <dgm:constr type="primFontSz" for="des" ptType="node" op="equ" val="65"/>
              <dgm:constr type="l" for="ch" forName="image_accent_2" refType="w" fact="0.3747"/>
              <dgm:constr type="t" for="ch" forName="image_accent_2" refType="h" fact="0.3883"/>
              <dgm:constr type="w" for="ch" forName="image_accent_2" refType="w" fact="0.1253"/>
              <dgm:constr type="h" for="ch" forName="image_accent_2" refType="h" fact="0.4"/>
              <dgm:constr type="l" for="ch" forName="image_2" refType="w" fact="0.3821"/>
              <dgm:constr type="t" for="ch" forName="image_2" refType="h" fact="0.4118"/>
              <dgm:constr type="w" for="ch" forName="image_2" refType="w" fact="0.1105"/>
              <dgm:constr type="h" for="ch" forName="image_2" refType="h" fact="0.3529"/>
              <dgm:constr type="l" for="ch" forName="parent_text_1" refType="w" fact="0.6447"/>
              <dgm:constr type="t" for="ch" forName="parent_text_1" refType="h" fact="0"/>
              <dgm:constr type="w" for="ch" forName="parent_text_1" refType="w" fact="0.3553"/>
              <dgm:constr type="h" for="ch" forName="parent_text_1" refType="h" fact="0.215"/>
              <dgm:constr type="l" for="ch" forName="parent_text_2" refType="w" fact="0"/>
              <dgm:constr type="t" for="ch" forName="parent_text_2" refType="h" fact="0.4118"/>
              <dgm:constr type="w" for="ch" forName="parent_text_2" refType="w" fact="0.3553"/>
              <dgm:constr type="h" for="ch" forName="parent_text_2" refType="h" fact="0.3529"/>
              <dgm:constr type="l" for="ch" forName="image_accent_1" refType="w" fact="0.5263"/>
              <dgm:constr type="t" for="ch" forName="image_accent_1" refType="h" fact="0.2354"/>
              <dgm:constr type="w" for="ch" forName="image_accent_1" refType="w" fact="0.2394"/>
              <dgm:constr type="h" for="ch" forName="image_accent_1" refType="h" fact="0.7646"/>
              <dgm:constr type="l" for="ch" forName="image_1" refType="w" fact="0.5355"/>
              <dgm:constr type="t" for="ch" forName="image_1" refType="h" fact="0.2648"/>
              <dgm:constr type="w" for="ch" forName="image_1" refType="w" fact="0.2211"/>
              <dgm:constr type="h" for="ch" forName="image_1" refType="h" fact="0.7058"/>
              <dgm:constr type="l" for="ch" forName="accent_1" refType="w" fact="0.3289"/>
              <dgm:constr type="t" for="ch" forName="accent_1" refType="h" fact="0.7899"/>
              <dgm:constr type="w" for="ch" forName="accent_1" refType="w" fact="0.0395"/>
              <dgm:constr type="h" for="ch" forName="accent_1" refType="h" fact="0.126"/>
            </dgm:constrLst>
          </dgm:else>
        </dgm:choose>
      </dgm:if>
      <dgm:if name="Name10" axis="ch" ptType="node" func="cnt" op="equ" val="3">
        <dgm:alg type="composite">
          <dgm:param type="ar" val="2.4052"/>
        </dgm:alg>
        <dgm:choose name="Name11">
          <dgm:if name="Name12" func="var" arg="dir" op="equ" val="norm">
            <dgm:constrLst>
              <dgm:constr type="primFontSz" for="des" ptType="node" op="equ" val="65"/>
              <dgm:constr type="l" for="ch" forName="accent_3" refType="w" fact="0.6316"/>
              <dgm:constr type="t" for="ch" forName="accent_3" refType="h" fact="0.8355"/>
              <dgm:constr type="w" for="ch" forName="accent_3" refType="w" fact="0.0395"/>
              <dgm:constr type="h" for="ch" forName="accent_3" refType="h" fact="0.0949"/>
              <dgm:constr type="l" for="ch" forName="image_accent_2" refType="w" fact="0.4936"/>
              <dgm:constr type="t" for="ch" forName="image_accent_2" refType="h" fact="0.5329"/>
              <dgm:constr type="w" for="ch" forName="image_accent_2" refType="w" fact="0.1253"/>
              <dgm:constr type="h" for="ch" forName="image_accent_2" refType="h" fact="0.3013"/>
              <dgm:constr type="l" for="ch" forName="image_2" refType="w" fact="0.501"/>
              <dgm:constr type="t" for="ch" forName="image_2" refType="h" fact="0.5507"/>
              <dgm:constr type="w" for="ch" forName="image_2" refType="w" fact="0.1105"/>
              <dgm:constr type="h" for="ch" forName="image_2" refType="h" fact="0.2658"/>
              <dgm:constr type="l" for="ch" forName="image_accent_3" refType="w" fact="0.4446"/>
              <dgm:constr type="t" for="ch" forName="image_accent_3" refType="h" fact="0.1076"/>
              <dgm:constr type="w" for="ch" forName="image_accent_3" refType="w" fact="0.1606"/>
              <dgm:constr type="h" for="ch" forName="image_accent_3" refType="h" fact="0.3864"/>
              <dgm:constr type="l" for="ch" forName="image_3" refType="w" fact="0.4531"/>
              <dgm:constr type="t" for="ch" forName="image_3" refType="h" fact="0.128"/>
              <dgm:constr type="w" for="ch" forName="image_3" refType="w" fact="0.1437"/>
              <dgm:constr type="h" for="ch" forName="image_3" refType="h" fact="0.3456"/>
              <dgm:constr type="l" for="ch" forName="image_accent_1" refType="w" fact="0.2368"/>
              <dgm:constr type="t" for="ch" forName="image_accent_1" refType="h" fact="0.4241"/>
              <dgm:constr type="w" for="ch" forName="image_accent_1" refType="w" fact="0.2394"/>
              <dgm:constr type="h" for="ch" forName="image_accent_1" refType="h" fact="0.5759"/>
              <dgm:constr type="l" for="ch" forName="image_1" refType="w" fact="0.246"/>
              <dgm:constr type="t" for="ch" forName="image_1" refType="h" fact="0.4462"/>
              <dgm:constr type="w" for="ch" forName="image_1" refType="w" fact="0.2211"/>
              <dgm:constr type="h" for="ch" forName="image_1" refType="h" fact="0.5317"/>
              <dgm:constr type="l" for="ch" forName="parent_text_1" refType="w" fact="0"/>
              <dgm:constr type="t" for="ch" forName="parent_text_1" refType="h" fact="0.128"/>
              <dgm:constr type="w" for="ch" forName="parent_text_1" refType="w" fact="0.3553"/>
              <dgm:constr type="h" for="ch" forName="parent_text_1" refType="h" fact="0.2775"/>
              <dgm:constr type="l" for="ch" forName="accent_1" refType="w" fact="0.3895"/>
              <dgm:constr type="t" for="ch" forName="accent_1" refType="h" fact="0"/>
              <dgm:constr type="w" for="ch" forName="accent_1" refType="w" fact="0.0711"/>
              <dgm:constr type="h" for="ch" forName="accent_1" refType="h" fact="0.1709"/>
              <dgm:constr type="l" for="ch" forName="parent_text_2" refType="w" fact="0.6447"/>
              <dgm:constr type="t" for="ch" forName="parent_text_2" refType="h" fact="0.5507"/>
              <dgm:constr type="w" for="ch" forName="parent_text_2" refType="w" fact="0.3553"/>
              <dgm:constr type="h" for="ch" forName="parent_text_2" refType="h" fact="0.2658"/>
              <dgm:constr type="l" for="ch" forName="parent_text_3" refType="w" fact="0.6316"/>
              <dgm:constr type="t" for="ch" forName="parent_text_3" refType="h" fact="0.128"/>
              <dgm:constr type="w" for="ch" forName="parent_text_3" refType="w" fact="0.3553"/>
              <dgm:constr type="h" for="ch" forName="parent_text_3" refType="h" fact="0.3456"/>
              <dgm:constr type="l" for="ch" forName="accent_2" refType="w" fact="0.5789"/>
              <dgm:constr type="t" for="ch" forName="accent_2" refType="h" fact="0.0127"/>
              <dgm:constr type="w" for="ch" forName="accent_2" refType="w" fact="0.0526"/>
              <dgm:constr type="h" for="ch" forName="accent_2" refType="h" fact="0.1266"/>
            </dgm:constrLst>
          </dgm:if>
          <dgm:else name="Name13">
            <dgm:constrLst>
              <dgm:constr type="primFontSz" for="des" ptType="node" op="equ" val="65"/>
              <dgm:constr type="l" for="ch" forName="accent_1" refType="w" fact="0.3289"/>
              <dgm:constr type="t" for="ch" forName="accent_1" refType="h" fact="0.8355"/>
              <dgm:constr type="w" for="ch" forName="accent_1" refType="w" fact="0.0395"/>
              <dgm:constr type="h" for="ch" forName="accent_1" refType="h" fact="0.0949"/>
              <dgm:constr type="l" for="ch" forName="image_accent_2" refType="w" fact="0.3811"/>
              <dgm:constr type="t" for="ch" forName="image_accent_2" refType="h" fact="0.5329"/>
              <dgm:constr type="w" for="ch" forName="image_accent_2" refType="w" fact="0.1253"/>
              <dgm:constr type="h" for="ch" forName="image_accent_2" refType="h" fact="0.3013"/>
              <dgm:constr type="l" for="ch" forName="image_2" refType="w" fact="0.3885"/>
              <dgm:constr type="t" for="ch" forName="image_2" refType="h" fact="0.5507"/>
              <dgm:constr type="w" for="ch" forName="image_2" refType="w" fact="0.1105"/>
              <dgm:constr type="h" for="ch" forName="image_2" refType="h" fact="0.2658"/>
              <dgm:constr type="l" for="ch" forName="image_accent_3" refType="w" fact="0.3947"/>
              <dgm:constr type="t" for="ch" forName="image_accent_3" refType="h" fact="0.1076"/>
              <dgm:constr type="w" for="ch" forName="image_accent_3" refType="w" fact="0.1606"/>
              <dgm:constr type="h" for="ch" forName="image_accent_3" refType="h" fact="0.3864"/>
              <dgm:constr type="l" for="ch" forName="image_3" refType="w" fact="0.4032"/>
              <dgm:constr type="t" for="ch" forName="image_3" refType="h" fact="0.128"/>
              <dgm:constr type="w" for="ch" forName="image_3" refType="w" fact="0.1437"/>
              <dgm:constr type="h" for="ch" forName="image_3" refType="h" fact="0.3456"/>
              <dgm:constr type="l" for="ch" forName="image_accent_1" refType="w" fact="0.5237"/>
              <dgm:constr type="t" for="ch" forName="image_accent_1" refType="h" fact="0.4241"/>
              <dgm:constr type="w" for="ch" forName="image_accent_1" refType="w" fact="0.2394"/>
              <dgm:constr type="h" for="ch" forName="image_accent_1" refType="h" fact="0.5759"/>
              <dgm:constr type="l" for="ch" forName="image_1" refType="w" fact="0.5329"/>
              <dgm:constr type="t" for="ch" forName="image_1" refType="h" fact="0.4462"/>
              <dgm:constr type="w" for="ch" forName="image_1" refType="w" fact="0.2211"/>
              <dgm:constr type="h" for="ch" forName="image_1" refType="h" fact="0.5317"/>
              <dgm:constr type="l" for="ch" forName="parent_text_1" refType="w" fact="0.6447"/>
              <dgm:constr type="t" for="ch" forName="parent_text_1" refType="h" fact="0.128"/>
              <dgm:constr type="w" for="ch" forName="parent_text_1" refType="w" fact="0.3553"/>
              <dgm:constr type="h" for="ch" forName="parent_text_1" refType="h" fact="0.2775"/>
              <dgm:constr type="l" for="ch" forName="accent_2" refType="w" fact="0.5395"/>
              <dgm:constr type="t" for="ch" forName="accent_2" refType="h" fact="0"/>
              <dgm:constr type="w" for="ch" forName="accent_2" refType="w" fact="0.0711"/>
              <dgm:constr type="h" for="ch" forName="accent_2" refType="h" fact="0.1709"/>
              <dgm:constr type="l" for="ch" forName="parent_text_3" refType="w" fact="0.0132"/>
              <dgm:constr type="t" for="ch" forName="parent_text_3" refType="h" fact="0.128"/>
              <dgm:constr type="w" for="ch" forName="parent_text_3" refType="w" fact="0.3553"/>
              <dgm:constr type="h" for="ch" forName="parent_text_3" refType="h" fact="0.3456"/>
              <dgm:constr type="l" for="ch" forName="parent_text_2" refType="w" fact="0"/>
              <dgm:constr type="t" for="ch" forName="parent_text_2" refType="h" fact="0.5507"/>
              <dgm:constr type="w" for="ch" forName="parent_text_2" refType="w" fact="0.3553"/>
              <dgm:constr type="h" for="ch" forName="parent_text_2" refType="h" fact="0.2658"/>
              <dgm:constr type="l" for="ch" forName="accent_3" refType="w" fact="0.3684"/>
              <dgm:constr type="t" for="ch" forName="accent_3" refType="h" fact="0.0127"/>
              <dgm:constr type="w" for="ch" forName="accent_3" refType="w" fact="0.0526"/>
              <dgm:constr type="h" for="ch" forName="accent_3" refType="h" fact="0.1266"/>
            </dgm:constrLst>
          </dgm:else>
        </dgm:choose>
      </dgm:if>
      <dgm:if name="Name14" axis="ch" ptType="node" func="cnt" op="equ" val="4">
        <dgm:alg type="composite">
          <dgm:param type="ar" val="1.6704"/>
        </dgm:alg>
        <dgm:choose name="Name15">
          <dgm:if name="Name16" func="var" arg="dir" op="equ" val="norm">
            <dgm:constrLst>
              <dgm:constr type="primFontSz" for="des" ptType="node" op="equ" val="65"/>
              <dgm:constr type="l" for="ch" forName="image_accent_4" refType="w" fact="0.4626"/>
              <dgm:constr type="t" for="ch" forName="image_accent_4" refType="h" fact="0.1415"/>
              <dgm:constr type="w" for="ch" forName="image_accent_4" refType="w" fact="0.1126"/>
              <dgm:constr type="h" for="ch" forName="image_accent_4" refType="h" fact="0.1881"/>
              <dgm:constr type="l" for="ch" forName="image_4" refType="w" fact="0.4692"/>
              <dgm:constr type="t" for="ch" forName="image_4" refType="h" fact="0.1526"/>
              <dgm:constr type="w" for="ch" forName="image_4" refType="w" fact="0.0994"/>
              <dgm:constr type="h" for="ch" forName="image_4" refType="h" fact="0.166"/>
              <dgm:constr type="l" for="ch" forName="image_accent_2" refType="w" fact="0.4936"/>
              <dgm:constr type="t" for="ch" forName="image_accent_2" refType="h" fact="0.6756"/>
              <dgm:constr type="w" for="ch" forName="image_accent_2" refType="w" fact="0.1253"/>
              <dgm:constr type="h" for="ch" forName="image_accent_2" refType="h" fact="0.2092"/>
              <dgm:constr type="l" for="ch" forName="image_2" refType="w" fact="0.501"/>
              <dgm:constr type="t" for="ch" forName="image_2" refType="h" fact="0.6879"/>
              <dgm:constr type="w" for="ch" forName="image_2" refType="w" fact="0.1105"/>
              <dgm:constr type="h" for="ch" forName="image_2" refType="h" fact="0.1846"/>
              <dgm:constr type="l" for="ch" forName="image_accent_3" refType="w" fact="0.4446"/>
              <dgm:constr type="t" for="ch" forName="image_accent_3" refType="h" fact="0.3802"/>
              <dgm:constr type="w" for="ch" forName="image_accent_3" refType="w" fact="0.1606"/>
              <dgm:constr type="h" for="ch" forName="image_accent_3" refType="h" fact="0.2683"/>
              <dgm:constr type="l" for="ch" forName="image_3" refType="w" fact="0.4531"/>
              <dgm:constr type="t" for="ch" forName="image_3" refType="h" fact="0.3944"/>
              <dgm:constr type="w" for="ch" forName="image_3" refType="w" fact="0.1437"/>
              <dgm:constr type="h" for="ch" forName="image_3" refType="h" fact="0.24"/>
              <dgm:constr type="l" for="ch" forName="image_accent_1" refType="w" fact="0.2368"/>
              <dgm:constr type="t" for="ch" forName="image_accent_1" refType="h" fact="0.6"/>
              <dgm:constr type="w" for="ch" forName="image_accent_1" refType="w" fact="0.2394"/>
              <dgm:constr type="h" for="ch" forName="image_accent_1" refType="h" fact="0.4"/>
              <dgm:constr type="l" for="ch" forName="image_1" refType="w" fact="0.246"/>
              <dgm:constr type="t" for="ch" forName="image_1" refType="h" fact="0.6154"/>
              <dgm:constr type="w" for="ch" forName="image_1" refType="w" fact="0.2211"/>
              <dgm:constr type="h" for="ch" forName="image_1" refType="h" fact="0.3692"/>
              <dgm:constr type="l" for="ch" forName="parent_text_1" refType="w" fact="0"/>
              <dgm:constr type="t" for="ch" forName="parent_text_1" refType="h" fact="0.3944"/>
              <dgm:constr type="w" for="ch" forName="parent_text_1" refType="w" fact="0.3553"/>
              <dgm:constr type="h" for="ch" forName="parent_text_1" refType="h" fact="0.1931"/>
              <dgm:constr type="l" for="ch" forName="accent_1" refType="w" fact="0.3895"/>
              <dgm:constr type="t" for="ch" forName="accent_1" refType="h" fact="0.3055"/>
              <dgm:constr type="w" for="ch" forName="accent_1" refType="w" fact="0.0711"/>
              <dgm:constr type="h" for="ch" forName="accent_1" refType="h" fact="0.1187"/>
              <dgm:constr type="l" for="ch" forName="parent_text_3" refType="w" fact="0.6316"/>
              <dgm:constr type="t" for="ch" forName="parent_text_3" refType="h" fact="0.3944"/>
              <dgm:constr type="w" for="ch" forName="parent_text_3" refType="w" fact="0.3553"/>
              <dgm:constr type="h" for="ch" forName="parent_text_3" refType="h" fact="0.24"/>
              <dgm:constr type="l" for="ch" forName="parent_text_2" refType="w" fact="0.6447"/>
              <dgm:constr type="t" for="ch" forName="parent_text_2" refType="h" fact="0.6879"/>
              <dgm:constr type="w" for="ch" forName="parent_text_2" refType="w" fact="0.3553"/>
              <dgm:constr type="h" for="ch" forName="parent_text_2" refType="h" fact="0.1846"/>
              <dgm:constr type="l" for="ch" forName="accent_2" refType="w" fact="0.5347"/>
              <dgm:constr type="t" for="ch" forName="accent_2" refType="h" fact="0.044"/>
              <dgm:constr type="w" for="ch" forName="accent_2" refType="w" fact="0.0526"/>
              <dgm:constr type="h" for="ch" forName="accent_2" refType="h" fact="0.0879"/>
              <dgm:constr type="l" for="ch" forName="accent_3" refType="w" fact="0.6005"/>
              <dgm:constr type="t" for="ch" forName="accent_3" refType="h" fact="0"/>
              <dgm:constr type="w" for="ch" forName="accent_3" refType="w" fact="0.0263"/>
              <dgm:constr type="h" for="ch" forName="accent_3" refType="h" fact="0.044"/>
              <dgm:constr type="l" for="ch" forName="parent_text_4" refType="w" fact="0.6005"/>
              <dgm:constr type="t" for="ch" forName="parent_text_4" refType="h" fact="0.1526"/>
              <dgm:constr type="w" for="ch" forName="parent_text_4" refType="w" fact="0.3553"/>
              <dgm:constr type="h" for="ch" forName="parent_text_4" refType="h" fact="0.166"/>
              <dgm:constr type="l" for="ch" forName="accent_4" refType="w" fact="0.6268"/>
              <dgm:constr type="t" for="ch" forName="accent_4" refType="h" fact="0.8791"/>
              <dgm:constr type="w" for="ch" forName="accent_4" refType="w" fact="0.0395"/>
              <dgm:constr type="h" for="ch" forName="accent_4" refType="h" fact="0.0659"/>
            </dgm:constrLst>
          </dgm:if>
          <dgm:else name="Name17">
            <dgm:constrLst>
              <dgm:constr type="primFontSz" for="des" ptType="node" op="equ" val="65"/>
              <dgm:constr type="l" for="ch" forName="image_accent_4" refType="w" fact="0.4248"/>
              <dgm:constr type="t" for="ch" forName="image_accent_4" refType="h" fact="0.1415"/>
              <dgm:constr type="w" for="ch" forName="image_accent_4" refType="w" fact="0.1126"/>
              <dgm:constr type="h" for="ch" forName="image_accent_4" refType="h" fact="0.1881"/>
              <dgm:constr type="l" for="ch" forName="image_4" refType="w" fact="0.4314"/>
              <dgm:constr type="t" for="ch" forName="image_4" refType="h" fact="0.1526"/>
              <dgm:constr type="w" for="ch" forName="image_4" refType="w" fact="0.0994"/>
              <dgm:constr type="h" for="ch" forName="image_4" refType="h" fact="0.166"/>
              <dgm:constr type="l" for="ch" forName="image_accent_2" refType="w" fact="0.3811"/>
              <dgm:constr type="t" for="ch" forName="image_accent_2" refType="h" fact="0.6756"/>
              <dgm:constr type="w" for="ch" forName="image_accent_2" refType="w" fact="0.1253"/>
              <dgm:constr type="h" for="ch" forName="image_accent_2" refType="h" fact="0.2092"/>
              <dgm:constr type="l" for="ch" forName="image_2" refType="w" fact="0.3885"/>
              <dgm:constr type="t" for="ch" forName="image_2" refType="h" fact="0.6879"/>
              <dgm:constr type="w" for="ch" forName="image_2" refType="w" fact="0.1105"/>
              <dgm:constr type="h" for="ch" forName="image_2" refType="h" fact="0.1846"/>
              <dgm:constr type="l" for="ch" forName="image_accent_3" refType="w" fact="0.3947"/>
              <dgm:constr type="t" for="ch" forName="image_accent_3" refType="h" fact="0.3802"/>
              <dgm:constr type="w" for="ch" forName="image_accent_3" refType="w" fact="0.1606"/>
              <dgm:constr type="h" for="ch" forName="image_accent_3" refType="h" fact="0.2683"/>
              <dgm:constr type="l" for="ch" forName="image_3" refType="w" fact="0.4032"/>
              <dgm:constr type="t" for="ch" forName="image_3" refType="h" fact="0.3944"/>
              <dgm:constr type="w" for="ch" forName="image_3" refType="w" fact="0.1437"/>
              <dgm:constr type="h" for="ch" forName="image_3" refType="h" fact="0.24"/>
              <dgm:constr type="l" for="ch" forName="image_accent_1" refType="w" fact="0.5237"/>
              <dgm:constr type="t" for="ch" forName="image_accent_1" refType="h" fact="0.6"/>
              <dgm:constr type="w" for="ch" forName="image_accent_1" refType="w" fact="0.2394"/>
              <dgm:constr type="h" for="ch" forName="image_accent_1" refType="h" fact="0.4"/>
              <dgm:constr type="l" for="ch" forName="image_1" refType="w" fact="0.5329"/>
              <dgm:constr type="t" for="ch" forName="image_1" refType="h" fact="0.6154"/>
              <dgm:constr type="w" for="ch" forName="image_1" refType="w" fact="0.2211"/>
              <dgm:constr type="h" for="ch" forName="image_1" refType="h" fact="0.3692"/>
              <dgm:constr type="l" for="ch" forName="parent_text_1" refType="w" fact="0.6447"/>
              <dgm:constr type="t" for="ch" forName="parent_text_1" refType="h" fact="0.3944"/>
              <dgm:constr type="w" for="ch" forName="parent_text_1" refType="w" fact="0.3553"/>
              <dgm:constr type="h" for="ch" forName="parent_text_1" refType="h" fact="0.1931"/>
              <dgm:constr type="l" for="ch" forName="accent_1" refType="w" fact="0.5395"/>
              <dgm:constr type="t" for="ch" forName="accent_1" refType="h" fact="0.3055"/>
              <dgm:constr type="w" for="ch" forName="accent_1" refType="w" fact="0.0711"/>
              <dgm:constr type="h" for="ch" forName="accent_1" refType="h" fact="0.1187"/>
              <dgm:constr type="l" for="ch" forName="parent_text_3" refType="w" fact="0.0132"/>
              <dgm:constr type="t" for="ch" forName="parent_text_3" refType="h" fact="0.3944"/>
              <dgm:constr type="w" for="ch" forName="parent_text_3" refType="w" fact="0.3553"/>
              <dgm:constr type="h" for="ch" forName="parent_text_3" refType="h" fact="0.24"/>
              <dgm:constr type="l" for="ch" forName="parent_text_2" refType="w" fact="0"/>
              <dgm:constr type="t" for="ch" forName="parent_text_2" refType="h" fact="0.6879"/>
              <dgm:constr type="w" for="ch" forName="parent_text_2" refType="w" fact="0.3553"/>
              <dgm:constr type="h" for="ch" forName="parent_text_2" refType="h" fact="0.1846"/>
              <dgm:constr type="l" for="ch" forName="accent_2" refType="w" fact="0.4126"/>
              <dgm:constr type="t" for="ch" forName="accent_2" refType="h" fact="0.044"/>
              <dgm:constr type="w" for="ch" forName="accent_2" refType="w" fact="0.0526"/>
              <dgm:constr type="h" for="ch" forName="accent_2" refType="h" fact="0.0879"/>
              <dgm:constr type="l" for="ch" forName="accent_3" refType="w" fact="0.3732"/>
              <dgm:constr type="t" for="ch" forName="accent_3" refType="h" fact="0"/>
              <dgm:constr type="w" for="ch" forName="accent_3" refType="w" fact="0.0263"/>
              <dgm:constr type="h" for="ch" forName="accent_3" refType="h" fact="0.044"/>
              <dgm:constr type="l" for="ch" forName="parent_text_4" refType="w" fact="0.0442"/>
              <dgm:constr type="t" for="ch" forName="parent_text_4" refType="h" fact="0.1526"/>
              <dgm:constr type="w" for="ch" forName="parent_text_4" refType="w" fact="0.3553"/>
              <dgm:constr type="h" for="ch" forName="parent_text_4" refType="h" fact="0.166"/>
              <dgm:constr type="l" for="ch" forName="accent_4" refType="w" fact="0.3337"/>
              <dgm:constr type="t" for="ch" forName="accent_4" refType="h" fact="0.8791"/>
              <dgm:constr type="w" for="ch" forName="accent_4" refType="w" fact="0.0395"/>
              <dgm:constr type="h" for="ch" forName="accent_4" refType="h" fact="0.0659"/>
            </dgm:constrLst>
          </dgm:else>
        </dgm:choose>
      </dgm:if>
      <dgm:if name="Name18" axis="ch" ptType="node" func="cnt" op="equ" val="5">
        <dgm:alg type="composite">
          <dgm:param type="ar" val="1.5076"/>
        </dgm:alg>
        <dgm:choose name="Name19">
          <dgm:if name="Name20" func="var" arg="dir" op="equ" val="norm">
            <dgm:constrLst>
              <dgm:constr type="primFontSz" for="des" ptType="node" op="equ" val="65"/>
              <dgm:constr type="l" for="ch" forName="image_accent_5" refType="w" fact="0.5301"/>
              <dgm:constr type="t" for="ch" forName="image_accent_5" refType="h" fact="0.0862"/>
              <dgm:constr type="w" for="ch" forName="image_accent_5" refType="w" fact="0.1022"/>
              <dgm:constr type="h" for="ch" forName="image_accent_5" refType="h" fact="0.1541"/>
              <dgm:constr type="l" for="ch" forName="image_5" refType="w" fact="0.5361"/>
              <dgm:constr type="t" for="ch" forName="image_5" refType="h" fact="0.0953"/>
              <dgm:constr type="w" for="ch" forName="image_5" refType="w" fact="0.0902"/>
              <dgm:constr type="h" for="ch" forName="image_5" refType="h" fact="0.1359"/>
              <dgm:constr type="l" for="ch" forName="image_accent_4" refType="w" fact="0.4528"/>
              <dgm:constr type="t" for="ch" forName="image_accent_4" refType="h" fact="0.2416"/>
              <dgm:constr type="w" for="ch" forName="image_accent_4" refType="w" fact="0.1103"/>
              <dgm:constr type="h" for="ch" forName="image_accent_4" refType="h" fact="0.1662"/>
              <dgm:constr type="l" for="ch" forName="image_4" refType="w" fact="0.4593"/>
              <dgm:constr type="t" for="ch" forName="image_4" refType="h" fact="0.2513"/>
              <dgm:constr type="w" for="ch" forName="image_4" refType="w" fact="0.0973"/>
              <dgm:constr type="h" for="ch" forName="image_4" refType="h" fact="0.1467"/>
              <dgm:constr type="l" for="ch" forName="image_accent_2" refType="w" fact="0.4832"/>
              <dgm:constr type="t" for="ch" forName="image_accent_2" refType="h" fact="0.7134"/>
              <dgm:constr type="w" for="ch" forName="image_accent_2" refType="w" fact="0.1226"/>
              <dgm:constr type="h" for="ch" forName="image_accent_2" refType="h" fact="0.1849"/>
              <dgm:constr type="l" for="ch" forName="image_2" refType="w" fact="0.4904"/>
              <dgm:constr type="t" for="ch" forName="image_2" refType="h" fact="0.7243"/>
              <dgm:constr type="w" for="ch" forName="image_2" refType="w" fact="0.1082"/>
              <dgm:constr type="h" for="ch" forName="image_2" refType="h" fact="0.1631"/>
              <dgm:constr type="l" for="ch" forName="image_accent_3" refType="w" fact="0.4352"/>
              <dgm:constr type="t" for="ch" forName="image_accent_3" refType="h" fact="0.4525"/>
              <dgm:constr type="w" for="ch" forName="image_accent_3" refType="w" fact="0.1573"/>
              <dgm:constr type="h" for="ch" forName="image_accent_3" refType="h" fact="0.2371"/>
              <dgm:constr type="l" for="ch" forName="image_3" refType="w" fact="0.4435"/>
              <dgm:constr type="t" for="ch" forName="image_3" refType="h" fact="0.465"/>
              <dgm:constr type="w" for="ch" forName="image_3" refType="w" fact="0.1407"/>
              <dgm:constr type="h" for="ch" forName="image_3" refType="h" fact="0.212"/>
              <dgm:constr type="l" for="ch" forName="image_accent_1" refType="w" fact="0.2318"/>
              <dgm:constr type="t" for="ch" forName="image_accent_1" refType="h" fact="0.6466"/>
              <dgm:constr type="w" for="ch" forName="image_accent_1" refType="w" fact="0.2344"/>
              <dgm:constr type="h" for="ch" forName="image_accent_1" refType="h" fact="0.3534"/>
              <dgm:constr type="l" for="ch" forName="image_1" refType="w" fact="0.2408"/>
              <dgm:constr type="t" for="ch" forName="image_1" refType="h" fact="0.6602"/>
              <dgm:constr type="w" for="ch" forName="image_1" refType="w" fact="0.2164"/>
              <dgm:constr type="h" for="ch" forName="image_1" refType="h" fact="0.3262"/>
              <dgm:constr type="l" for="ch" forName="parent_text_1" refType="w" fact="0"/>
              <dgm:constr type="t" for="ch" forName="parent_text_1" refType="h" fact="0.465"/>
              <dgm:constr type="w" for="ch" forName="parent_text_1" refType="w" fact="0.3478"/>
              <dgm:constr type="h" for="ch" forName="parent_text_1" refType="h" fact="0.165"/>
              <dgm:constr type="l" for="ch" forName="accent_1" refType="w" fact="0.3813"/>
              <dgm:constr type="t" for="ch" forName="accent_1" refType="h" fact="0.3864"/>
              <dgm:constr type="w" for="ch" forName="accent_1" refType="w" fact="0.0696"/>
              <dgm:constr type="h" for="ch" forName="accent_1" refType="h" fact="0.1049"/>
              <dgm:constr type="l" for="ch" forName="parent_text_3" refType="w" fact="0.6182"/>
              <dgm:constr type="t" for="ch" forName="parent_text_3" refType="h" fact="0.465"/>
              <dgm:constr type="w" for="ch" forName="parent_text_3" refType="w" fact="0.3478"/>
              <dgm:constr type="h" for="ch" forName="parent_text_3" refType="h" fact="0.212"/>
              <dgm:constr type="l" for="ch" forName="parent_text_2" refType="w" fact="0.6311"/>
              <dgm:constr type="t" for="ch" forName="parent_text_2" refType="h" fact="0.7243"/>
              <dgm:constr type="w" for="ch" forName="parent_text_2" refType="w" fact="0.3478"/>
              <dgm:constr type="h" for="ch" forName="parent_text_2" refType="h" fact="0.1631"/>
              <dgm:constr type="l" for="ch" forName="parent_text_4" refType="w" fact="0.5878"/>
              <dgm:constr type="t" for="ch" forName="parent_text_4" refType="h" fact="0.2513"/>
              <dgm:constr type="w" for="ch" forName="parent_text_4" refType="w" fact="0.3478"/>
              <dgm:constr type="h" for="ch" forName="parent_text_4" refType="h" fact="0.1467"/>
              <dgm:constr type="l" for="ch" forName="accent_2" refType="w" fact="0.6265"/>
              <dgm:constr type="t" for="ch" forName="accent_2" refType="h" fact="0.0194"/>
              <dgm:constr type="w" for="ch" forName="accent_2" refType="w" fact="0.0515"/>
              <dgm:constr type="h" for="ch" forName="accent_2" refType="h" fact="0.0777"/>
              <dgm:constr type="l" for="ch" forName="accent_3" refType="w" fact="0.7038"/>
              <dgm:constr type="t" for="ch" forName="accent_3" refType="h" fact="0"/>
              <dgm:constr type="w" for="ch" forName="accent_3" refType="w" fact="0.0258"/>
              <dgm:constr type="h" for="ch" forName="accent_3" refType="h" fact="0.0388"/>
              <dgm:constr type="l" for="ch" forName="parent_text_5" refType="w" fact="0.6522"/>
              <dgm:constr type="t" for="ch" forName="parent_text_5" refType="h" fact="0.0953"/>
              <dgm:constr type="w" for="ch" forName="parent_text_5" refType="w" fact="0.3478"/>
              <dgm:constr type="h" for="ch" forName="parent_text_5" refType="h" fact="0.1359"/>
              <dgm:constr type="l" for="ch" forName="accent_4" refType="w" fact="0.6136"/>
              <dgm:constr type="t" for="ch" forName="accent_4" refType="h" fact="0.8932"/>
              <dgm:constr type="w" for="ch" forName="accent_4" refType="w" fact="0.0386"/>
              <dgm:constr type="h" for="ch" forName="accent_4" refType="h" fact="0.0583"/>
            </dgm:constrLst>
          </dgm:if>
          <dgm:else name="Name21">
            <dgm:constrLst>
              <dgm:constr type="primFontSz" for="des" ptType="node" op="equ" val="65"/>
              <dgm:constr type="l" for="ch" forName="image_accent_5" refType="w" fact="0.3677"/>
              <dgm:constr type="t" for="ch" forName="image_accent_5" refType="h" fact="0.0862"/>
              <dgm:constr type="w" for="ch" forName="image_accent_5" refType="w" fact="0.1022"/>
              <dgm:constr type="h" for="ch" forName="image_accent_5" refType="h" fact="0.1541"/>
              <dgm:constr type="l" for="ch" forName="image_5" refType="w" fact="0.3738"/>
              <dgm:constr type="t" for="ch" forName="image_5" refType="h" fact="0.0953"/>
              <dgm:constr type="w" for="ch" forName="image_5" refType="w" fact="0.0902"/>
              <dgm:constr type="h" for="ch" forName="image_5" refType="h" fact="0.1359"/>
              <dgm:constr type="l" for="ch" forName="image_accent_4" refType="w" fact="0.437"/>
              <dgm:constr type="t" for="ch" forName="image_accent_4" refType="h" fact="0.2416"/>
              <dgm:constr type="w" for="ch" forName="image_accent_4" refType="w" fact="0.1103"/>
              <dgm:constr type="h" for="ch" forName="image_accent_4" refType="h" fact="0.1662"/>
              <dgm:constr type="l" for="ch" forName="image_4" refType="w" fact="0.4434"/>
              <dgm:constr type="t" for="ch" forName="image_4" refType="h" fact="0.2513"/>
              <dgm:constr type="w" for="ch" forName="image_4" refType="w" fact="0.0973"/>
              <dgm:constr type="h" for="ch" forName="image_4" refType="h" fact="0.1467"/>
              <dgm:constr type="l" for="ch" forName="image_accent_2" refType="w" fact="0.3942"/>
              <dgm:constr type="t" for="ch" forName="image_accent_2" refType="h" fact="0.7134"/>
              <dgm:constr type="w" for="ch" forName="image_accent_2" refType="w" fact="0.1226"/>
              <dgm:constr type="h" for="ch" forName="image_accent_2" refType="h" fact="0.1849"/>
              <dgm:constr type="l" for="ch" forName="image_2" refType="w" fact="0.4014"/>
              <dgm:constr type="t" for="ch" forName="image_2" refType="h" fact="0.7243"/>
              <dgm:constr type="w" for="ch" forName="image_2" refType="w" fact="0.1082"/>
              <dgm:constr type="h" for="ch" forName="image_2" refType="h" fact="0.1631"/>
              <dgm:constr type="l" for="ch" forName="image_accent_3" refType="w" fact="0.4075"/>
              <dgm:constr type="t" for="ch" forName="image_accent_3" refType="h" fact="0.4525"/>
              <dgm:constr type="w" for="ch" forName="image_accent_3" refType="w" fact="0.1573"/>
              <dgm:constr type="h" for="ch" forName="image_accent_3" refType="h" fact="0.2371"/>
              <dgm:constr type="l" for="ch" forName="image_3" refType="w" fact="0.4158"/>
              <dgm:constr type="t" for="ch" forName="image_3" refType="h" fact="0.465"/>
              <dgm:constr type="w" for="ch" forName="image_3" refType="w" fact="0.1407"/>
              <dgm:constr type="h" for="ch" forName="image_3" refType="h" fact="0.212"/>
              <dgm:constr type="l" for="ch" forName="image_accent_1" refType="w" fact="0.5338"/>
              <dgm:constr type="t" for="ch" forName="image_accent_1" refType="h" fact="0.6466"/>
              <dgm:constr type="w" for="ch" forName="image_accent_1" refType="w" fact="0.2344"/>
              <dgm:constr type="h" for="ch" forName="image_accent_1" refType="h" fact="0.3534"/>
              <dgm:constr type="l" for="ch" forName="image_1" refType="w" fact="0.5428"/>
              <dgm:constr type="t" for="ch" forName="image_1" refType="h" fact="0.6602"/>
              <dgm:constr type="w" for="ch" forName="image_1" refType="w" fact="0.2164"/>
              <dgm:constr type="h" for="ch" forName="image_1" refType="h" fact="0.3262"/>
              <dgm:constr type="l" for="ch" forName="parent_text_1" refType="w" fact="0.6522"/>
              <dgm:constr type="t" for="ch" forName="parent_text_1" refType="h" fact="0.465"/>
              <dgm:constr type="w" for="ch" forName="parent_text_1" refType="w" fact="0.3478"/>
              <dgm:constr type="h" for="ch" forName="parent_text_1" refType="h" fact="0.165"/>
              <dgm:constr type="l" for="ch" forName="accent_1" refType="w" fact="0.5492"/>
              <dgm:constr type="t" for="ch" forName="accent_1" refType="h" fact="0.3864"/>
              <dgm:constr type="w" for="ch" forName="accent_1" refType="w" fact="0.0696"/>
              <dgm:constr type="h" for="ch" forName="accent_1" refType="h" fact="0.1049"/>
              <dgm:constr type="l" for="ch" forName="parent_text_3" refType="w" fact="0.034"/>
              <dgm:constr type="t" for="ch" forName="parent_text_3" refType="h" fact="0.465"/>
              <dgm:constr type="w" for="ch" forName="parent_text_3" refType="w" fact="0.3478"/>
              <dgm:constr type="h" for="ch" forName="parent_text_3" refType="h" fact="0.212"/>
              <dgm:constr type="l" for="ch" forName="parent_text_2" refType="w" fact="0.0211"/>
              <dgm:constr type="t" for="ch" forName="parent_text_2" refType="h" fact="0.7243"/>
              <dgm:constr type="w" for="ch" forName="parent_text_2" refType="w" fact="0.3478"/>
              <dgm:constr type="h" for="ch" forName="parent_text_2" refType="h" fact="0.1631"/>
              <dgm:constr type="l" for="ch" forName="parent_text_4" refType="w" fact="0.0644"/>
              <dgm:constr type="t" for="ch" forName="parent_text_4" refType="h" fact="0.2513"/>
              <dgm:constr type="w" for="ch" forName="parent_text_4" refType="w" fact="0.3478"/>
              <dgm:constr type="h" for="ch" forName="parent_text_4" refType="h" fact="0.1467"/>
              <dgm:constr type="l" for="ch" forName="accent_2" refType="w" fact="0.322"/>
              <dgm:constr type="t" for="ch" forName="accent_2" refType="h" fact="0.0194"/>
              <dgm:constr type="w" for="ch" forName="accent_2" refType="w" fact="0.0515"/>
              <dgm:constr type="h" for="ch" forName="accent_2" refType="h" fact="0.0777"/>
              <dgm:constr type="l" for="ch" forName="accent_3" refType="w" fact="0.2705"/>
              <dgm:constr type="t" for="ch" forName="accent_3" refType="h" fact="0"/>
              <dgm:constr type="w" for="ch" forName="accent_3" refType="w" fact="0.0258"/>
              <dgm:constr type="h" for="ch" forName="accent_3" refType="h" fact="0.0388"/>
              <dgm:constr type="l" for="ch" forName="parent_text_5" refType="w" fact="0"/>
              <dgm:constr type="t" for="ch" forName="parent_text_5" refType="h" fact="0.0953"/>
              <dgm:constr type="w" for="ch" forName="parent_text_5" refType="w" fact="0.3478"/>
              <dgm:constr type="h" for="ch" forName="parent_text_5" refType="h" fact="0.1359"/>
              <dgm:constr type="l" for="ch" forName="accent_4" refType="w" fact="0.3478"/>
              <dgm:constr type="t" for="ch" forName="accent_4" refType="h" fact="0.8932"/>
              <dgm:constr type="w" for="ch" forName="accent_4" refType="w" fact="0.0386"/>
              <dgm:constr type="h" for="ch" forName="accent_4" refType="h" fact="0.0583"/>
            </dgm:constrLst>
          </dgm:else>
        </dgm:choose>
      </dgm:if>
      <dgm:if name="Name22" axis="ch" ptType="node" func="cnt" op="equ" val="6">
        <dgm:alg type="composite">
          <dgm:param type="ar" val="1.1351"/>
        </dgm:alg>
        <dgm:choose name="Name23">
          <dgm:if name="Name24" func="var" arg="dir" op="equ" val="norm">
            <dgm:constrLst>
              <dgm:constr type="primFontSz" for="des" ptType="node" op="equ" val="65"/>
              <dgm:constr type="l" for="ch" forName="image_accent_6" refType="w" fact="0.3864"/>
              <dgm:constr type="t" for="ch" forName="image_accent_6" refType="h" fact="0.7456"/>
              <dgm:constr type="w" for="ch" forName="image_accent_6" refType="w" fact="0.1757"/>
              <dgm:constr type="h" for="ch" forName="image_accent_6" refType="h" fact="0.1995"/>
              <dgm:constr type="l" for="ch" forName="image_6" refType="w" fact="0.3957"/>
              <dgm:constr type="t" for="ch" forName="image_6" refType="h" fact="0.7561"/>
              <dgm:constr type="w" for="ch" forName="image_6" refType="w" fact="0.1572"/>
              <dgm:constr type="h" for="ch" forName="image_6" refType="h" fact="0.1784"/>
              <dgm:constr type="l" for="ch" forName="image_accent_5" refType="w" fact="0.5301"/>
              <dgm:constr type="t" for="ch" forName="image_accent_5" refType="h" fact="0.0649"/>
              <dgm:constr type="w" for="ch" forName="image_accent_5" refType="w" fact="0.1022"/>
              <dgm:constr type="h" for="ch" forName="image_accent_5" refType="h" fact="0.116"/>
              <dgm:constr type="l" for="ch" forName="image_5" refType="w" fact="0.5361"/>
              <dgm:constr type="t" for="ch" forName="image_5" refType="h" fact="0.0717"/>
              <dgm:constr type="w" for="ch" forName="image_5" refType="w" fact="0.0902"/>
              <dgm:constr type="h" for="ch" forName="image_5" refType="h" fact="0.1023"/>
              <dgm:constr type="l" for="ch" forName="image_accent_4" refType="w" fact="0.4528"/>
              <dgm:constr type="t" for="ch" forName="image_accent_4" refType="h" fact="0.1819"/>
              <dgm:constr type="w" for="ch" forName="image_accent_4" refType="w" fact="0.1103"/>
              <dgm:constr type="h" for="ch" forName="image_accent_4" refType="h" fact="0.1251"/>
              <dgm:constr type="l" for="ch" forName="image_4" refType="w" fact="0.4593"/>
              <dgm:constr type="t" for="ch" forName="image_4" refType="h" fact="0.1892"/>
              <dgm:constr type="w" for="ch" forName="image_4" refType="w" fact="0.0973"/>
              <dgm:constr type="h" for="ch" forName="image_4" refType="h" fact="0.1104"/>
              <dgm:constr type="l" for="ch" forName="image_accent_2" refType="w" fact="0.4832"/>
              <dgm:constr type="t" for="ch" forName="image_accent_2" refType="h" fact="0.5371"/>
              <dgm:constr type="w" for="ch" forName="image_accent_2" refType="w" fact="0.1226"/>
              <dgm:constr type="h" for="ch" forName="image_accent_2" refType="h" fact="0.1392"/>
              <dgm:constr type="l" for="ch" forName="image_2" refType="w" fact="0.4904"/>
              <dgm:constr type="t" for="ch" forName="image_2" refType="h" fact="0.5453"/>
              <dgm:constr type="w" for="ch" forName="image_2" refType="w" fact="0.1082"/>
              <dgm:constr type="h" for="ch" forName="image_2" refType="h" fact="0.1228"/>
              <dgm:constr type="l" for="ch" forName="image_accent_3" refType="w" fact="0.4352"/>
              <dgm:constr type="t" for="ch" forName="image_accent_3" refType="h" fact="0.3407"/>
              <dgm:constr type="w" for="ch" forName="image_accent_3" refType="w" fact="0.1573"/>
              <dgm:constr type="h" for="ch" forName="image_accent_3" refType="h" fact="0.1785"/>
              <dgm:constr type="l" for="ch" forName="image_3" refType="w" fact="0.4435"/>
              <dgm:constr type="t" for="ch" forName="image_3" refType="h" fact="0.3501"/>
              <dgm:constr type="w" for="ch" forName="image_3" refType="w" fact="0.1407"/>
              <dgm:constr type="h" for="ch" forName="image_3" refType="h" fact="0.1596"/>
              <dgm:constr type="l" for="ch" forName="image_accent_1" refType="w" fact="0.2318"/>
              <dgm:constr type="t" for="ch" forName="image_accent_1" refType="h" fact="0.4869"/>
              <dgm:constr type="w" for="ch" forName="image_accent_1" refType="w" fact="0.2344"/>
              <dgm:constr type="h" for="ch" forName="image_accent_1" refType="h" fact="0.2661"/>
              <dgm:constr type="l" for="ch" forName="image_1" refType="w" fact="0.2401"/>
              <dgm:constr type="t" for="ch" forName="image_1" refType="h" fact="0.4971"/>
              <dgm:constr type="w" for="ch" forName="image_1" refType="w" fact="0.2164"/>
              <dgm:constr type="h" for="ch" forName="image_1" refType="h" fact="0.2456"/>
              <dgm:constr type="l" for="ch" forName="parent_text_1" refType="w" fact="0"/>
              <dgm:constr type="t" for="ch" forName="parent_text_1" refType="h" fact="0.3501"/>
              <dgm:constr type="w" for="ch" forName="parent_text_1" refType="w" fact="0.3478"/>
              <dgm:constr type="h" for="ch" forName="parent_text_1" refType="h" fact="0.125"/>
              <dgm:constr type="l" for="ch" forName="accent_1" refType="w" fact="0.3813"/>
              <dgm:constr type="t" for="ch" forName="accent_1" refType="h" fact="0.2909"/>
              <dgm:constr type="w" for="ch" forName="accent_1" refType="w" fact="0.0696"/>
              <dgm:constr type="h" for="ch" forName="accent_1" refType="h" fact="0.0789"/>
              <dgm:constr type="l" for="ch" forName="parent_text_2" refType="w" fact="0.6311"/>
              <dgm:constr type="t" for="ch" forName="parent_text_2" refType="h" fact="0.5453"/>
              <dgm:constr type="w" for="ch" forName="parent_text_2" refType="w" fact="0.3478"/>
              <dgm:constr type="h" for="ch" forName="parent_text_2" refType="h" fact="0.1228"/>
              <dgm:constr type="l" for="ch" forName="parent_text_4" refType="w" fact="0.5878"/>
              <dgm:constr type="t" for="ch" forName="parent_text_4" refType="h" fact="0.1892"/>
              <dgm:constr type="w" for="ch" forName="parent_text_4" refType="w" fact="0.3478"/>
              <dgm:constr type="h" for="ch" forName="parent_text_4" refType="h" fact="0.1104"/>
              <dgm:constr type="l" for="ch" forName="accent_2" refType="w" fact="0.6265"/>
              <dgm:constr type="t" for="ch" forName="accent_2" refType="h" fact="0.0146"/>
              <dgm:constr type="w" for="ch" forName="accent_2" refType="w" fact="0.0515"/>
              <dgm:constr type="h" for="ch" forName="accent_2" refType="h" fact="0.0585"/>
              <dgm:constr type="l" for="ch" forName="accent_3" refType="w" fact="0.7038"/>
              <dgm:constr type="t" for="ch" forName="accent_3" refType="h" fact="0"/>
              <dgm:constr type="w" for="ch" forName="accent_3" refType="w" fact="0.0258"/>
              <dgm:constr type="h" for="ch" forName="accent_3" refType="h" fact="0.0292"/>
              <dgm:constr type="l" for="ch" forName="parent_text_5" refType="w" fact="0.6522"/>
              <dgm:constr type="t" for="ch" forName="parent_text_5" refType="h" fact="0.0717"/>
              <dgm:constr type="w" for="ch" forName="parent_text_5" refType="w" fact="0.3478"/>
              <dgm:constr type="h" for="ch" forName="parent_text_5" refType="h" fact="0.1023"/>
              <dgm:constr type="l" for="ch" forName="parent_text_3" refType="w" fact="0.6182"/>
              <dgm:constr type="t" for="ch" forName="parent_text_3" refType="h" fact="0.3501"/>
              <dgm:constr type="w" for="ch" forName="parent_text_3" refType="w" fact="0.3478"/>
              <dgm:constr type="h" for="ch" forName="parent_text_3" refType="h" fact="0.1596"/>
              <dgm:constr type="l" for="ch" forName="accent_4" refType="w" fact="0.5538"/>
              <dgm:constr type="t" for="ch" forName="accent_4" refType="h" fact="0.9211"/>
              <dgm:constr type="w" for="ch" forName="accent_4" refType="w" fact="0.0696"/>
              <dgm:constr type="h" for="ch" forName="accent_4" refType="h" fact="0.0789"/>
              <dgm:constr type="l" for="ch" forName="parent_text_6" refType="w" fact="0.0195"/>
              <dgm:constr type="t" for="ch" forName="parent_text_6" refType="h" fact="0.7561"/>
              <dgm:constr type="w" for="ch" forName="parent_text_6" refType="w" fact="0.3478"/>
              <dgm:constr type="h" for="ch" forName="parent_text_6" refType="h" fact="0.1784"/>
              <dgm:constr type="l" for="ch" forName="accent_5" refType="w" fact="0.6182"/>
              <dgm:constr type="t" for="ch" forName="accent_5" refType="h" fact="0.6725"/>
              <dgm:constr type="w" for="ch" forName="accent_5" refType="w" fact="0.0386"/>
              <dgm:constr type="h" for="ch" forName="accent_5" refType="h" fact="0.0439"/>
            </dgm:constrLst>
          </dgm:if>
          <dgm:else name="Name25">
            <dgm:constrLst>
              <dgm:constr type="primFontSz" for="des" ptType="node" op="equ" val="65"/>
              <dgm:constr type="l" for="ch" forName="image_accent_6" refType="w" fact="0.4379"/>
              <dgm:constr type="t" for="ch" forName="image_accent_6" refType="h" fact="0.7456"/>
              <dgm:constr type="w" for="ch" forName="image_accent_6" refType="w" fact="0.1757"/>
              <dgm:constr type="h" for="ch" forName="image_accent_6" refType="h" fact="0.1995"/>
              <dgm:constr type="l" for="ch" forName="image_6" refType="w" fact="0.4471"/>
              <dgm:constr type="t" for="ch" forName="image_6" refType="h" fact="0.7561"/>
              <dgm:constr type="w" for="ch" forName="image_6" refType="w" fact="0.1572"/>
              <dgm:constr type="h" for="ch" forName="image_6" refType="h" fact="0.1784"/>
              <dgm:constr type="l" for="ch" forName="image_accent_5" refType="w" fact="0.3677"/>
              <dgm:constr type="t" for="ch" forName="image_accent_5" refType="h" fact="0.0649"/>
              <dgm:constr type="w" for="ch" forName="image_accent_5" refType="w" fact="0.1022"/>
              <dgm:constr type="h" for="ch" forName="image_accent_5" refType="h" fact="0.116"/>
              <dgm:constr type="l" for="ch" forName="image_5" refType="w" fact="0.3738"/>
              <dgm:constr type="t" for="ch" forName="image_5" refType="h" fact="0.0717"/>
              <dgm:constr type="w" for="ch" forName="image_5" refType="w" fact="0.0902"/>
              <dgm:constr type="h" for="ch" forName="image_5" refType="h" fact="0.1023"/>
              <dgm:constr type="l" for="ch" forName="image_accent_4" refType="w" fact="0.437"/>
              <dgm:constr type="t" for="ch" forName="image_accent_4" refType="h" fact="0.1819"/>
              <dgm:constr type="w" for="ch" forName="image_accent_4" refType="w" fact="0.1103"/>
              <dgm:constr type="h" for="ch" forName="image_accent_4" refType="h" fact="0.1251"/>
              <dgm:constr type="l" for="ch" forName="image_4" refType="w" fact="0.4434"/>
              <dgm:constr type="t" for="ch" forName="image_4" refType="h" fact="0.1892"/>
              <dgm:constr type="w" for="ch" forName="image_4" refType="w" fact="0.0973"/>
              <dgm:constr type="h" for="ch" forName="image_4" refType="h" fact="0.1104"/>
              <dgm:constr type="l" for="ch" forName="image_accent_2" refType="w" fact="0.3942"/>
              <dgm:constr type="t" for="ch" forName="image_accent_2" refType="h" fact="0.5371"/>
              <dgm:constr type="w" for="ch" forName="image_accent_2" refType="w" fact="0.1226"/>
              <dgm:constr type="h" for="ch" forName="image_accent_2" refType="h" fact="0.1392"/>
              <dgm:constr type="l" for="ch" forName="image_2" refType="w" fact="0.4014"/>
              <dgm:constr type="t" for="ch" forName="image_2" refType="h" fact="0.5453"/>
              <dgm:constr type="w" for="ch" forName="image_2" refType="w" fact="0.1082"/>
              <dgm:constr type="h" for="ch" forName="image_2" refType="h" fact="0.1228"/>
              <dgm:constr type="l" for="ch" forName="image_accent_3" refType="w" fact="0.4075"/>
              <dgm:constr type="t" for="ch" forName="image_accent_3" refType="h" fact="0.3407"/>
              <dgm:constr type="w" for="ch" forName="image_accent_3" refType="w" fact="0.1573"/>
              <dgm:constr type="h" for="ch" forName="image_accent_3" refType="h" fact="0.1785"/>
              <dgm:constr type="l" for="ch" forName="image_3" refType="w" fact="0.4158"/>
              <dgm:constr type="t" for="ch" forName="image_3" refType="h" fact="0.3501"/>
              <dgm:constr type="w" for="ch" forName="image_3" refType="w" fact="0.1407"/>
              <dgm:constr type="h" for="ch" forName="image_3" refType="h" fact="0.1596"/>
              <dgm:constr type="l" for="ch" forName="image_accent_1" refType="w" fact="0.5338"/>
              <dgm:constr type="t" for="ch" forName="image_accent_1" refType="h" fact="0.4869"/>
              <dgm:constr type="w" for="ch" forName="image_accent_1" refType="w" fact="0.2344"/>
              <dgm:constr type="h" for="ch" forName="image_accent_1" refType="h" fact="0.2661"/>
              <dgm:constr type="l" for="ch" forName="image_1" refType="w" fact="0.5435"/>
              <dgm:constr type="t" for="ch" forName="image_1" refType="h" fact="0.4971"/>
              <dgm:constr type="w" for="ch" forName="image_1" refType="w" fact="0.2164"/>
              <dgm:constr type="h" for="ch" forName="image_1" refType="h" fact="0.2456"/>
              <dgm:constr type="l" for="ch" forName="parent_text_1" refType="w" fact="0.6522"/>
              <dgm:constr type="t" for="ch" forName="parent_text_1" refType="h" fact="0.3501"/>
              <dgm:constr type="w" for="ch" forName="parent_text_1" refType="w" fact="0.3478"/>
              <dgm:constr type="h" for="ch" forName="parent_text_1" refType="h" fact="0.125"/>
              <dgm:constr type="l" for="ch" forName="accent_1" refType="w" fact="0.5492"/>
              <dgm:constr type="t" for="ch" forName="accent_1" refType="h" fact="0.2909"/>
              <dgm:constr type="w" for="ch" forName="accent_1" refType="w" fact="0.0696"/>
              <dgm:constr type="h" for="ch" forName="accent_1" refType="h" fact="0.0789"/>
              <dgm:constr type="l" for="ch" forName="parent_text_2" refType="w" fact="0.0211"/>
              <dgm:constr type="t" for="ch" forName="parent_text_2" refType="h" fact="0.5453"/>
              <dgm:constr type="w" for="ch" forName="parent_text_2" refType="w" fact="0.3478"/>
              <dgm:constr type="h" for="ch" forName="parent_text_2" refType="h" fact="0.1228"/>
              <dgm:constr type="l" for="ch" forName="parent_text_4" refType="w" fact="0.0644"/>
              <dgm:constr type="t" for="ch" forName="parent_text_4" refType="h" fact="0.1892"/>
              <dgm:constr type="w" for="ch" forName="parent_text_4" refType="w" fact="0.3478"/>
              <dgm:constr type="h" for="ch" forName="parent_text_4" refType="h" fact="0.1104"/>
              <dgm:constr type="l" for="ch" forName="accent_2" refType="w" fact="0.322"/>
              <dgm:constr type="t" for="ch" forName="accent_2" refType="h" fact="0.0146"/>
              <dgm:constr type="w" for="ch" forName="accent_2" refType="w" fact="0.0515"/>
              <dgm:constr type="h" for="ch" forName="accent_2" refType="h" fact="0.0585"/>
              <dgm:constr type="l" for="ch" forName="accent_3" refType="w" fact="0.2705"/>
              <dgm:constr type="t" for="ch" forName="accent_3" refType="h" fact="0"/>
              <dgm:constr type="w" for="ch" forName="accent_3" refType="w" fact="0.0258"/>
              <dgm:constr type="h" for="ch" forName="accent_3" refType="h" fact="0.0292"/>
              <dgm:constr type="l" for="ch" forName="parent_text_5" refType="w" fact="0"/>
              <dgm:constr type="t" for="ch" forName="parent_text_5" refType="h" fact="0.0717"/>
              <dgm:constr type="w" for="ch" forName="parent_text_5" refType="w" fact="0.3478"/>
              <dgm:constr type="h" for="ch" forName="parent_text_5" refType="h" fact="0.1023"/>
              <dgm:constr type="l" for="ch" forName="parent_text_3" refType="w" fact="0.034"/>
              <dgm:constr type="t" for="ch" forName="parent_text_3" refType="h" fact="0.3501"/>
              <dgm:constr type="w" for="ch" forName="parent_text_3" refType="w" fact="0.3478"/>
              <dgm:constr type="h" for="ch" forName="parent_text_3" refType="h" fact="0.1596"/>
              <dgm:constr type="l" for="ch" forName="accent_4" refType="w" fact="0.3766"/>
              <dgm:constr type="t" for="ch" forName="accent_4" refType="h" fact="0.9211"/>
              <dgm:constr type="w" for="ch" forName="accent_4" refType="w" fact="0.0696"/>
              <dgm:constr type="h" for="ch" forName="accent_4" refType="h" fact="0.0789"/>
              <dgm:constr type="l" for="ch" forName="parent_text_6" refType="w" fact="0.6328"/>
              <dgm:constr type="t" for="ch" forName="parent_text_6" refType="h" fact="0.7561"/>
              <dgm:constr type="w" for="ch" forName="parent_text_6" refType="w" fact="0.3478"/>
              <dgm:constr type="h" for="ch" forName="parent_text_6" refType="h" fact="0.1784"/>
              <dgm:constr type="l" for="ch" forName="accent_5" refType="w" fact="0.3431"/>
              <dgm:constr type="t" for="ch" forName="accent_5" refType="h" fact="0.6725"/>
              <dgm:constr type="w" for="ch" forName="accent_5" refType="w" fact="0.0386"/>
              <dgm:constr type="h" for="ch" forName="accent_5" refType="h" fact="0.0439"/>
            </dgm:constrLst>
          </dgm:else>
        </dgm:choose>
      </dgm:if>
      <dgm:if name="Name26" axis="ch" ptType="node" func="cnt" op="equ" val="7">
        <dgm:alg type="composite">
          <dgm:param type="ar" val="1.0352"/>
        </dgm:alg>
        <dgm:choose name="Name27">
          <dgm:if name="Name28" func="var" arg="dir" op="equ" val="norm">
            <dgm:constrLst>
              <dgm:constr type="primFontSz" for="des" ptType="node" op="equ" val="65"/>
              <dgm:constr type="l" for="ch" forName="accent_1" refType="w" fact="0.7553"/>
              <dgm:constr type="t" for="ch" forName="accent_1" refType="h" fact="0.96"/>
              <dgm:constr type="w" for="ch" forName="accent_1" refType="w" fact="0.0386"/>
              <dgm:constr type="h" for="ch" forName="accent_1" refType="h" fact="0.04"/>
              <dgm:constr type="l" for="ch" forName="image_accent_2" refType="w" fact="0.4832"/>
              <dgm:constr type="t" for="ch" forName="image_accent_2" refType="h" fact="0.4899"/>
              <dgm:constr type="w" for="ch" forName="image_accent_2" refType="w" fact="0.1226"/>
              <dgm:constr type="h" for="ch" forName="image_accent_2" refType="h" fact="0.1269"/>
              <dgm:constr type="l" for="ch" forName="image_2" refType="w" fact="0.4904"/>
              <dgm:constr type="t" for="ch" forName="image_2" refType="h" fact="0.4973"/>
              <dgm:constr type="w" for="ch" forName="image_2" refType="w" fact="0.1082"/>
              <dgm:constr type="h" for="ch" forName="image_2" refType="h" fact="0.112"/>
              <dgm:constr type="l" for="ch" forName="image_accent_3" refType="w" fact="0.4352"/>
              <dgm:constr type="t" for="ch" forName="image_accent_3" refType="h" fact="0.3107"/>
              <dgm:constr type="w" for="ch" forName="image_accent_3" refType="w" fact="0.1573"/>
              <dgm:constr type="h" for="ch" forName="image_accent_3" refType="h" fact="0.1628"/>
              <dgm:constr type="l" for="ch" forName="image_3" refType="w" fact="0.4435"/>
              <dgm:constr type="t" for="ch" forName="image_3" refType="h" fact="0.3193"/>
              <dgm:constr type="w" for="ch" forName="image_3" refType="w" fact="0.1407"/>
              <dgm:constr type="h" for="ch" forName="image_3" refType="h" fact="0.1456"/>
              <dgm:constr type="l" for="ch" forName="image_accent_4" refType="w" fact="0.4528"/>
              <dgm:constr type="t" for="ch" forName="image_accent_4" refType="h" fact="0.1659"/>
              <dgm:constr type="w" for="ch" forName="image_accent_4" refType="w" fact="0.1103"/>
              <dgm:constr type="h" for="ch" forName="image_accent_4" refType="h" fact="0.1141"/>
              <dgm:constr type="l" for="ch" forName="image_4" refType="w" fact="0.4593"/>
              <dgm:constr type="t" for="ch" forName="image_4" refType="h" fact="0.1726"/>
              <dgm:constr type="w" for="ch" forName="image_4" refType="w" fact="0.0973"/>
              <dgm:constr type="h" for="ch" forName="image_4" refType="h" fact="0.1007"/>
              <dgm:constr type="l" for="ch" forName="image_accent_5" refType="w" fact="0.5301"/>
              <dgm:constr type="t" for="ch" forName="image_accent_5" refType="h" fact="0.0592"/>
              <dgm:constr type="w" for="ch" forName="image_accent_5" refType="w" fact="0.1022"/>
              <dgm:constr type="h" for="ch" forName="image_accent_5" refType="h" fact="0.1058"/>
              <dgm:constr type="l" for="ch" forName="image_5" refType="w" fact="0.5361"/>
              <dgm:constr type="t" for="ch" forName="image_5" refType="h" fact="0.0654"/>
              <dgm:constr type="w" for="ch" forName="image_5" refType="w" fact="0.0902"/>
              <dgm:constr type="h" for="ch" forName="image_5" refType="h" fact="0.0933"/>
              <dgm:constr type="l" for="ch" forName="image_accent_6" refType="w" fact="0.3864"/>
              <dgm:constr type="t" for="ch" forName="image_accent_6" refType="h" fact="0.68"/>
              <dgm:constr type="w" for="ch" forName="image_accent_6" refType="w" fact="0.1757"/>
              <dgm:constr type="h" for="ch" forName="image_accent_6" refType="h" fact="0.1819"/>
              <dgm:constr type="l" for="ch" forName="image_6" refType="w" fact="0.3957"/>
              <dgm:constr type="t" for="ch" forName="image_6" refType="h" fact="0.6896"/>
              <dgm:constr type="w" for="ch" forName="image_6" refType="w" fact="0.1572"/>
              <dgm:constr type="h" for="ch" forName="image_6" refType="h" fact="0.1627"/>
              <dgm:constr type="l" for="ch" forName="image_accent_7" refType="w" fact="0.5291"/>
              <dgm:constr type="t" for="ch" forName="image_accent_7" refType="h" fact="0.8325"/>
              <dgm:constr type="w" for="ch" forName="image_accent_7" refType="w" fact="0.1103"/>
              <dgm:constr type="h" for="ch" forName="image_accent_7" refType="h" fact="0.1141"/>
              <dgm:constr type="l" for="ch" forName="image_7" refType="w" fact="0.5356"/>
              <dgm:constr type="t" for="ch" forName="image_7" refType="h" fact="0.8392"/>
              <dgm:constr type="w" for="ch" forName="image_7" refType="w" fact="0.0973"/>
              <dgm:constr type="h" for="ch" forName="image_7" refType="h" fact="0.1007"/>
              <dgm:constr type="l" for="ch" forName="image_accent_1" refType="w" fact="0.2318"/>
              <dgm:constr type="t" for="ch" forName="image_accent_1" refType="h" fact="0.444"/>
              <dgm:constr type="w" for="ch" forName="image_accent_1" refType="w" fact="0.2344"/>
              <dgm:constr type="h" for="ch" forName="image_accent_1" refType="h" fact="0.2426"/>
              <dgm:constr type="l" for="ch" forName="image_1" refType="w" fact="0.2408"/>
              <dgm:constr type="t" for="ch" forName="image_1" refType="h" fact="0.4533"/>
              <dgm:constr type="w" for="ch" forName="image_1" refType="w" fact="0.2164"/>
              <dgm:constr type="h" for="ch" forName="image_1" refType="h" fact="0.224"/>
              <dgm:constr type="l" for="ch" forName="parent_text_1" refType="w" fact="0"/>
              <dgm:constr type="t" for="ch" forName="parent_text_1" refType="h" fact="0.3193"/>
              <dgm:constr type="w" for="ch" forName="parent_text_1" refType="w" fact="0.3478"/>
              <dgm:constr type="h" for="ch" forName="parent_text_1" refType="h" fact="0.115"/>
              <dgm:constr type="l" for="ch" forName="accent_2" refType="w" fact="0.3813"/>
              <dgm:constr type="t" for="ch" forName="accent_2" refType="h" fact="0.2653"/>
              <dgm:constr type="w" for="ch" forName="accent_2" refType="w" fact="0.0696"/>
              <dgm:constr type="h" for="ch" forName="accent_2" refType="h" fact="0.072"/>
              <dgm:constr type="l" for="ch" forName="parent_text_2" refType="w" fact="0.6311"/>
              <dgm:constr type="t" for="ch" forName="parent_text_2" refType="h" fact="0.4973"/>
              <dgm:constr type="w" for="ch" forName="parent_text_2" refType="w" fact="0.3478"/>
              <dgm:constr type="h" for="ch" forName="parent_text_2" refType="h" fact="0.112"/>
              <dgm:constr type="l" for="ch" forName="parent_text_4" refType="w" fact="0.5878"/>
              <dgm:constr type="t" for="ch" forName="parent_text_4" refType="h" fact="0.1726"/>
              <dgm:constr type="w" for="ch" forName="parent_text_4" refType="w" fact="0.3478"/>
              <dgm:constr type="h" for="ch" forName="parent_text_4" refType="h" fact="0.1007"/>
              <dgm:constr type="l" for="ch" forName="accent_3" refType="w" fact="0.7038"/>
              <dgm:constr type="t" for="ch" forName="accent_3" refType="h" fact="0"/>
              <dgm:constr type="w" for="ch" forName="accent_3" refType="w" fact="0.0258"/>
              <dgm:constr type="h" for="ch" forName="accent_3" refType="h" fact="0.0267"/>
              <dgm:constr type="l" for="ch" forName="parent_text_5" refType="w" fact="0.6522"/>
              <dgm:constr type="t" for="ch" forName="parent_text_5" refType="h" fact="0.0654"/>
              <dgm:constr type="w" for="ch" forName="parent_text_5" refType="w" fact="0.3478"/>
              <dgm:constr type="h" for="ch" forName="parent_text_5" refType="h" fact="0.0933"/>
              <dgm:constr type="l" for="ch" forName="parent_text_3" refType="w" fact="0.6182"/>
              <dgm:constr type="t" for="ch" forName="parent_text_3" refType="h" fact="0.3193"/>
              <dgm:constr type="w" for="ch" forName="parent_text_3" refType="w" fact="0.3478"/>
              <dgm:constr type="h" for="ch" forName="parent_text_3" refType="h" fact="0.1456"/>
              <dgm:constr type="l" for="ch" forName="parent_text_6" refType="w" fact="0.02"/>
              <dgm:constr type="t" for="ch" forName="parent_text_6" refType="h" fact="0.6896"/>
              <dgm:constr type="w" for="ch" forName="parent_text_6" refType="w" fact="0.3478"/>
              <dgm:constr type="h" for="ch" forName="parent_text_6" refType="h" fact="0.1627"/>
              <dgm:constr type="l" for="ch" forName="accent_4" refType="w" fact="0.6265"/>
              <dgm:constr type="t" for="ch" forName="accent_4" refType="h" fact="0.0213"/>
              <dgm:constr type="w" for="ch" forName="accent_4" refType="w" fact="0.0515"/>
              <dgm:constr type="h" for="ch" forName="accent_4" refType="h" fact="0.0533"/>
              <dgm:constr type="l" for="ch" forName="accent_5" refType="w" fact="0.6522"/>
              <dgm:constr type="t" for="ch" forName="accent_5" refType="h" fact="0.92"/>
              <dgm:constr type="w" for="ch" forName="accent_5" refType="w" fact="0.0696"/>
              <dgm:constr type="h" for="ch" forName="accent_5" refType="h" fact="0.072"/>
              <dgm:constr type="l" for="ch" forName="parent_text_7" refType="w" fact="0.105"/>
              <dgm:constr type="t" for="ch" forName="parent_text_7" refType="h" fact="0.87"/>
              <dgm:constr type="w" for="ch" forName="parent_text_7" refType="w" fact="0.407"/>
              <dgm:constr type="h" for="ch" forName="parent_text_7" refType="h" fact="0.13"/>
              <dgm:constr type="l" for="ch" forName="accent_6" refType="w" fact="0.6136"/>
              <dgm:constr type="t" for="ch" forName="accent_6" refType="h" fact="0.6133"/>
              <dgm:constr type="w" for="ch" forName="accent_6" refType="w" fact="0.0386"/>
              <dgm:constr type="h" for="ch" forName="accent_6" refType="h" fact="0.04"/>
            </dgm:constrLst>
          </dgm:if>
          <dgm:else name="Name29">
            <dgm:constrLst>
              <dgm:constr type="primFontSz" for="des" ptType="node" op="equ" val="65"/>
              <dgm:constr type="l" for="ch" forName="accent_1" refType="w" fact="0.2061"/>
              <dgm:constr type="t" for="ch" forName="accent_1" refType="h" fact="0.96"/>
              <dgm:constr type="w" for="ch" forName="accent_1" refType="w" fact="0.0386"/>
              <dgm:constr type="h" for="ch" forName="accent_1" refType="h" fact="0.04"/>
              <dgm:constr type="l" for="ch" forName="image_accent_7" refType="w" fact="0.3606"/>
              <dgm:constr type="t" for="ch" forName="image_accent_7" refType="h" fact="0.8325"/>
              <dgm:constr type="w" for="ch" forName="image_accent_7" refType="w" fact="0.1103"/>
              <dgm:constr type="h" for="ch" forName="image_accent_7" refType="h" fact="0.1141"/>
              <dgm:constr type="l" for="ch" forName="image_7" refType="w" fact="0.3671"/>
              <dgm:constr type="t" for="ch" forName="image_7" refType="h" fact="0.8392"/>
              <dgm:constr type="w" for="ch" forName="image_7" refType="w" fact="0.0973"/>
              <dgm:constr type="h" for="ch" forName="image_7" refType="h" fact="0.1007"/>
              <dgm:constr type="l" for="ch" forName="image_accent_6" refType="w" fact="0.4379"/>
              <dgm:constr type="t" for="ch" forName="image_accent_6" refType="h" fact="0.68"/>
              <dgm:constr type="w" for="ch" forName="image_accent_6" refType="w" fact="0.1757"/>
              <dgm:constr type="h" for="ch" forName="image_accent_6" refType="h" fact="0.1819"/>
              <dgm:constr type="l" for="ch" forName="image_6" refType="w" fact="0.4471"/>
              <dgm:constr type="t" for="ch" forName="image_6" refType="h" fact="0.6896"/>
              <dgm:constr type="w" for="ch" forName="image_6" refType="w" fact="0.1572"/>
              <dgm:constr type="h" for="ch" forName="image_6" refType="h" fact="0.1627"/>
              <dgm:constr type="l" for="ch" forName="image_accent_5" refType="w" fact="0.3677"/>
              <dgm:constr type="t" for="ch" forName="image_accent_5" refType="h" fact="0.0592"/>
              <dgm:constr type="w" for="ch" forName="image_accent_5" refType="w" fact="0.1022"/>
              <dgm:constr type="h" for="ch" forName="image_accent_5" refType="h" fact="0.1058"/>
              <dgm:constr type="l" for="ch" forName="image_5" refType="w" fact="0.3738"/>
              <dgm:constr type="t" for="ch" forName="image_5" refType="h" fact="0.0654"/>
              <dgm:constr type="w" for="ch" forName="image_5" refType="w" fact="0.0902"/>
              <dgm:constr type="h" for="ch" forName="image_5" refType="h" fact="0.0933"/>
              <dgm:constr type="l" for="ch" forName="image_accent_4" refType="w" fact="0.437"/>
              <dgm:constr type="t" for="ch" forName="image_accent_4" refType="h" fact="0.1659"/>
              <dgm:constr type="w" for="ch" forName="image_accent_4" refType="w" fact="0.1103"/>
              <dgm:constr type="h" for="ch" forName="image_accent_4" refType="h" fact="0.1141"/>
              <dgm:constr type="l" for="ch" forName="image_4" refType="w" fact="0.4434"/>
              <dgm:constr type="t" for="ch" forName="image_4" refType="h" fact="0.1726"/>
              <dgm:constr type="w" for="ch" forName="image_4" refType="w" fact="0.0973"/>
              <dgm:constr type="h" for="ch" forName="image_4" refType="h" fact="0.1007"/>
              <dgm:constr type="l" for="ch" forName="image_accent_2" refType="w" fact="0.3942"/>
              <dgm:constr type="t" for="ch" forName="image_accent_2" refType="h" fact="0.4899"/>
              <dgm:constr type="w" for="ch" forName="image_accent_2" refType="w" fact="0.1226"/>
              <dgm:constr type="h" for="ch" forName="image_accent_2" refType="h" fact="0.1269"/>
              <dgm:constr type="l" for="ch" forName="image_2" refType="w" fact="0.4014"/>
              <dgm:constr type="t" for="ch" forName="image_2" refType="h" fact="0.4973"/>
              <dgm:constr type="w" for="ch" forName="image_2" refType="w" fact="0.1082"/>
              <dgm:constr type="h" for="ch" forName="image_2" refType="h" fact="0.112"/>
              <dgm:constr type="l" for="ch" forName="image_accent_3" refType="w" fact="0.4075"/>
              <dgm:constr type="t" for="ch" forName="image_accent_3" refType="h" fact="0.3107"/>
              <dgm:constr type="w" for="ch" forName="image_accent_3" refType="w" fact="0.1573"/>
              <dgm:constr type="h" for="ch" forName="image_accent_3" refType="h" fact="0.1628"/>
              <dgm:constr type="l" for="ch" forName="image_3" refType="w" fact="0.4158"/>
              <dgm:constr type="t" for="ch" forName="image_3" refType="h" fact="0.3193"/>
              <dgm:constr type="w" for="ch" forName="image_3" refType="w" fact="0.1407"/>
              <dgm:constr type="h" for="ch" forName="image_3" refType="h" fact="0.1456"/>
              <dgm:constr type="l" for="ch" forName="image_accent_1" refType="w" fact="0.5338"/>
              <dgm:constr type="t" for="ch" forName="image_accent_1" refType="h" fact="0.444"/>
              <dgm:constr type="w" for="ch" forName="image_accent_1" refType="w" fact="0.2344"/>
              <dgm:constr type="h" for="ch" forName="image_accent_1" refType="h" fact="0.2426"/>
              <dgm:constr type="l" for="ch" forName="image_1" refType="w" fact="0.5428"/>
              <dgm:constr type="t" for="ch" forName="image_1" refType="h" fact="0.4533"/>
              <dgm:constr type="w" for="ch" forName="image_1" refType="w" fact="0.2164"/>
              <dgm:constr type="h" for="ch" forName="image_1" refType="h" fact="0.224"/>
              <dgm:constr type="l" for="ch" forName="parent_text_1" refType="w" fact="0.6522"/>
              <dgm:constr type="t" for="ch" forName="parent_text_1" refType="h" fact="0.3193"/>
              <dgm:constr type="w" for="ch" forName="parent_text_1" refType="w" fact="0.3478"/>
              <dgm:constr type="h" for="ch" forName="parent_text_1" refType="h" fact="0.115"/>
              <dgm:constr type="l" for="ch" forName="accent_2" refType="w" fact="0.5492"/>
              <dgm:constr type="t" for="ch" forName="accent_2" refType="h" fact="0.2653"/>
              <dgm:constr type="w" for="ch" forName="accent_2" refType="w" fact="0.0696"/>
              <dgm:constr type="h" for="ch" forName="accent_2" refType="h" fact="0.072"/>
              <dgm:constr type="l" for="ch" forName="parent_text_2" refType="w" fact="0.0211"/>
              <dgm:constr type="t" for="ch" forName="parent_text_2" refType="h" fact="0.4973"/>
              <dgm:constr type="w" for="ch" forName="parent_text_2" refType="w" fact="0.3478"/>
              <dgm:constr type="h" for="ch" forName="parent_text_2" refType="h" fact="0.112"/>
              <dgm:constr type="l" for="ch" forName="parent_text_4" refType="w" fact="0.0644"/>
              <dgm:constr type="t" for="ch" forName="parent_text_4" refType="h" fact="0.1726"/>
              <dgm:constr type="w" for="ch" forName="parent_text_4" refType="w" fact="0.3478"/>
              <dgm:constr type="h" for="ch" forName="parent_text_4" refType="h" fact="0.1007"/>
              <dgm:constr type="l" for="ch" forName="accent_3" refType="w" fact="0.2705"/>
              <dgm:constr type="t" for="ch" forName="accent_3" refType="h" fact="0"/>
              <dgm:constr type="w" for="ch" forName="accent_3" refType="w" fact="0.0258"/>
              <dgm:constr type="h" for="ch" forName="accent_3" refType="h" fact="0.0267"/>
              <dgm:constr type="l" for="ch" forName="parent_text_5" refType="w" fact="0"/>
              <dgm:constr type="t" for="ch" forName="parent_text_5" refType="h" fact="0.0654"/>
              <dgm:constr type="w" for="ch" forName="parent_text_5" refType="w" fact="0.3478"/>
              <dgm:constr type="h" for="ch" forName="parent_text_5" refType="h" fact="0.0933"/>
              <dgm:constr type="l" for="ch" forName="parent_text_3" refType="w" fact="0.034"/>
              <dgm:constr type="t" for="ch" forName="parent_text_3" refType="h" fact="0.3193"/>
              <dgm:constr type="w" for="ch" forName="parent_text_3" refType="w" fact="0.3478"/>
              <dgm:constr type="h" for="ch" forName="parent_text_3" refType="h" fact="0.1456"/>
              <dgm:constr type="l" for="ch" forName="parent_text_6" refType="w" fact="0.63"/>
              <dgm:constr type="t" for="ch" forName="parent_text_6" refType="h" fact="0.6896"/>
              <dgm:constr type="w" for="ch" forName="parent_text_6" refType="w" fact="0.3478"/>
              <dgm:constr type="h" for="ch" forName="parent_text_6" refType="h" fact="0.1627"/>
              <dgm:constr type="l" for="ch" forName="accent_4" refType="w" fact="0.322"/>
              <dgm:constr type="t" for="ch" forName="accent_4" refType="h" fact="0.0213"/>
              <dgm:constr type="w" for="ch" forName="accent_4" refType="w" fact="0.0515"/>
              <dgm:constr type="h" for="ch" forName="accent_4" refType="h" fact="0.0533"/>
              <dgm:constr type="l" for="ch" forName="accent_5" refType="w" fact="0.2782"/>
              <dgm:constr type="t" for="ch" forName="accent_5" refType="h" fact="0.92"/>
              <dgm:constr type="w" for="ch" forName="accent_5" refType="w" fact="0.0696"/>
              <dgm:constr type="h" for="ch" forName="accent_5" refType="h" fact="0.072"/>
              <dgm:constr type="l" for="ch" forName="parent_text_7" refType="w" fact="0.485"/>
              <dgm:constr type="t" for="ch" forName="parent_text_7" refType="h" fact="0.87"/>
              <dgm:constr type="w" for="ch" forName="parent_text_7" refType="w" fact="0.347"/>
              <dgm:constr type="h" for="ch" forName="parent_text_7" refType="h" fact="0.13"/>
              <dgm:constr type="l" for="ch" forName="accent_6" refType="w" fact="0.3478"/>
              <dgm:constr type="t" for="ch" forName="accent_6" refType="h" fact="0.6133"/>
              <dgm:constr type="w" for="ch" forName="accent_6" refType="w" fact="0.0386"/>
              <dgm:constr type="h" for="ch" forName="accent_6" refType="h" fact="0.04"/>
            </dgm:constrLst>
          </dgm:else>
        </dgm:choose>
        <dgm:layoutNode name="accent_6" styleLbl="alignNode1">
          <dgm:alg type="sp"/>
          <dgm:shape xmlns:r="http://schemas.openxmlformats.org/officeDocument/2006/relationships" type="donut" r:blip="">
            <dgm:adjLst>
              <dgm:adj idx="1" val="0.0746"/>
            </dgm:adjLst>
          </dgm:shape>
          <dgm:presOf/>
        </dgm:layoutNode>
      </dgm:if>
      <dgm:else name="Name30">
        <dgm:alg type="composite">
          <dgm:param type="ar" val="0.9705"/>
        </dgm:alg>
        <dgm:choose name="Name31">
          <dgm:if name="Name32" func="var" arg="dir" op="equ" val="norm">
            <dgm:constrLst>
              <dgm:constr type="primFontSz" for="des" ptType="node" op="equ" val="65"/>
              <dgm:constr type="l" for="ch" forName="accent_1" refType="w" fact="0.7599"/>
              <dgm:constr type="t" for="ch" forName="accent_1" refType="h" fact="0.925"/>
              <dgm:constr type="w" for="ch" forName="accent_1" refType="w" fact="0.0386"/>
              <dgm:constr type="h" for="ch" forName="accent_1" refType="h" fact="0.0375"/>
              <dgm:constr type="l" for="ch" forName="accent_2" refType="w" fact="0.6182"/>
              <dgm:constr type="t" for="ch" forName="accent_2" refType="h" fact="0.575"/>
              <dgm:constr type="w" for="ch" forName="accent_2" refType="w" fact="0.0386"/>
              <dgm:constr type="h" for="ch" forName="accent_2" refType="h" fact="0.0375"/>
              <dgm:constr type="l" for="ch" forName="image_accent_8" refType="w" fact="0.6449"/>
              <dgm:constr type="t" for="ch" forName="image_accent_8" refType="h" fact="0.8508"/>
              <dgm:constr type="w" for="ch" forName="image_accent_8" refType="w" fact="0.1022"/>
              <dgm:constr type="h" for="ch" forName="image_accent_8" refType="h" fact="0.0992"/>
              <dgm:constr type="l" for="ch" forName="image_8" refType="w" fact="0.6538"/>
              <dgm:constr type="t" for="ch" forName="image_8" refType="h" fact="0.8595"/>
              <dgm:constr type="w" for="ch" forName="image_8" refType="w" fact="0.0844"/>
              <dgm:constr type="h" for="ch" forName="image_8" refType="h" fact="0.0819"/>
              <dgm:constr type="l" for="ch" forName="image_accent_7" refType="w" fact="0.5291"/>
              <dgm:constr type="t" for="ch" forName="image_accent_7" refType="h" fact="0.7805"/>
              <dgm:constr type="w" for="ch" forName="image_accent_7" refType="w" fact="0.1103"/>
              <dgm:constr type="h" for="ch" forName="image_accent_7" refType="h" fact="0.107"/>
              <dgm:constr type="l" for="ch" forName="image_7" refType="w" fact="0.5356"/>
              <dgm:constr type="t" for="ch" forName="image_7" refType="h" fact="0.7868"/>
              <dgm:constr type="w" for="ch" forName="image_7" refType="w" fact="0.0973"/>
              <dgm:constr type="h" for="ch" forName="image_7" refType="h" fact="0.0944"/>
              <dgm:constr type="l" for="ch" forName="image_accent_6" refType="w" fact="0.3864"/>
              <dgm:constr type="t" for="ch" forName="image_accent_6" refType="h" fact="0.6375"/>
              <dgm:constr type="w" for="ch" forName="image_accent_6" refType="w" fact="0.1757"/>
              <dgm:constr type="h" for="ch" forName="image_accent_6" refType="h" fact="0.1706"/>
              <dgm:constr type="l" for="ch" forName="image_6" refType="w" fact="0.3957"/>
              <dgm:constr type="t" for="ch" forName="image_6" refType="h" fact="0.6465"/>
              <dgm:constr type="w" for="ch" forName="image_6" refType="w" fact="0.1572"/>
              <dgm:constr type="h" for="ch" forName="image_6" refType="h" fact="0.1525"/>
              <dgm:constr type="l" for="ch" forName="image_accent_5" refType="w" fact="0.5301"/>
              <dgm:constr type="t" for="ch" forName="image_accent_5" refType="h" fact="0.0555"/>
              <dgm:constr type="w" for="ch" forName="image_accent_5" refType="w" fact="0.1022"/>
              <dgm:constr type="h" for="ch" forName="image_accent_5" refType="h" fact="0.0992"/>
              <dgm:constr type="l" for="ch" forName="image_5" refType="w" fact="0.5361"/>
              <dgm:constr type="t" for="ch" forName="image_5" refType="h" fact="0.0613"/>
              <dgm:constr type="w" for="ch" forName="image_5" refType="w" fact="0.0902"/>
              <dgm:constr type="h" for="ch" forName="image_5" refType="h" fact="0.0875"/>
              <dgm:constr type="l" for="ch" forName="image_accent_4" refType="w" fact="0.4528"/>
              <dgm:constr type="t" for="ch" forName="image_accent_4" refType="h" fact="0.1555"/>
              <dgm:constr type="w" for="ch" forName="image_accent_4" refType="w" fact="0.1103"/>
              <dgm:constr type="h" for="ch" forName="image_accent_4" refType="h" fact="0.107"/>
              <dgm:constr type="l" for="ch" forName="image_4" refType="w" fact="0.4593"/>
              <dgm:constr type="t" for="ch" forName="image_4" refType="h" fact="0.1618"/>
              <dgm:constr type="w" for="ch" forName="image_4" refType="w" fact="0.0973"/>
              <dgm:constr type="h" for="ch" forName="image_4" refType="h" fact="0.0944"/>
              <dgm:constr type="l" for="ch" forName="image_accent_2" refType="w" fact="0.4832"/>
              <dgm:constr type="t" for="ch" forName="image_accent_2" refType="h" fact="0.4593"/>
              <dgm:constr type="w" for="ch" forName="image_accent_2" refType="w" fact="0.1226"/>
              <dgm:constr type="h" for="ch" forName="image_accent_2" refType="h" fact="0.119"/>
              <dgm:constr type="l" for="ch" forName="image_2" refType="w" fact="0.4904"/>
              <dgm:constr type="t" for="ch" forName="image_2" refType="h" fact="0.4663"/>
              <dgm:constr type="w" for="ch" forName="image_2" refType="w" fact="0.1082"/>
              <dgm:constr type="h" for="ch" forName="image_2" refType="h" fact="0.105"/>
              <dgm:constr type="l" for="ch" forName="image_accent_3" refType="w" fact="0.4352"/>
              <dgm:constr type="t" for="ch" forName="image_accent_3" refType="h" fact="0.2913"/>
              <dgm:constr type="w" for="ch" forName="image_accent_3" refType="w" fact="0.1573"/>
              <dgm:constr type="h" for="ch" forName="image_accent_3" refType="h" fact="0.1526"/>
              <dgm:constr type="l" for="ch" forName="image_3" refType="w" fact="0.4435"/>
              <dgm:constr type="t" for="ch" forName="image_3" refType="h" fact="0.2993"/>
              <dgm:constr type="w" for="ch" forName="image_3" refType="w" fact="0.1407"/>
              <dgm:constr type="h" for="ch" forName="image_3" refType="h" fact="0.1365"/>
              <dgm:constr type="l" for="ch" forName="image_accent_1" refType="w" fact="0.2318"/>
              <dgm:constr type="t" for="ch" forName="image_accent_1" refType="h" fact="0.4163"/>
              <dgm:constr type="w" for="ch" forName="image_accent_1" refType="w" fact="0.2344"/>
              <dgm:constr type="h" for="ch" forName="image_accent_1" refType="h" fact="0.2275"/>
              <dgm:constr type="l" for="ch" forName="image_1" refType="w" fact="0.2408"/>
              <dgm:constr type="t" for="ch" forName="image_1" refType="h" fact="0.425"/>
              <dgm:constr type="w" for="ch" forName="image_1" refType="w" fact="0.2164"/>
              <dgm:constr type="h" for="ch" forName="image_1" refType="h" fact="0.21"/>
              <dgm:constr type="l" for="ch" forName="parent_text_1" refType="w" fact="0"/>
              <dgm:constr type="t" for="ch" forName="parent_text_1" refType="h" fact="0.2993"/>
              <dgm:constr type="w" for="ch" forName="parent_text_1" refType="w" fact="0.3478"/>
              <dgm:constr type="h" for="ch" forName="parent_text_1" refType="h" fact="0.11"/>
              <dgm:constr type="l" for="ch" forName="accent_3" refType="w" fact="0.3813"/>
              <dgm:constr type="t" for="ch" forName="accent_3" refType="h" fact="0.2488"/>
              <dgm:constr type="w" for="ch" forName="accent_3" refType="w" fact="0.0696"/>
              <dgm:constr type="h" for="ch" forName="accent_3" refType="h" fact="0.0675"/>
              <dgm:constr type="l" for="ch" forName="parent_text_2" refType="w" fact="0.6311"/>
              <dgm:constr type="t" for="ch" forName="parent_text_2" refType="h" fact="0.4663"/>
              <dgm:constr type="w" for="ch" forName="parent_text_2" refType="w" fact="0.3478"/>
              <dgm:constr type="h" for="ch" forName="parent_text_2" refType="h" fact="0.105"/>
              <dgm:constr type="l" for="ch" forName="parent_text_4" refType="w" fact="0.5878"/>
              <dgm:constr type="t" for="ch" forName="parent_text_4" refType="h" fact="0.1618"/>
              <dgm:constr type="w" for="ch" forName="parent_text_4" refType="w" fact="0.3478"/>
              <dgm:constr type="h" for="ch" forName="parent_text_4" refType="h" fact="0.0944"/>
              <dgm:constr type="l" for="ch" forName="accent_4" refType="w" fact="0.7038"/>
              <dgm:constr type="t" for="ch" forName="accent_4" refType="h" fact="0"/>
              <dgm:constr type="w" for="ch" forName="accent_4" refType="w" fact="0.0258"/>
              <dgm:constr type="h" for="ch" forName="accent_4" refType="h" fact="0.025"/>
              <dgm:constr type="l" for="ch" forName="parent_text_5" refType="w" fact="0.6522"/>
              <dgm:constr type="t" for="ch" forName="parent_text_5" refType="h" fact="0.0625"/>
              <dgm:constr type="w" for="ch" forName="parent_text_5" refType="w" fact="0.3478"/>
              <dgm:constr type="h" for="ch" forName="parent_text_5" refType="h" fact="0.0863"/>
              <dgm:constr type="l" for="ch" forName="parent_text_3" refType="w" fact="0.6182"/>
              <dgm:constr type="t" for="ch" forName="parent_text_3" refType="h" fact="0.2993"/>
              <dgm:constr type="w" for="ch" forName="parent_text_3" refType="w" fact="0.3478"/>
              <dgm:constr type="h" for="ch" forName="parent_text_3" refType="h" fact="0.1365"/>
              <dgm:constr type="l" for="ch" forName="parent_text_6" refType="w" fact="0.02"/>
              <dgm:constr type="t" for="ch" forName="parent_text_6" refType="h" fact="0.6465"/>
              <dgm:constr type="w" for="ch" forName="parent_text_6" refType="w" fact="0.3478"/>
              <dgm:constr type="h" for="ch" forName="parent_text_6" refType="h" fact="0.1525"/>
              <dgm:constr type="l" for="ch" forName="accent_5" refType="w" fact="0.6265"/>
              <dgm:constr type="t" for="ch" forName="accent_5" refType="h" fact="0.02"/>
              <dgm:constr type="w" for="ch" forName="accent_5" refType="w" fact="0.0515"/>
              <dgm:constr type="h" for="ch" forName="accent_5" refType="h" fact="0.05"/>
              <dgm:constr type="l" for="ch" forName="parent_text_7" refType="w" fact="0.165"/>
              <dgm:constr type="t" for="ch" forName="parent_text_7" refType="h" fact="0.81"/>
              <dgm:constr type="w" for="ch" forName="parent_text_7" refType="w" fact="0.3478"/>
              <dgm:constr type="h" for="ch" forName="parent_text_7" refType="h" fact="0.077"/>
              <dgm:constr type="l" for="ch" forName="parent_text_8" refType="w" fact="0.275"/>
              <dgm:constr type="t" for="ch" forName="parent_text_8" refType="h" fact="0.89"/>
              <dgm:constr type="w" for="ch" forName="parent_text_8" refType="w" fact="0.3478"/>
              <dgm:constr type="h" for="ch" forName="parent_text_8" refType="h" fact="0.11"/>
            </dgm:constrLst>
          </dgm:if>
          <dgm:else name="Name33">
            <dgm:constrLst>
              <dgm:constr type="primFontSz" for="des" ptType="node" op="equ" val="65"/>
              <dgm:constr type="l" for="ch" forName="accent_1" refType="w" fact="0.2014"/>
              <dgm:constr type="t" for="ch" forName="accent_1" refType="h" fact="0.925"/>
              <dgm:constr type="w" for="ch" forName="accent_1" refType="w" fact="0.0386"/>
              <dgm:constr type="h" for="ch" forName="accent_1" refType="h" fact="0.0375"/>
              <dgm:constr type="l" for="ch" forName="accent_2" refType="w" fact="0.3431"/>
              <dgm:constr type="t" for="ch" forName="accent_2" refType="h" fact="0.575"/>
              <dgm:constr type="w" for="ch" forName="accent_2" refType="w" fact="0.0386"/>
              <dgm:constr type="h" for="ch" forName="accent_2" refType="h" fact="0.0375"/>
              <dgm:constr type="l" for="ch" forName="image_accent_8" refType="w" fact="0.253"/>
              <dgm:constr type="t" for="ch" forName="image_accent_8" refType="h" fact="0.8508"/>
              <dgm:constr type="w" for="ch" forName="image_accent_8" refType="w" fact="0.1022"/>
              <dgm:constr type="h" for="ch" forName="image_accent_8" refType="h" fact="0.0992"/>
              <dgm:constr type="l" for="ch" forName="image_8" refType="w" fact="0.2619"/>
              <dgm:constr type="t" for="ch" forName="image_8" refType="h" fact="0.8595"/>
              <dgm:constr type="w" for="ch" forName="image_8" refType="w" fact="0.0844"/>
              <dgm:constr type="h" for="ch" forName="image_8" refType="h" fact="0.0819"/>
              <dgm:constr type="l" for="ch" forName="image_accent_7" refType="w" fact="0.3606"/>
              <dgm:constr type="t" for="ch" forName="image_accent_7" refType="h" fact="0.7805"/>
              <dgm:constr type="w" for="ch" forName="image_accent_7" refType="w" fact="0.1103"/>
              <dgm:constr type="h" for="ch" forName="image_accent_7" refType="h" fact="0.107"/>
              <dgm:constr type="l" for="ch" forName="image_7" refType="w" fact="0.3671"/>
              <dgm:constr type="t" for="ch" forName="image_7" refType="h" fact="0.7868"/>
              <dgm:constr type="w" for="ch" forName="image_7" refType="w" fact="0.0973"/>
              <dgm:constr type="h" for="ch" forName="image_7" refType="h" fact="0.0944"/>
              <dgm:constr type="l" for="ch" forName="image_accent_6" refType="w" fact="0.4379"/>
              <dgm:constr type="t" for="ch" forName="image_accent_6" refType="h" fact="0.6375"/>
              <dgm:constr type="w" for="ch" forName="image_accent_6" refType="w" fact="0.1757"/>
              <dgm:constr type="h" for="ch" forName="image_accent_6" refType="h" fact="0.1706"/>
              <dgm:constr type="l" for="ch" forName="image_6" refType="w" fact="0.4471"/>
              <dgm:constr type="t" for="ch" forName="image_6" refType="h" fact="0.6465"/>
              <dgm:constr type="w" for="ch" forName="image_6" refType="w" fact="0.1572"/>
              <dgm:constr type="h" for="ch" forName="image_6" refType="h" fact="0.1525"/>
              <dgm:constr type="l" for="ch" forName="image_accent_5" refType="w" fact="0.3677"/>
              <dgm:constr type="t" for="ch" forName="image_accent_5" refType="h" fact="0.0555"/>
              <dgm:constr type="w" for="ch" forName="image_accent_5" refType="w" fact="0.1022"/>
              <dgm:constr type="h" for="ch" forName="image_accent_5" refType="h" fact="0.0992"/>
              <dgm:constr type="l" for="ch" forName="image_5" refType="w" fact="0.3738"/>
              <dgm:constr type="t" for="ch" forName="image_5" refType="h" fact="0.0613"/>
              <dgm:constr type="w" for="ch" forName="image_5" refType="w" fact="0.0902"/>
              <dgm:constr type="h" for="ch" forName="image_5" refType="h" fact="0.0875"/>
              <dgm:constr type="l" for="ch" forName="image_accent_4" refType="w" fact="0.437"/>
              <dgm:constr type="t" for="ch" forName="image_accent_4" refType="h" fact="0.1555"/>
              <dgm:constr type="w" for="ch" forName="image_accent_4" refType="w" fact="0.1103"/>
              <dgm:constr type="h" for="ch" forName="image_accent_4" refType="h" fact="0.107"/>
              <dgm:constr type="l" for="ch" forName="image_4" refType="w" fact="0.4434"/>
              <dgm:constr type="t" for="ch" forName="image_4" refType="h" fact="0.1618"/>
              <dgm:constr type="w" for="ch" forName="image_4" refType="w" fact="0.0973"/>
              <dgm:constr type="h" for="ch" forName="image_4" refType="h" fact="0.0944"/>
              <dgm:constr type="l" for="ch" forName="image_accent_2" refType="w" fact="0.3942"/>
              <dgm:constr type="t" for="ch" forName="image_accent_2" refType="h" fact="0.4593"/>
              <dgm:constr type="w" for="ch" forName="image_accent_2" refType="w" fact="0.1226"/>
              <dgm:constr type="h" for="ch" forName="image_accent_2" refType="h" fact="0.119"/>
              <dgm:constr type="l" for="ch" forName="image_2" refType="w" fact="0.4014"/>
              <dgm:constr type="t" for="ch" forName="image_2" refType="h" fact="0.4663"/>
              <dgm:constr type="w" for="ch" forName="image_2" refType="w" fact="0.1082"/>
              <dgm:constr type="h" for="ch" forName="image_2" refType="h" fact="0.105"/>
              <dgm:constr type="l" for="ch" forName="image_accent_3" refType="w" fact="0.4075"/>
              <dgm:constr type="t" for="ch" forName="image_accent_3" refType="h" fact="0.2913"/>
              <dgm:constr type="w" for="ch" forName="image_accent_3" refType="w" fact="0.1573"/>
              <dgm:constr type="h" for="ch" forName="image_accent_3" refType="h" fact="0.1526"/>
              <dgm:constr type="l" for="ch" forName="image_3" refType="w" fact="0.4158"/>
              <dgm:constr type="t" for="ch" forName="image_3" refType="h" fact="0.2993"/>
              <dgm:constr type="w" for="ch" forName="image_3" refType="w" fact="0.1407"/>
              <dgm:constr type="h" for="ch" forName="image_3" refType="h" fact="0.1365"/>
              <dgm:constr type="l" for="ch" forName="image_accent_1" refType="w" fact="0.5338"/>
              <dgm:constr type="t" for="ch" forName="image_accent_1" refType="h" fact="0.4163"/>
              <dgm:constr type="w" for="ch" forName="image_accent_1" refType="w" fact="0.2344"/>
              <dgm:constr type="h" for="ch" forName="image_accent_1" refType="h" fact="0.2275"/>
              <dgm:constr type="l" for="ch" forName="image_1" refType="w" fact="0.5428"/>
              <dgm:constr type="t" for="ch" forName="image_1" refType="h" fact="0.425"/>
              <dgm:constr type="w" for="ch" forName="image_1" refType="w" fact="0.2164"/>
              <dgm:constr type="h" for="ch" forName="image_1" refType="h" fact="0.21"/>
              <dgm:constr type="l" for="ch" forName="parent_text_1" refType="w" fact="0.6522"/>
              <dgm:constr type="t" for="ch" forName="parent_text_1" refType="h" fact="0.2993"/>
              <dgm:constr type="w" for="ch" forName="parent_text_1" refType="w" fact="0.3478"/>
              <dgm:constr type="h" for="ch" forName="parent_text_1" refType="h" fact="0.11"/>
              <dgm:constr type="l" for="ch" forName="accent_3" refType="w" fact="0.5492"/>
              <dgm:constr type="t" for="ch" forName="accent_3" refType="h" fact="0.2488"/>
              <dgm:constr type="w" for="ch" forName="accent_3" refType="w" fact="0.0696"/>
              <dgm:constr type="h" for="ch" forName="accent_3" refType="h" fact="0.0675"/>
              <dgm:constr type="l" for="ch" forName="parent_text_2" refType="w" fact="0.0211"/>
              <dgm:constr type="t" for="ch" forName="parent_text_2" refType="h" fact="0.4663"/>
              <dgm:constr type="w" for="ch" forName="parent_text_2" refType="w" fact="0.3478"/>
              <dgm:constr type="h" for="ch" forName="parent_text_2" refType="h" fact="0.105"/>
              <dgm:constr type="l" for="ch" forName="parent_text_4" refType="w" fact="0.0635"/>
              <dgm:constr type="t" for="ch" forName="parent_text_4" refType="h" fact="0.1618"/>
              <dgm:constr type="w" for="ch" forName="parent_text_4" refType="w" fact="0.3478"/>
              <dgm:constr type="h" for="ch" forName="parent_text_4" refType="h" fact="0.0944"/>
              <dgm:constr type="l" for="ch" forName="accent_4" refType="w" fact="0.2705"/>
              <dgm:constr type="t" for="ch" forName="accent_4" refType="h" fact="0"/>
              <dgm:constr type="w" for="ch" forName="accent_4" refType="w" fact="0.0258"/>
              <dgm:constr type="h" for="ch" forName="accent_4" refType="h" fact="0.025"/>
              <dgm:constr type="l" for="ch" forName="parent_text_5" refType="w" fact="0"/>
              <dgm:constr type="t" for="ch" forName="parent_text_5" refType="h" fact="0.0625"/>
              <dgm:constr type="w" for="ch" forName="parent_text_5" refType="w" fact="0.3478"/>
              <dgm:constr type="h" for="ch" forName="parent_text_5" refType="h" fact="0.0863"/>
              <dgm:constr type="l" for="ch" forName="parent_text_3" refType="w" fact="0.034"/>
              <dgm:constr type="t" for="ch" forName="parent_text_3" refType="h" fact="0.2993"/>
              <dgm:constr type="w" for="ch" forName="parent_text_3" refType="w" fact="0.3478"/>
              <dgm:constr type="h" for="ch" forName="parent_text_3" refType="h" fact="0.1365"/>
              <dgm:constr type="l" for="ch" forName="parent_text_6" refType="w" fact="0.635"/>
              <dgm:constr type="t" for="ch" forName="parent_text_6" refType="h" fact="0.6465"/>
              <dgm:constr type="w" for="ch" forName="parent_text_6" refType="w" fact="0.3478"/>
              <dgm:constr type="h" for="ch" forName="parent_text_6" refType="h" fact="0.1525"/>
              <dgm:constr type="l" for="ch" forName="accent_5" refType="w" fact="0.322"/>
              <dgm:constr type="t" for="ch" forName="accent_5" refType="h" fact="0.02"/>
              <dgm:constr type="w" for="ch" forName="accent_5" refType="w" fact="0.0515"/>
              <dgm:constr type="h" for="ch" forName="accent_5" refType="h" fact="0.05"/>
              <dgm:constr type="l" for="ch" forName="parent_text_7" refType="w" fact="0.49"/>
              <dgm:constr type="t" for="ch" forName="parent_text_7" refType="h" fact="0.81"/>
              <dgm:constr type="w" for="ch" forName="parent_text_7" refType="w" fact="0.3478"/>
              <dgm:constr type="h" for="ch" forName="parent_text_7" refType="h" fact="0.077"/>
              <dgm:constr type="l" for="ch" forName="parent_text_8" refType="w" fact="0.375"/>
              <dgm:constr type="t" for="ch" forName="parent_text_8" refType="h" fact="0.89"/>
              <dgm:constr type="w" for="ch" forName="parent_text_8" refType="w" fact="0.3478"/>
              <dgm:constr type="h" for="ch" forName="parent_text_8" refType="h" fact="0.11"/>
            </dgm:constrLst>
          </dgm:else>
        </dgm:choose>
      </dgm:else>
    </dgm:choose>
    <dgm:forEach name="wrapper" axis="self" ptType="parTrans">
      <dgm:forEach name="wrapper2" axis="self" ptType="sibTrans" st="2">
        <dgm:forEach name="imageAccentRepeat" axis="self">
          <dgm:layoutNode name="imageAccentRepeatNode" styleLbl="alignNode1">
            <dgm:alg type="sp"/>
            <dgm:shape xmlns:r="http://schemas.openxmlformats.org/officeDocument/2006/relationships" type="ellipse" r:blip="">
              <dgm:adjLst/>
            </dgm:shape>
            <dgm:presOf/>
          </dgm:layoutNode>
        </dgm:forEach>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forEach name="Name34" axis="ch" ptType="node" cnt="1">
      <dgm:layoutNode name="parent_text_1" styleLbl="revTx">
        <dgm:varLst>
          <dgm:chMax val="0"/>
          <dgm:chPref val="0"/>
          <dgm:bulletEnabled val="1"/>
        </dgm:varLst>
        <dgm:choose name="Name35">
          <dgm:if name="Name36" func="var" arg="dir" op="equ" val="norm">
            <dgm:alg type="tx">
              <dgm:param type="parTxLTRAlign" val="r"/>
              <dgm:param type="shpTxLTRAlignCh" val="r"/>
              <dgm:param type="txAnchorVert" val="b"/>
              <dgm:param type="lnSpCh" val="15"/>
            </dgm:alg>
          </dgm:if>
          <dgm:else name="Name37">
            <dgm:alg type="tx">
              <dgm:param type="parTxLTRAlign" val="l"/>
              <dgm:param type="shpTxLTRAlignCh" val="l"/>
              <dgm:param type="txAnchorVert" val="b"/>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01"/>
        </dgm:constrLst>
        <dgm:ruleLst>
          <dgm:rule type="primFontSz" val="5" fact="NaN" max="NaN"/>
        </dgm:ruleLst>
      </dgm:layoutNode>
      <dgm:layoutNode name="image_accent_1">
        <dgm:alg type="sp"/>
        <dgm:shape xmlns:r="http://schemas.openxmlformats.org/officeDocument/2006/relationships" r:blip="">
          <dgm:adjLst/>
        </dgm:shape>
        <dgm:presOf/>
        <dgm:constrLst/>
        <dgm:forEach name="Name38" ref="imageAccentRepeat"/>
      </dgm:layoutNode>
      <dgm:layoutNode name="accent_1" styleLbl="alignNode1">
        <dgm:alg type="sp"/>
        <dgm:shape xmlns:r="http://schemas.openxmlformats.org/officeDocument/2006/relationships" type="donut" r:blip="">
          <dgm:adjLst>
            <dgm:adj idx="1" val="0.0746"/>
          </dgm:adjLst>
        </dgm:shape>
        <dgm:presOf/>
      </dgm:layoutNode>
    </dgm:forEach>
    <dgm:forEach name="Name39" axis="ch" ptType="sibTrans" hideLastTrans="0" cnt="1">
      <dgm:layoutNode name="image_1">
        <dgm:alg type="sp"/>
        <dgm:shape xmlns:r="http://schemas.openxmlformats.org/officeDocument/2006/relationships" r:blip="">
          <dgm:adjLst/>
        </dgm:shape>
        <dgm:presOf/>
        <dgm:constrLst/>
        <dgm:forEach name="Name40" ref="imageRepeat"/>
      </dgm:layoutNode>
    </dgm:forEach>
    <dgm:forEach name="Name41" axis="ch" ptType="node" st="2" cnt="1">
      <dgm:layoutNode name="parent_text_2" styleLbl="revTx">
        <dgm:varLst>
          <dgm:chMax val="0"/>
          <dgm:chPref val="0"/>
          <dgm:bulletEnabled val="1"/>
        </dgm:varLst>
        <dgm:choose name="Name42">
          <dgm:if name="Name43" func="var" arg="dir" op="equ" val="norm">
            <dgm:alg type="tx">
              <dgm:param type="parTxLTRAlign" val="l"/>
              <dgm:param type="lnSpCh" val="15"/>
            </dgm:alg>
          </dgm:if>
          <dgm:else name="Name44">
            <dgm:alg type="tx">
              <dgm:param type="parTxLTRAlign" val="r"/>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image_accent_2">
        <dgm:alg type="sp"/>
        <dgm:shape xmlns:r="http://schemas.openxmlformats.org/officeDocument/2006/relationships" r:blip="">
          <dgm:adjLst/>
        </dgm:shape>
        <dgm:presOf/>
        <dgm:constrLst/>
        <dgm:forEach name="Name45" ref="imageAccentRepeat"/>
      </dgm:layoutNode>
    </dgm:forEach>
    <dgm:forEach name="Name46" axis="ch" ptType="sibTrans" hideLastTrans="0" st="2" cnt="1">
      <dgm:layoutNode name="image_2">
        <dgm:alg type="sp"/>
        <dgm:shape xmlns:r="http://schemas.openxmlformats.org/officeDocument/2006/relationships" r:blip="">
          <dgm:adjLst/>
        </dgm:shape>
        <dgm:presOf/>
        <dgm:constrLst/>
        <dgm:forEach name="Name47" ref="imageRepeat"/>
      </dgm:layoutNode>
    </dgm:forEach>
    <dgm:forEach name="Name48" axis="ch" ptType="node" st="3" cnt="1">
      <dgm:layoutNode name="image_accent_3">
        <dgm:alg type="sp"/>
        <dgm:shape xmlns:r="http://schemas.openxmlformats.org/officeDocument/2006/relationships" r:blip="">
          <dgm:adjLst/>
        </dgm:shape>
        <dgm:presOf/>
        <dgm:constrLst/>
        <dgm:forEach name="Name49" ref="imageAccentRepeat"/>
      </dgm:layoutNode>
      <dgm:layoutNode name="parent_text_3" styleLbl="revTx">
        <dgm:varLst>
          <dgm:chMax val="0"/>
          <dgm:chPref val="0"/>
          <dgm:bulletEnabled val="1"/>
        </dgm:varLst>
        <dgm:choose name="Name50">
          <dgm:if name="Name51" func="var" arg="dir" op="equ" val="norm">
            <dgm:alg type="tx">
              <dgm:param type="parTxLTRAlign" val="l"/>
              <dgm:param type="lnSpCh" val="15"/>
            </dgm:alg>
          </dgm:if>
          <dgm:else name="Name52">
            <dgm:alg type="tx">
              <dgm:param type="parTxLTRAlign" val="r"/>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accent_2" styleLbl="alignNode1">
        <dgm:alg type="sp"/>
        <dgm:shape xmlns:r="http://schemas.openxmlformats.org/officeDocument/2006/relationships" type="donut" r:blip="">
          <dgm:adjLst>
            <dgm:adj idx="1" val="0.0746"/>
          </dgm:adjLst>
        </dgm:shape>
        <dgm:presOf/>
      </dgm:layoutNode>
      <dgm:layoutNode name="accent_3" styleLbl="alignNode1">
        <dgm:alg type="sp"/>
        <dgm:shape xmlns:r="http://schemas.openxmlformats.org/officeDocument/2006/relationships" type="donut" r:blip="">
          <dgm:adjLst>
            <dgm:adj idx="1" val="0.0746"/>
          </dgm:adjLst>
        </dgm:shape>
        <dgm:presOf/>
      </dgm:layoutNode>
    </dgm:forEach>
    <dgm:forEach name="Name53" axis="ch" ptType="sibTrans" hideLastTrans="0" st="3" cnt="1">
      <dgm:layoutNode name="image_3">
        <dgm:alg type="sp"/>
        <dgm:shape xmlns:r="http://schemas.openxmlformats.org/officeDocument/2006/relationships" r:blip="">
          <dgm:adjLst/>
        </dgm:shape>
        <dgm:presOf/>
        <dgm:constrLst/>
        <dgm:forEach name="Name54" ref="imageRepeat"/>
      </dgm:layoutNode>
    </dgm:forEach>
    <dgm:forEach name="Name55" axis="ch" ptType="node" st="4" cnt="1">
      <dgm:layoutNode name="image_accent_4">
        <dgm:alg type="sp"/>
        <dgm:shape xmlns:r="http://schemas.openxmlformats.org/officeDocument/2006/relationships" r:blip="">
          <dgm:adjLst/>
        </dgm:shape>
        <dgm:presOf/>
        <dgm:constrLst/>
        <dgm:forEach name="Name56" ref="imageAccentRepeat"/>
      </dgm:layoutNode>
      <dgm:layoutNode name="parent_text_4" styleLbl="revTx">
        <dgm:varLst>
          <dgm:chMax val="0"/>
          <dgm:chPref val="0"/>
          <dgm:bulletEnabled val="1"/>
        </dgm:varLst>
        <dgm:choose name="Name57">
          <dgm:if name="Name58" func="var" arg="dir" op="equ" val="norm">
            <dgm:alg type="tx">
              <dgm:param type="parTxLTRAlign" val="l"/>
              <dgm:param type="lnSpCh" val="15"/>
            </dgm:alg>
          </dgm:if>
          <dgm:else name="Name59">
            <dgm:alg type="tx">
              <dgm:param type="parTxLTRAlign" val="r"/>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accent_4" styleLbl="alignNode1">
        <dgm:alg type="sp"/>
        <dgm:shape xmlns:r="http://schemas.openxmlformats.org/officeDocument/2006/relationships" type="donut" r:blip="">
          <dgm:adjLst>
            <dgm:adj idx="1" val="0.0746"/>
          </dgm:adjLst>
        </dgm:shape>
        <dgm:presOf/>
      </dgm:layoutNode>
    </dgm:forEach>
    <dgm:forEach name="Name60" axis="ch" ptType="sibTrans" hideLastTrans="0" st="4" cnt="1">
      <dgm:layoutNode name="image_4">
        <dgm:alg type="sp"/>
        <dgm:shape xmlns:r="http://schemas.openxmlformats.org/officeDocument/2006/relationships" r:blip="">
          <dgm:adjLst/>
        </dgm:shape>
        <dgm:presOf/>
        <dgm:constrLst/>
        <dgm:forEach name="Name61" ref="imageRepeat"/>
      </dgm:layoutNode>
    </dgm:forEach>
    <dgm:forEach name="Name62" axis="ch" ptType="node" st="5" cnt="1">
      <dgm:layoutNode name="image_accent_5">
        <dgm:alg type="sp"/>
        <dgm:shape xmlns:r="http://schemas.openxmlformats.org/officeDocument/2006/relationships" r:blip="">
          <dgm:adjLst/>
        </dgm:shape>
        <dgm:presOf/>
        <dgm:constrLst/>
        <dgm:forEach name="Name63" ref="imageAccentRepeat"/>
      </dgm:layoutNode>
      <dgm:layoutNode name="parent_text_5" styleLbl="revTx">
        <dgm:varLst>
          <dgm:chMax val="0"/>
          <dgm:chPref val="0"/>
          <dgm:bulletEnabled val="1"/>
        </dgm:varLst>
        <dgm:choose name="Name64">
          <dgm:if name="Name65" func="var" arg="dir" op="equ" val="norm">
            <dgm:alg type="tx">
              <dgm:param type="parTxLTRAlign" val="l"/>
              <dgm:param type="lnSpCh" val="15"/>
            </dgm:alg>
          </dgm:if>
          <dgm:else name="Name66">
            <dgm:alg type="tx">
              <dgm:param type="parTxLTRAlign" val="r"/>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sibTrans" hideLastTrans="0" st="5" cnt="1">
      <dgm:layoutNode name="image_5">
        <dgm:alg type="sp"/>
        <dgm:shape xmlns:r="http://schemas.openxmlformats.org/officeDocument/2006/relationships" r:blip="">
          <dgm:adjLst/>
        </dgm:shape>
        <dgm:presOf/>
        <dgm:constrLst/>
        <dgm:forEach name="Name68" ref="imageRepeat"/>
      </dgm:layoutNode>
    </dgm:forEach>
    <dgm:forEach name="Name69" axis="ch" ptType="node" st="6" cnt="1">
      <dgm:layoutNode name="parent_text_6" styleLbl="revTx">
        <dgm:varLst>
          <dgm:chMax val="0"/>
          <dgm:chPref val="0"/>
          <dgm:bulletEnabled val="1"/>
        </dgm:varLst>
        <dgm:choose name="Name70">
          <dgm:if name="Name71" func="var" arg="dir" op="equ" val="norm">
            <dgm:alg type="tx">
              <dgm:param type="parTxLTRAlign" val="r"/>
              <dgm:param type="shpTxLTRAlignCh" val="r"/>
              <dgm:param type="lnSpCh" val="15"/>
            </dgm:alg>
          </dgm:if>
          <dgm:else name="Name72">
            <dgm:alg type="tx">
              <dgm:param type="parTxLTRAlign" val="l"/>
              <dgm:param type="shpTxLTRAlignCh" val="l"/>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image_accent_6">
        <dgm:alg type="sp"/>
        <dgm:shape xmlns:r="http://schemas.openxmlformats.org/officeDocument/2006/relationships" r:blip="">
          <dgm:adjLst/>
        </dgm:shape>
        <dgm:presOf/>
        <dgm:constrLst/>
        <dgm:forEach name="Name73" ref="imageAccentRepeat"/>
      </dgm:layoutNode>
      <dgm:layoutNode name="accent_5" styleLbl="alignNode1">
        <dgm:alg type="sp"/>
        <dgm:shape xmlns:r="http://schemas.openxmlformats.org/officeDocument/2006/relationships" type="donut" r:blip="">
          <dgm:adjLst>
            <dgm:adj idx="1" val="0.0746"/>
          </dgm:adjLst>
        </dgm:shape>
        <dgm:presOf/>
      </dgm:layoutNode>
    </dgm:forEach>
    <dgm:forEach name="Name74" axis="ch" ptType="sibTrans" hideLastTrans="0" st="6" cnt="1">
      <dgm:layoutNode name="image_6">
        <dgm:alg type="sp"/>
        <dgm:shape xmlns:r="http://schemas.openxmlformats.org/officeDocument/2006/relationships" r:blip="">
          <dgm:adjLst/>
        </dgm:shape>
        <dgm:presOf/>
        <dgm:constrLst/>
        <dgm:forEach name="Name75" ref="imageRepeat"/>
      </dgm:layoutNode>
    </dgm:forEach>
    <dgm:forEach name="Name76" axis="ch" ptType="node" st="7" cnt="1">
      <dgm:layoutNode name="parent_text_7" styleLbl="revTx">
        <dgm:varLst>
          <dgm:chMax val="0"/>
          <dgm:chPref val="0"/>
          <dgm:bulletEnabled val="1"/>
        </dgm:varLst>
        <dgm:choose name="Name77">
          <dgm:if name="Name78" func="var" arg="dir" op="equ" val="norm">
            <dgm:alg type="tx">
              <dgm:param type="parTxLTRAlign" val="r"/>
              <dgm:param type="shpTxLTRAlignCh" val="r"/>
              <dgm:param type="txAnchorVert" val="t"/>
              <dgm:param type="lnSpCh" val="15"/>
            </dgm:alg>
          </dgm:if>
          <dgm:else name="Name79">
            <dgm:alg type="tx">
              <dgm:param type="parTxLTRAlign" val="l"/>
              <dgm:param type="shpTxLTRAlignCh" val="l"/>
              <dgm:param type="txAnchorVert" val="t"/>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image_accent_7">
        <dgm:alg type="sp"/>
        <dgm:shape xmlns:r="http://schemas.openxmlformats.org/officeDocument/2006/relationships" r:blip="">
          <dgm:adjLst/>
        </dgm:shape>
        <dgm:presOf/>
        <dgm:constrLst/>
        <dgm:forEach name="Name80" ref="imageAccentRepeat"/>
      </dgm:layoutNode>
    </dgm:forEach>
    <dgm:forEach name="Name81" axis="ch" ptType="sibTrans" hideLastTrans="0" st="7" cnt="1">
      <dgm:layoutNode name="image_7">
        <dgm:alg type="sp"/>
        <dgm:shape xmlns:r="http://schemas.openxmlformats.org/officeDocument/2006/relationships" r:blip="">
          <dgm:adjLst/>
        </dgm:shape>
        <dgm:presOf/>
        <dgm:constrLst/>
        <dgm:forEach name="Name82" ref="imageRepeat"/>
      </dgm:layoutNode>
    </dgm:forEach>
    <dgm:forEach name="Name83" axis="ch" ptType="node" st="8" cnt="1">
      <dgm:layoutNode name="parent_text_8" styleLbl="revTx">
        <dgm:varLst>
          <dgm:chMax val="0"/>
          <dgm:chPref val="0"/>
          <dgm:bulletEnabled val="1"/>
        </dgm:varLst>
        <dgm:choose name="Name84">
          <dgm:if name="Name85" func="var" arg="dir" op="equ" val="norm">
            <dgm:alg type="tx">
              <dgm:param type="parTxLTRAlign" val="r"/>
              <dgm:param type="shpTxLTRAlignCh" val="r"/>
              <dgm:param type="txAnchorVert" val="t"/>
              <dgm:param type="lnSpCh" val="15"/>
            </dgm:alg>
          </dgm:if>
          <dgm:else name="Name86">
            <dgm:alg type="tx">
              <dgm:param type="parTxLTRAlign" val="l"/>
              <dgm:param type="shpTxLTRAlignCh" val="l"/>
              <dgm:param type="txAnchorVert" val="t"/>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image_accent_8">
        <dgm:alg type="sp"/>
        <dgm:shape xmlns:r="http://schemas.openxmlformats.org/officeDocument/2006/relationships" r:blip="">
          <dgm:adjLst/>
        </dgm:shape>
        <dgm:presOf/>
        <dgm:constrLst/>
        <dgm:forEach name="Name87" ref="imageAccentRepeat"/>
      </dgm:layoutNode>
    </dgm:forEach>
    <dgm:forEach name="Name88" axis="ch" ptType="sibTrans" hideLastTrans="0" st="8" cnt="1">
      <dgm:layoutNode name="image_8">
        <dgm:alg type="sp"/>
        <dgm:shape xmlns:r="http://schemas.openxmlformats.org/officeDocument/2006/relationships" r:blip="">
          <dgm:adjLst/>
        </dgm:shape>
        <dgm:presOf/>
        <dgm:constrLst/>
        <dgm:forEach name="Name89" ref="imageRepea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13977B-B4F4-4110-9D66-75928D06C5A2}" type="datetimeFigureOut">
              <a:rPr lang="zh-CN" altLang="en-US" smtClean="0"/>
              <a:t>2020.6.4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4E569D-EDD6-4BC5-AFEC-DD57613D915D}" type="slidenum">
              <a:rPr lang="zh-CN" altLang="en-US" smtClean="0"/>
              <a:t>‹#›</a:t>
            </a:fld>
            <a:endParaRPr lang="zh-CN" altLang="en-US"/>
          </a:p>
        </p:txBody>
      </p:sp>
    </p:spTree>
    <p:extLst>
      <p:ext uri="{BB962C8B-B14F-4D97-AF65-F5344CB8AC3E}">
        <p14:creationId xmlns:p14="http://schemas.microsoft.com/office/powerpoint/2010/main" val="1736416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1</a:t>
            </a:fld>
            <a:endParaRPr lang="zh-CN" altLang="en-US"/>
          </a:p>
        </p:txBody>
      </p:sp>
    </p:spTree>
    <p:extLst>
      <p:ext uri="{BB962C8B-B14F-4D97-AF65-F5344CB8AC3E}">
        <p14:creationId xmlns:p14="http://schemas.microsoft.com/office/powerpoint/2010/main" val="1029197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2</a:t>
            </a:fld>
            <a:endParaRPr lang="zh-CN" altLang="en-US"/>
          </a:p>
        </p:txBody>
      </p:sp>
    </p:spTree>
    <p:extLst>
      <p:ext uri="{BB962C8B-B14F-4D97-AF65-F5344CB8AC3E}">
        <p14:creationId xmlns:p14="http://schemas.microsoft.com/office/powerpoint/2010/main" val="3295747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3</a:t>
            </a:fld>
            <a:endParaRPr lang="zh-CN" altLang="en-US"/>
          </a:p>
        </p:txBody>
      </p:sp>
    </p:spTree>
    <p:extLst>
      <p:ext uri="{BB962C8B-B14F-4D97-AF65-F5344CB8AC3E}">
        <p14:creationId xmlns:p14="http://schemas.microsoft.com/office/powerpoint/2010/main" val="2048123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4</a:t>
            </a:fld>
            <a:endParaRPr lang="zh-CN" altLang="en-US"/>
          </a:p>
        </p:txBody>
      </p:sp>
    </p:spTree>
    <p:extLst>
      <p:ext uri="{BB962C8B-B14F-4D97-AF65-F5344CB8AC3E}">
        <p14:creationId xmlns:p14="http://schemas.microsoft.com/office/powerpoint/2010/main" val="921417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5</a:t>
            </a:fld>
            <a:endParaRPr lang="zh-CN" altLang="en-US"/>
          </a:p>
        </p:txBody>
      </p:sp>
    </p:spTree>
    <p:extLst>
      <p:ext uri="{BB962C8B-B14F-4D97-AF65-F5344CB8AC3E}">
        <p14:creationId xmlns:p14="http://schemas.microsoft.com/office/powerpoint/2010/main" val="22560181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6</a:t>
            </a:fld>
            <a:endParaRPr lang="zh-CN" altLang="en-US"/>
          </a:p>
        </p:txBody>
      </p:sp>
    </p:spTree>
    <p:extLst>
      <p:ext uri="{BB962C8B-B14F-4D97-AF65-F5344CB8AC3E}">
        <p14:creationId xmlns:p14="http://schemas.microsoft.com/office/powerpoint/2010/main" val="905807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7</a:t>
            </a:fld>
            <a:endParaRPr lang="zh-CN" altLang="en-US"/>
          </a:p>
        </p:txBody>
      </p:sp>
    </p:spTree>
    <p:extLst>
      <p:ext uri="{BB962C8B-B14F-4D97-AF65-F5344CB8AC3E}">
        <p14:creationId xmlns:p14="http://schemas.microsoft.com/office/powerpoint/2010/main" val="3631679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8</a:t>
            </a:fld>
            <a:endParaRPr lang="zh-CN" altLang="en-US"/>
          </a:p>
        </p:txBody>
      </p:sp>
    </p:spTree>
    <p:extLst>
      <p:ext uri="{BB962C8B-B14F-4D97-AF65-F5344CB8AC3E}">
        <p14:creationId xmlns:p14="http://schemas.microsoft.com/office/powerpoint/2010/main" val="2744050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9</a:t>
            </a:fld>
            <a:endParaRPr lang="zh-CN" altLang="en-US"/>
          </a:p>
        </p:txBody>
      </p:sp>
    </p:spTree>
    <p:extLst>
      <p:ext uri="{BB962C8B-B14F-4D97-AF65-F5344CB8AC3E}">
        <p14:creationId xmlns:p14="http://schemas.microsoft.com/office/powerpoint/2010/main" val="771990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10</a:t>
            </a:fld>
            <a:endParaRPr lang="zh-CN" altLang="en-US"/>
          </a:p>
        </p:txBody>
      </p:sp>
    </p:spTree>
    <p:extLst>
      <p:ext uri="{BB962C8B-B14F-4D97-AF65-F5344CB8AC3E}">
        <p14:creationId xmlns:p14="http://schemas.microsoft.com/office/powerpoint/2010/main" val="37499098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11</a:t>
            </a:fld>
            <a:endParaRPr lang="zh-CN" altLang="en-US"/>
          </a:p>
        </p:txBody>
      </p:sp>
    </p:spTree>
    <p:extLst>
      <p:ext uri="{BB962C8B-B14F-4D97-AF65-F5344CB8AC3E}">
        <p14:creationId xmlns:p14="http://schemas.microsoft.com/office/powerpoint/2010/main" val="1597094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12</a:t>
            </a:fld>
            <a:endParaRPr lang="zh-CN" altLang="en-US"/>
          </a:p>
        </p:txBody>
      </p:sp>
    </p:spTree>
    <p:extLst>
      <p:ext uri="{BB962C8B-B14F-4D97-AF65-F5344CB8AC3E}">
        <p14:creationId xmlns:p14="http://schemas.microsoft.com/office/powerpoint/2010/main" val="1252582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13</a:t>
            </a:fld>
            <a:endParaRPr lang="zh-CN" altLang="en-US"/>
          </a:p>
        </p:txBody>
      </p:sp>
    </p:spTree>
    <p:extLst>
      <p:ext uri="{BB962C8B-B14F-4D97-AF65-F5344CB8AC3E}">
        <p14:creationId xmlns:p14="http://schemas.microsoft.com/office/powerpoint/2010/main" val="2476973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14</a:t>
            </a:fld>
            <a:endParaRPr lang="zh-CN" altLang="en-US"/>
          </a:p>
        </p:txBody>
      </p:sp>
    </p:spTree>
    <p:extLst>
      <p:ext uri="{BB962C8B-B14F-4D97-AF65-F5344CB8AC3E}">
        <p14:creationId xmlns:p14="http://schemas.microsoft.com/office/powerpoint/2010/main" val="254421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15</a:t>
            </a:fld>
            <a:endParaRPr lang="zh-CN" altLang="en-US"/>
          </a:p>
        </p:txBody>
      </p:sp>
    </p:spTree>
    <p:extLst>
      <p:ext uri="{BB962C8B-B14F-4D97-AF65-F5344CB8AC3E}">
        <p14:creationId xmlns:p14="http://schemas.microsoft.com/office/powerpoint/2010/main" val="7639227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16</a:t>
            </a:fld>
            <a:endParaRPr lang="zh-CN" altLang="en-US"/>
          </a:p>
        </p:txBody>
      </p:sp>
    </p:spTree>
    <p:extLst>
      <p:ext uri="{BB962C8B-B14F-4D97-AF65-F5344CB8AC3E}">
        <p14:creationId xmlns:p14="http://schemas.microsoft.com/office/powerpoint/2010/main" val="2608170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17</a:t>
            </a:fld>
            <a:endParaRPr lang="zh-CN" altLang="en-US"/>
          </a:p>
        </p:txBody>
      </p:sp>
    </p:spTree>
    <p:extLst>
      <p:ext uri="{BB962C8B-B14F-4D97-AF65-F5344CB8AC3E}">
        <p14:creationId xmlns:p14="http://schemas.microsoft.com/office/powerpoint/2010/main" val="11274729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18</a:t>
            </a:fld>
            <a:endParaRPr lang="zh-CN" altLang="en-US"/>
          </a:p>
        </p:txBody>
      </p:sp>
    </p:spTree>
    <p:extLst>
      <p:ext uri="{BB962C8B-B14F-4D97-AF65-F5344CB8AC3E}">
        <p14:creationId xmlns:p14="http://schemas.microsoft.com/office/powerpoint/2010/main" val="11274729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19</a:t>
            </a:fld>
            <a:endParaRPr lang="zh-CN" altLang="en-US"/>
          </a:p>
        </p:txBody>
      </p:sp>
    </p:spTree>
    <p:extLst>
      <p:ext uri="{BB962C8B-B14F-4D97-AF65-F5344CB8AC3E}">
        <p14:creationId xmlns:p14="http://schemas.microsoft.com/office/powerpoint/2010/main" val="11274729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20</a:t>
            </a:fld>
            <a:endParaRPr lang="zh-CN" altLang="en-US"/>
          </a:p>
        </p:txBody>
      </p:sp>
    </p:spTree>
    <p:extLst>
      <p:ext uri="{BB962C8B-B14F-4D97-AF65-F5344CB8AC3E}">
        <p14:creationId xmlns:p14="http://schemas.microsoft.com/office/powerpoint/2010/main" val="11274729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21</a:t>
            </a:fld>
            <a:endParaRPr lang="zh-CN" altLang="en-US"/>
          </a:p>
        </p:txBody>
      </p:sp>
    </p:spTree>
    <p:extLst>
      <p:ext uri="{BB962C8B-B14F-4D97-AF65-F5344CB8AC3E}">
        <p14:creationId xmlns:p14="http://schemas.microsoft.com/office/powerpoint/2010/main" val="9937315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22</a:t>
            </a:fld>
            <a:endParaRPr lang="zh-CN" altLang="en-US"/>
          </a:p>
        </p:txBody>
      </p:sp>
    </p:spTree>
    <p:extLst>
      <p:ext uri="{BB962C8B-B14F-4D97-AF65-F5344CB8AC3E}">
        <p14:creationId xmlns:p14="http://schemas.microsoft.com/office/powerpoint/2010/main" val="20257473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23</a:t>
            </a:fld>
            <a:endParaRPr lang="zh-CN" altLang="en-US"/>
          </a:p>
        </p:txBody>
      </p:sp>
    </p:spTree>
    <p:extLst>
      <p:ext uri="{BB962C8B-B14F-4D97-AF65-F5344CB8AC3E}">
        <p14:creationId xmlns:p14="http://schemas.microsoft.com/office/powerpoint/2010/main" val="38058101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24</a:t>
            </a:fld>
            <a:endParaRPr lang="zh-CN" altLang="en-US"/>
          </a:p>
        </p:txBody>
      </p:sp>
    </p:spTree>
    <p:extLst>
      <p:ext uri="{BB962C8B-B14F-4D97-AF65-F5344CB8AC3E}">
        <p14:creationId xmlns:p14="http://schemas.microsoft.com/office/powerpoint/2010/main" val="41783538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25</a:t>
            </a:fld>
            <a:endParaRPr lang="zh-CN" altLang="en-US"/>
          </a:p>
        </p:txBody>
      </p:sp>
    </p:spTree>
    <p:extLst>
      <p:ext uri="{BB962C8B-B14F-4D97-AF65-F5344CB8AC3E}">
        <p14:creationId xmlns:p14="http://schemas.microsoft.com/office/powerpoint/2010/main" val="22283351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26</a:t>
            </a:fld>
            <a:endParaRPr lang="zh-CN" altLang="en-US"/>
          </a:p>
        </p:txBody>
      </p:sp>
    </p:spTree>
    <p:extLst>
      <p:ext uri="{BB962C8B-B14F-4D97-AF65-F5344CB8AC3E}">
        <p14:creationId xmlns:p14="http://schemas.microsoft.com/office/powerpoint/2010/main" val="6553952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27</a:t>
            </a:fld>
            <a:endParaRPr lang="zh-CN" altLang="en-US"/>
          </a:p>
        </p:txBody>
      </p:sp>
    </p:spTree>
    <p:extLst>
      <p:ext uri="{BB962C8B-B14F-4D97-AF65-F5344CB8AC3E}">
        <p14:creationId xmlns:p14="http://schemas.microsoft.com/office/powerpoint/2010/main" val="38014427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28</a:t>
            </a:fld>
            <a:endParaRPr lang="zh-CN" altLang="en-US"/>
          </a:p>
        </p:txBody>
      </p:sp>
    </p:spTree>
    <p:extLst>
      <p:ext uri="{BB962C8B-B14F-4D97-AF65-F5344CB8AC3E}">
        <p14:creationId xmlns:p14="http://schemas.microsoft.com/office/powerpoint/2010/main" val="3303909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29</a:t>
            </a:fld>
            <a:endParaRPr lang="zh-CN" altLang="en-US"/>
          </a:p>
        </p:txBody>
      </p:sp>
    </p:spTree>
    <p:extLst>
      <p:ext uri="{BB962C8B-B14F-4D97-AF65-F5344CB8AC3E}">
        <p14:creationId xmlns:p14="http://schemas.microsoft.com/office/powerpoint/2010/main" val="27277974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30</a:t>
            </a:fld>
            <a:endParaRPr lang="zh-CN" altLang="en-US"/>
          </a:p>
        </p:txBody>
      </p:sp>
    </p:spTree>
    <p:extLst>
      <p:ext uri="{BB962C8B-B14F-4D97-AF65-F5344CB8AC3E}">
        <p14:creationId xmlns:p14="http://schemas.microsoft.com/office/powerpoint/2010/main" val="35073033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31</a:t>
            </a:fld>
            <a:endParaRPr lang="zh-CN" altLang="en-US"/>
          </a:p>
        </p:txBody>
      </p:sp>
    </p:spTree>
    <p:extLst>
      <p:ext uri="{BB962C8B-B14F-4D97-AF65-F5344CB8AC3E}">
        <p14:creationId xmlns:p14="http://schemas.microsoft.com/office/powerpoint/2010/main" val="16060995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32</a:t>
            </a:fld>
            <a:endParaRPr lang="zh-CN" altLang="en-US"/>
          </a:p>
        </p:txBody>
      </p:sp>
    </p:spTree>
    <p:extLst>
      <p:ext uri="{BB962C8B-B14F-4D97-AF65-F5344CB8AC3E}">
        <p14:creationId xmlns:p14="http://schemas.microsoft.com/office/powerpoint/2010/main" val="38971622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33</a:t>
            </a:fld>
            <a:endParaRPr lang="zh-CN" altLang="en-US"/>
          </a:p>
        </p:txBody>
      </p:sp>
    </p:spTree>
    <p:extLst>
      <p:ext uri="{BB962C8B-B14F-4D97-AF65-F5344CB8AC3E}">
        <p14:creationId xmlns:p14="http://schemas.microsoft.com/office/powerpoint/2010/main" val="31778834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34</a:t>
            </a:fld>
            <a:endParaRPr lang="zh-CN" altLang="en-US"/>
          </a:p>
        </p:txBody>
      </p:sp>
    </p:spTree>
    <p:extLst>
      <p:ext uri="{BB962C8B-B14F-4D97-AF65-F5344CB8AC3E}">
        <p14:creationId xmlns:p14="http://schemas.microsoft.com/office/powerpoint/2010/main" val="7357834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35</a:t>
            </a:fld>
            <a:endParaRPr lang="zh-CN" altLang="en-US"/>
          </a:p>
        </p:txBody>
      </p:sp>
    </p:spTree>
    <p:extLst>
      <p:ext uri="{BB962C8B-B14F-4D97-AF65-F5344CB8AC3E}">
        <p14:creationId xmlns:p14="http://schemas.microsoft.com/office/powerpoint/2010/main" val="16262816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36</a:t>
            </a:fld>
            <a:endParaRPr lang="zh-CN" altLang="en-US"/>
          </a:p>
        </p:txBody>
      </p:sp>
    </p:spTree>
    <p:extLst>
      <p:ext uri="{BB962C8B-B14F-4D97-AF65-F5344CB8AC3E}">
        <p14:creationId xmlns:p14="http://schemas.microsoft.com/office/powerpoint/2010/main" val="41687738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37</a:t>
            </a:fld>
            <a:endParaRPr lang="zh-CN" altLang="en-US"/>
          </a:p>
        </p:txBody>
      </p:sp>
    </p:spTree>
    <p:extLst>
      <p:ext uri="{BB962C8B-B14F-4D97-AF65-F5344CB8AC3E}">
        <p14:creationId xmlns:p14="http://schemas.microsoft.com/office/powerpoint/2010/main" val="17757039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38</a:t>
            </a:fld>
            <a:endParaRPr lang="zh-CN" altLang="en-US"/>
          </a:p>
        </p:txBody>
      </p:sp>
    </p:spTree>
    <p:extLst>
      <p:ext uri="{BB962C8B-B14F-4D97-AF65-F5344CB8AC3E}">
        <p14:creationId xmlns:p14="http://schemas.microsoft.com/office/powerpoint/2010/main" val="17302760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39</a:t>
            </a:fld>
            <a:endParaRPr lang="zh-CN" altLang="en-US"/>
          </a:p>
        </p:txBody>
      </p:sp>
    </p:spTree>
    <p:extLst>
      <p:ext uri="{BB962C8B-B14F-4D97-AF65-F5344CB8AC3E}">
        <p14:creationId xmlns:p14="http://schemas.microsoft.com/office/powerpoint/2010/main" val="7563088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40</a:t>
            </a:fld>
            <a:endParaRPr lang="zh-CN" altLang="en-US"/>
          </a:p>
        </p:txBody>
      </p:sp>
    </p:spTree>
    <p:extLst>
      <p:ext uri="{BB962C8B-B14F-4D97-AF65-F5344CB8AC3E}">
        <p14:creationId xmlns:p14="http://schemas.microsoft.com/office/powerpoint/2010/main" val="14261590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41</a:t>
            </a:fld>
            <a:endParaRPr lang="zh-CN" altLang="en-US"/>
          </a:p>
        </p:txBody>
      </p:sp>
    </p:spTree>
    <p:extLst>
      <p:ext uri="{BB962C8B-B14F-4D97-AF65-F5344CB8AC3E}">
        <p14:creationId xmlns:p14="http://schemas.microsoft.com/office/powerpoint/2010/main" val="31644888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42</a:t>
            </a:fld>
            <a:endParaRPr lang="zh-CN" altLang="en-US"/>
          </a:p>
        </p:txBody>
      </p:sp>
    </p:spTree>
    <p:extLst>
      <p:ext uri="{BB962C8B-B14F-4D97-AF65-F5344CB8AC3E}">
        <p14:creationId xmlns:p14="http://schemas.microsoft.com/office/powerpoint/2010/main" val="38871664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43</a:t>
            </a:fld>
            <a:endParaRPr lang="zh-CN" altLang="en-US"/>
          </a:p>
        </p:txBody>
      </p:sp>
    </p:spTree>
    <p:extLst>
      <p:ext uri="{BB962C8B-B14F-4D97-AF65-F5344CB8AC3E}">
        <p14:creationId xmlns:p14="http://schemas.microsoft.com/office/powerpoint/2010/main" val="6374310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44</a:t>
            </a:fld>
            <a:endParaRPr lang="zh-CN" altLang="en-US"/>
          </a:p>
        </p:txBody>
      </p:sp>
    </p:spTree>
    <p:extLst>
      <p:ext uri="{BB962C8B-B14F-4D97-AF65-F5344CB8AC3E}">
        <p14:creationId xmlns:p14="http://schemas.microsoft.com/office/powerpoint/2010/main" val="11531160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45</a:t>
            </a:fld>
            <a:endParaRPr lang="zh-CN" altLang="en-US"/>
          </a:p>
        </p:txBody>
      </p:sp>
    </p:spTree>
    <p:extLst>
      <p:ext uri="{BB962C8B-B14F-4D97-AF65-F5344CB8AC3E}">
        <p14:creationId xmlns:p14="http://schemas.microsoft.com/office/powerpoint/2010/main" val="42795988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46</a:t>
            </a:fld>
            <a:endParaRPr lang="zh-CN" altLang="en-US"/>
          </a:p>
        </p:txBody>
      </p:sp>
    </p:spTree>
    <p:extLst>
      <p:ext uri="{BB962C8B-B14F-4D97-AF65-F5344CB8AC3E}">
        <p14:creationId xmlns:p14="http://schemas.microsoft.com/office/powerpoint/2010/main" val="78586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47</a:t>
            </a:fld>
            <a:endParaRPr lang="zh-CN" altLang="en-US"/>
          </a:p>
        </p:txBody>
      </p:sp>
    </p:spTree>
    <p:extLst>
      <p:ext uri="{BB962C8B-B14F-4D97-AF65-F5344CB8AC3E}">
        <p14:creationId xmlns:p14="http://schemas.microsoft.com/office/powerpoint/2010/main" val="20999073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48</a:t>
            </a:fld>
            <a:endParaRPr lang="zh-CN" altLang="en-US"/>
          </a:p>
        </p:txBody>
      </p:sp>
    </p:spTree>
    <p:extLst>
      <p:ext uri="{BB962C8B-B14F-4D97-AF65-F5344CB8AC3E}">
        <p14:creationId xmlns:p14="http://schemas.microsoft.com/office/powerpoint/2010/main" val="4007499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49</a:t>
            </a:fld>
            <a:endParaRPr lang="zh-CN" altLang="en-US"/>
          </a:p>
        </p:txBody>
      </p:sp>
    </p:spTree>
    <p:extLst>
      <p:ext uri="{BB962C8B-B14F-4D97-AF65-F5344CB8AC3E}">
        <p14:creationId xmlns:p14="http://schemas.microsoft.com/office/powerpoint/2010/main" val="159730943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50</a:t>
            </a:fld>
            <a:endParaRPr lang="zh-CN" altLang="en-US"/>
          </a:p>
        </p:txBody>
      </p:sp>
    </p:spTree>
    <p:extLst>
      <p:ext uri="{BB962C8B-B14F-4D97-AF65-F5344CB8AC3E}">
        <p14:creationId xmlns:p14="http://schemas.microsoft.com/office/powerpoint/2010/main" val="3442711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51</a:t>
            </a:fld>
            <a:endParaRPr lang="zh-CN" altLang="en-US"/>
          </a:p>
        </p:txBody>
      </p:sp>
    </p:spTree>
    <p:extLst>
      <p:ext uri="{BB962C8B-B14F-4D97-AF65-F5344CB8AC3E}">
        <p14:creationId xmlns:p14="http://schemas.microsoft.com/office/powerpoint/2010/main" val="10860105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52</a:t>
            </a:fld>
            <a:endParaRPr lang="zh-CN" altLang="en-US"/>
          </a:p>
        </p:txBody>
      </p:sp>
    </p:spTree>
    <p:extLst>
      <p:ext uri="{BB962C8B-B14F-4D97-AF65-F5344CB8AC3E}">
        <p14:creationId xmlns:p14="http://schemas.microsoft.com/office/powerpoint/2010/main" val="79879017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53</a:t>
            </a:fld>
            <a:endParaRPr lang="zh-CN" altLang="en-US"/>
          </a:p>
        </p:txBody>
      </p:sp>
    </p:spTree>
    <p:extLst>
      <p:ext uri="{BB962C8B-B14F-4D97-AF65-F5344CB8AC3E}">
        <p14:creationId xmlns:p14="http://schemas.microsoft.com/office/powerpoint/2010/main" val="219546836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54</a:t>
            </a:fld>
            <a:endParaRPr lang="zh-CN" altLang="en-US"/>
          </a:p>
        </p:txBody>
      </p:sp>
    </p:spTree>
    <p:extLst>
      <p:ext uri="{BB962C8B-B14F-4D97-AF65-F5344CB8AC3E}">
        <p14:creationId xmlns:p14="http://schemas.microsoft.com/office/powerpoint/2010/main" val="214140201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55</a:t>
            </a:fld>
            <a:endParaRPr lang="zh-CN" altLang="en-US"/>
          </a:p>
        </p:txBody>
      </p:sp>
    </p:spTree>
    <p:extLst>
      <p:ext uri="{BB962C8B-B14F-4D97-AF65-F5344CB8AC3E}">
        <p14:creationId xmlns:p14="http://schemas.microsoft.com/office/powerpoint/2010/main" val="423910074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56</a:t>
            </a:fld>
            <a:endParaRPr lang="zh-CN" altLang="en-US"/>
          </a:p>
        </p:txBody>
      </p:sp>
    </p:spTree>
    <p:extLst>
      <p:ext uri="{BB962C8B-B14F-4D97-AF65-F5344CB8AC3E}">
        <p14:creationId xmlns:p14="http://schemas.microsoft.com/office/powerpoint/2010/main" val="26527601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57</a:t>
            </a:fld>
            <a:endParaRPr lang="zh-CN" altLang="en-US"/>
          </a:p>
        </p:txBody>
      </p:sp>
    </p:spTree>
    <p:extLst>
      <p:ext uri="{BB962C8B-B14F-4D97-AF65-F5344CB8AC3E}">
        <p14:creationId xmlns:p14="http://schemas.microsoft.com/office/powerpoint/2010/main" val="35412597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58</a:t>
            </a:fld>
            <a:endParaRPr lang="zh-CN" altLang="en-US"/>
          </a:p>
        </p:txBody>
      </p:sp>
    </p:spTree>
    <p:extLst>
      <p:ext uri="{BB962C8B-B14F-4D97-AF65-F5344CB8AC3E}">
        <p14:creationId xmlns:p14="http://schemas.microsoft.com/office/powerpoint/2010/main" val="426590752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59</a:t>
            </a:fld>
            <a:endParaRPr lang="zh-CN" altLang="en-US"/>
          </a:p>
        </p:txBody>
      </p:sp>
    </p:spTree>
    <p:extLst>
      <p:ext uri="{BB962C8B-B14F-4D97-AF65-F5344CB8AC3E}">
        <p14:creationId xmlns:p14="http://schemas.microsoft.com/office/powerpoint/2010/main" val="17749625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B4E569D-EDD6-4BC5-AFEC-DD57613D915D}" type="slidenum">
              <a:rPr lang="zh-CN" altLang="en-US" smtClean="0"/>
              <a:t>60</a:t>
            </a:fld>
            <a:endParaRPr lang="zh-CN" altLang="en-US"/>
          </a:p>
        </p:txBody>
      </p:sp>
    </p:spTree>
    <p:extLst>
      <p:ext uri="{BB962C8B-B14F-4D97-AF65-F5344CB8AC3E}">
        <p14:creationId xmlns:p14="http://schemas.microsoft.com/office/powerpoint/2010/main" val="306979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默认">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4743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一">
    <p:bg>
      <p:bgPr>
        <a:solidFill>
          <a:schemeClr val="bg1">
            <a:lumMod val="95000"/>
            <a:alpha val="70000"/>
          </a:schemeClr>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124FA8DE-70C9-4596-816D-BDD8F2EBA839}"/>
              </a:ext>
            </a:extLst>
          </p:cNvPr>
          <p:cNvSpPr/>
          <p:nvPr userDrawn="1"/>
        </p:nvSpPr>
        <p:spPr>
          <a:xfrm>
            <a:off x="0" y="1719000"/>
            <a:ext cx="12192000" cy="34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8" name="图片 27">
            <a:extLst>
              <a:ext uri="{FF2B5EF4-FFF2-40B4-BE49-F238E27FC236}">
                <a16:creationId xmlns:a16="http://schemas.microsoft.com/office/drawing/2014/main" id="{59FAC1D4-C303-4F3F-88E6-3B7AC873D7C3}"/>
              </a:ext>
            </a:extLst>
          </p:cNvPr>
          <p:cNvPicPr>
            <a:picLocks noChangeAspect="1"/>
          </p:cNvPicPr>
          <p:nvPr userDrawn="1"/>
        </p:nvPicPr>
        <p:blipFill>
          <a:blip r:embed="rId2">
            <a:extLst>
              <a:ext uri="{28A0092B-C50C-407E-A947-70E740481C1C}">
                <a14:useLocalDpi xmlns:a14="http://schemas.microsoft.com/office/drawing/2010/main" val="0"/>
              </a:ext>
            </a:extLst>
          </a:blip>
          <a:srcRect l="56691"/>
          <a:stretch>
            <a:fillRect/>
          </a:stretch>
        </p:blipFill>
        <p:spPr>
          <a:xfrm>
            <a:off x="0" y="1250582"/>
            <a:ext cx="2004124" cy="4356835"/>
          </a:xfrm>
          <a:custGeom>
            <a:avLst/>
            <a:gdLst>
              <a:gd name="connsiteX0" fmla="*/ 0 w 2004124"/>
              <a:gd name="connsiteY0" fmla="*/ 0 h 4356835"/>
              <a:gd name="connsiteX1" fmla="*/ 2004124 w 2004124"/>
              <a:gd name="connsiteY1" fmla="*/ 0 h 4356835"/>
              <a:gd name="connsiteX2" fmla="*/ 2004124 w 2004124"/>
              <a:gd name="connsiteY2" fmla="*/ 4356835 h 4356835"/>
              <a:gd name="connsiteX3" fmla="*/ 0 w 2004124"/>
              <a:gd name="connsiteY3" fmla="*/ 4356835 h 4356835"/>
            </a:gdLst>
            <a:ahLst/>
            <a:cxnLst>
              <a:cxn ang="0">
                <a:pos x="connsiteX0" y="connsiteY0"/>
              </a:cxn>
              <a:cxn ang="0">
                <a:pos x="connsiteX1" y="connsiteY1"/>
              </a:cxn>
              <a:cxn ang="0">
                <a:pos x="connsiteX2" y="connsiteY2"/>
              </a:cxn>
              <a:cxn ang="0">
                <a:pos x="connsiteX3" y="connsiteY3"/>
              </a:cxn>
            </a:cxnLst>
            <a:rect l="l" t="t" r="r" b="b"/>
            <a:pathLst>
              <a:path w="2004124" h="4356835">
                <a:moveTo>
                  <a:pt x="0" y="0"/>
                </a:moveTo>
                <a:lnTo>
                  <a:pt x="2004124" y="0"/>
                </a:lnTo>
                <a:lnTo>
                  <a:pt x="2004124" y="4356835"/>
                </a:lnTo>
                <a:lnTo>
                  <a:pt x="0" y="4356835"/>
                </a:lnTo>
                <a:close/>
              </a:path>
            </a:pathLst>
          </a:custGeom>
        </p:spPr>
      </p:pic>
      <p:pic>
        <p:nvPicPr>
          <p:cNvPr id="36" name="图片 35">
            <a:extLst>
              <a:ext uri="{FF2B5EF4-FFF2-40B4-BE49-F238E27FC236}">
                <a16:creationId xmlns:a16="http://schemas.microsoft.com/office/drawing/2014/main" id="{6CB51668-75F0-4F3D-99F7-870DDA59DD20}"/>
              </a:ext>
            </a:extLst>
          </p:cNvPr>
          <p:cNvPicPr>
            <a:picLocks noChangeAspect="1"/>
          </p:cNvPicPr>
          <p:nvPr userDrawn="1"/>
        </p:nvPicPr>
        <p:blipFill>
          <a:blip r:embed="rId2">
            <a:extLst>
              <a:ext uri="{28A0092B-C50C-407E-A947-70E740481C1C}">
                <a14:useLocalDpi xmlns:a14="http://schemas.microsoft.com/office/drawing/2010/main" val="0"/>
              </a:ext>
            </a:extLst>
          </a:blip>
          <a:srcRect r="56691"/>
          <a:stretch>
            <a:fillRect/>
          </a:stretch>
        </p:blipFill>
        <p:spPr>
          <a:xfrm>
            <a:off x="10187876" y="1250582"/>
            <a:ext cx="2004124" cy="4356835"/>
          </a:xfrm>
          <a:custGeom>
            <a:avLst/>
            <a:gdLst>
              <a:gd name="connsiteX0" fmla="*/ 0 w 2004124"/>
              <a:gd name="connsiteY0" fmla="*/ 0 h 4356835"/>
              <a:gd name="connsiteX1" fmla="*/ 2004124 w 2004124"/>
              <a:gd name="connsiteY1" fmla="*/ 0 h 4356835"/>
              <a:gd name="connsiteX2" fmla="*/ 2004124 w 2004124"/>
              <a:gd name="connsiteY2" fmla="*/ 4356835 h 4356835"/>
              <a:gd name="connsiteX3" fmla="*/ 0 w 2004124"/>
              <a:gd name="connsiteY3" fmla="*/ 4356835 h 4356835"/>
            </a:gdLst>
            <a:ahLst/>
            <a:cxnLst>
              <a:cxn ang="0">
                <a:pos x="connsiteX0" y="connsiteY0"/>
              </a:cxn>
              <a:cxn ang="0">
                <a:pos x="connsiteX1" y="connsiteY1"/>
              </a:cxn>
              <a:cxn ang="0">
                <a:pos x="connsiteX2" y="connsiteY2"/>
              </a:cxn>
              <a:cxn ang="0">
                <a:pos x="connsiteX3" y="connsiteY3"/>
              </a:cxn>
            </a:cxnLst>
            <a:rect l="l" t="t" r="r" b="b"/>
            <a:pathLst>
              <a:path w="2004124" h="4356835">
                <a:moveTo>
                  <a:pt x="0" y="0"/>
                </a:moveTo>
                <a:lnTo>
                  <a:pt x="2004124" y="0"/>
                </a:lnTo>
                <a:lnTo>
                  <a:pt x="2004124" y="4356835"/>
                </a:lnTo>
                <a:lnTo>
                  <a:pt x="0" y="4356835"/>
                </a:lnTo>
                <a:close/>
              </a:path>
            </a:pathLst>
          </a:custGeom>
        </p:spPr>
      </p:pic>
      <p:pic>
        <p:nvPicPr>
          <p:cNvPr id="38" name="图片 37">
            <a:extLst>
              <a:ext uri="{FF2B5EF4-FFF2-40B4-BE49-F238E27FC236}">
                <a16:creationId xmlns:a16="http://schemas.microsoft.com/office/drawing/2014/main" id="{7D57AB33-622D-4A94-A9DC-A885C366435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325" y="381444"/>
            <a:ext cx="3215647" cy="740666"/>
          </a:xfrm>
          <a:prstGeom prst="rect">
            <a:avLst/>
          </a:prstGeom>
        </p:spPr>
      </p:pic>
      <p:cxnSp>
        <p:nvCxnSpPr>
          <p:cNvPr id="40" name="直接连接符 39">
            <a:extLst>
              <a:ext uri="{FF2B5EF4-FFF2-40B4-BE49-F238E27FC236}">
                <a16:creationId xmlns:a16="http://schemas.microsoft.com/office/drawing/2014/main" id="{5C746EBE-E82C-48A1-82DB-DF308464DB82}"/>
              </a:ext>
            </a:extLst>
          </p:cNvPr>
          <p:cNvCxnSpPr>
            <a:cxnSpLocks/>
          </p:cNvCxnSpPr>
          <p:nvPr userDrawn="1"/>
        </p:nvCxnSpPr>
        <p:spPr>
          <a:xfrm>
            <a:off x="710039" y="4250323"/>
            <a:ext cx="0" cy="256591"/>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42" name="图片 41">
            <a:extLst>
              <a:ext uri="{FF2B5EF4-FFF2-40B4-BE49-F238E27FC236}">
                <a16:creationId xmlns:a16="http://schemas.microsoft.com/office/drawing/2014/main" id="{E445BE4B-A9A1-4F09-9454-3C340B68F02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2422" y="6156760"/>
            <a:ext cx="2425366" cy="423615"/>
          </a:xfrm>
          <a:prstGeom prst="rect">
            <a:avLst/>
          </a:prstGeom>
        </p:spPr>
      </p:pic>
      <p:pic>
        <p:nvPicPr>
          <p:cNvPr id="44" name="图形 43">
            <a:extLst>
              <a:ext uri="{FF2B5EF4-FFF2-40B4-BE49-F238E27FC236}">
                <a16:creationId xmlns:a16="http://schemas.microsoft.com/office/drawing/2014/main" id="{0ED7CBC8-18E2-46BA-9BB3-39485C64072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729757" y="-411070"/>
            <a:ext cx="6771861" cy="6489700"/>
          </a:xfrm>
          <a:prstGeom prst="rect">
            <a:avLst/>
          </a:prstGeom>
        </p:spPr>
      </p:pic>
      <p:sp>
        <p:nvSpPr>
          <p:cNvPr id="50" name="标题 1">
            <a:extLst>
              <a:ext uri="{FF2B5EF4-FFF2-40B4-BE49-F238E27FC236}">
                <a16:creationId xmlns:a16="http://schemas.microsoft.com/office/drawing/2014/main" id="{F409A46C-F70C-43F6-A421-C87EB87C13EF}"/>
              </a:ext>
            </a:extLst>
          </p:cNvPr>
          <p:cNvSpPr>
            <a:spLocks noGrp="1"/>
          </p:cNvSpPr>
          <p:nvPr>
            <p:ph type="title" hasCustomPrompt="1"/>
          </p:nvPr>
        </p:nvSpPr>
        <p:spPr>
          <a:xfrm>
            <a:off x="602902" y="2291484"/>
            <a:ext cx="6179736" cy="607148"/>
          </a:xfrm>
          <a:prstGeom prst="rect">
            <a:avLst/>
          </a:prstGeom>
        </p:spPr>
        <p:txBody>
          <a:bodyPr/>
          <a:lstStyle>
            <a:lvl1pPr marL="0" algn="just" defTabSz="914400" rtl="0" eaLnBrk="1" latinLnBrk="0" hangingPunct="1">
              <a:defRPr lang="zh-CN" altLang="en-US" sz="4000" b="1" kern="1200" spc="600" dirty="0">
                <a:solidFill>
                  <a:schemeClr val="bg1"/>
                </a:solidFill>
                <a:latin typeface="微软雅黑" panose="020B0503020204020204" pitchFamily="34" charset="-122"/>
                <a:ea typeface="微软雅黑" panose="020B0503020204020204" pitchFamily="34" charset="-122"/>
                <a:cs typeface="+mn-cs"/>
              </a:defRPr>
            </a:lvl1pPr>
          </a:lstStyle>
          <a:p>
            <a:r>
              <a:rPr lang="zh-CN" altLang="en-US" dirty="0"/>
              <a:t>南京理工大学通用模板</a:t>
            </a:r>
          </a:p>
        </p:txBody>
      </p:sp>
      <p:sp>
        <p:nvSpPr>
          <p:cNvPr id="54" name="文本占位符 52">
            <a:extLst>
              <a:ext uri="{FF2B5EF4-FFF2-40B4-BE49-F238E27FC236}">
                <a16:creationId xmlns:a16="http://schemas.microsoft.com/office/drawing/2014/main" id="{A5856B74-6792-4A4B-B720-D09F390E2762}"/>
              </a:ext>
            </a:extLst>
          </p:cNvPr>
          <p:cNvSpPr>
            <a:spLocks noGrp="1"/>
          </p:cNvSpPr>
          <p:nvPr>
            <p:ph type="body" sz="quarter" idx="10" hasCustomPrompt="1"/>
          </p:nvPr>
        </p:nvSpPr>
        <p:spPr>
          <a:xfrm>
            <a:off x="602587" y="3415506"/>
            <a:ext cx="5419725" cy="338554"/>
          </a:xfrm>
          <a:prstGeom prst="rect">
            <a:avLst/>
          </a:prstGeom>
        </p:spPr>
        <p:txBody>
          <a:bodyPr/>
          <a:lstStyle>
            <a:lvl1pPr marL="0" indent="0" algn="l" defTabSz="914400" rtl="0" eaLnBrk="1" latinLnBrk="0" hangingPunct="1">
              <a:buNone/>
              <a:defRPr lang="zh-CN" altLang="en-US" sz="1800" kern="1200" dirty="0" smtClean="0">
                <a:solidFill>
                  <a:schemeClr val="bg1"/>
                </a:solidFill>
                <a:latin typeface="微软雅黑" panose="020B0503020204020204" pitchFamily="34" charset="-122"/>
                <a:ea typeface="微软雅黑" panose="020B0503020204020204" pitchFamily="34" charset="-122"/>
                <a:cs typeface="+mn-cs"/>
              </a:defRPr>
            </a:lvl1pPr>
            <a:lvl2pPr marL="0" algn="l" defTabSz="914400" rtl="0" eaLnBrk="1" latinLnBrk="0" hangingPunct="1">
              <a:defRPr lang="zh-CN" altLang="en-US" sz="1800" kern="1200" dirty="0" smtClean="0">
                <a:solidFill>
                  <a:schemeClr val="bg1"/>
                </a:solidFill>
                <a:latin typeface="微软雅黑" panose="020B0503020204020204" pitchFamily="34" charset="-122"/>
                <a:ea typeface="微软雅黑" panose="020B0503020204020204" pitchFamily="34" charset="-122"/>
                <a:cs typeface="+mn-cs"/>
              </a:defRPr>
            </a:lvl2pPr>
            <a:lvl3pPr marL="0" algn="l" defTabSz="914400" rtl="0" eaLnBrk="1" latinLnBrk="0" hangingPunct="1">
              <a:defRPr lang="zh-CN" altLang="en-US" sz="1800" kern="1200" dirty="0" smtClean="0">
                <a:solidFill>
                  <a:schemeClr val="bg1"/>
                </a:solidFill>
                <a:latin typeface="微软雅黑" panose="020B0503020204020204" pitchFamily="34" charset="-122"/>
                <a:ea typeface="微软雅黑" panose="020B0503020204020204" pitchFamily="34" charset="-122"/>
                <a:cs typeface="+mn-cs"/>
              </a:defRPr>
            </a:lvl3pPr>
            <a:lvl4pPr marL="0" algn="l" defTabSz="914400" rtl="0" eaLnBrk="1" latinLnBrk="0" hangingPunct="1">
              <a:defRPr lang="zh-CN" altLang="en-US" sz="1800" kern="1200" dirty="0" smtClean="0">
                <a:solidFill>
                  <a:schemeClr val="bg1"/>
                </a:solidFill>
                <a:latin typeface="微软雅黑" panose="020B0503020204020204" pitchFamily="34" charset="-122"/>
                <a:ea typeface="微软雅黑" panose="020B0503020204020204" pitchFamily="34" charset="-122"/>
                <a:cs typeface="+mn-cs"/>
              </a:defRPr>
            </a:lvl4pPr>
            <a:lvl5pPr marL="0" algn="l" defTabSz="914400" rtl="0" eaLnBrk="1" latinLnBrk="0" hangingPunct="1">
              <a:defRPr lang="zh-CN" altLang="en-US" sz="1800" kern="1200" dirty="0">
                <a:solidFill>
                  <a:schemeClr val="bg1"/>
                </a:solidFill>
                <a:latin typeface="微软雅黑" panose="020B0503020204020204" pitchFamily="34" charset="-122"/>
                <a:ea typeface="微软雅黑" panose="020B0503020204020204" pitchFamily="34" charset="-122"/>
                <a:cs typeface="+mn-cs"/>
              </a:defRPr>
            </a:lvl5pPr>
          </a:lstStyle>
          <a:p>
            <a:r>
              <a:rPr lang="en-US" altLang="zh-CN" dirty="0">
                <a:solidFill>
                  <a:schemeClr val="bg1"/>
                </a:solidFill>
                <a:latin typeface="微软雅黑" panose="020B0503020204020204" pitchFamily="34" charset="-122"/>
                <a:ea typeface="微软雅黑" panose="020B0503020204020204" pitchFamily="34" charset="-122"/>
              </a:rPr>
              <a:t>Nanjing University of Science and Technology</a:t>
            </a:r>
            <a:endParaRPr lang="zh-CN" altLang="en-US" spc="300" dirty="0">
              <a:solidFill>
                <a:schemeClr val="bg1"/>
              </a:solidFill>
              <a:latin typeface="微软雅黑" panose="020B0503020204020204" pitchFamily="34" charset="-122"/>
              <a:ea typeface="微软雅黑" panose="020B0503020204020204" pitchFamily="34" charset="-122"/>
            </a:endParaRPr>
          </a:p>
        </p:txBody>
      </p:sp>
      <p:sp>
        <p:nvSpPr>
          <p:cNvPr id="57" name="文本占位符 55">
            <a:extLst>
              <a:ext uri="{FF2B5EF4-FFF2-40B4-BE49-F238E27FC236}">
                <a16:creationId xmlns:a16="http://schemas.microsoft.com/office/drawing/2014/main" id="{80B28AA7-CEE9-4277-975B-3D37D85C030A}"/>
              </a:ext>
            </a:extLst>
          </p:cNvPr>
          <p:cNvSpPr>
            <a:spLocks noGrp="1"/>
          </p:cNvSpPr>
          <p:nvPr>
            <p:ph type="body" sz="quarter" idx="11" hasCustomPrompt="1"/>
          </p:nvPr>
        </p:nvSpPr>
        <p:spPr>
          <a:xfrm>
            <a:off x="710039" y="4257000"/>
            <a:ext cx="1968500" cy="338138"/>
          </a:xfrm>
          <a:prstGeom prst="rect">
            <a:avLst/>
          </a:prstGeom>
        </p:spPr>
        <p:txBody>
          <a:bodyPr/>
          <a:lstStyle>
            <a:lvl1pPr marL="0" indent="0" algn="l" defTabSz="914400" rtl="0" eaLnBrk="1" latinLnBrk="0" hangingPunct="1">
              <a:buNone/>
              <a:defRPr lang="zh-CN" altLang="en-US" sz="1600" b="0" kern="1200" spc="300" dirty="0" smtClean="0">
                <a:solidFill>
                  <a:schemeClr val="bg1"/>
                </a:solidFill>
                <a:latin typeface="微软雅黑" panose="020B0503020204020204" pitchFamily="34" charset="-122"/>
                <a:ea typeface="微软雅黑" panose="020B0503020204020204" pitchFamily="34" charset="-122"/>
                <a:cs typeface="+mn-cs"/>
              </a:defRPr>
            </a:lvl1pPr>
            <a:lvl2pPr marL="0" algn="ctr" defTabSz="914400" rtl="0" eaLnBrk="1" latinLnBrk="0" hangingPunct="1">
              <a:defRPr lang="zh-CN" altLang="en-US" sz="1600" b="1" kern="1200" spc="300" dirty="0" smtClean="0">
                <a:solidFill>
                  <a:schemeClr val="bg1"/>
                </a:solidFill>
                <a:latin typeface="微软雅黑" panose="020B0503020204020204" pitchFamily="34" charset="-122"/>
                <a:ea typeface="微软雅黑" panose="020B0503020204020204" pitchFamily="34" charset="-122"/>
                <a:cs typeface="+mn-cs"/>
              </a:defRPr>
            </a:lvl2pPr>
            <a:lvl3pPr marL="0" algn="ctr" defTabSz="914400" rtl="0" eaLnBrk="1" latinLnBrk="0" hangingPunct="1">
              <a:defRPr lang="zh-CN" altLang="en-US" sz="1600" b="1" kern="1200" spc="300" dirty="0" smtClean="0">
                <a:solidFill>
                  <a:schemeClr val="bg1"/>
                </a:solidFill>
                <a:latin typeface="微软雅黑" panose="020B0503020204020204" pitchFamily="34" charset="-122"/>
                <a:ea typeface="微软雅黑" panose="020B0503020204020204" pitchFamily="34" charset="-122"/>
                <a:cs typeface="+mn-cs"/>
              </a:defRPr>
            </a:lvl3pPr>
            <a:lvl4pPr marL="0" algn="ctr" defTabSz="914400" rtl="0" eaLnBrk="1" latinLnBrk="0" hangingPunct="1">
              <a:defRPr lang="zh-CN" altLang="en-US" sz="1600" b="1" kern="1200" spc="300" dirty="0" smtClean="0">
                <a:solidFill>
                  <a:schemeClr val="bg1"/>
                </a:solidFill>
                <a:latin typeface="微软雅黑" panose="020B0503020204020204" pitchFamily="34" charset="-122"/>
                <a:ea typeface="微软雅黑" panose="020B0503020204020204" pitchFamily="34" charset="-122"/>
                <a:cs typeface="+mn-cs"/>
              </a:defRPr>
            </a:lvl4pPr>
            <a:lvl5pPr marL="0" algn="ctr" defTabSz="914400" rtl="0" eaLnBrk="1" latinLnBrk="0" hangingPunct="1">
              <a:defRPr lang="zh-CN" altLang="en-US" sz="1600" b="1" kern="1200" spc="300" dirty="0">
                <a:solidFill>
                  <a:schemeClr val="bg1"/>
                </a:solidFill>
                <a:latin typeface="微软雅黑" panose="020B0503020204020204" pitchFamily="34" charset="-122"/>
                <a:ea typeface="微软雅黑" panose="020B0503020204020204" pitchFamily="34" charset="-122"/>
                <a:cs typeface="+mn-cs"/>
              </a:defRPr>
            </a:lvl5pPr>
          </a:lstStyle>
          <a:p>
            <a:pPr algn="ctr"/>
            <a:r>
              <a:rPr lang="zh-CN" altLang="en-US" sz="1600" b="1" spc="300" dirty="0">
                <a:solidFill>
                  <a:schemeClr val="bg1"/>
                </a:solidFill>
                <a:latin typeface="微软雅黑" panose="020B0503020204020204" pitchFamily="34" charset="-122"/>
                <a:ea typeface="微软雅黑" panose="020B0503020204020204" pitchFamily="34" charset="-122"/>
              </a:rPr>
              <a:t>汇报人：</a:t>
            </a:r>
            <a:r>
              <a:rPr lang="zh-CN" altLang="en-US" sz="1600" spc="300" dirty="0">
                <a:solidFill>
                  <a:schemeClr val="bg1"/>
                </a:solidFill>
                <a:latin typeface="微软雅黑 Light" panose="020B0502040204020203" pitchFamily="34" charset="-122"/>
                <a:ea typeface="微软雅黑 Light" panose="020B0502040204020203" pitchFamily="34" charset="-122"/>
              </a:rPr>
              <a:t>刘光前</a:t>
            </a:r>
          </a:p>
        </p:txBody>
      </p:sp>
      <p:sp>
        <p:nvSpPr>
          <p:cNvPr id="60" name="文本占位符 58">
            <a:extLst>
              <a:ext uri="{FF2B5EF4-FFF2-40B4-BE49-F238E27FC236}">
                <a16:creationId xmlns:a16="http://schemas.microsoft.com/office/drawing/2014/main" id="{38461EB2-B5FD-4DCC-869D-CA514DB49D0F}"/>
              </a:ext>
            </a:extLst>
          </p:cNvPr>
          <p:cNvSpPr>
            <a:spLocks noGrp="1"/>
          </p:cNvSpPr>
          <p:nvPr>
            <p:ph type="body" sz="quarter" idx="12" hasCustomPrompt="1"/>
          </p:nvPr>
        </p:nvSpPr>
        <p:spPr>
          <a:xfrm>
            <a:off x="2746787" y="4250323"/>
            <a:ext cx="2454275" cy="338138"/>
          </a:xfrm>
          <a:prstGeom prst="rect">
            <a:avLst/>
          </a:prstGeom>
        </p:spPr>
        <p:txBody>
          <a:bodyPr/>
          <a:lstStyle>
            <a:lvl1pPr marL="0" indent="0" algn="l" defTabSz="914400" rtl="0" eaLnBrk="1" latinLnBrk="0" hangingPunct="1">
              <a:buNone/>
              <a:defRPr lang="zh-CN" altLang="en-US" sz="1600" b="0" kern="1200" spc="300" dirty="0" smtClean="0">
                <a:solidFill>
                  <a:schemeClr val="bg1"/>
                </a:solidFill>
                <a:latin typeface="微软雅黑" panose="020B0503020204020204" pitchFamily="34" charset="-122"/>
                <a:ea typeface="微软雅黑" panose="020B0503020204020204" pitchFamily="34" charset="-122"/>
                <a:cs typeface="+mn-cs"/>
              </a:defRPr>
            </a:lvl1pPr>
            <a:lvl2pPr marL="0" indent="0" algn="ctr" defTabSz="914400" rtl="0" eaLnBrk="1" latinLnBrk="0" hangingPunct="1">
              <a:buNone/>
              <a:defRPr lang="zh-CN" altLang="en-US" sz="1600" b="1" kern="1200" spc="300" dirty="0" smtClean="0">
                <a:solidFill>
                  <a:schemeClr val="bg1"/>
                </a:solidFill>
                <a:latin typeface="微软雅黑" panose="020B0503020204020204" pitchFamily="34" charset="-122"/>
                <a:ea typeface="微软雅黑" panose="020B0503020204020204" pitchFamily="34" charset="-122"/>
                <a:cs typeface="+mn-cs"/>
              </a:defRPr>
            </a:lvl2pPr>
            <a:lvl3pPr marL="0" indent="0" algn="ctr" defTabSz="914400" rtl="0" eaLnBrk="1" latinLnBrk="0" hangingPunct="1">
              <a:buNone/>
              <a:defRPr lang="zh-CN" altLang="en-US" sz="1600" b="1" kern="1200" spc="300" dirty="0" smtClean="0">
                <a:solidFill>
                  <a:schemeClr val="bg1"/>
                </a:solidFill>
                <a:latin typeface="微软雅黑" panose="020B0503020204020204" pitchFamily="34" charset="-122"/>
                <a:ea typeface="微软雅黑" panose="020B0503020204020204" pitchFamily="34" charset="-122"/>
                <a:cs typeface="+mn-cs"/>
              </a:defRPr>
            </a:lvl3pPr>
            <a:lvl4pPr marL="0" indent="0" algn="ctr" defTabSz="914400" rtl="0" eaLnBrk="1" latinLnBrk="0" hangingPunct="1">
              <a:buNone/>
              <a:defRPr lang="zh-CN" altLang="en-US" sz="1600" b="1" kern="1200" spc="300" dirty="0" smtClean="0">
                <a:solidFill>
                  <a:schemeClr val="bg1"/>
                </a:solidFill>
                <a:latin typeface="微软雅黑" panose="020B0503020204020204" pitchFamily="34" charset="-122"/>
                <a:ea typeface="微软雅黑" panose="020B0503020204020204" pitchFamily="34" charset="-122"/>
                <a:cs typeface="+mn-cs"/>
              </a:defRPr>
            </a:lvl4pPr>
            <a:lvl5pPr marL="0" indent="0" algn="ctr" defTabSz="914400" rtl="0" eaLnBrk="1" latinLnBrk="0" hangingPunct="1">
              <a:buNone/>
              <a:defRPr lang="zh-CN" altLang="en-US" sz="1600" b="1" kern="1200" spc="300" dirty="0">
                <a:solidFill>
                  <a:schemeClr val="bg1"/>
                </a:solidFill>
                <a:latin typeface="微软雅黑" panose="020B0503020204020204" pitchFamily="34" charset="-122"/>
                <a:ea typeface="微软雅黑" panose="020B0503020204020204" pitchFamily="34" charset="-122"/>
                <a:cs typeface="+mn-cs"/>
              </a:defRPr>
            </a:lvl5pPr>
          </a:lstStyle>
          <a:p>
            <a:pPr algn="ctr"/>
            <a:r>
              <a:rPr lang="zh-CN" altLang="en-US" sz="1600" b="1" spc="300" dirty="0">
                <a:solidFill>
                  <a:schemeClr val="bg1"/>
                </a:solidFill>
                <a:latin typeface="微软雅黑" panose="020B0503020204020204" pitchFamily="34" charset="-122"/>
                <a:ea typeface="微软雅黑" panose="020B0503020204020204" pitchFamily="34" charset="-122"/>
              </a:rPr>
              <a:t>指导老师：</a:t>
            </a:r>
            <a:r>
              <a:rPr lang="zh-CN" altLang="en-US" sz="1600" spc="300" dirty="0">
                <a:solidFill>
                  <a:schemeClr val="bg1"/>
                </a:solidFill>
                <a:latin typeface="微软雅黑 Light" panose="020B0502040204020203" pitchFamily="34" charset="-122"/>
                <a:ea typeface="微软雅黑 Light" panose="020B0502040204020203" pitchFamily="34" charset="-122"/>
              </a:rPr>
              <a:t>二木老师</a:t>
            </a:r>
          </a:p>
        </p:txBody>
      </p:sp>
    </p:spTree>
    <p:extLst>
      <p:ext uri="{BB962C8B-B14F-4D97-AF65-F5344CB8AC3E}">
        <p14:creationId xmlns:p14="http://schemas.microsoft.com/office/powerpoint/2010/main" val="2592210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封面2">
    <p:bg>
      <p:bgPr>
        <a:solidFill>
          <a:schemeClr val="bg1">
            <a:lumMod val="95000"/>
            <a:alpha val="70000"/>
          </a:schemeClr>
        </a:solidFill>
        <a:effectLst/>
      </p:bgPr>
    </p:bg>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9BBD599-03EB-49D5-9463-C27B4140EF1C}"/>
              </a:ext>
            </a:extLst>
          </p:cNvPr>
          <p:cNvPicPr>
            <a:picLocks noChangeAspect="1"/>
          </p:cNvPicPr>
          <p:nvPr userDrawn="1"/>
        </p:nvPicPr>
        <p:blipFill>
          <a:blip r:embed="rId2">
            <a:extLst>
              <a:ext uri="{28A0092B-C50C-407E-A947-70E740481C1C}">
                <a14:useLocalDpi xmlns:a14="http://schemas.microsoft.com/office/drawing/2010/main" val="0"/>
              </a:ext>
            </a:extLst>
          </a:blip>
          <a:srcRect l="11622" t="27071" r="11622" b="27071"/>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矩形 5">
            <a:extLst>
              <a:ext uri="{FF2B5EF4-FFF2-40B4-BE49-F238E27FC236}">
                <a16:creationId xmlns:a16="http://schemas.microsoft.com/office/drawing/2014/main" id="{836AACE0-A832-4AE7-B3CB-CC7FCBA882D0}"/>
              </a:ext>
            </a:extLst>
          </p:cNvPr>
          <p:cNvSpPr/>
          <p:nvPr userDrawn="1"/>
        </p:nvSpPr>
        <p:spPr>
          <a:xfrm>
            <a:off x="0" y="0"/>
            <a:ext cx="12192000" cy="6858000"/>
          </a:xfrm>
          <a:prstGeom prst="rect">
            <a:avLst/>
          </a:prstGeom>
          <a:solidFill>
            <a:schemeClr val="bg1">
              <a:alpha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8" name="任意多边形: 形状 7">
            <a:extLst>
              <a:ext uri="{FF2B5EF4-FFF2-40B4-BE49-F238E27FC236}">
                <a16:creationId xmlns:a16="http://schemas.microsoft.com/office/drawing/2014/main" id="{06A11241-1A71-42AF-87DF-E001A68DADD4}"/>
              </a:ext>
            </a:extLst>
          </p:cNvPr>
          <p:cNvSpPr/>
          <p:nvPr userDrawn="1"/>
        </p:nvSpPr>
        <p:spPr>
          <a:xfrm>
            <a:off x="7002690" y="0"/>
            <a:ext cx="5189311" cy="6858000"/>
          </a:xfrm>
          <a:custGeom>
            <a:avLst/>
            <a:gdLst>
              <a:gd name="connsiteX0" fmla="*/ 1590627 w 5189311"/>
              <a:gd name="connsiteY0" fmla="*/ 0 h 6858000"/>
              <a:gd name="connsiteX1" fmla="*/ 5189311 w 5189311"/>
              <a:gd name="connsiteY1" fmla="*/ 0 h 6858000"/>
              <a:gd name="connsiteX2" fmla="*/ 5189311 w 5189311"/>
              <a:gd name="connsiteY2" fmla="*/ 6858000 h 6858000"/>
              <a:gd name="connsiteX3" fmla="*/ 1590627 w 5189311"/>
              <a:gd name="connsiteY3" fmla="*/ 6858000 h 6858000"/>
              <a:gd name="connsiteX4" fmla="*/ 1472331 w 5189311"/>
              <a:gd name="connsiteY4" fmla="*/ 6755530 h 6858000"/>
              <a:gd name="connsiteX5" fmla="*/ 0 w 5189311"/>
              <a:gd name="connsiteY5" fmla="*/ 3429000 h 6858000"/>
              <a:gd name="connsiteX6" fmla="*/ 1472331 w 5189311"/>
              <a:gd name="connsiteY6" fmla="*/ 1024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89311" h="6858000">
                <a:moveTo>
                  <a:pt x="1590627" y="0"/>
                </a:moveTo>
                <a:lnTo>
                  <a:pt x="5189311" y="0"/>
                </a:lnTo>
                <a:lnTo>
                  <a:pt x="5189311" y="6858000"/>
                </a:lnTo>
                <a:lnTo>
                  <a:pt x="1590627" y="6858000"/>
                </a:lnTo>
                <a:lnTo>
                  <a:pt x="1472331" y="6755530"/>
                </a:lnTo>
                <a:cubicBezTo>
                  <a:pt x="567848" y="5933455"/>
                  <a:pt x="0" y="4747541"/>
                  <a:pt x="0" y="3429000"/>
                </a:cubicBezTo>
                <a:cubicBezTo>
                  <a:pt x="0" y="2110459"/>
                  <a:pt x="567848" y="924545"/>
                  <a:pt x="1472331" y="102470"/>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3CB02BE5-7BA3-4E5B-A54D-C3C93DEFD43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325" y="368300"/>
            <a:ext cx="3215647" cy="740666"/>
          </a:xfrm>
          <a:prstGeom prst="rect">
            <a:avLst/>
          </a:prstGeom>
        </p:spPr>
      </p:pic>
      <p:sp>
        <p:nvSpPr>
          <p:cNvPr id="18" name="任意多边形: 形状 17">
            <a:extLst>
              <a:ext uri="{FF2B5EF4-FFF2-40B4-BE49-F238E27FC236}">
                <a16:creationId xmlns:a16="http://schemas.microsoft.com/office/drawing/2014/main" id="{D6C75D4E-0285-4209-981E-1CE93B16792B}"/>
              </a:ext>
            </a:extLst>
          </p:cNvPr>
          <p:cNvSpPr/>
          <p:nvPr/>
        </p:nvSpPr>
        <p:spPr>
          <a:xfrm>
            <a:off x="703453" y="3604369"/>
            <a:ext cx="5694218" cy="200891"/>
          </a:xfrm>
          <a:custGeom>
            <a:avLst/>
            <a:gdLst>
              <a:gd name="connsiteX0" fmla="*/ 0 w 5694218"/>
              <a:gd name="connsiteY0" fmla="*/ 0 h 200891"/>
              <a:gd name="connsiteX1" fmla="*/ 561109 w 5694218"/>
              <a:gd name="connsiteY1" fmla="*/ 0 h 200891"/>
              <a:gd name="connsiteX2" fmla="*/ 561109 w 5694218"/>
              <a:gd name="connsiteY2" fmla="*/ 200891 h 200891"/>
              <a:gd name="connsiteX3" fmla="*/ 755072 w 5694218"/>
              <a:gd name="connsiteY3" fmla="*/ 6927 h 200891"/>
              <a:gd name="connsiteX4" fmla="*/ 5694218 w 5694218"/>
              <a:gd name="connsiteY4" fmla="*/ 6927 h 2008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94218" h="200891">
                <a:moveTo>
                  <a:pt x="0" y="0"/>
                </a:moveTo>
                <a:lnTo>
                  <a:pt x="561109" y="0"/>
                </a:lnTo>
                <a:lnTo>
                  <a:pt x="561109" y="200891"/>
                </a:lnTo>
                <a:lnTo>
                  <a:pt x="755072" y="6927"/>
                </a:lnTo>
                <a:lnTo>
                  <a:pt x="5694218" y="6927"/>
                </a:ln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1" name="图片 20">
            <a:extLst>
              <a:ext uri="{FF2B5EF4-FFF2-40B4-BE49-F238E27FC236}">
                <a16:creationId xmlns:a16="http://schemas.microsoft.com/office/drawing/2014/main" id="{E9B4CD4E-3AC2-4155-9A82-5C1F6FB4693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2902" y="6136337"/>
            <a:ext cx="2387607" cy="417020"/>
          </a:xfrm>
          <a:prstGeom prst="rect">
            <a:avLst/>
          </a:prstGeom>
        </p:spPr>
      </p:pic>
      <p:pic>
        <p:nvPicPr>
          <p:cNvPr id="23" name="图片 22">
            <a:extLst>
              <a:ext uri="{FF2B5EF4-FFF2-40B4-BE49-F238E27FC236}">
                <a16:creationId xmlns:a16="http://schemas.microsoft.com/office/drawing/2014/main" id="{FBDEC2A5-BBB4-4804-A3BC-36DB7D87B42E}"/>
              </a:ext>
            </a:extLst>
          </p:cNvPr>
          <p:cNvPicPr>
            <a:picLocks noChangeAspect="1"/>
          </p:cNvPicPr>
          <p:nvPr userDrawn="1"/>
        </p:nvPicPr>
        <p:blipFill>
          <a:blip r:embed="rId5"/>
          <a:stretch>
            <a:fillRect/>
          </a:stretch>
        </p:blipFill>
        <p:spPr>
          <a:xfrm>
            <a:off x="703453" y="4308626"/>
            <a:ext cx="351175" cy="417020"/>
          </a:xfrm>
          <a:prstGeom prst="rect">
            <a:avLst/>
          </a:prstGeom>
        </p:spPr>
      </p:pic>
      <p:sp>
        <p:nvSpPr>
          <p:cNvPr id="25" name="标题 23">
            <a:extLst>
              <a:ext uri="{FF2B5EF4-FFF2-40B4-BE49-F238E27FC236}">
                <a16:creationId xmlns:a16="http://schemas.microsoft.com/office/drawing/2014/main" id="{8FA4209E-1DC3-4C14-8527-134100458966}"/>
              </a:ext>
            </a:extLst>
          </p:cNvPr>
          <p:cNvSpPr>
            <a:spLocks noGrp="1"/>
          </p:cNvSpPr>
          <p:nvPr>
            <p:ph type="title" hasCustomPrompt="1"/>
          </p:nvPr>
        </p:nvSpPr>
        <p:spPr>
          <a:xfrm>
            <a:off x="586006" y="2905709"/>
            <a:ext cx="7442830" cy="695843"/>
          </a:xfrm>
          <a:prstGeom prst="rect">
            <a:avLst/>
          </a:prstGeom>
        </p:spPr>
        <p:txBody>
          <a:bodyPr/>
          <a:lstStyle>
            <a:lvl1pPr marL="0" algn="just" defTabSz="914400" rtl="0" eaLnBrk="1" latinLnBrk="0" hangingPunct="1">
              <a:defRPr lang="zh-CN" altLang="en-US" sz="4000" b="1" kern="1200" spc="600" dirty="0">
                <a:solidFill>
                  <a:schemeClr val="accent1"/>
                </a:solidFill>
                <a:latin typeface="微软雅黑" panose="020B0503020204020204" pitchFamily="34" charset="-122"/>
                <a:ea typeface="微软雅黑" panose="020B0503020204020204" pitchFamily="34" charset="-122"/>
                <a:cs typeface="+mn-cs"/>
              </a:defRPr>
            </a:lvl1pPr>
          </a:lstStyle>
          <a:p>
            <a:pPr algn="just"/>
            <a:r>
              <a:rPr lang="zh-CN" altLang="en-US" sz="4000" b="1" spc="600" dirty="0">
                <a:solidFill>
                  <a:schemeClr val="accent1"/>
                </a:solidFill>
                <a:latin typeface="微软雅黑" panose="020B0503020204020204" pitchFamily="34" charset="-122"/>
                <a:ea typeface="微软雅黑" panose="020B0503020204020204" pitchFamily="34" charset="-122"/>
              </a:rPr>
              <a:t>南京理工大学通用模板</a:t>
            </a:r>
          </a:p>
        </p:txBody>
      </p:sp>
      <p:sp>
        <p:nvSpPr>
          <p:cNvPr id="30" name="文本占位符 29">
            <a:extLst>
              <a:ext uri="{FF2B5EF4-FFF2-40B4-BE49-F238E27FC236}">
                <a16:creationId xmlns:a16="http://schemas.microsoft.com/office/drawing/2014/main" id="{F068F368-8B68-4998-990B-664EE27EDE52}"/>
              </a:ext>
            </a:extLst>
          </p:cNvPr>
          <p:cNvSpPr>
            <a:spLocks noGrp="1"/>
          </p:cNvSpPr>
          <p:nvPr>
            <p:ph type="body" sz="quarter" idx="10" hasCustomPrompt="1"/>
          </p:nvPr>
        </p:nvSpPr>
        <p:spPr>
          <a:xfrm>
            <a:off x="602902" y="2490184"/>
            <a:ext cx="5510212" cy="423862"/>
          </a:xfrm>
          <a:prstGeom prst="rect">
            <a:avLst/>
          </a:prstGeom>
        </p:spPr>
        <p:txBody>
          <a:bodyPr/>
          <a:lstStyle>
            <a:lvl1pPr marL="0" indent="0" algn="l" defTabSz="914400" rtl="0" eaLnBrk="1" latinLnBrk="0" hangingPunct="1">
              <a:buNone/>
              <a:defRPr lang="en-US" altLang="zh-CN" sz="1800" kern="1200" dirty="0" smtClean="0">
                <a:solidFill>
                  <a:schemeClr val="accent1"/>
                </a:solidFill>
                <a:latin typeface="+mj-ea"/>
                <a:ea typeface="+mj-ea"/>
                <a:cs typeface="+mn-ea"/>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ltLang="zh-CN" dirty="0"/>
              <a:t>Nanjing University of Science and Technology</a:t>
            </a:r>
          </a:p>
        </p:txBody>
      </p:sp>
      <p:sp>
        <p:nvSpPr>
          <p:cNvPr id="40" name="图片占位符 39">
            <a:extLst>
              <a:ext uri="{FF2B5EF4-FFF2-40B4-BE49-F238E27FC236}">
                <a16:creationId xmlns:a16="http://schemas.microsoft.com/office/drawing/2014/main" id="{B33E15C0-EA42-48F7-82E7-FF31E638BF9A}"/>
              </a:ext>
            </a:extLst>
          </p:cNvPr>
          <p:cNvSpPr>
            <a:spLocks noGrp="1"/>
          </p:cNvSpPr>
          <p:nvPr>
            <p:ph type="pic" sz="quarter" idx="11"/>
          </p:nvPr>
        </p:nvSpPr>
        <p:spPr>
          <a:xfrm>
            <a:off x="7229475" y="0"/>
            <a:ext cx="4962525" cy="6858000"/>
          </a:xfrm>
          <a:custGeom>
            <a:avLst/>
            <a:gdLst>
              <a:gd name="connsiteX0" fmla="*/ 1727484 w 4962525"/>
              <a:gd name="connsiteY0" fmla="*/ 0 h 6858000"/>
              <a:gd name="connsiteX1" fmla="*/ 4962525 w 4962525"/>
              <a:gd name="connsiteY1" fmla="*/ 0 h 6858000"/>
              <a:gd name="connsiteX2" fmla="*/ 4962525 w 4962525"/>
              <a:gd name="connsiteY2" fmla="*/ 6858000 h 6858000"/>
              <a:gd name="connsiteX3" fmla="*/ 1727484 w 4962525"/>
              <a:gd name="connsiteY3" fmla="*/ 6858000 h 6858000"/>
              <a:gd name="connsiteX4" fmla="*/ 1714066 w 4962525"/>
              <a:gd name="connsiteY4" fmla="*/ 6848459 h 6858000"/>
              <a:gd name="connsiteX5" fmla="*/ 0 w 4962525"/>
              <a:gd name="connsiteY5" fmla="*/ 3429000 h 6858000"/>
              <a:gd name="connsiteX6" fmla="*/ 1714066 w 4962525"/>
              <a:gd name="connsiteY6" fmla="*/ 95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62525" h="6858000">
                <a:moveTo>
                  <a:pt x="1727484" y="0"/>
                </a:moveTo>
                <a:lnTo>
                  <a:pt x="4962525" y="0"/>
                </a:lnTo>
                <a:lnTo>
                  <a:pt x="4962525" y="6858000"/>
                </a:lnTo>
                <a:lnTo>
                  <a:pt x="1727484" y="6858000"/>
                </a:lnTo>
                <a:lnTo>
                  <a:pt x="1714066" y="6848459"/>
                </a:lnTo>
                <a:cubicBezTo>
                  <a:pt x="673523" y="6070283"/>
                  <a:pt x="0" y="4828296"/>
                  <a:pt x="0" y="3429000"/>
                </a:cubicBezTo>
                <a:cubicBezTo>
                  <a:pt x="0" y="2029704"/>
                  <a:pt x="673523" y="787718"/>
                  <a:pt x="1714066" y="9542"/>
                </a:cubicBezTo>
                <a:close/>
              </a:path>
            </a:pathLst>
          </a:custGeom>
          <a:ln>
            <a:solidFill>
              <a:schemeClr val="accent1"/>
            </a:solidFill>
          </a:ln>
        </p:spPr>
        <p:txBody>
          <a:bodyPr wrap="square" anchor="ctr">
            <a:noAutofit/>
          </a:bodyPr>
          <a:lstStyle>
            <a:lvl1pPr algn="r">
              <a:defRPr/>
            </a:lvl1pPr>
          </a:lstStyle>
          <a:p>
            <a:endParaRPr lang="zh-CN" altLang="en-US" dirty="0"/>
          </a:p>
        </p:txBody>
      </p:sp>
      <p:sp>
        <p:nvSpPr>
          <p:cNvPr id="43" name="文本占位符 41">
            <a:extLst>
              <a:ext uri="{FF2B5EF4-FFF2-40B4-BE49-F238E27FC236}">
                <a16:creationId xmlns:a16="http://schemas.microsoft.com/office/drawing/2014/main" id="{A89F16FC-7189-4567-8DE8-B6DC32348258}"/>
              </a:ext>
            </a:extLst>
          </p:cNvPr>
          <p:cNvSpPr>
            <a:spLocks noGrp="1"/>
          </p:cNvSpPr>
          <p:nvPr>
            <p:ph type="body" sz="quarter" idx="12" hasCustomPrompt="1"/>
          </p:nvPr>
        </p:nvSpPr>
        <p:spPr>
          <a:xfrm>
            <a:off x="1197114" y="4432332"/>
            <a:ext cx="2500312" cy="417513"/>
          </a:xfrm>
          <a:prstGeom prst="rect">
            <a:avLst/>
          </a:prstGeom>
        </p:spPr>
        <p:txBody>
          <a:bodyPr/>
          <a:lstStyle>
            <a:lvl1pPr marL="0" indent="0" algn="l" defTabSz="914400" rtl="0" eaLnBrk="1" latinLnBrk="0" hangingPunct="1">
              <a:buNone/>
              <a:defRPr lang="zh-CN" altLang="en-US" sz="2000" b="0" kern="1200" spc="300" dirty="0" smtClean="0">
                <a:solidFill>
                  <a:schemeClr val="accent1"/>
                </a:solidFill>
                <a:latin typeface="+mn-ea"/>
                <a:ea typeface="+mn-ea"/>
                <a:cs typeface="+mn-cs"/>
              </a:defRPr>
            </a:lvl1pPr>
            <a:lvl2pPr marL="0" indent="0" algn="l" defTabSz="914400" rtl="0" eaLnBrk="1" latinLnBrk="0" hangingPunct="1">
              <a:buNone/>
              <a:defRPr lang="zh-CN" altLang="en-US" sz="2000" b="1" kern="1200" spc="300" dirty="0" smtClean="0">
                <a:solidFill>
                  <a:schemeClr val="accent1"/>
                </a:solidFill>
                <a:latin typeface="微软雅黑" panose="020B0503020204020204" pitchFamily="34" charset="-122"/>
                <a:ea typeface="微软雅黑" panose="020B0503020204020204" pitchFamily="34" charset="-122"/>
                <a:cs typeface="+mn-cs"/>
              </a:defRPr>
            </a:lvl2pPr>
            <a:lvl3pPr marL="0" indent="0" algn="l" defTabSz="914400" rtl="0" eaLnBrk="1" latinLnBrk="0" hangingPunct="1">
              <a:buNone/>
              <a:defRPr lang="zh-CN" altLang="en-US" sz="2000" b="1" kern="1200" spc="300" dirty="0" smtClean="0">
                <a:solidFill>
                  <a:schemeClr val="accent1"/>
                </a:solidFill>
                <a:latin typeface="微软雅黑" panose="020B0503020204020204" pitchFamily="34" charset="-122"/>
                <a:ea typeface="微软雅黑" panose="020B0503020204020204" pitchFamily="34" charset="-122"/>
                <a:cs typeface="+mn-cs"/>
              </a:defRPr>
            </a:lvl3pPr>
            <a:lvl4pPr marL="0" indent="0" algn="l" defTabSz="914400" rtl="0" eaLnBrk="1" latinLnBrk="0" hangingPunct="1">
              <a:buNone/>
              <a:defRPr lang="zh-CN" altLang="en-US" sz="2000" b="1" kern="1200" spc="300" dirty="0" smtClean="0">
                <a:solidFill>
                  <a:schemeClr val="accent1"/>
                </a:solidFill>
                <a:latin typeface="微软雅黑" panose="020B0503020204020204" pitchFamily="34" charset="-122"/>
                <a:ea typeface="微软雅黑" panose="020B0503020204020204" pitchFamily="34" charset="-122"/>
                <a:cs typeface="+mn-cs"/>
              </a:defRPr>
            </a:lvl4pPr>
            <a:lvl5pPr marL="0" indent="0" algn="l" defTabSz="914400" rtl="0" eaLnBrk="1" latinLnBrk="0" hangingPunct="1">
              <a:buNone/>
              <a:defRPr lang="zh-CN" altLang="en-US" sz="2000" b="1" kern="1200" spc="300" dirty="0">
                <a:solidFill>
                  <a:schemeClr val="accent1"/>
                </a:solidFill>
                <a:latin typeface="微软雅黑" panose="020B0503020204020204" pitchFamily="34" charset="-122"/>
                <a:ea typeface="微软雅黑" panose="020B0503020204020204" pitchFamily="34" charset="-122"/>
                <a:cs typeface="+mn-cs"/>
              </a:defRPr>
            </a:lvl5pPr>
          </a:lstStyle>
          <a:p>
            <a:pPr algn="l"/>
            <a:r>
              <a:rPr lang="zh-CN" altLang="en-US" sz="2000" b="1" spc="300" dirty="0">
                <a:solidFill>
                  <a:schemeClr val="accent1"/>
                </a:solidFill>
                <a:latin typeface="微软雅黑" panose="020B0503020204020204" pitchFamily="34" charset="-122"/>
                <a:ea typeface="微软雅黑" panose="020B0503020204020204" pitchFamily="34" charset="-122"/>
              </a:rPr>
              <a:t>汇报人：</a:t>
            </a:r>
            <a:r>
              <a:rPr lang="zh-CN" altLang="en-US" sz="2000" spc="300" dirty="0">
                <a:solidFill>
                  <a:schemeClr val="accent1"/>
                </a:solidFill>
                <a:latin typeface="微软雅黑" panose="020B0503020204020204" pitchFamily="34" charset="-122"/>
                <a:ea typeface="微软雅黑" panose="020B0503020204020204" pitchFamily="34" charset="-122"/>
              </a:rPr>
              <a:t>刘光前</a:t>
            </a:r>
          </a:p>
        </p:txBody>
      </p:sp>
    </p:spTree>
    <p:extLst>
      <p:ext uri="{BB962C8B-B14F-4D97-AF65-F5344CB8AC3E}">
        <p14:creationId xmlns:p14="http://schemas.microsoft.com/office/powerpoint/2010/main" val="1165828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面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0" name="矩形 79">
            <a:extLst>
              <a:ext uri="{FF2B5EF4-FFF2-40B4-BE49-F238E27FC236}">
                <a16:creationId xmlns:a16="http://schemas.microsoft.com/office/drawing/2014/main" id="{B69D3C12-69C4-4A3C-8A16-E380AFBB7023}"/>
              </a:ext>
            </a:extLst>
          </p:cNvPr>
          <p:cNvSpPr/>
          <p:nvPr userDrawn="1"/>
        </p:nvSpPr>
        <p:spPr>
          <a:xfrm>
            <a:off x="0" y="0"/>
            <a:ext cx="12192000" cy="6858000"/>
          </a:xfrm>
          <a:prstGeom prst="rect">
            <a:avLst/>
          </a:prstGeom>
          <a:solidFill>
            <a:schemeClr val="bg1">
              <a:alpha val="8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82" name="任意多边形: 形状 81">
            <a:extLst>
              <a:ext uri="{FF2B5EF4-FFF2-40B4-BE49-F238E27FC236}">
                <a16:creationId xmlns:a16="http://schemas.microsoft.com/office/drawing/2014/main" id="{D66FF192-87A1-4842-AED9-B944F1200217}"/>
              </a:ext>
            </a:extLst>
          </p:cNvPr>
          <p:cNvSpPr/>
          <p:nvPr userDrawn="1"/>
        </p:nvSpPr>
        <p:spPr>
          <a:xfrm>
            <a:off x="0" y="1736723"/>
            <a:ext cx="12192000" cy="3384552"/>
          </a:xfrm>
          <a:custGeom>
            <a:avLst/>
            <a:gdLst>
              <a:gd name="connsiteX0" fmla="*/ 0 w 12192000"/>
              <a:gd name="connsiteY0" fmla="*/ 0 h 3384552"/>
              <a:gd name="connsiteX1" fmla="*/ 5221304 w 12192000"/>
              <a:gd name="connsiteY1" fmla="*/ 0 h 3384552"/>
              <a:gd name="connsiteX2" fmla="*/ 5237005 w 12192000"/>
              <a:gd name="connsiteY2" fmla="*/ 155754 h 3384552"/>
              <a:gd name="connsiteX3" fmla="*/ 6096000 w 12192000"/>
              <a:gd name="connsiteY3" fmla="*/ 855855 h 3384552"/>
              <a:gd name="connsiteX4" fmla="*/ 6954996 w 12192000"/>
              <a:gd name="connsiteY4" fmla="*/ 155754 h 3384552"/>
              <a:gd name="connsiteX5" fmla="*/ 6970697 w 12192000"/>
              <a:gd name="connsiteY5" fmla="*/ 0 h 3384552"/>
              <a:gd name="connsiteX6" fmla="*/ 12192000 w 12192000"/>
              <a:gd name="connsiteY6" fmla="*/ 0 h 3384552"/>
              <a:gd name="connsiteX7" fmla="*/ 12192000 w 12192000"/>
              <a:gd name="connsiteY7" fmla="*/ 3384552 h 3384552"/>
              <a:gd name="connsiteX8" fmla="*/ 0 w 12192000"/>
              <a:gd name="connsiteY8" fmla="*/ 3384552 h 338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384552">
                <a:moveTo>
                  <a:pt x="0" y="0"/>
                </a:moveTo>
                <a:lnTo>
                  <a:pt x="5221304" y="0"/>
                </a:lnTo>
                <a:lnTo>
                  <a:pt x="5237005" y="155754"/>
                </a:lnTo>
                <a:cubicBezTo>
                  <a:pt x="5318764" y="555301"/>
                  <a:pt x="5672283" y="855855"/>
                  <a:pt x="6096000" y="855855"/>
                </a:cubicBezTo>
                <a:cubicBezTo>
                  <a:pt x="6519717" y="855855"/>
                  <a:pt x="6873236" y="555301"/>
                  <a:pt x="6954996" y="155754"/>
                </a:cubicBezTo>
                <a:lnTo>
                  <a:pt x="6970697" y="0"/>
                </a:lnTo>
                <a:lnTo>
                  <a:pt x="12192000" y="0"/>
                </a:lnTo>
                <a:lnTo>
                  <a:pt x="12192000" y="3384552"/>
                </a:lnTo>
                <a:lnTo>
                  <a:pt x="0" y="338455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pic>
        <p:nvPicPr>
          <p:cNvPr id="84" name="图片 83">
            <a:extLst>
              <a:ext uri="{FF2B5EF4-FFF2-40B4-BE49-F238E27FC236}">
                <a16:creationId xmlns:a16="http://schemas.microsoft.com/office/drawing/2014/main" id="{77A16E67-2382-4F0C-92BB-5D79DB2B82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64723" y="859915"/>
            <a:ext cx="1862553" cy="1753617"/>
          </a:xfrm>
          <a:prstGeom prst="rect">
            <a:avLst/>
          </a:prstGeom>
          <a:noFill/>
        </p:spPr>
      </p:pic>
      <p:sp>
        <p:nvSpPr>
          <p:cNvPr id="90" name="laboratory-microscope_78524">
            <a:extLst>
              <a:ext uri="{FF2B5EF4-FFF2-40B4-BE49-F238E27FC236}">
                <a16:creationId xmlns:a16="http://schemas.microsoft.com/office/drawing/2014/main" id="{D356E915-1BB4-4D1C-A7E1-1B9890018D90}"/>
              </a:ext>
            </a:extLst>
          </p:cNvPr>
          <p:cNvSpPr>
            <a:spLocks noChangeAspect="1"/>
          </p:cNvSpPr>
          <p:nvPr userDrawn="1"/>
        </p:nvSpPr>
        <p:spPr bwMode="auto">
          <a:xfrm>
            <a:off x="5913457" y="4370905"/>
            <a:ext cx="365086" cy="477646"/>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88862 h 440259"/>
              <a:gd name="T57" fmla="*/ 88862 h 440259"/>
              <a:gd name="T58" fmla="*/ 278945 h 440259"/>
              <a:gd name="T59" fmla="*/ 278945 h 440259"/>
              <a:gd name="T60" fmla="*/ 278945 h 440259"/>
              <a:gd name="T61" fmla="*/ 278945 h 440259"/>
              <a:gd name="T62" fmla="*/ 88862 h 440259"/>
              <a:gd name="T63" fmla="*/ 88862 h 440259"/>
              <a:gd name="T64" fmla="*/ 278945 h 440259"/>
              <a:gd name="T65" fmla="*/ 278945 h 440259"/>
              <a:gd name="T66" fmla="*/ 278945 h 440259"/>
              <a:gd name="T67" fmla="*/ 278945 h 440259"/>
              <a:gd name="T68" fmla="*/ 278945 h 440259"/>
              <a:gd name="T69" fmla="*/ 278945 h 440259"/>
              <a:gd name="T70" fmla="*/ 88862 h 440259"/>
              <a:gd name="T71" fmla="*/ 88862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278945 h 440259"/>
              <a:gd name="T89" fmla="*/ 278945 h 440259"/>
              <a:gd name="T90" fmla="*/ 278945 h 440259"/>
              <a:gd name="T91"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86" h="5092">
                <a:moveTo>
                  <a:pt x="3542" y="4509"/>
                </a:moveTo>
                <a:lnTo>
                  <a:pt x="3260" y="4509"/>
                </a:lnTo>
                <a:lnTo>
                  <a:pt x="3181" y="2195"/>
                </a:lnTo>
                <a:cubicBezTo>
                  <a:pt x="3180" y="1744"/>
                  <a:pt x="2970" y="1596"/>
                  <a:pt x="2891" y="1540"/>
                </a:cubicBezTo>
                <a:cubicBezTo>
                  <a:pt x="2888" y="1538"/>
                  <a:pt x="2579" y="1327"/>
                  <a:pt x="2579" y="1327"/>
                </a:cubicBezTo>
                <a:lnTo>
                  <a:pt x="2641" y="1222"/>
                </a:lnTo>
                <a:cubicBezTo>
                  <a:pt x="2669" y="1174"/>
                  <a:pt x="2653" y="1113"/>
                  <a:pt x="2606" y="1085"/>
                </a:cubicBezTo>
                <a:lnTo>
                  <a:pt x="2547" y="1050"/>
                </a:lnTo>
                <a:lnTo>
                  <a:pt x="2700" y="790"/>
                </a:lnTo>
                <a:lnTo>
                  <a:pt x="2789" y="842"/>
                </a:lnTo>
                <a:cubicBezTo>
                  <a:pt x="2804" y="851"/>
                  <a:pt x="2822" y="856"/>
                  <a:pt x="2839" y="856"/>
                </a:cubicBezTo>
                <a:cubicBezTo>
                  <a:pt x="2848" y="856"/>
                  <a:pt x="2856" y="855"/>
                  <a:pt x="2865" y="853"/>
                </a:cubicBezTo>
                <a:cubicBezTo>
                  <a:pt x="2890" y="846"/>
                  <a:pt x="2912" y="829"/>
                  <a:pt x="2926" y="806"/>
                </a:cubicBezTo>
                <a:lnTo>
                  <a:pt x="3073" y="556"/>
                </a:lnTo>
                <a:cubicBezTo>
                  <a:pt x="3101" y="508"/>
                  <a:pt x="3085" y="447"/>
                  <a:pt x="3038" y="419"/>
                </a:cubicBezTo>
                <a:lnTo>
                  <a:pt x="2354" y="17"/>
                </a:lnTo>
                <a:cubicBezTo>
                  <a:pt x="2331" y="3"/>
                  <a:pt x="2304" y="0"/>
                  <a:pt x="2279" y="6"/>
                </a:cubicBezTo>
                <a:cubicBezTo>
                  <a:pt x="2253" y="13"/>
                  <a:pt x="2231" y="29"/>
                  <a:pt x="2217" y="52"/>
                </a:cubicBezTo>
                <a:lnTo>
                  <a:pt x="2070" y="303"/>
                </a:lnTo>
                <a:cubicBezTo>
                  <a:pt x="2042" y="351"/>
                  <a:pt x="2058" y="412"/>
                  <a:pt x="2105" y="440"/>
                </a:cubicBezTo>
                <a:lnTo>
                  <a:pt x="2194" y="492"/>
                </a:lnTo>
                <a:lnTo>
                  <a:pt x="2041" y="753"/>
                </a:lnTo>
                <a:lnTo>
                  <a:pt x="1982" y="718"/>
                </a:lnTo>
                <a:cubicBezTo>
                  <a:pt x="1959" y="704"/>
                  <a:pt x="1932" y="701"/>
                  <a:pt x="1906" y="707"/>
                </a:cubicBezTo>
                <a:cubicBezTo>
                  <a:pt x="1881" y="714"/>
                  <a:pt x="1859" y="731"/>
                  <a:pt x="1845" y="753"/>
                </a:cubicBezTo>
                <a:lnTo>
                  <a:pt x="880" y="2395"/>
                </a:lnTo>
                <a:cubicBezTo>
                  <a:pt x="852" y="2443"/>
                  <a:pt x="868" y="2504"/>
                  <a:pt x="915" y="2532"/>
                </a:cubicBezTo>
                <a:lnTo>
                  <a:pt x="1023" y="2595"/>
                </a:lnTo>
                <a:lnTo>
                  <a:pt x="838" y="2910"/>
                </a:lnTo>
                <a:cubicBezTo>
                  <a:pt x="824" y="2933"/>
                  <a:pt x="821" y="2960"/>
                  <a:pt x="827" y="2986"/>
                </a:cubicBezTo>
                <a:cubicBezTo>
                  <a:pt x="834" y="3011"/>
                  <a:pt x="851" y="3033"/>
                  <a:pt x="873" y="3047"/>
                </a:cubicBezTo>
                <a:lnTo>
                  <a:pt x="1109" y="3185"/>
                </a:lnTo>
                <a:cubicBezTo>
                  <a:pt x="1125" y="3195"/>
                  <a:pt x="1143" y="3199"/>
                  <a:pt x="1160" y="3199"/>
                </a:cubicBezTo>
                <a:cubicBezTo>
                  <a:pt x="1194" y="3199"/>
                  <a:pt x="1227" y="3182"/>
                  <a:pt x="1246" y="3150"/>
                </a:cubicBezTo>
                <a:lnTo>
                  <a:pt x="1431" y="2835"/>
                </a:lnTo>
                <a:lnTo>
                  <a:pt x="1539" y="2899"/>
                </a:lnTo>
                <a:cubicBezTo>
                  <a:pt x="1554" y="2908"/>
                  <a:pt x="1572" y="2913"/>
                  <a:pt x="1589" y="2913"/>
                </a:cubicBezTo>
                <a:cubicBezTo>
                  <a:pt x="1598" y="2913"/>
                  <a:pt x="1606" y="2911"/>
                  <a:pt x="1615" y="2909"/>
                </a:cubicBezTo>
                <a:cubicBezTo>
                  <a:pt x="1640" y="2903"/>
                  <a:pt x="1662" y="2886"/>
                  <a:pt x="1676" y="2863"/>
                </a:cubicBezTo>
                <a:lnTo>
                  <a:pt x="1825" y="2609"/>
                </a:lnTo>
                <a:lnTo>
                  <a:pt x="2067" y="2751"/>
                </a:lnTo>
                <a:cubicBezTo>
                  <a:pt x="2130" y="2788"/>
                  <a:pt x="2174" y="2847"/>
                  <a:pt x="2192" y="2917"/>
                </a:cubicBezTo>
                <a:cubicBezTo>
                  <a:pt x="2210" y="2988"/>
                  <a:pt x="2200" y="3061"/>
                  <a:pt x="2163" y="3123"/>
                </a:cubicBezTo>
                <a:lnTo>
                  <a:pt x="1734" y="3854"/>
                </a:lnTo>
                <a:lnTo>
                  <a:pt x="1565" y="3755"/>
                </a:lnTo>
                <a:lnTo>
                  <a:pt x="1589" y="3713"/>
                </a:lnTo>
                <a:cubicBezTo>
                  <a:pt x="1617" y="3665"/>
                  <a:pt x="1601" y="3604"/>
                  <a:pt x="1554" y="3576"/>
                </a:cubicBezTo>
                <a:lnTo>
                  <a:pt x="316" y="2848"/>
                </a:lnTo>
                <a:cubicBezTo>
                  <a:pt x="293" y="2834"/>
                  <a:pt x="266" y="2831"/>
                  <a:pt x="240" y="2837"/>
                </a:cubicBezTo>
                <a:cubicBezTo>
                  <a:pt x="214" y="2844"/>
                  <a:pt x="193" y="2861"/>
                  <a:pt x="179" y="2883"/>
                </a:cubicBezTo>
                <a:lnTo>
                  <a:pt x="28" y="3140"/>
                </a:lnTo>
                <a:cubicBezTo>
                  <a:pt x="0" y="3187"/>
                  <a:pt x="16" y="3249"/>
                  <a:pt x="64" y="3277"/>
                </a:cubicBezTo>
                <a:lnTo>
                  <a:pt x="251" y="3387"/>
                </a:lnTo>
                <a:lnTo>
                  <a:pt x="161" y="3541"/>
                </a:lnTo>
                <a:cubicBezTo>
                  <a:pt x="133" y="3588"/>
                  <a:pt x="149" y="3650"/>
                  <a:pt x="196" y="3678"/>
                </a:cubicBezTo>
                <a:lnTo>
                  <a:pt x="887" y="4084"/>
                </a:lnTo>
                <a:cubicBezTo>
                  <a:pt x="902" y="4093"/>
                  <a:pt x="920" y="4098"/>
                  <a:pt x="937" y="4098"/>
                </a:cubicBezTo>
                <a:cubicBezTo>
                  <a:pt x="946" y="4098"/>
                  <a:pt x="954" y="4097"/>
                  <a:pt x="963" y="4094"/>
                </a:cubicBezTo>
                <a:cubicBezTo>
                  <a:pt x="988" y="4088"/>
                  <a:pt x="1010" y="4071"/>
                  <a:pt x="1024" y="4048"/>
                </a:cubicBezTo>
                <a:lnTo>
                  <a:pt x="1114" y="3894"/>
                </a:lnTo>
                <a:lnTo>
                  <a:pt x="1216" y="3954"/>
                </a:lnTo>
                <a:lnTo>
                  <a:pt x="889" y="4509"/>
                </a:lnTo>
                <a:lnTo>
                  <a:pt x="397" y="4509"/>
                </a:lnTo>
                <a:cubicBezTo>
                  <a:pt x="207" y="4509"/>
                  <a:pt x="53" y="4663"/>
                  <a:pt x="53" y="4852"/>
                </a:cubicBezTo>
                <a:lnTo>
                  <a:pt x="53" y="4992"/>
                </a:lnTo>
                <a:cubicBezTo>
                  <a:pt x="53" y="5047"/>
                  <a:pt x="97" y="5092"/>
                  <a:pt x="153" y="5092"/>
                </a:cubicBezTo>
                <a:lnTo>
                  <a:pt x="3786" y="5092"/>
                </a:lnTo>
                <a:cubicBezTo>
                  <a:pt x="3842" y="5092"/>
                  <a:pt x="3886" y="5047"/>
                  <a:pt x="3886" y="4992"/>
                </a:cubicBezTo>
                <a:lnTo>
                  <a:pt x="3886" y="4852"/>
                </a:lnTo>
                <a:cubicBezTo>
                  <a:pt x="3886" y="4663"/>
                  <a:pt x="3732" y="4509"/>
                  <a:pt x="3542" y="4509"/>
                </a:cubicBezTo>
                <a:close/>
                <a:moveTo>
                  <a:pt x="2339" y="240"/>
                </a:moveTo>
                <a:lnTo>
                  <a:pt x="2850" y="540"/>
                </a:lnTo>
                <a:lnTo>
                  <a:pt x="2804" y="619"/>
                </a:lnTo>
                <a:lnTo>
                  <a:pt x="2293" y="318"/>
                </a:lnTo>
                <a:lnTo>
                  <a:pt x="2339" y="240"/>
                </a:lnTo>
                <a:close/>
                <a:moveTo>
                  <a:pt x="2367" y="594"/>
                </a:moveTo>
                <a:lnTo>
                  <a:pt x="2527" y="688"/>
                </a:lnTo>
                <a:lnTo>
                  <a:pt x="2374" y="949"/>
                </a:lnTo>
                <a:lnTo>
                  <a:pt x="2369" y="945"/>
                </a:lnTo>
                <a:lnTo>
                  <a:pt x="2214" y="854"/>
                </a:lnTo>
                <a:lnTo>
                  <a:pt x="2367" y="594"/>
                </a:lnTo>
                <a:close/>
                <a:moveTo>
                  <a:pt x="1124" y="2962"/>
                </a:moveTo>
                <a:lnTo>
                  <a:pt x="1061" y="2925"/>
                </a:lnTo>
                <a:lnTo>
                  <a:pt x="1195" y="2697"/>
                </a:lnTo>
                <a:lnTo>
                  <a:pt x="1259" y="2734"/>
                </a:lnTo>
                <a:lnTo>
                  <a:pt x="1124" y="2962"/>
                </a:lnTo>
                <a:close/>
                <a:moveTo>
                  <a:pt x="1811" y="2238"/>
                </a:moveTo>
                <a:lnTo>
                  <a:pt x="1554" y="2676"/>
                </a:lnTo>
                <a:lnTo>
                  <a:pt x="1103" y="2410"/>
                </a:lnTo>
                <a:lnTo>
                  <a:pt x="1967" y="941"/>
                </a:lnTo>
                <a:lnTo>
                  <a:pt x="2418" y="1206"/>
                </a:lnTo>
                <a:lnTo>
                  <a:pt x="2229" y="1528"/>
                </a:lnTo>
                <a:cubicBezTo>
                  <a:pt x="2190" y="1516"/>
                  <a:pt x="2150" y="1510"/>
                  <a:pt x="2110" y="1510"/>
                </a:cubicBezTo>
                <a:cubicBezTo>
                  <a:pt x="1959" y="1510"/>
                  <a:pt x="1819" y="1590"/>
                  <a:pt x="1743" y="1720"/>
                </a:cubicBezTo>
                <a:cubicBezTo>
                  <a:pt x="1642" y="1891"/>
                  <a:pt x="1675" y="2105"/>
                  <a:pt x="1811" y="2238"/>
                </a:cubicBezTo>
                <a:close/>
                <a:moveTo>
                  <a:pt x="1915" y="1821"/>
                </a:moveTo>
                <a:cubicBezTo>
                  <a:pt x="1955" y="1753"/>
                  <a:pt x="2030" y="1710"/>
                  <a:pt x="2110" y="1710"/>
                </a:cubicBezTo>
                <a:cubicBezTo>
                  <a:pt x="2149" y="1710"/>
                  <a:pt x="2189" y="1721"/>
                  <a:pt x="2223" y="1741"/>
                </a:cubicBezTo>
                <a:cubicBezTo>
                  <a:pt x="2330" y="1804"/>
                  <a:pt x="2366" y="1942"/>
                  <a:pt x="2303" y="2049"/>
                </a:cubicBezTo>
                <a:cubicBezTo>
                  <a:pt x="2263" y="2118"/>
                  <a:pt x="2188" y="2160"/>
                  <a:pt x="2109" y="2160"/>
                </a:cubicBezTo>
                <a:cubicBezTo>
                  <a:pt x="2069" y="2160"/>
                  <a:pt x="2030" y="2150"/>
                  <a:pt x="1995" y="2129"/>
                </a:cubicBezTo>
                <a:cubicBezTo>
                  <a:pt x="1888" y="2066"/>
                  <a:pt x="1852" y="1928"/>
                  <a:pt x="1915" y="1821"/>
                </a:cubicBezTo>
                <a:close/>
                <a:moveTo>
                  <a:pt x="902" y="3861"/>
                </a:moveTo>
                <a:lnTo>
                  <a:pt x="384" y="3556"/>
                </a:lnTo>
                <a:lnTo>
                  <a:pt x="424" y="3488"/>
                </a:lnTo>
                <a:lnTo>
                  <a:pt x="942" y="3793"/>
                </a:lnTo>
                <a:lnTo>
                  <a:pt x="902" y="3861"/>
                </a:lnTo>
                <a:close/>
                <a:moveTo>
                  <a:pt x="251" y="3155"/>
                </a:moveTo>
                <a:lnTo>
                  <a:pt x="301" y="3071"/>
                </a:lnTo>
                <a:lnTo>
                  <a:pt x="1366" y="3698"/>
                </a:lnTo>
                <a:lnTo>
                  <a:pt x="1317" y="3782"/>
                </a:lnTo>
                <a:lnTo>
                  <a:pt x="251" y="3155"/>
                </a:lnTo>
                <a:close/>
                <a:moveTo>
                  <a:pt x="1463" y="3927"/>
                </a:moveTo>
                <a:lnTo>
                  <a:pt x="1718" y="4077"/>
                </a:lnTo>
                <a:cubicBezTo>
                  <a:pt x="1734" y="4086"/>
                  <a:pt x="1751" y="4091"/>
                  <a:pt x="1769" y="4091"/>
                </a:cubicBezTo>
                <a:cubicBezTo>
                  <a:pt x="1777" y="4091"/>
                  <a:pt x="1786" y="4090"/>
                  <a:pt x="1794" y="4088"/>
                </a:cubicBezTo>
                <a:cubicBezTo>
                  <a:pt x="1820" y="4081"/>
                  <a:pt x="1842" y="4065"/>
                  <a:pt x="1855" y="4042"/>
                </a:cubicBezTo>
                <a:lnTo>
                  <a:pt x="2336" y="3225"/>
                </a:lnTo>
                <a:cubicBezTo>
                  <a:pt x="2400" y="3116"/>
                  <a:pt x="2418" y="2989"/>
                  <a:pt x="2386" y="2867"/>
                </a:cubicBezTo>
                <a:cubicBezTo>
                  <a:pt x="2354" y="2745"/>
                  <a:pt x="2277" y="2643"/>
                  <a:pt x="2168" y="2579"/>
                </a:cubicBezTo>
                <a:lnTo>
                  <a:pt x="1927" y="2437"/>
                </a:lnTo>
                <a:lnTo>
                  <a:pt x="1983" y="2341"/>
                </a:lnTo>
                <a:cubicBezTo>
                  <a:pt x="2024" y="2354"/>
                  <a:pt x="2066" y="2360"/>
                  <a:pt x="2109" y="2360"/>
                </a:cubicBezTo>
                <a:cubicBezTo>
                  <a:pt x="2259" y="2360"/>
                  <a:pt x="2400" y="2280"/>
                  <a:pt x="2476" y="2151"/>
                </a:cubicBezTo>
                <a:cubicBezTo>
                  <a:pt x="2578" y="1977"/>
                  <a:pt x="2542" y="1761"/>
                  <a:pt x="2402" y="1628"/>
                </a:cubicBezTo>
                <a:lnTo>
                  <a:pt x="2478" y="1500"/>
                </a:lnTo>
                <a:cubicBezTo>
                  <a:pt x="2478" y="1500"/>
                  <a:pt x="2772" y="1701"/>
                  <a:pt x="2776" y="1704"/>
                </a:cubicBezTo>
                <a:cubicBezTo>
                  <a:pt x="2837" y="1747"/>
                  <a:pt x="2981" y="1848"/>
                  <a:pt x="2981" y="2197"/>
                </a:cubicBezTo>
                <a:cubicBezTo>
                  <a:pt x="2981" y="2198"/>
                  <a:pt x="2981" y="2199"/>
                  <a:pt x="2981" y="2200"/>
                </a:cubicBezTo>
                <a:lnTo>
                  <a:pt x="3060" y="4509"/>
                </a:lnTo>
                <a:lnTo>
                  <a:pt x="1121" y="4509"/>
                </a:lnTo>
                <a:lnTo>
                  <a:pt x="1463" y="3927"/>
                </a:lnTo>
                <a:close/>
                <a:moveTo>
                  <a:pt x="3686" y="4892"/>
                </a:moveTo>
                <a:lnTo>
                  <a:pt x="253" y="4892"/>
                </a:lnTo>
                <a:lnTo>
                  <a:pt x="253" y="4852"/>
                </a:lnTo>
                <a:cubicBezTo>
                  <a:pt x="253" y="4773"/>
                  <a:pt x="317" y="4709"/>
                  <a:pt x="397" y="4709"/>
                </a:cubicBezTo>
                <a:lnTo>
                  <a:pt x="3542" y="4709"/>
                </a:lnTo>
                <a:cubicBezTo>
                  <a:pt x="3622" y="4709"/>
                  <a:pt x="3686" y="4773"/>
                  <a:pt x="3686" y="4852"/>
                </a:cubicBezTo>
                <a:lnTo>
                  <a:pt x="3686" y="4892"/>
                </a:lnTo>
                <a:close/>
              </a:path>
            </a:pathLst>
          </a:custGeom>
          <a:solidFill>
            <a:schemeClr val="bg1"/>
          </a:solidFill>
          <a:ln>
            <a:noFill/>
          </a:ln>
        </p:spPr>
        <p:txBody>
          <a:bodyPr/>
          <a:lstStyle/>
          <a:p>
            <a:endParaRPr lang="zh-CN" altLang="en-US">
              <a:cs typeface="+mn-ea"/>
              <a:sym typeface="+mn-lt"/>
            </a:endParaRPr>
          </a:p>
        </p:txBody>
      </p:sp>
      <p:cxnSp>
        <p:nvCxnSpPr>
          <p:cNvPr id="96" name="直接连接符 95">
            <a:extLst>
              <a:ext uri="{FF2B5EF4-FFF2-40B4-BE49-F238E27FC236}">
                <a16:creationId xmlns:a16="http://schemas.microsoft.com/office/drawing/2014/main" id="{C0CE64DB-6DD1-4359-AECD-BA67BD32D25A}"/>
              </a:ext>
            </a:extLst>
          </p:cNvPr>
          <p:cNvCxnSpPr>
            <a:cxnSpLocks/>
          </p:cNvCxnSpPr>
          <p:nvPr userDrawn="1"/>
        </p:nvCxnSpPr>
        <p:spPr>
          <a:xfrm>
            <a:off x="3881121" y="5646978"/>
            <a:ext cx="0" cy="195022"/>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5CA5653D-E2F7-4A59-93ED-C5BA2A0CADF3}"/>
              </a:ext>
            </a:extLst>
          </p:cNvPr>
          <p:cNvCxnSpPr>
            <a:cxnSpLocks/>
          </p:cNvCxnSpPr>
          <p:nvPr userDrawn="1"/>
        </p:nvCxnSpPr>
        <p:spPr>
          <a:xfrm>
            <a:off x="6718302" y="5646978"/>
            <a:ext cx="0" cy="195022"/>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02" name="组合 101">
            <a:extLst>
              <a:ext uri="{FF2B5EF4-FFF2-40B4-BE49-F238E27FC236}">
                <a16:creationId xmlns:a16="http://schemas.microsoft.com/office/drawing/2014/main" id="{12E61331-2152-4B3F-9716-04EC5A7A7E0A}"/>
              </a:ext>
            </a:extLst>
          </p:cNvPr>
          <p:cNvGrpSpPr/>
          <p:nvPr userDrawn="1"/>
        </p:nvGrpSpPr>
        <p:grpSpPr>
          <a:xfrm rot="2700000">
            <a:off x="5979478" y="3462916"/>
            <a:ext cx="233045" cy="233045"/>
            <a:chOff x="9030652" y="549275"/>
            <a:chExt cx="233045" cy="233045"/>
          </a:xfrm>
        </p:grpSpPr>
        <p:cxnSp>
          <p:nvCxnSpPr>
            <p:cNvPr id="100" name="直接连接符 99">
              <a:extLst>
                <a:ext uri="{FF2B5EF4-FFF2-40B4-BE49-F238E27FC236}">
                  <a16:creationId xmlns:a16="http://schemas.microsoft.com/office/drawing/2014/main" id="{DB569EC1-BB52-486B-9CFC-D08F6762C2FE}"/>
                </a:ext>
              </a:extLst>
            </p:cNvPr>
            <p:cNvCxnSpPr>
              <a:cxnSpLocks/>
            </p:cNvCxnSpPr>
            <p:nvPr/>
          </p:nvCxnSpPr>
          <p:spPr>
            <a:xfrm>
              <a:off x="9147175" y="549275"/>
              <a:ext cx="0" cy="23304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8A1EBDD6-E145-4D6B-AC23-9270BDEA947B}"/>
                </a:ext>
              </a:extLst>
            </p:cNvPr>
            <p:cNvCxnSpPr>
              <a:cxnSpLocks/>
            </p:cNvCxnSpPr>
            <p:nvPr/>
          </p:nvCxnSpPr>
          <p:spPr>
            <a:xfrm rot="5400000">
              <a:off x="9147175" y="549275"/>
              <a:ext cx="0" cy="23304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sp useBgFill="1">
        <p:nvSpPr>
          <p:cNvPr id="104" name="矩形 103">
            <a:extLst>
              <a:ext uri="{FF2B5EF4-FFF2-40B4-BE49-F238E27FC236}">
                <a16:creationId xmlns:a16="http://schemas.microsoft.com/office/drawing/2014/main" id="{25E46E35-8EC9-4AC4-909B-B1F3BC63089E}"/>
              </a:ext>
            </a:extLst>
          </p:cNvPr>
          <p:cNvSpPr/>
          <p:nvPr userDrawn="1"/>
        </p:nvSpPr>
        <p:spPr>
          <a:xfrm>
            <a:off x="423387" y="1736724"/>
            <a:ext cx="164788" cy="33845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useBgFill="1">
        <p:nvSpPr>
          <p:cNvPr id="106" name="矩形 105">
            <a:extLst>
              <a:ext uri="{FF2B5EF4-FFF2-40B4-BE49-F238E27FC236}">
                <a16:creationId xmlns:a16="http://schemas.microsoft.com/office/drawing/2014/main" id="{D87BC45E-E4CF-4749-91B0-AB004E8258BC}"/>
              </a:ext>
            </a:extLst>
          </p:cNvPr>
          <p:cNvSpPr/>
          <p:nvPr userDrawn="1"/>
        </p:nvSpPr>
        <p:spPr>
          <a:xfrm>
            <a:off x="11649241" y="1736724"/>
            <a:ext cx="164788" cy="33845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08" name="矩形 107">
            <a:extLst>
              <a:ext uri="{FF2B5EF4-FFF2-40B4-BE49-F238E27FC236}">
                <a16:creationId xmlns:a16="http://schemas.microsoft.com/office/drawing/2014/main" id="{F6385A17-6A4B-4926-AD6D-2A09F5402B58}"/>
              </a:ext>
            </a:extLst>
          </p:cNvPr>
          <p:cNvSpPr/>
          <p:nvPr userDrawn="1"/>
        </p:nvSpPr>
        <p:spPr>
          <a:xfrm>
            <a:off x="11649241" y="1736724"/>
            <a:ext cx="164788" cy="3384552"/>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10" name="矩形 109">
            <a:extLst>
              <a:ext uri="{FF2B5EF4-FFF2-40B4-BE49-F238E27FC236}">
                <a16:creationId xmlns:a16="http://schemas.microsoft.com/office/drawing/2014/main" id="{ABC598F6-7EB1-4C8F-9F87-5CA9A5CECDC1}"/>
              </a:ext>
            </a:extLst>
          </p:cNvPr>
          <p:cNvSpPr/>
          <p:nvPr userDrawn="1"/>
        </p:nvSpPr>
        <p:spPr>
          <a:xfrm>
            <a:off x="423387" y="1736724"/>
            <a:ext cx="164788" cy="3384552"/>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14" name="标题 112">
            <a:extLst>
              <a:ext uri="{FF2B5EF4-FFF2-40B4-BE49-F238E27FC236}">
                <a16:creationId xmlns:a16="http://schemas.microsoft.com/office/drawing/2014/main" id="{FA5E98B8-A581-470E-A5D3-7587EC891C44}"/>
              </a:ext>
            </a:extLst>
          </p:cNvPr>
          <p:cNvSpPr>
            <a:spLocks noGrp="1"/>
          </p:cNvSpPr>
          <p:nvPr>
            <p:ph type="title" hasCustomPrompt="1"/>
          </p:nvPr>
        </p:nvSpPr>
        <p:spPr>
          <a:xfrm>
            <a:off x="951094" y="2795268"/>
            <a:ext cx="10335228" cy="663712"/>
          </a:xfrm>
          <a:prstGeom prst="rect">
            <a:avLst/>
          </a:prstGeom>
        </p:spPr>
        <p:txBody>
          <a:bodyPr/>
          <a:lstStyle>
            <a:lvl1pPr marL="0" algn="ctr" defTabSz="914400" rtl="0" eaLnBrk="1" latinLnBrk="0" hangingPunct="1">
              <a:defRPr lang="zh-CN" altLang="en-US" sz="4000" b="1" kern="1200" spc="600" dirty="0">
                <a:solidFill>
                  <a:schemeClr val="bg1"/>
                </a:solidFill>
                <a:latin typeface="+mj-ea"/>
                <a:ea typeface="+mj-ea"/>
                <a:cs typeface="+mn-ea"/>
              </a:defRPr>
            </a:lvl1pPr>
          </a:lstStyle>
          <a:p>
            <a:pPr algn="ctr"/>
            <a:r>
              <a:rPr lang="zh-CN" altLang="en-US" sz="4000" b="1" spc="600" dirty="0">
                <a:solidFill>
                  <a:schemeClr val="bg1"/>
                </a:solidFill>
                <a:cs typeface="+mn-ea"/>
                <a:sym typeface="+mn-lt"/>
              </a:rPr>
              <a:t>南京理工大学通用模板</a:t>
            </a:r>
          </a:p>
        </p:txBody>
      </p:sp>
      <p:sp>
        <p:nvSpPr>
          <p:cNvPr id="117" name="文本占位符 115">
            <a:extLst>
              <a:ext uri="{FF2B5EF4-FFF2-40B4-BE49-F238E27FC236}">
                <a16:creationId xmlns:a16="http://schemas.microsoft.com/office/drawing/2014/main" id="{9B9521D1-D78A-45F5-868B-2DC1CB0C6A52}"/>
              </a:ext>
            </a:extLst>
          </p:cNvPr>
          <p:cNvSpPr>
            <a:spLocks noGrp="1"/>
          </p:cNvSpPr>
          <p:nvPr>
            <p:ph type="body" sz="quarter" idx="10" hasCustomPrompt="1"/>
          </p:nvPr>
        </p:nvSpPr>
        <p:spPr>
          <a:xfrm>
            <a:off x="3403600" y="3729984"/>
            <a:ext cx="5370513" cy="415925"/>
          </a:xfrm>
          <a:prstGeom prst="rect">
            <a:avLst/>
          </a:prstGeom>
        </p:spPr>
        <p:txBody>
          <a:bodyPr/>
          <a:lstStyle>
            <a:lvl1pPr marL="0" indent="0" algn="ctr" defTabSz="914400" rtl="0" eaLnBrk="1" latinLnBrk="0" hangingPunct="1">
              <a:buNone/>
              <a:defRPr lang="zh-CN" altLang="en-US" sz="2000" kern="1200" spc="600" dirty="0" smtClean="0">
                <a:solidFill>
                  <a:schemeClr val="bg1"/>
                </a:solidFill>
                <a:latin typeface="+mn-lt"/>
                <a:ea typeface="+mn-ea"/>
                <a:cs typeface="+mn-ea"/>
              </a:defRPr>
            </a:lvl1pPr>
            <a:lvl2pPr marL="0" indent="0" algn="ctr" defTabSz="914400" rtl="0" eaLnBrk="1" latinLnBrk="0" hangingPunct="1">
              <a:buNone/>
              <a:defRPr lang="zh-CN" altLang="en-US" sz="2000" kern="1200" spc="600" dirty="0" smtClean="0">
                <a:solidFill>
                  <a:schemeClr val="bg1"/>
                </a:solidFill>
                <a:latin typeface="+mn-lt"/>
                <a:ea typeface="+mn-ea"/>
                <a:cs typeface="+mn-ea"/>
              </a:defRPr>
            </a:lvl2pPr>
            <a:lvl3pPr marL="0" indent="0" algn="ctr" defTabSz="914400" rtl="0" eaLnBrk="1" latinLnBrk="0" hangingPunct="1">
              <a:buNone/>
              <a:defRPr lang="zh-CN" altLang="en-US" sz="2000" kern="1200" spc="600" dirty="0" smtClean="0">
                <a:solidFill>
                  <a:schemeClr val="bg1"/>
                </a:solidFill>
                <a:latin typeface="+mn-lt"/>
                <a:ea typeface="+mn-ea"/>
                <a:cs typeface="+mn-ea"/>
              </a:defRPr>
            </a:lvl3pPr>
            <a:lvl4pPr marL="0" indent="0" algn="ctr" defTabSz="914400" rtl="0" eaLnBrk="1" latinLnBrk="0" hangingPunct="1">
              <a:buNone/>
              <a:defRPr lang="zh-CN" altLang="en-US" sz="2000" kern="1200" spc="600" dirty="0" smtClean="0">
                <a:solidFill>
                  <a:schemeClr val="bg1"/>
                </a:solidFill>
                <a:latin typeface="+mn-lt"/>
                <a:ea typeface="+mn-ea"/>
                <a:cs typeface="+mn-ea"/>
              </a:defRPr>
            </a:lvl4pPr>
            <a:lvl5pPr marL="0" indent="0" algn="ctr" defTabSz="914400" rtl="0" eaLnBrk="1" latinLnBrk="0" hangingPunct="1">
              <a:buNone/>
              <a:defRPr lang="zh-CN" altLang="en-US" sz="2000" kern="1200" spc="600" dirty="0">
                <a:solidFill>
                  <a:schemeClr val="bg1"/>
                </a:solidFill>
                <a:latin typeface="+mn-lt"/>
                <a:ea typeface="+mn-ea"/>
                <a:cs typeface="+mn-ea"/>
              </a:defRPr>
            </a:lvl5pPr>
          </a:lstStyle>
          <a:p>
            <a:pPr algn="ctr"/>
            <a:r>
              <a:rPr lang="zh-CN" altLang="en-US" sz="2000" spc="600" dirty="0">
                <a:solidFill>
                  <a:schemeClr val="bg1"/>
                </a:solidFill>
                <a:cs typeface="+mn-ea"/>
                <a:sym typeface="+mn-lt"/>
              </a:rPr>
              <a:t>我为母校送模板</a:t>
            </a:r>
          </a:p>
        </p:txBody>
      </p:sp>
      <p:sp>
        <p:nvSpPr>
          <p:cNvPr id="120" name="文本占位符 118">
            <a:extLst>
              <a:ext uri="{FF2B5EF4-FFF2-40B4-BE49-F238E27FC236}">
                <a16:creationId xmlns:a16="http://schemas.microsoft.com/office/drawing/2014/main" id="{C7C91DAB-02C1-4D18-9707-E2426349242D}"/>
              </a:ext>
            </a:extLst>
          </p:cNvPr>
          <p:cNvSpPr>
            <a:spLocks noGrp="1"/>
          </p:cNvSpPr>
          <p:nvPr>
            <p:ph type="body" sz="quarter" idx="11" hasCustomPrompt="1"/>
          </p:nvPr>
        </p:nvSpPr>
        <p:spPr>
          <a:xfrm>
            <a:off x="3881438" y="5575300"/>
            <a:ext cx="2032000" cy="327025"/>
          </a:xfrm>
          <a:prstGeom prst="rect">
            <a:avLst/>
          </a:prstGeom>
        </p:spPr>
        <p:txBody>
          <a:bodyPr/>
          <a:lstStyle>
            <a:lvl1pPr marL="0" indent="0" algn="just" defTabSz="914400" rtl="0" eaLnBrk="1" latinLnBrk="0" hangingPunct="1">
              <a:buNone/>
              <a:defRPr lang="zh-CN" altLang="en-US" sz="1600" b="1" kern="1200" dirty="0" smtClean="0">
                <a:solidFill>
                  <a:schemeClr val="accent1"/>
                </a:solidFill>
                <a:latin typeface="+mj-ea"/>
                <a:ea typeface="+mj-ea"/>
                <a:cs typeface="+mn-ea"/>
              </a:defRPr>
            </a:lvl1pPr>
            <a:lvl2pPr marL="0" indent="0" algn="just" defTabSz="914400" rtl="0" eaLnBrk="1" latinLnBrk="0" hangingPunct="1">
              <a:buNone/>
              <a:defRPr lang="zh-CN" altLang="en-US" sz="1600" kern="1200" dirty="0" smtClean="0">
                <a:solidFill>
                  <a:schemeClr val="accent1"/>
                </a:solidFill>
                <a:latin typeface="+mn-lt"/>
                <a:ea typeface="+mn-ea"/>
                <a:cs typeface="+mn-ea"/>
              </a:defRPr>
            </a:lvl2pPr>
            <a:lvl3pPr marL="0" indent="0" algn="just" defTabSz="914400" rtl="0" eaLnBrk="1" latinLnBrk="0" hangingPunct="1">
              <a:buNone/>
              <a:defRPr lang="zh-CN" altLang="en-US" sz="1600" kern="1200" dirty="0" smtClean="0">
                <a:solidFill>
                  <a:schemeClr val="accent1"/>
                </a:solidFill>
                <a:latin typeface="+mn-lt"/>
                <a:ea typeface="+mn-ea"/>
                <a:cs typeface="+mn-ea"/>
              </a:defRPr>
            </a:lvl3pPr>
            <a:lvl4pPr marL="0" indent="0" algn="just" defTabSz="914400" rtl="0" eaLnBrk="1" latinLnBrk="0" hangingPunct="1">
              <a:buNone/>
              <a:defRPr lang="zh-CN" altLang="en-US" sz="1600" kern="1200" dirty="0" smtClean="0">
                <a:solidFill>
                  <a:schemeClr val="accent1"/>
                </a:solidFill>
                <a:latin typeface="+mn-lt"/>
                <a:ea typeface="+mn-ea"/>
                <a:cs typeface="+mn-ea"/>
              </a:defRPr>
            </a:lvl4pPr>
            <a:lvl5pPr marL="0" indent="0" algn="just" defTabSz="914400" rtl="0" eaLnBrk="1" latinLnBrk="0" hangingPunct="1">
              <a:buNone/>
              <a:defRPr lang="zh-CN" altLang="en-US" sz="1600" kern="1200" dirty="0">
                <a:solidFill>
                  <a:schemeClr val="accent1"/>
                </a:solidFill>
                <a:latin typeface="+mn-lt"/>
                <a:ea typeface="+mn-ea"/>
                <a:cs typeface="+mn-ea"/>
              </a:defRPr>
            </a:lvl5pPr>
          </a:lstStyle>
          <a:p>
            <a:pPr lvl="0"/>
            <a:r>
              <a:rPr lang="zh-CN" altLang="en-US" dirty="0"/>
              <a:t>汇报人：</a:t>
            </a:r>
            <a:r>
              <a:rPr lang="zh-CN" altLang="en-US" b="0" dirty="0">
                <a:latin typeface="+mn-ea"/>
                <a:ea typeface="+mn-ea"/>
              </a:rPr>
              <a:t>刘光前</a:t>
            </a:r>
            <a:endParaRPr lang="zh-CN" altLang="en-US" dirty="0"/>
          </a:p>
        </p:txBody>
      </p:sp>
      <p:sp>
        <p:nvSpPr>
          <p:cNvPr id="122" name="文本占位符 118">
            <a:extLst>
              <a:ext uri="{FF2B5EF4-FFF2-40B4-BE49-F238E27FC236}">
                <a16:creationId xmlns:a16="http://schemas.microsoft.com/office/drawing/2014/main" id="{8BC95D8D-59EF-48A7-9C18-AC99F9351255}"/>
              </a:ext>
            </a:extLst>
          </p:cNvPr>
          <p:cNvSpPr>
            <a:spLocks noGrp="1"/>
          </p:cNvSpPr>
          <p:nvPr>
            <p:ph type="body" sz="quarter" idx="12" hasCustomPrompt="1"/>
          </p:nvPr>
        </p:nvSpPr>
        <p:spPr>
          <a:xfrm>
            <a:off x="6746243" y="5575300"/>
            <a:ext cx="2032000" cy="327025"/>
          </a:xfrm>
          <a:prstGeom prst="rect">
            <a:avLst/>
          </a:prstGeom>
        </p:spPr>
        <p:txBody>
          <a:bodyPr/>
          <a:lstStyle>
            <a:lvl1pPr marL="0" indent="0" algn="just" defTabSz="914400" rtl="0" eaLnBrk="1" latinLnBrk="0" hangingPunct="1">
              <a:buNone/>
              <a:defRPr lang="zh-CN" altLang="en-US" sz="1600" b="1" kern="1200" dirty="0" smtClean="0">
                <a:solidFill>
                  <a:schemeClr val="accent1"/>
                </a:solidFill>
                <a:latin typeface="+mj-ea"/>
                <a:ea typeface="+mj-ea"/>
                <a:cs typeface="+mn-ea"/>
              </a:defRPr>
            </a:lvl1pPr>
            <a:lvl2pPr marL="0" indent="0" algn="just" defTabSz="914400" rtl="0" eaLnBrk="1" latinLnBrk="0" hangingPunct="1">
              <a:buNone/>
              <a:defRPr lang="zh-CN" altLang="en-US" sz="1600" kern="1200" dirty="0" smtClean="0">
                <a:solidFill>
                  <a:schemeClr val="accent1"/>
                </a:solidFill>
                <a:latin typeface="+mn-lt"/>
                <a:ea typeface="+mn-ea"/>
                <a:cs typeface="+mn-ea"/>
              </a:defRPr>
            </a:lvl2pPr>
            <a:lvl3pPr marL="0" indent="0" algn="just" defTabSz="914400" rtl="0" eaLnBrk="1" latinLnBrk="0" hangingPunct="1">
              <a:buNone/>
              <a:defRPr lang="zh-CN" altLang="en-US" sz="1600" kern="1200" dirty="0" smtClean="0">
                <a:solidFill>
                  <a:schemeClr val="accent1"/>
                </a:solidFill>
                <a:latin typeface="+mn-lt"/>
                <a:ea typeface="+mn-ea"/>
                <a:cs typeface="+mn-ea"/>
              </a:defRPr>
            </a:lvl3pPr>
            <a:lvl4pPr marL="0" indent="0" algn="just" defTabSz="914400" rtl="0" eaLnBrk="1" latinLnBrk="0" hangingPunct="1">
              <a:buNone/>
              <a:defRPr lang="zh-CN" altLang="en-US" sz="1600" kern="1200" dirty="0" smtClean="0">
                <a:solidFill>
                  <a:schemeClr val="accent1"/>
                </a:solidFill>
                <a:latin typeface="+mn-lt"/>
                <a:ea typeface="+mn-ea"/>
                <a:cs typeface="+mn-ea"/>
              </a:defRPr>
            </a:lvl4pPr>
            <a:lvl5pPr marL="0" indent="0" algn="just" defTabSz="914400" rtl="0" eaLnBrk="1" latinLnBrk="0" hangingPunct="1">
              <a:buNone/>
              <a:defRPr lang="zh-CN" altLang="en-US" sz="1600" kern="1200" dirty="0">
                <a:solidFill>
                  <a:schemeClr val="accent1"/>
                </a:solidFill>
                <a:latin typeface="+mn-lt"/>
                <a:ea typeface="+mn-ea"/>
                <a:cs typeface="+mn-ea"/>
              </a:defRPr>
            </a:lvl5pPr>
          </a:lstStyle>
          <a:p>
            <a:pPr lvl="0"/>
            <a:r>
              <a:rPr lang="zh-CN" altLang="en-US" dirty="0"/>
              <a:t>指导老师：</a:t>
            </a:r>
            <a:r>
              <a:rPr lang="en-US" altLang="zh-CN" b="0" dirty="0">
                <a:latin typeface="+mn-ea"/>
                <a:ea typeface="+mn-ea"/>
              </a:rPr>
              <a:t>X </a:t>
            </a:r>
            <a:r>
              <a:rPr lang="en-US" altLang="zh-CN" b="0" dirty="0" err="1">
                <a:latin typeface="+mn-ea"/>
                <a:ea typeface="+mn-ea"/>
              </a:rPr>
              <a:t>X</a:t>
            </a:r>
            <a:r>
              <a:rPr lang="en-US" altLang="zh-CN" b="0" dirty="0">
                <a:latin typeface="+mn-ea"/>
                <a:ea typeface="+mn-ea"/>
              </a:rPr>
              <a:t> </a:t>
            </a:r>
            <a:r>
              <a:rPr lang="en-US" altLang="zh-CN" b="0" dirty="0" err="1">
                <a:latin typeface="+mn-ea"/>
                <a:ea typeface="+mn-ea"/>
              </a:rPr>
              <a:t>X</a:t>
            </a:r>
            <a:endParaRPr lang="zh-CN" altLang="en-US" dirty="0"/>
          </a:p>
        </p:txBody>
      </p:sp>
    </p:spTree>
    <p:extLst>
      <p:ext uri="{BB962C8B-B14F-4D97-AF65-F5344CB8AC3E}">
        <p14:creationId xmlns:p14="http://schemas.microsoft.com/office/powerpoint/2010/main" val="1667028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封面4">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25BD1B9-400D-4C96-9B20-7F4BFCBFB56A}"/>
              </a:ext>
            </a:extLst>
          </p:cNvPr>
          <p:cNvSpPr/>
          <p:nvPr userDrawn="1"/>
        </p:nvSpPr>
        <p:spPr>
          <a:xfrm>
            <a:off x="7335526" y="1"/>
            <a:ext cx="4856475" cy="6858000"/>
          </a:xfrm>
          <a:prstGeom prst="rect">
            <a:avLst/>
          </a:prstGeom>
          <a:blipFill dpi="0" rotWithShape="1">
            <a:blip r:embed="rId2"/>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6" name="矩形 5">
            <a:extLst>
              <a:ext uri="{FF2B5EF4-FFF2-40B4-BE49-F238E27FC236}">
                <a16:creationId xmlns:a16="http://schemas.microsoft.com/office/drawing/2014/main" id="{BF70159A-29BC-4DA8-8941-872F5C2ABF02}"/>
              </a:ext>
            </a:extLst>
          </p:cNvPr>
          <p:cNvSpPr/>
          <p:nvPr userDrawn="1"/>
        </p:nvSpPr>
        <p:spPr>
          <a:xfrm>
            <a:off x="0" y="2445152"/>
            <a:ext cx="497711" cy="1967696"/>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8" name="矩形 7">
            <a:extLst>
              <a:ext uri="{FF2B5EF4-FFF2-40B4-BE49-F238E27FC236}">
                <a16:creationId xmlns:a16="http://schemas.microsoft.com/office/drawing/2014/main" id="{8DF7EA35-9556-4826-B55D-A4F27D917B65}"/>
              </a:ext>
            </a:extLst>
          </p:cNvPr>
          <p:cNvSpPr/>
          <p:nvPr userDrawn="1"/>
        </p:nvSpPr>
        <p:spPr>
          <a:xfrm>
            <a:off x="995423" y="2445152"/>
            <a:ext cx="7163058" cy="1967696"/>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pic>
        <p:nvPicPr>
          <p:cNvPr id="10" name="图片 9">
            <a:extLst>
              <a:ext uri="{FF2B5EF4-FFF2-40B4-BE49-F238E27FC236}">
                <a16:creationId xmlns:a16="http://schemas.microsoft.com/office/drawing/2014/main" id="{824C1B8A-DEB7-4615-80E5-741F0345F8A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2663" y="549275"/>
            <a:ext cx="3215647" cy="740666"/>
          </a:xfrm>
          <a:prstGeom prst="rect">
            <a:avLst/>
          </a:prstGeom>
        </p:spPr>
      </p:pic>
      <p:cxnSp>
        <p:nvCxnSpPr>
          <p:cNvPr id="12" name="直接连接符 11">
            <a:extLst>
              <a:ext uri="{FF2B5EF4-FFF2-40B4-BE49-F238E27FC236}">
                <a16:creationId xmlns:a16="http://schemas.microsoft.com/office/drawing/2014/main" id="{5680D0CA-3226-42DE-B68A-D4FB170989CD}"/>
              </a:ext>
            </a:extLst>
          </p:cNvPr>
          <p:cNvCxnSpPr>
            <a:cxnSpLocks/>
            <a:stCxn id="6" idx="0"/>
            <a:endCxn id="6" idx="2"/>
          </p:cNvCxnSpPr>
          <p:nvPr userDrawn="1"/>
        </p:nvCxnSpPr>
        <p:spPr>
          <a:xfrm>
            <a:off x="248856" y="2445152"/>
            <a:ext cx="0" cy="196769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139C6DCE-272B-471A-95AF-72D494690D6E}"/>
              </a:ext>
            </a:extLst>
          </p:cNvPr>
          <p:cNvCxnSpPr>
            <a:cxnSpLocks/>
          </p:cNvCxnSpPr>
          <p:nvPr userDrawn="1"/>
        </p:nvCxnSpPr>
        <p:spPr>
          <a:xfrm>
            <a:off x="0" y="4120587"/>
            <a:ext cx="49771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4" name="组合 23">
            <a:extLst>
              <a:ext uri="{FF2B5EF4-FFF2-40B4-BE49-F238E27FC236}">
                <a16:creationId xmlns:a16="http://schemas.microsoft.com/office/drawing/2014/main" id="{D0CE8375-81E8-4C8D-9B53-E7D764A32918}"/>
              </a:ext>
            </a:extLst>
          </p:cNvPr>
          <p:cNvGrpSpPr/>
          <p:nvPr userDrawn="1"/>
        </p:nvGrpSpPr>
        <p:grpSpPr>
          <a:xfrm rot="2700000">
            <a:off x="2539895" y="3603430"/>
            <a:ext cx="233045" cy="233045"/>
            <a:chOff x="9030652" y="549275"/>
            <a:chExt cx="233045" cy="233045"/>
          </a:xfrm>
        </p:grpSpPr>
        <p:cxnSp>
          <p:nvCxnSpPr>
            <p:cNvPr id="22" name="直接连接符 21">
              <a:extLst>
                <a:ext uri="{FF2B5EF4-FFF2-40B4-BE49-F238E27FC236}">
                  <a16:creationId xmlns:a16="http://schemas.microsoft.com/office/drawing/2014/main" id="{60949267-6412-41AF-9844-EA4210F7AABB}"/>
                </a:ext>
              </a:extLst>
            </p:cNvPr>
            <p:cNvCxnSpPr>
              <a:cxnSpLocks/>
            </p:cNvCxnSpPr>
            <p:nvPr/>
          </p:nvCxnSpPr>
          <p:spPr>
            <a:xfrm>
              <a:off x="9147175" y="549275"/>
              <a:ext cx="0" cy="23304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F8DA29C9-13A4-4B62-9EA2-A449850020C7}"/>
                </a:ext>
              </a:extLst>
            </p:cNvPr>
            <p:cNvCxnSpPr>
              <a:cxnSpLocks/>
            </p:cNvCxnSpPr>
            <p:nvPr/>
          </p:nvCxnSpPr>
          <p:spPr>
            <a:xfrm rot="5400000">
              <a:off x="9147175" y="549275"/>
              <a:ext cx="0" cy="23304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F240F334-53C5-49F3-9B89-9D0BC5AEDA08}"/>
              </a:ext>
            </a:extLst>
          </p:cNvPr>
          <p:cNvGrpSpPr/>
          <p:nvPr userDrawn="1"/>
        </p:nvGrpSpPr>
        <p:grpSpPr>
          <a:xfrm rot="2700000">
            <a:off x="6318020" y="3603430"/>
            <a:ext cx="233045" cy="233045"/>
            <a:chOff x="9030652" y="549275"/>
            <a:chExt cx="233045" cy="233045"/>
          </a:xfrm>
        </p:grpSpPr>
        <p:cxnSp>
          <p:nvCxnSpPr>
            <p:cNvPr id="26" name="直接连接符 25">
              <a:extLst>
                <a:ext uri="{FF2B5EF4-FFF2-40B4-BE49-F238E27FC236}">
                  <a16:creationId xmlns:a16="http://schemas.microsoft.com/office/drawing/2014/main" id="{C0A3B890-D42E-4282-BB09-7ACCE95B60BF}"/>
                </a:ext>
              </a:extLst>
            </p:cNvPr>
            <p:cNvCxnSpPr>
              <a:cxnSpLocks/>
            </p:cNvCxnSpPr>
            <p:nvPr/>
          </p:nvCxnSpPr>
          <p:spPr>
            <a:xfrm>
              <a:off x="9147175" y="549275"/>
              <a:ext cx="0" cy="23304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30A091DE-029D-40D5-BE78-E01F38409328}"/>
                </a:ext>
              </a:extLst>
            </p:cNvPr>
            <p:cNvCxnSpPr>
              <a:cxnSpLocks/>
            </p:cNvCxnSpPr>
            <p:nvPr/>
          </p:nvCxnSpPr>
          <p:spPr>
            <a:xfrm rot="5400000">
              <a:off x="9147175" y="549275"/>
              <a:ext cx="0" cy="23304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30" name="直接连接符 29">
            <a:extLst>
              <a:ext uri="{FF2B5EF4-FFF2-40B4-BE49-F238E27FC236}">
                <a16:creationId xmlns:a16="http://schemas.microsoft.com/office/drawing/2014/main" id="{271C7E24-4DCA-4B2C-9E40-2D2B690C9A1C}"/>
              </a:ext>
            </a:extLst>
          </p:cNvPr>
          <p:cNvCxnSpPr>
            <a:cxnSpLocks/>
          </p:cNvCxnSpPr>
          <p:nvPr userDrawn="1"/>
        </p:nvCxnSpPr>
        <p:spPr>
          <a:xfrm>
            <a:off x="982663" y="4120587"/>
            <a:ext cx="717581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标题 30">
            <a:extLst>
              <a:ext uri="{FF2B5EF4-FFF2-40B4-BE49-F238E27FC236}">
                <a16:creationId xmlns:a16="http://schemas.microsoft.com/office/drawing/2014/main" id="{61BB5E7C-1130-4890-BBE0-E98765C10B99}"/>
              </a:ext>
            </a:extLst>
          </p:cNvPr>
          <p:cNvSpPr>
            <a:spLocks noGrp="1"/>
          </p:cNvSpPr>
          <p:nvPr>
            <p:ph type="title" hasCustomPrompt="1"/>
          </p:nvPr>
        </p:nvSpPr>
        <p:spPr>
          <a:xfrm>
            <a:off x="809282" y="2688333"/>
            <a:ext cx="7522580" cy="740667"/>
          </a:xfrm>
          <a:prstGeom prst="rect">
            <a:avLst/>
          </a:prstGeom>
        </p:spPr>
        <p:txBody>
          <a:bodyPr/>
          <a:lstStyle>
            <a:lvl1pPr marL="0" algn="ctr" defTabSz="914400" rtl="0" eaLnBrk="1" latinLnBrk="0" hangingPunct="1">
              <a:defRPr lang="zh-CN" altLang="en-US" sz="4000" b="1" kern="1200" spc="600" dirty="0">
                <a:solidFill>
                  <a:schemeClr val="bg1"/>
                </a:solidFill>
                <a:latin typeface="+mj-ea"/>
                <a:ea typeface="+mj-ea"/>
                <a:cs typeface="+mn-ea"/>
              </a:defRPr>
            </a:lvl1pPr>
          </a:lstStyle>
          <a:p>
            <a:pPr algn="ctr"/>
            <a:r>
              <a:rPr lang="zh-CN" altLang="en-US" sz="4000" b="1" spc="600" dirty="0">
                <a:solidFill>
                  <a:schemeClr val="bg1"/>
                </a:solidFill>
                <a:cs typeface="+mn-ea"/>
                <a:sym typeface="+mn-lt"/>
              </a:rPr>
              <a:t>南京理工大学通用模板</a:t>
            </a:r>
            <a:endParaRPr lang="zh-CN" altLang="en-US" sz="4000" b="1" kern="1200" spc="600" dirty="0">
              <a:solidFill>
                <a:schemeClr val="bg1"/>
              </a:solidFill>
              <a:latin typeface="+mn-lt"/>
              <a:ea typeface="+mn-ea"/>
              <a:cs typeface="+mn-ea"/>
              <a:sym typeface="+mn-lt"/>
            </a:endParaRPr>
          </a:p>
        </p:txBody>
      </p:sp>
      <p:sp>
        <p:nvSpPr>
          <p:cNvPr id="36" name="文本占位符 34">
            <a:extLst>
              <a:ext uri="{FF2B5EF4-FFF2-40B4-BE49-F238E27FC236}">
                <a16:creationId xmlns:a16="http://schemas.microsoft.com/office/drawing/2014/main" id="{3E630980-9263-43B2-BF8A-819F52E39697}"/>
              </a:ext>
            </a:extLst>
          </p:cNvPr>
          <p:cNvSpPr>
            <a:spLocks noGrp="1"/>
          </p:cNvSpPr>
          <p:nvPr>
            <p:ph type="body" sz="quarter" idx="10" hasCustomPrompt="1"/>
          </p:nvPr>
        </p:nvSpPr>
        <p:spPr>
          <a:xfrm>
            <a:off x="1840895" y="3501800"/>
            <a:ext cx="5472113" cy="549275"/>
          </a:xfrm>
          <a:prstGeom prst="rect">
            <a:avLst/>
          </a:prstGeom>
        </p:spPr>
        <p:txBody>
          <a:bodyPr/>
          <a:lstStyle>
            <a:lvl1pPr marL="0" indent="0" algn="ctr" defTabSz="914400" rtl="0" eaLnBrk="1" latinLnBrk="0" hangingPunct="1">
              <a:buNone/>
              <a:defRPr lang="zh-CN" altLang="en-US" sz="2800" kern="1200" spc="600" dirty="0" smtClean="0">
                <a:solidFill>
                  <a:schemeClr val="bg1"/>
                </a:solidFill>
                <a:latin typeface="+mj-ea"/>
                <a:ea typeface="+mj-ea"/>
                <a:cs typeface="+mn-ea"/>
              </a:defRPr>
            </a:lvl1pPr>
            <a:lvl2pPr marL="0" algn="ctr" defTabSz="914400" rtl="0" eaLnBrk="1" latinLnBrk="0" hangingPunct="1">
              <a:defRPr lang="zh-CN" altLang="en-US" sz="2800" kern="1200" spc="600" dirty="0" smtClean="0">
                <a:solidFill>
                  <a:schemeClr val="bg1"/>
                </a:solidFill>
                <a:latin typeface="+mn-lt"/>
                <a:ea typeface="+mn-ea"/>
                <a:cs typeface="+mn-ea"/>
              </a:defRPr>
            </a:lvl2pPr>
            <a:lvl3pPr marL="0" algn="ctr" defTabSz="914400" rtl="0" eaLnBrk="1" latinLnBrk="0" hangingPunct="1">
              <a:defRPr lang="zh-CN" altLang="en-US" sz="2800" kern="1200" spc="600" dirty="0" smtClean="0">
                <a:solidFill>
                  <a:schemeClr val="bg1"/>
                </a:solidFill>
                <a:latin typeface="+mn-lt"/>
                <a:ea typeface="+mn-ea"/>
                <a:cs typeface="+mn-ea"/>
              </a:defRPr>
            </a:lvl3pPr>
            <a:lvl4pPr marL="0" algn="ctr" defTabSz="914400" rtl="0" eaLnBrk="1" latinLnBrk="0" hangingPunct="1">
              <a:defRPr lang="zh-CN" altLang="en-US" sz="2800" kern="1200" spc="600" dirty="0" smtClean="0">
                <a:solidFill>
                  <a:schemeClr val="bg1"/>
                </a:solidFill>
                <a:latin typeface="+mn-lt"/>
                <a:ea typeface="+mn-ea"/>
                <a:cs typeface="+mn-ea"/>
              </a:defRPr>
            </a:lvl4pPr>
            <a:lvl5pPr marL="0" algn="ctr" defTabSz="914400" rtl="0" eaLnBrk="1" latinLnBrk="0" hangingPunct="1">
              <a:defRPr lang="zh-CN" altLang="en-US" sz="2800" kern="1200" spc="600" dirty="0">
                <a:solidFill>
                  <a:schemeClr val="bg1"/>
                </a:solidFill>
                <a:latin typeface="+mn-lt"/>
                <a:ea typeface="+mn-ea"/>
                <a:cs typeface="+mn-ea"/>
              </a:defRPr>
            </a:lvl5pPr>
          </a:lstStyle>
          <a:p>
            <a:pPr lvl="0"/>
            <a:r>
              <a:rPr lang="zh-CN" altLang="en-US" dirty="0"/>
              <a:t>我为母校送模板</a:t>
            </a:r>
          </a:p>
        </p:txBody>
      </p:sp>
      <p:sp>
        <p:nvSpPr>
          <p:cNvPr id="40" name="文本占位符 118">
            <a:extLst>
              <a:ext uri="{FF2B5EF4-FFF2-40B4-BE49-F238E27FC236}">
                <a16:creationId xmlns:a16="http://schemas.microsoft.com/office/drawing/2014/main" id="{186CC70F-74A1-4CE1-8B4A-200326D42F89}"/>
              </a:ext>
            </a:extLst>
          </p:cNvPr>
          <p:cNvSpPr>
            <a:spLocks noGrp="1"/>
          </p:cNvSpPr>
          <p:nvPr>
            <p:ph type="body" sz="quarter" idx="11" hasCustomPrompt="1"/>
          </p:nvPr>
        </p:nvSpPr>
        <p:spPr>
          <a:xfrm>
            <a:off x="982663" y="5557120"/>
            <a:ext cx="3068476" cy="932579"/>
          </a:xfrm>
          <a:prstGeom prst="rect">
            <a:avLst/>
          </a:prstGeom>
        </p:spPr>
        <p:txBody>
          <a:bodyPr/>
          <a:lstStyle>
            <a:lvl1pPr marL="0" indent="0" algn="just" defTabSz="914400" rtl="0" eaLnBrk="1" latinLnBrk="0" hangingPunct="1">
              <a:buNone/>
              <a:defRPr lang="zh-CN" altLang="en-US" sz="2000" b="0" kern="1200" dirty="0" smtClean="0">
                <a:solidFill>
                  <a:schemeClr val="accent1"/>
                </a:solidFill>
                <a:latin typeface="+mn-ea"/>
                <a:ea typeface="+mn-ea"/>
                <a:cs typeface="+mn-ea"/>
              </a:defRPr>
            </a:lvl1pPr>
            <a:lvl2pPr marL="0" indent="0" algn="just" defTabSz="914400" rtl="0" eaLnBrk="1" latinLnBrk="0" hangingPunct="1">
              <a:buNone/>
              <a:defRPr lang="zh-CN" altLang="en-US" sz="1600" kern="1200" dirty="0" smtClean="0">
                <a:solidFill>
                  <a:schemeClr val="accent1"/>
                </a:solidFill>
                <a:latin typeface="+mn-lt"/>
                <a:ea typeface="+mn-ea"/>
                <a:cs typeface="+mn-ea"/>
              </a:defRPr>
            </a:lvl2pPr>
            <a:lvl3pPr marL="0" indent="0" algn="just" defTabSz="914400" rtl="0" eaLnBrk="1" latinLnBrk="0" hangingPunct="1">
              <a:buNone/>
              <a:defRPr lang="zh-CN" altLang="en-US" sz="1600" kern="1200" dirty="0" smtClean="0">
                <a:solidFill>
                  <a:schemeClr val="accent1"/>
                </a:solidFill>
                <a:latin typeface="+mn-lt"/>
                <a:ea typeface="+mn-ea"/>
                <a:cs typeface="+mn-ea"/>
              </a:defRPr>
            </a:lvl3pPr>
            <a:lvl4pPr marL="0" indent="0" algn="just" defTabSz="914400" rtl="0" eaLnBrk="1" latinLnBrk="0" hangingPunct="1">
              <a:buNone/>
              <a:defRPr lang="zh-CN" altLang="en-US" sz="1600" kern="1200" dirty="0" smtClean="0">
                <a:solidFill>
                  <a:schemeClr val="accent1"/>
                </a:solidFill>
                <a:latin typeface="+mn-lt"/>
                <a:ea typeface="+mn-ea"/>
                <a:cs typeface="+mn-ea"/>
              </a:defRPr>
            </a:lvl4pPr>
            <a:lvl5pPr marL="0" indent="0" algn="just" defTabSz="914400" rtl="0" eaLnBrk="1" latinLnBrk="0" hangingPunct="1">
              <a:buNone/>
              <a:defRPr lang="zh-CN" altLang="en-US" sz="1600" kern="1200" dirty="0">
                <a:solidFill>
                  <a:schemeClr val="accent1"/>
                </a:solidFill>
                <a:latin typeface="+mn-lt"/>
                <a:ea typeface="+mn-ea"/>
                <a:cs typeface="+mn-ea"/>
              </a:defRPr>
            </a:lvl5pPr>
          </a:lstStyle>
          <a:p>
            <a:pPr lvl="0"/>
            <a:r>
              <a:rPr lang="zh-CN" altLang="en-US" dirty="0"/>
              <a:t>汇报人： </a:t>
            </a:r>
            <a:r>
              <a:rPr lang="zh-CN" altLang="en-US" b="0" dirty="0">
                <a:latin typeface="+mn-ea"/>
                <a:ea typeface="+mn-ea"/>
              </a:rPr>
              <a:t>刘光前</a:t>
            </a:r>
            <a:endParaRPr lang="en-US" altLang="zh-CN" b="0" dirty="0">
              <a:latin typeface="+mn-ea"/>
              <a:ea typeface="+mn-ea"/>
            </a:endParaRP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指导老师： </a:t>
            </a:r>
            <a:r>
              <a:rPr lang="en-US" altLang="zh-CN" b="0" dirty="0">
                <a:latin typeface="+mn-ea"/>
                <a:ea typeface="+mn-ea"/>
              </a:rPr>
              <a:t>X </a:t>
            </a:r>
            <a:r>
              <a:rPr lang="en-US" altLang="zh-CN" b="0" dirty="0" err="1">
                <a:latin typeface="+mn-ea"/>
                <a:ea typeface="+mn-ea"/>
              </a:rPr>
              <a:t>X</a:t>
            </a:r>
            <a:r>
              <a:rPr lang="en-US" altLang="zh-CN" b="0" dirty="0">
                <a:latin typeface="+mn-ea"/>
                <a:ea typeface="+mn-ea"/>
              </a:rPr>
              <a:t> </a:t>
            </a:r>
            <a:r>
              <a:rPr lang="en-US" altLang="zh-CN" b="0" dirty="0" err="1">
                <a:latin typeface="+mn-ea"/>
                <a:ea typeface="+mn-ea"/>
              </a:rPr>
              <a:t>X</a:t>
            </a:r>
            <a:endParaRPr lang="zh-CN" altLang="en-US" dirty="0"/>
          </a:p>
        </p:txBody>
      </p:sp>
    </p:spTree>
    <p:extLst>
      <p:ext uri="{BB962C8B-B14F-4D97-AF65-F5344CB8AC3E}">
        <p14:creationId xmlns:p14="http://schemas.microsoft.com/office/powerpoint/2010/main" val="1227007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封面5">
    <p:bg>
      <p:bgPr>
        <a:gradFill>
          <a:gsLst>
            <a:gs pos="0">
              <a:schemeClr val="accent1">
                <a:lumMod val="90000"/>
              </a:schemeClr>
            </a:gs>
            <a:gs pos="100000">
              <a:schemeClr val="accent1">
                <a:lumMod val="90000"/>
                <a:lumOff val="10000"/>
              </a:schemeClr>
            </a:gs>
          </a:gsLst>
          <a:lin ang="2700000" scaled="0"/>
        </a:gra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79C8326-E810-425E-AB44-81026A04350F}"/>
              </a:ext>
            </a:extLst>
          </p:cNvPr>
          <p:cNvSpPr/>
          <p:nvPr userDrawn="1"/>
        </p:nvSpPr>
        <p:spPr>
          <a:xfrm>
            <a:off x="256540" y="1134138"/>
            <a:ext cx="11678920" cy="4589725"/>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9" name="组合 8">
            <a:extLst>
              <a:ext uri="{FF2B5EF4-FFF2-40B4-BE49-F238E27FC236}">
                <a16:creationId xmlns:a16="http://schemas.microsoft.com/office/drawing/2014/main" id="{6D43187F-24E8-4F00-9005-5CA0C2D21CF7}"/>
              </a:ext>
            </a:extLst>
          </p:cNvPr>
          <p:cNvGrpSpPr/>
          <p:nvPr userDrawn="1"/>
        </p:nvGrpSpPr>
        <p:grpSpPr>
          <a:xfrm>
            <a:off x="11317288" y="1442720"/>
            <a:ext cx="397192" cy="162560"/>
            <a:chOff x="11317288" y="1442720"/>
            <a:chExt cx="397192" cy="162560"/>
          </a:xfrm>
        </p:grpSpPr>
        <p:cxnSp>
          <p:nvCxnSpPr>
            <p:cNvPr id="6" name="直接连接符 5">
              <a:extLst>
                <a:ext uri="{FF2B5EF4-FFF2-40B4-BE49-F238E27FC236}">
                  <a16:creationId xmlns:a16="http://schemas.microsoft.com/office/drawing/2014/main" id="{5E1E9DE2-0EB8-4B77-A71A-1B8A69B1D97C}"/>
                </a:ext>
              </a:extLst>
            </p:cNvPr>
            <p:cNvCxnSpPr>
              <a:cxnSpLocks/>
            </p:cNvCxnSpPr>
            <p:nvPr/>
          </p:nvCxnSpPr>
          <p:spPr>
            <a:xfrm>
              <a:off x="11317288" y="1442720"/>
              <a:ext cx="397192" cy="0"/>
            </a:xfrm>
            <a:prstGeom prst="line">
              <a:avLst/>
            </a:prstGeom>
            <a:ln w="38100">
              <a:solidFill>
                <a:srgbClr val="3D7EAA"/>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07816AAC-8E00-4584-94C6-0D70E77D98AA}"/>
                </a:ext>
              </a:extLst>
            </p:cNvPr>
            <p:cNvCxnSpPr>
              <a:cxnSpLocks/>
            </p:cNvCxnSpPr>
            <p:nvPr/>
          </p:nvCxnSpPr>
          <p:spPr>
            <a:xfrm>
              <a:off x="11317288" y="1524000"/>
              <a:ext cx="397192" cy="0"/>
            </a:xfrm>
            <a:prstGeom prst="line">
              <a:avLst/>
            </a:prstGeom>
            <a:ln w="38100">
              <a:solidFill>
                <a:srgbClr val="3D7EAA"/>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E15FF40B-641C-46E8-8D6B-07E5C5DE683E}"/>
                </a:ext>
              </a:extLst>
            </p:cNvPr>
            <p:cNvCxnSpPr>
              <a:cxnSpLocks/>
            </p:cNvCxnSpPr>
            <p:nvPr/>
          </p:nvCxnSpPr>
          <p:spPr>
            <a:xfrm>
              <a:off x="11317288" y="1605280"/>
              <a:ext cx="397192" cy="0"/>
            </a:xfrm>
            <a:prstGeom prst="line">
              <a:avLst/>
            </a:prstGeom>
            <a:ln w="38100">
              <a:solidFill>
                <a:srgbClr val="3D7EAA"/>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2EA01607-984B-48BD-B2F1-ECB81896358B}"/>
              </a:ext>
            </a:extLst>
          </p:cNvPr>
          <p:cNvGrpSpPr/>
          <p:nvPr userDrawn="1"/>
        </p:nvGrpSpPr>
        <p:grpSpPr>
          <a:xfrm>
            <a:off x="11317288" y="5203190"/>
            <a:ext cx="395287" cy="207010"/>
            <a:chOff x="11317288" y="5203190"/>
            <a:chExt cx="395287" cy="207010"/>
          </a:xfrm>
        </p:grpSpPr>
        <p:sp>
          <p:nvSpPr>
            <p:cNvPr id="11" name="椭圆 10">
              <a:extLst>
                <a:ext uri="{FF2B5EF4-FFF2-40B4-BE49-F238E27FC236}">
                  <a16:creationId xmlns:a16="http://schemas.microsoft.com/office/drawing/2014/main" id="{CA4F7910-783F-4475-8D1B-E0256EDB0834}"/>
                </a:ext>
              </a:extLst>
            </p:cNvPr>
            <p:cNvSpPr/>
            <p:nvPr/>
          </p:nvSpPr>
          <p:spPr>
            <a:xfrm>
              <a:off x="11317288" y="5203190"/>
              <a:ext cx="81280" cy="81280"/>
            </a:xfrm>
            <a:prstGeom prst="ellipse">
              <a:avLst/>
            </a:prstGeom>
            <a:solidFill>
              <a:srgbClr val="3D7E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2" name="椭圆 11">
              <a:extLst>
                <a:ext uri="{FF2B5EF4-FFF2-40B4-BE49-F238E27FC236}">
                  <a16:creationId xmlns:a16="http://schemas.microsoft.com/office/drawing/2014/main" id="{D3C7210A-1684-4D2B-808B-CA50B543D268}"/>
                </a:ext>
              </a:extLst>
            </p:cNvPr>
            <p:cNvSpPr/>
            <p:nvPr/>
          </p:nvSpPr>
          <p:spPr>
            <a:xfrm>
              <a:off x="11317288" y="5328920"/>
              <a:ext cx="81280" cy="81280"/>
            </a:xfrm>
            <a:prstGeom prst="ellipse">
              <a:avLst/>
            </a:prstGeom>
            <a:solidFill>
              <a:srgbClr val="3D7E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3" name="椭圆 12">
              <a:extLst>
                <a:ext uri="{FF2B5EF4-FFF2-40B4-BE49-F238E27FC236}">
                  <a16:creationId xmlns:a16="http://schemas.microsoft.com/office/drawing/2014/main" id="{A5E070FC-BDCE-4C14-BD88-F61B71C253D1}"/>
                </a:ext>
              </a:extLst>
            </p:cNvPr>
            <p:cNvSpPr/>
            <p:nvPr/>
          </p:nvSpPr>
          <p:spPr>
            <a:xfrm>
              <a:off x="11474292" y="5203190"/>
              <a:ext cx="81280" cy="81280"/>
            </a:xfrm>
            <a:prstGeom prst="ellipse">
              <a:avLst/>
            </a:prstGeom>
            <a:solidFill>
              <a:srgbClr val="3D7E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4" name="椭圆 13">
              <a:extLst>
                <a:ext uri="{FF2B5EF4-FFF2-40B4-BE49-F238E27FC236}">
                  <a16:creationId xmlns:a16="http://schemas.microsoft.com/office/drawing/2014/main" id="{FC3B3E33-9F6E-408A-815A-C975B7B8D571}"/>
                </a:ext>
              </a:extLst>
            </p:cNvPr>
            <p:cNvSpPr/>
            <p:nvPr/>
          </p:nvSpPr>
          <p:spPr>
            <a:xfrm>
              <a:off x="11474292" y="5328920"/>
              <a:ext cx="81280" cy="81280"/>
            </a:xfrm>
            <a:prstGeom prst="ellipse">
              <a:avLst/>
            </a:prstGeom>
            <a:solidFill>
              <a:srgbClr val="3D7E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5" name="椭圆 14">
              <a:extLst>
                <a:ext uri="{FF2B5EF4-FFF2-40B4-BE49-F238E27FC236}">
                  <a16:creationId xmlns:a16="http://schemas.microsoft.com/office/drawing/2014/main" id="{BBE7EDF2-8AAD-4A70-9CCC-E754909B5EA5}"/>
                </a:ext>
              </a:extLst>
            </p:cNvPr>
            <p:cNvSpPr/>
            <p:nvPr/>
          </p:nvSpPr>
          <p:spPr>
            <a:xfrm>
              <a:off x="11631295" y="5203190"/>
              <a:ext cx="81280" cy="81280"/>
            </a:xfrm>
            <a:prstGeom prst="ellipse">
              <a:avLst/>
            </a:prstGeom>
            <a:solidFill>
              <a:srgbClr val="3D7E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6" name="椭圆 15">
              <a:extLst>
                <a:ext uri="{FF2B5EF4-FFF2-40B4-BE49-F238E27FC236}">
                  <a16:creationId xmlns:a16="http://schemas.microsoft.com/office/drawing/2014/main" id="{C0A4817C-6AF4-451A-8A42-24CF7A030BF1}"/>
                </a:ext>
              </a:extLst>
            </p:cNvPr>
            <p:cNvSpPr/>
            <p:nvPr/>
          </p:nvSpPr>
          <p:spPr>
            <a:xfrm>
              <a:off x="11631295" y="5328920"/>
              <a:ext cx="81280" cy="81280"/>
            </a:xfrm>
            <a:prstGeom prst="ellipse">
              <a:avLst/>
            </a:prstGeom>
            <a:solidFill>
              <a:srgbClr val="3D7E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pic>
        <p:nvPicPr>
          <p:cNvPr id="19" name="图片 18">
            <a:extLst>
              <a:ext uri="{FF2B5EF4-FFF2-40B4-BE49-F238E27FC236}">
                <a16:creationId xmlns:a16="http://schemas.microsoft.com/office/drawing/2014/main" id="{F69CF43B-DF4E-44CD-8433-662A84634C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5938" y="1449388"/>
            <a:ext cx="2001843" cy="461088"/>
          </a:xfrm>
          <a:prstGeom prst="rect">
            <a:avLst/>
          </a:prstGeom>
        </p:spPr>
      </p:pic>
      <p:sp>
        <p:nvSpPr>
          <p:cNvPr id="23" name="矩形: 圆角 22">
            <a:extLst>
              <a:ext uri="{FF2B5EF4-FFF2-40B4-BE49-F238E27FC236}">
                <a16:creationId xmlns:a16="http://schemas.microsoft.com/office/drawing/2014/main" id="{58F96BED-4256-498E-BB0B-1BAB310587DC}"/>
              </a:ext>
            </a:extLst>
          </p:cNvPr>
          <p:cNvSpPr/>
          <p:nvPr userDrawn="1"/>
        </p:nvSpPr>
        <p:spPr>
          <a:xfrm>
            <a:off x="515938" y="3985572"/>
            <a:ext cx="1910080" cy="382740"/>
          </a:xfrm>
          <a:prstGeom prst="roundRect">
            <a:avLst>
              <a:gd name="adj" fmla="val 50000"/>
            </a:avLst>
          </a:prstGeom>
          <a:gradFill>
            <a:gsLst>
              <a:gs pos="0">
                <a:srgbClr val="930093">
                  <a:lumMod val="100000"/>
                </a:srgbClr>
              </a:gs>
              <a:gs pos="100000">
                <a:srgbClr val="3D7EAA"/>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pic>
        <p:nvPicPr>
          <p:cNvPr id="25" name="图片 24">
            <a:extLst>
              <a:ext uri="{FF2B5EF4-FFF2-40B4-BE49-F238E27FC236}">
                <a16:creationId xmlns:a16="http://schemas.microsoft.com/office/drawing/2014/main" id="{F722E52B-6185-4D9B-840F-F302E621976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42046" y="5046261"/>
            <a:ext cx="2634834" cy="460201"/>
          </a:xfrm>
          <a:prstGeom prst="rect">
            <a:avLst/>
          </a:prstGeom>
        </p:spPr>
      </p:pic>
      <p:cxnSp>
        <p:nvCxnSpPr>
          <p:cNvPr id="29" name="直接连接符 28">
            <a:extLst>
              <a:ext uri="{FF2B5EF4-FFF2-40B4-BE49-F238E27FC236}">
                <a16:creationId xmlns:a16="http://schemas.microsoft.com/office/drawing/2014/main" id="{C7A301A0-ECEA-4919-9F48-C6A1A2B451C7}"/>
              </a:ext>
            </a:extLst>
          </p:cNvPr>
          <p:cNvCxnSpPr>
            <a:cxnSpLocks/>
          </p:cNvCxnSpPr>
          <p:nvPr userDrawn="1"/>
        </p:nvCxnSpPr>
        <p:spPr>
          <a:xfrm>
            <a:off x="547053" y="2630206"/>
            <a:ext cx="0" cy="91998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图片占位符 30">
            <a:extLst>
              <a:ext uri="{FF2B5EF4-FFF2-40B4-BE49-F238E27FC236}">
                <a16:creationId xmlns:a16="http://schemas.microsoft.com/office/drawing/2014/main" id="{4C172F0E-7836-49E4-ABE1-ADD3ACC18720}"/>
              </a:ext>
            </a:extLst>
          </p:cNvPr>
          <p:cNvSpPr>
            <a:spLocks noGrp="1"/>
          </p:cNvSpPr>
          <p:nvPr>
            <p:ph type="pic" sz="quarter" idx="10"/>
          </p:nvPr>
        </p:nvSpPr>
        <p:spPr>
          <a:xfrm>
            <a:off x="5834063" y="1662433"/>
            <a:ext cx="5127625" cy="3533135"/>
          </a:xfrm>
          <a:prstGeom prst="rect">
            <a:avLst/>
          </a:prstGeom>
        </p:spPr>
        <p:txBody>
          <a:bodyPr/>
          <a:lstStyle/>
          <a:p>
            <a:endParaRPr lang="zh-CN" altLang="en-US" dirty="0"/>
          </a:p>
        </p:txBody>
      </p:sp>
      <p:sp>
        <p:nvSpPr>
          <p:cNvPr id="34" name="标题 33">
            <a:extLst>
              <a:ext uri="{FF2B5EF4-FFF2-40B4-BE49-F238E27FC236}">
                <a16:creationId xmlns:a16="http://schemas.microsoft.com/office/drawing/2014/main" id="{774E3F0A-8F2E-4B84-9AC2-820F4B9C692A}"/>
              </a:ext>
            </a:extLst>
          </p:cNvPr>
          <p:cNvSpPr>
            <a:spLocks noGrp="1"/>
          </p:cNvSpPr>
          <p:nvPr>
            <p:ph type="title" hasCustomPrompt="1"/>
          </p:nvPr>
        </p:nvSpPr>
        <p:spPr>
          <a:xfrm>
            <a:off x="661035" y="2588425"/>
            <a:ext cx="4903647" cy="1325563"/>
          </a:xfrm>
          <a:prstGeom prst="rect">
            <a:avLst/>
          </a:prstGeom>
        </p:spPr>
        <p:txBody>
          <a:bodyPr/>
          <a:lstStyle>
            <a:lvl1pPr marL="0" algn="l" defTabSz="914400" rtl="0" eaLnBrk="1" latinLnBrk="0" hangingPunct="1">
              <a:defRPr lang="zh-CN" altLang="en-US" sz="3600" b="1" kern="1200" spc="1200" dirty="0">
                <a:solidFill>
                  <a:schemeClr val="accent1"/>
                </a:solidFill>
                <a:latin typeface="+mj-ea"/>
                <a:ea typeface="+mj-ea"/>
                <a:cs typeface="+mn-ea"/>
                <a:sym typeface="+mn-lt"/>
              </a:defRPr>
            </a:lvl1pPr>
          </a:lstStyle>
          <a:p>
            <a:pPr algn="l"/>
            <a:r>
              <a:rPr lang="zh-CN" altLang="en-US" sz="3600" b="1" spc="1200" dirty="0">
                <a:solidFill>
                  <a:schemeClr val="accent1"/>
                </a:solidFill>
                <a:cs typeface="+mn-ea"/>
                <a:sym typeface="+mn-lt"/>
              </a:rPr>
              <a:t>南京理工大学</a:t>
            </a:r>
            <a:br>
              <a:rPr lang="en-US" altLang="zh-CN" sz="3600" b="1" spc="1200" dirty="0">
                <a:solidFill>
                  <a:schemeClr val="accent1"/>
                </a:solidFill>
                <a:cs typeface="+mn-ea"/>
                <a:sym typeface="+mn-lt"/>
              </a:rPr>
            </a:br>
            <a:r>
              <a:rPr lang="zh-CN" altLang="en-US" sz="3600" b="1" spc="1200" dirty="0">
                <a:solidFill>
                  <a:schemeClr val="accent1"/>
                </a:solidFill>
                <a:cs typeface="+mn-ea"/>
                <a:sym typeface="+mn-lt"/>
              </a:rPr>
              <a:t>通用模板</a:t>
            </a:r>
          </a:p>
        </p:txBody>
      </p:sp>
      <p:sp>
        <p:nvSpPr>
          <p:cNvPr id="40" name="文本占位符 39">
            <a:extLst>
              <a:ext uri="{FF2B5EF4-FFF2-40B4-BE49-F238E27FC236}">
                <a16:creationId xmlns:a16="http://schemas.microsoft.com/office/drawing/2014/main" id="{E17A3F4E-0DA9-4DDA-B7D5-608890A2BB53}"/>
              </a:ext>
            </a:extLst>
          </p:cNvPr>
          <p:cNvSpPr>
            <a:spLocks noGrp="1"/>
          </p:cNvSpPr>
          <p:nvPr>
            <p:ph type="body" sz="quarter" idx="11" hasCustomPrompt="1"/>
          </p:nvPr>
        </p:nvSpPr>
        <p:spPr>
          <a:xfrm>
            <a:off x="453478" y="4023413"/>
            <a:ext cx="2034999" cy="363155"/>
          </a:xfrm>
          <a:prstGeom prst="rect">
            <a:avLst/>
          </a:prstGeom>
        </p:spPr>
        <p:txBody>
          <a:bodyPr/>
          <a:lstStyle>
            <a:lvl1pPr marL="0" indent="0" algn="ctr">
              <a:buNone/>
              <a:defRPr sz="16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zh-CN" altLang="en-US" dirty="0"/>
              <a:t>汇报人：刘光前</a:t>
            </a:r>
          </a:p>
        </p:txBody>
      </p:sp>
    </p:spTree>
    <p:extLst>
      <p:ext uri="{BB962C8B-B14F-4D97-AF65-F5344CB8AC3E}">
        <p14:creationId xmlns:p14="http://schemas.microsoft.com/office/powerpoint/2010/main" val="1808117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目录1">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228F302-2FB7-4B0D-A5DC-13279A9BC73B}"/>
              </a:ext>
            </a:extLst>
          </p:cNvPr>
          <p:cNvSpPr/>
          <p:nvPr userDrawn="1"/>
        </p:nvSpPr>
        <p:spPr>
          <a:xfrm>
            <a:off x="0" y="0"/>
            <a:ext cx="397256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6" name="等腰三角形 5">
            <a:extLst>
              <a:ext uri="{FF2B5EF4-FFF2-40B4-BE49-F238E27FC236}">
                <a16:creationId xmlns:a16="http://schemas.microsoft.com/office/drawing/2014/main" id="{F6692F97-3513-429D-937A-43D214ADA58D}"/>
              </a:ext>
            </a:extLst>
          </p:cNvPr>
          <p:cNvSpPr/>
          <p:nvPr userDrawn="1"/>
        </p:nvSpPr>
        <p:spPr>
          <a:xfrm rot="5400000">
            <a:off x="3849370" y="3276600"/>
            <a:ext cx="551179" cy="30480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8" name="椭圆 7">
            <a:extLst>
              <a:ext uri="{FF2B5EF4-FFF2-40B4-BE49-F238E27FC236}">
                <a16:creationId xmlns:a16="http://schemas.microsoft.com/office/drawing/2014/main" id="{9D04CA31-94E2-4253-93F8-D72D476D8E96}"/>
              </a:ext>
            </a:extLst>
          </p:cNvPr>
          <p:cNvSpPr/>
          <p:nvPr userDrawn="1"/>
        </p:nvSpPr>
        <p:spPr>
          <a:xfrm>
            <a:off x="1072367" y="1334080"/>
            <a:ext cx="1827827" cy="1827827"/>
          </a:xfrm>
          <a:prstGeom prst="ellipse">
            <a:avLst/>
          </a:prstGeom>
          <a:noFill/>
          <a:ln w="1016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0" name="list_329062">
            <a:extLst>
              <a:ext uri="{FF2B5EF4-FFF2-40B4-BE49-F238E27FC236}">
                <a16:creationId xmlns:a16="http://schemas.microsoft.com/office/drawing/2014/main" id="{F2A27645-E370-4F8C-9385-17B127554943}"/>
              </a:ext>
            </a:extLst>
          </p:cNvPr>
          <p:cNvSpPr>
            <a:spLocks noChangeAspect="1"/>
          </p:cNvSpPr>
          <p:nvPr userDrawn="1"/>
        </p:nvSpPr>
        <p:spPr bwMode="auto">
          <a:xfrm>
            <a:off x="1598579" y="1742694"/>
            <a:ext cx="775402" cy="1010598"/>
          </a:xfrm>
          <a:custGeom>
            <a:avLst/>
            <a:gdLst>
              <a:gd name="connsiteX0" fmla="*/ 119132 w 465520"/>
              <a:gd name="connsiteY0" fmla="*/ 444069 h 606722"/>
              <a:gd name="connsiteX1" fmla="*/ 346337 w 465520"/>
              <a:gd name="connsiteY1" fmla="*/ 444069 h 606722"/>
              <a:gd name="connsiteX2" fmla="*/ 366094 w 465520"/>
              <a:gd name="connsiteY2" fmla="*/ 463818 h 606722"/>
              <a:gd name="connsiteX3" fmla="*/ 346337 w 465520"/>
              <a:gd name="connsiteY3" fmla="*/ 483656 h 606722"/>
              <a:gd name="connsiteX4" fmla="*/ 119132 w 465520"/>
              <a:gd name="connsiteY4" fmla="*/ 483656 h 606722"/>
              <a:gd name="connsiteX5" fmla="*/ 99286 w 465520"/>
              <a:gd name="connsiteY5" fmla="*/ 463818 h 606722"/>
              <a:gd name="connsiteX6" fmla="*/ 119132 w 465520"/>
              <a:gd name="connsiteY6" fmla="*/ 444069 h 606722"/>
              <a:gd name="connsiteX7" fmla="*/ 119132 w 465520"/>
              <a:gd name="connsiteY7" fmla="*/ 316133 h 606722"/>
              <a:gd name="connsiteX8" fmla="*/ 346337 w 465520"/>
              <a:gd name="connsiteY8" fmla="*/ 316133 h 606722"/>
              <a:gd name="connsiteX9" fmla="*/ 366094 w 465520"/>
              <a:gd name="connsiteY9" fmla="*/ 335847 h 606722"/>
              <a:gd name="connsiteX10" fmla="*/ 346337 w 465520"/>
              <a:gd name="connsiteY10" fmla="*/ 355650 h 606722"/>
              <a:gd name="connsiteX11" fmla="*/ 119132 w 465520"/>
              <a:gd name="connsiteY11" fmla="*/ 355650 h 606722"/>
              <a:gd name="connsiteX12" fmla="*/ 99286 w 465520"/>
              <a:gd name="connsiteY12" fmla="*/ 335847 h 606722"/>
              <a:gd name="connsiteX13" fmla="*/ 119132 w 465520"/>
              <a:gd name="connsiteY13" fmla="*/ 316133 h 606722"/>
              <a:gd name="connsiteX14" fmla="*/ 119132 w 465520"/>
              <a:gd name="connsiteY14" fmla="*/ 188128 h 606722"/>
              <a:gd name="connsiteX15" fmla="*/ 346337 w 465520"/>
              <a:gd name="connsiteY15" fmla="*/ 188128 h 606722"/>
              <a:gd name="connsiteX16" fmla="*/ 366094 w 465520"/>
              <a:gd name="connsiteY16" fmla="*/ 207877 h 606722"/>
              <a:gd name="connsiteX17" fmla="*/ 346337 w 465520"/>
              <a:gd name="connsiteY17" fmla="*/ 227715 h 606722"/>
              <a:gd name="connsiteX18" fmla="*/ 119132 w 465520"/>
              <a:gd name="connsiteY18" fmla="*/ 227715 h 606722"/>
              <a:gd name="connsiteX19" fmla="*/ 99286 w 465520"/>
              <a:gd name="connsiteY19" fmla="*/ 207877 h 606722"/>
              <a:gd name="connsiteX20" fmla="*/ 119132 w 465520"/>
              <a:gd name="connsiteY20" fmla="*/ 188128 h 606722"/>
              <a:gd name="connsiteX21" fmla="*/ 182079 w 465520"/>
              <a:gd name="connsiteY21" fmla="*/ 39547 h 606722"/>
              <a:gd name="connsiteX22" fmla="*/ 182079 w 465520"/>
              <a:gd name="connsiteY22" fmla="*/ 65053 h 606722"/>
              <a:gd name="connsiteX23" fmla="*/ 283441 w 465520"/>
              <a:gd name="connsiteY23" fmla="*/ 65053 h 606722"/>
              <a:gd name="connsiteX24" fmla="*/ 283441 w 465520"/>
              <a:gd name="connsiteY24" fmla="*/ 39547 h 606722"/>
              <a:gd name="connsiteX25" fmla="*/ 39602 w 465520"/>
              <a:gd name="connsiteY25" fmla="*/ 39547 h 606722"/>
              <a:gd name="connsiteX26" fmla="*/ 39602 w 465520"/>
              <a:gd name="connsiteY26" fmla="*/ 567086 h 606722"/>
              <a:gd name="connsiteX27" fmla="*/ 425918 w 465520"/>
              <a:gd name="connsiteY27" fmla="*/ 567086 h 606722"/>
              <a:gd name="connsiteX28" fmla="*/ 425918 w 465520"/>
              <a:gd name="connsiteY28" fmla="*/ 39547 h 606722"/>
              <a:gd name="connsiteX29" fmla="*/ 323043 w 465520"/>
              <a:gd name="connsiteY29" fmla="*/ 39547 h 606722"/>
              <a:gd name="connsiteX30" fmla="*/ 323043 w 465520"/>
              <a:gd name="connsiteY30" fmla="*/ 84783 h 606722"/>
              <a:gd name="connsiteX31" fmla="*/ 303287 w 465520"/>
              <a:gd name="connsiteY31" fmla="*/ 104601 h 606722"/>
              <a:gd name="connsiteX32" fmla="*/ 162234 w 465520"/>
              <a:gd name="connsiteY32" fmla="*/ 104601 h 606722"/>
              <a:gd name="connsiteX33" fmla="*/ 142388 w 465520"/>
              <a:gd name="connsiteY33" fmla="*/ 84783 h 606722"/>
              <a:gd name="connsiteX34" fmla="*/ 142388 w 465520"/>
              <a:gd name="connsiteY34" fmla="*/ 39547 h 606722"/>
              <a:gd name="connsiteX35" fmla="*/ 19756 w 465520"/>
              <a:gd name="connsiteY35" fmla="*/ 0 h 606722"/>
              <a:gd name="connsiteX36" fmla="*/ 445675 w 465520"/>
              <a:gd name="connsiteY36" fmla="*/ 0 h 606722"/>
              <a:gd name="connsiteX37" fmla="*/ 465520 w 465520"/>
              <a:gd name="connsiteY37" fmla="*/ 19818 h 606722"/>
              <a:gd name="connsiteX38" fmla="*/ 465520 w 465520"/>
              <a:gd name="connsiteY38" fmla="*/ 586904 h 606722"/>
              <a:gd name="connsiteX39" fmla="*/ 445675 w 465520"/>
              <a:gd name="connsiteY39" fmla="*/ 606722 h 606722"/>
              <a:gd name="connsiteX40" fmla="*/ 19756 w 465520"/>
              <a:gd name="connsiteY40" fmla="*/ 606722 h 606722"/>
              <a:gd name="connsiteX41" fmla="*/ 0 w 465520"/>
              <a:gd name="connsiteY41" fmla="*/ 586904 h 606722"/>
              <a:gd name="connsiteX42" fmla="*/ 0 w 465520"/>
              <a:gd name="connsiteY42" fmla="*/ 19818 h 606722"/>
              <a:gd name="connsiteX43" fmla="*/ 19756 w 465520"/>
              <a:gd name="connsiteY43"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65520" h="606722">
                <a:moveTo>
                  <a:pt x="119132" y="444069"/>
                </a:moveTo>
                <a:lnTo>
                  <a:pt x="346337" y="444069"/>
                </a:lnTo>
                <a:cubicBezTo>
                  <a:pt x="357284" y="444069"/>
                  <a:pt x="366094" y="452876"/>
                  <a:pt x="366094" y="463818"/>
                </a:cubicBezTo>
                <a:cubicBezTo>
                  <a:pt x="366094" y="474760"/>
                  <a:pt x="357284" y="483656"/>
                  <a:pt x="346337" y="483656"/>
                </a:cubicBezTo>
                <a:lnTo>
                  <a:pt x="119132" y="483656"/>
                </a:lnTo>
                <a:cubicBezTo>
                  <a:pt x="108186" y="483656"/>
                  <a:pt x="99286" y="474760"/>
                  <a:pt x="99286" y="463818"/>
                </a:cubicBezTo>
                <a:cubicBezTo>
                  <a:pt x="99286" y="452876"/>
                  <a:pt x="108186" y="444069"/>
                  <a:pt x="119132" y="444069"/>
                </a:cubicBezTo>
                <a:close/>
                <a:moveTo>
                  <a:pt x="119132" y="316133"/>
                </a:moveTo>
                <a:lnTo>
                  <a:pt x="346337" y="316133"/>
                </a:lnTo>
                <a:cubicBezTo>
                  <a:pt x="357284" y="316133"/>
                  <a:pt x="366094" y="324924"/>
                  <a:pt x="366094" y="335847"/>
                </a:cubicBezTo>
                <a:cubicBezTo>
                  <a:pt x="366094" y="346770"/>
                  <a:pt x="357284" y="355650"/>
                  <a:pt x="346337" y="355650"/>
                </a:cubicBezTo>
                <a:lnTo>
                  <a:pt x="119132" y="355650"/>
                </a:lnTo>
                <a:cubicBezTo>
                  <a:pt x="108186" y="355650"/>
                  <a:pt x="99286" y="346770"/>
                  <a:pt x="99286" y="335847"/>
                </a:cubicBezTo>
                <a:cubicBezTo>
                  <a:pt x="99286" y="324924"/>
                  <a:pt x="108186" y="316133"/>
                  <a:pt x="119132" y="316133"/>
                </a:cubicBezTo>
                <a:close/>
                <a:moveTo>
                  <a:pt x="119132" y="188128"/>
                </a:moveTo>
                <a:lnTo>
                  <a:pt x="346337" y="188128"/>
                </a:lnTo>
                <a:cubicBezTo>
                  <a:pt x="357284" y="188128"/>
                  <a:pt x="366094" y="196935"/>
                  <a:pt x="366094" y="207877"/>
                </a:cubicBezTo>
                <a:cubicBezTo>
                  <a:pt x="366094" y="218819"/>
                  <a:pt x="357284" y="227715"/>
                  <a:pt x="346337" y="227715"/>
                </a:cubicBezTo>
                <a:lnTo>
                  <a:pt x="119132" y="227715"/>
                </a:lnTo>
                <a:cubicBezTo>
                  <a:pt x="108186" y="227715"/>
                  <a:pt x="99286" y="218819"/>
                  <a:pt x="99286" y="207877"/>
                </a:cubicBezTo>
                <a:cubicBezTo>
                  <a:pt x="99286" y="196935"/>
                  <a:pt x="108186" y="188128"/>
                  <a:pt x="119132" y="188128"/>
                </a:cubicBezTo>
                <a:close/>
                <a:moveTo>
                  <a:pt x="182079" y="39547"/>
                </a:moveTo>
                <a:lnTo>
                  <a:pt x="182079" y="65053"/>
                </a:lnTo>
                <a:lnTo>
                  <a:pt x="283441" y="65053"/>
                </a:lnTo>
                <a:lnTo>
                  <a:pt x="283441" y="39547"/>
                </a:lnTo>
                <a:close/>
                <a:moveTo>
                  <a:pt x="39602" y="39547"/>
                </a:moveTo>
                <a:lnTo>
                  <a:pt x="39602" y="567086"/>
                </a:lnTo>
                <a:lnTo>
                  <a:pt x="425918" y="567086"/>
                </a:lnTo>
                <a:lnTo>
                  <a:pt x="425918" y="39547"/>
                </a:lnTo>
                <a:lnTo>
                  <a:pt x="323043" y="39547"/>
                </a:lnTo>
                <a:lnTo>
                  <a:pt x="323043" y="84783"/>
                </a:lnTo>
                <a:cubicBezTo>
                  <a:pt x="323043" y="95714"/>
                  <a:pt x="314233" y="104601"/>
                  <a:pt x="303287" y="104601"/>
                </a:cubicBezTo>
                <a:lnTo>
                  <a:pt x="162234" y="104601"/>
                </a:lnTo>
                <a:cubicBezTo>
                  <a:pt x="151287" y="104601"/>
                  <a:pt x="142388" y="95714"/>
                  <a:pt x="142388" y="84783"/>
                </a:cubicBezTo>
                <a:lnTo>
                  <a:pt x="142388" y="39547"/>
                </a:lnTo>
                <a:close/>
                <a:moveTo>
                  <a:pt x="19756" y="0"/>
                </a:moveTo>
                <a:lnTo>
                  <a:pt x="445675" y="0"/>
                </a:lnTo>
                <a:cubicBezTo>
                  <a:pt x="456621" y="0"/>
                  <a:pt x="465520" y="8887"/>
                  <a:pt x="465520" y="19818"/>
                </a:cubicBezTo>
                <a:lnTo>
                  <a:pt x="465520" y="586904"/>
                </a:lnTo>
                <a:cubicBezTo>
                  <a:pt x="465520" y="597835"/>
                  <a:pt x="456621" y="606722"/>
                  <a:pt x="445675" y="606722"/>
                </a:cubicBezTo>
                <a:lnTo>
                  <a:pt x="19756" y="606722"/>
                </a:lnTo>
                <a:cubicBezTo>
                  <a:pt x="8810" y="606722"/>
                  <a:pt x="0" y="597835"/>
                  <a:pt x="0" y="586904"/>
                </a:cubicBezTo>
                <a:lnTo>
                  <a:pt x="0" y="19818"/>
                </a:lnTo>
                <a:cubicBezTo>
                  <a:pt x="0" y="8887"/>
                  <a:pt x="8810" y="0"/>
                  <a:pt x="19756" y="0"/>
                </a:cubicBezTo>
                <a:close/>
              </a:path>
            </a:pathLst>
          </a:custGeom>
          <a:solidFill>
            <a:schemeClr val="bg1"/>
          </a:solidFill>
          <a:ln>
            <a:noFill/>
          </a:ln>
        </p:spPr>
        <p:txBody>
          <a:bodyPr/>
          <a:lstStyle/>
          <a:p>
            <a:endParaRPr lang="zh-CN" altLang="en-US">
              <a:cs typeface="+mn-ea"/>
              <a:sym typeface="+mn-lt"/>
            </a:endParaRPr>
          </a:p>
        </p:txBody>
      </p:sp>
      <p:sp>
        <p:nvSpPr>
          <p:cNvPr id="12" name="文本框 11">
            <a:extLst>
              <a:ext uri="{FF2B5EF4-FFF2-40B4-BE49-F238E27FC236}">
                <a16:creationId xmlns:a16="http://schemas.microsoft.com/office/drawing/2014/main" id="{1EDE54E0-BF73-49A1-B274-289A01E1BA31}"/>
              </a:ext>
            </a:extLst>
          </p:cNvPr>
          <p:cNvSpPr txBox="1"/>
          <p:nvPr userDrawn="1"/>
        </p:nvSpPr>
        <p:spPr>
          <a:xfrm>
            <a:off x="1127760" y="4234377"/>
            <a:ext cx="1717040" cy="523220"/>
          </a:xfrm>
          <a:prstGeom prst="rect">
            <a:avLst/>
          </a:prstGeom>
          <a:noFill/>
        </p:spPr>
        <p:txBody>
          <a:bodyPr wrap="square" rtlCol="0">
            <a:spAutoFit/>
          </a:bodyPr>
          <a:lstStyle/>
          <a:p>
            <a:pPr algn="ctr"/>
            <a:r>
              <a:rPr lang="zh-CN" altLang="en-US" sz="2800" spc="600" dirty="0">
                <a:solidFill>
                  <a:schemeClr val="bg1"/>
                </a:solidFill>
                <a:latin typeface="+mj-ea"/>
                <a:ea typeface="+mj-ea"/>
                <a:cs typeface="+mn-ea"/>
                <a:sym typeface="+mn-lt"/>
              </a:rPr>
              <a:t>目录</a:t>
            </a:r>
          </a:p>
        </p:txBody>
      </p:sp>
      <p:sp>
        <p:nvSpPr>
          <p:cNvPr id="14" name="文本框 13">
            <a:extLst>
              <a:ext uri="{FF2B5EF4-FFF2-40B4-BE49-F238E27FC236}">
                <a16:creationId xmlns:a16="http://schemas.microsoft.com/office/drawing/2014/main" id="{4795A890-DF71-4DDE-9631-06C09E79BE0F}"/>
              </a:ext>
            </a:extLst>
          </p:cNvPr>
          <p:cNvSpPr txBox="1"/>
          <p:nvPr userDrawn="1"/>
        </p:nvSpPr>
        <p:spPr>
          <a:xfrm>
            <a:off x="852964" y="4932116"/>
            <a:ext cx="2266632" cy="338554"/>
          </a:xfrm>
          <a:prstGeom prst="rect">
            <a:avLst/>
          </a:prstGeom>
          <a:noFill/>
        </p:spPr>
        <p:txBody>
          <a:bodyPr wrap="square" rtlCol="0">
            <a:spAutoFit/>
          </a:bodyPr>
          <a:lstStyle/>
          <a:p>
            <a:pPr algn="ctr"/>
            <a:r>
              <a:rPr lang="en-US" altLang="zh-CN" sz="1600" dirty="0">
                <a:solidFill>
                  <a:schemeClr val="bg1"/>
                </a:solidFill>
                <a:latin typeface="+mj-ea"/>
                <a:ea typeface="+mj-ea"/>
                <a:cs typeface="+mn-ea"/>
                <a:sym typeface="+mn-lt"/>
              </a:rPr>
              <a:t>CONTENTS</a:t>
            </a:r>
            <a:endParaRPr lang="zh-CN" altLang="en-US" sz="1600" dirty="0">
              <a:solidFill>
                <a:schemeClr val="bg1"/>
              </a:solidFill>
              <a:latin typeface="+mj-ea"/>
              <a:ea typeface="+mj-ea"/>
              <a:cs typeface="+mn-ea"/>
              <a:sym typeface="+mn-lt"/>
            </a:endParaRPr>
          </a:p>
        </p:txBody>
      </p:sp>
      <p:cxnSp>
        <p:nvCxnSpPr>
          <p:cNvPr id="16" name="直接箭头连接符 15">
            <a:extLst>
              <a:ext uri="{FF2B5EF4-FFF2-40B4-BE49-F238E27FC236}">
                <a16:creationId xmlns:a16="http://schemas.microsoft.com/office/drawing/2014/main" id="{6FB0FA88-F0BF-464A-A9F6-2F0A6277A462}"/>
              </a:ext>
            </a:extLst>
          </p:cNvPr>
          <p:cNvCxnSpPr>
            <a:cxnSpLocks/>
          </p:cNvCxnSpPr>
          <p:nvPr userDrawn="1"/>
        </p:nvCxnSpPr>
        <p:spPr>
          <a:xfrm>
            <a:off x="696436" y="5112626"/>
            <a:ext cx="431324" cy="0"/>
          </a:xfrm>
          <a:prstGeom prst="straightConnector1">
            <a:avLst/>
          </a:prstGeom>
          <a:ln w="12700" cap="flat">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71EBE991-30B8-4B48-95A3-EF2128692EFD}"/>
              </a:ext>
            </a:extLst>
          </p:cNvPr>
          <p:cNvCxnSpPr>
            <a:cxnSpLocks/>
          </p:cNvCxnSpPr>
          <p:nvPr userDrawn="1"/>
        </p:nvCxnSpPr>
        <p:spPr>
          <a:xfrm>
            <a:off x="2829074" y="5112626"/>
            <a:ext cx="431324" cy="0"/>
          </a:xfrm>
          <a:prstGeom prst="straightConnector1">
            <a:avLst/>
          </a:prstGeom>
          <a:ln w="12700" cap="flat">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5973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目录2">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8297B2C-4713-438F-BF9A-A8FBF4968C0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9590" b="28218"/>
          <a:stretch/>
        </p:blipFill>
        <p:spPr>
          <a:xfrm>
            <a:off x="-1" y="-1"/>
            <a:ext cx="12192001" cy="3429001"/>
          </a:xfrm>
          <a:prstGeom prst="rect">
            <a:avLst/>
          </a:prstGeom>
        </p:spPr>
      </p:pic>
      <p:sp>
        <p:nvSpPr>
          <p:cNvPr id="6" name="矩形 5">
            <a:extLst>
              <a:ext uri="{FF2B5EF4-FFF2-40B4-BE49-F238E27FC236}">
                <a16:creationId xmlns:a16="http://schemas.microsoft.com/office/drawing/2014/main" id="{8909035F-EF55-406E-9AEC-F3D4257E8C38}"/>
              </a:ext>
            </a:extLst>
          </p:cNvPr>
          <p:cNvSpPr/>
          <p:nvPr userDrawn="1"/>
        </p:nvSpPr>
        <p:spPr>
          <a:xfrm>
            <a:off x="0" y="0"/>
            <a:ext cx="12192000" cy="3429000"/>
          </a:xfrm>
          <a:prstGeom prst="rect">
            <a:avLst/>
          </a:prstGeom>
          <a:solidFill>
            <a:schemeClr val="tx1">
              <a:alpha val="30000"/>
            </a:schemeClr>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8" name="文本框 7">
            <a:extLst>
              <a:ext uri="{FF2B5EF4-FFF2-40B4-BE49-F238E27FC236}">
                <a16:creationId xmlns:a16="http://schemas.microsoft.com/office/drawing/2014/main" id="{FA58CB03-8CF3-4C18-AA21-96B7F9C1E8F7}"/>
              </a:ext>
            </a:extLst>
          </p:cNvPr>
          <p:cNvSpPr txBox="1"/>
          <p:nvPr userDrawn="1"/>
        </p:nvSpPr>
        <p:spPr>
          <a:xfrm>
            <a:off x="909066" y="1329778"/>
            <a:ext cx="4889850" cy="646331"/>
          </a:xfrm>
          <a:prstGeom prst="rect">
            <a:avLst/>
          </a:prstGeom>
          <a:noFill/>
        </p:spPr>
        <p:txBody>
          <a:bodyPr wrap="square" rtlCol="0">
            <a:spAutoFit/>
          </a:bodyPr>
          <a:lstStyle/>
          <a:p>
            <a:r>
              <a:rPr lang="zh-CN" altLang="en-US" sz="3600" b="1" spc="300" dirty="0">
                <a:solidFill>
                  <a:schemeClr val="bg1"/>
                </a:solidFill>
                <a:latin typeface="+mj-ea"/>
                <a:ea typeface="+mj-ea"/>
                <a:cs typeface="+mn-ea"/>
                <a:sym typeface="+mn-lt"/>
              </a:rPr>
              <a:t>目录</a:t>
            </a:r>
            <a:r>
              <a:rPr lang="en-US" altLang="zh-CN" sz="3600" b="1" spc="300" dirty="0">
                <a:solidFill>
                  <a:schemeClr val="bg1"/>
                </a:solidFill>
                <a:latin typeface="+mj-ea"/>
                <a:ea typeface="+mj-ea"/>
                <a:cs typeface="+mn-ea"/>
                <a:sym typeface="+mn-lt"/>
              </a:rPr>
              <a:t>/</a:t>
            </a:r>
            <a:r>
              <a:rPr lang="en-US" altLang="zh-CN" sz="2800" spc="300" dirty="0">
                <a:solidFill>
                  <a:schemeClr val="bg1"/>
                </a:solidFill>
                <a:latin typeface="+mj-ea"/>
                <a:ea typeface="+mj-ea"/>
                <a:cs typeface="+mn-ea"/>
                <a:sym typeface="+mn-lt"/>
              </a:rPr>
              <a:t>CONTENTS</a:t>
            </a:r>
            <a:endParaRPr lang="zh-CN" altLang="en-US" sz="3600" spc="300" dirty="0">
              <a:solidFill>
                <a:schemeClr val="bg1"/>
              </a:solidFill>
              <a:latin typeface="+mj-ea"/>
              <a:ea typeface="+mj-ea"/>
              <a:cs typeface="+mn-ea"/>
              <a:sym typeface="+mn-lt"/>
            </a:endParaRPr>
          </a:p>
        </p:txBody>
      </p:sp>
    </p:spTree>
    <p:extLst>
      <p:ext uri="{BB962C8B-B14F-4D97-AF65-F5344CB8AC3E}">
        <p14:creationId xmlns:p14="http://schemas.microsoft.com/office/powerpoint/2010/main" val="2272971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目录3">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B315017A-64A1-4F4C-B406-987DEB94F817}"/>
              </a:ext>
            </a:extLst>
          </p:cNvPr>
          <p:cNvSpPr/>
          <p:nvPr userDrawn="1"/>
        </p:nvSpPr>
        <p:spPr>
          <a:xfrm>
            <a:off x="0" y="4155440"/>
            <a:ext cx="12192000" cy="2702560"/>
          </a:xfrm>
          <a:prstGeom prst="rect">
            <a:avLst/>
          </a:prstGeom>
          <a:solidFill>
            <a:srgbClr val="3D7E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8" name="矩形 7">
            <a:extLst>
              <a:ext uri="{FF2B5EF4-FFF2-40B4-BE49-F238E27FC236}">
                <a16:creationId xmlns:a16="http://schemas.microsoft.com/office/drawing/2014/main" id="{BE4CCD90-FCF1-435B-8877-C7D3E7DC8E44}"/>
              </a:ext>
            </a:extLst>
          </p:cNvPr>
          <p:cNvSpPr/>
          <p:nvPr userDrawn="1"/>
        </p:nvSpPr>
        <p:spPr>
          <a:xfrm>
            <a:off x="1235075" y="-1"/>
            <a:ext cx="2554605" cy="63087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0" name="文本框 9">
            <a:extLst>
              <a:ext uri="{FF2B5EF4-FFF2-40B4-BE49-F238E27FC236}">
                <a16:creationId xmlns:a16="http://schemas.microsoft.com/office/drawing/2014/main" id="{ACCD5338-E88A-40AC-AF3F-6B1D63DADA3D}"/>
              </a:ext>
            </a:extLst>
          </p:cNvPr>
          <p:cNvSpPr txBox="1"/>
          <p:nvPr userDrawn="1"/>
        </p:nvSpPr>
        <p:spPr>
          <a:xfrm>
            <a:off x="1618074" y="4391727"/>
            <a:ext cx="1788607" cy="830997"/>
          </a:xfrm>
          <a:prstGeom prst="rect">
            <a:avLst/>
          </a:prstGeom>
          <a:noFill/>
        </p:spPr>
        <p:txBody>
          <a:bodyPr wrap="square" rtlCol="0">
            <a:spAutoFit/>
          </a:bodyPr>
          <a:lstStyle/>
          <a:p>
            <a:pPr algn="dist"/>
            <a:r>
              <a:rPr lang="zh-CN" altLang="en-US" sz="4800" b="1" spc="600" dirty="0">
                <a:solidFill>
                  <a:schemeClr val="bg1"/>
                </a:solidFill>
                <a:latin typeface="+mj-ea"/>
                <a:ea typeface="+mj-ea"/>
                <a:cs typeface="+mn-ea"/>
                <a:sym typeface="+mn-lt"/>
              </a:rPr>
              <a:t>目录</a:t>
            </a:r>
          </a:p>
        </p:txBody>
      </p:sp>
      <p:sp>
        <p:nvSpPr>
          <p:cNvPr id="12" name="文本框 11">
            <a:extLst>
              <a:ext uri="{FF2B5EF4-FFF2-40B4-BE49-F238E27FC236}">
                <a16:creationId xmlns:a16="http://schemas.microsoft.com/office/drawing/2014/main" id="{3B62064B-510A-4018-9D6E-240EC24C42AD}"/>
              </a:ext>
            </a:extLst>
          </p:cNvPr>
          <p:cNvSpPr txBox="1"/>
          <p:nvPr userDrawn="1"/>
        </p:nvSpPr>
        <p:spPr>
          <a:xfrm>
            <a:off x="1470587" y="5290050"/>
            <a:ext cx="2083581" cy="369332"/>
          </a:xfrm>
          <a:prstGeom prst="rect">
            <a:avLst/>
          </a:prstGeom>
          <a:noFill/>
        </p:spPr>
        <p:txBody>
          <a:bodyPr wrap="square" rtlCol="0">
            <a:spAutoFit/>
          </a:bodyPr>
          <a:lstStyle/>
          <a:p>
            <a:pPr algn="ctr"/>
            <a:r>
              <a:rPr lang="en-US" altLang="zh-CN" b="1" spc="600" dirty="0">
                <a:solidFill>
                  <a:schemeClr val="bg1"/>
                </a:solidFill>
                <a:latin typeface="+mj-ea"/>
                <a:ea typeface="+mj-ea"/>
                <a:cs typeface="+mn-ea"/>
                <a:sym typeface="+mn-lt"/>
              </a:rPr>
              <a:t>CONTENTS</a:t>
            </a:r>
            <a:endParaRPr lang="zh-CN" altLang="en-US" b="1" spc="600" dirty="0">
              <a:solidFill>
                <a:schemeClr val="bg1"/>
              </a:solidFill>
              <a:latin typeface="+mj-ea"/>
              <a:ea typeface="+mj-ea"/>
              <a:cs typeface="+mn-ea"/>
              <a:sym typeface="+mn-lt"/>
            </a:endParaRPr>
          </a:p>
        </p:txBody>
      </p:sp>
      <p:cxnSp>
        <p:nvCxnSpPr>
          <p:cNvPr id="14" name="直接连接符 13">
            <a:extLst>
              <a:ext uri="{FF2B5EF4-FFF2-40B4-BE49-F238E27FC236}">
                <a16:creationId xmlns:a16="http://schemas.microsoft.com/office/drawing/2014/main" id="{3E5B8A38-4891-4C39-9733-A6981E5BE697}"/>
              </a:ext>
            </a:extLst>
          </p:cNvPr>
          <p:cNvCxnSpPr>
            <a:cxnSpLocks/>
          </p:cNvCxnSpPr>
          <p:nvPr userDrawn="1"/>
        </p:nvCxnSpPr>
        <p:spPr>
          <a:xfrm>
            <a:off x="1504082" y="4266535"/>
            <a:ext cx="201659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AA6A4FB2-3D3C-4ACB-8670-1648DED03868}"/>
              </a:ext>
            </a:extLst>
          </p:cNvPr>
          <p:cNvCxnSpPr>
            <a:cxnSpLocks/>
          </p:cNvCxnSpPr>
          <p:nvPr userDrawn="1"/>
        </p:nvCxnSpPr>
        <p:spPr>
          <a:xfrm>
            <a:off x="1488562" y="5842000"/>
            <a:ext cx="204763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18" name="图片 17">
            <a:extLst>
              <a:ext uri="{FF2B5EF4-FFF2-40B4-BE49-F238E27FC236}">
                <a16:creationId xmlns:a16="http://schemas.microsoft.com/office/drawing/2014/main" id="{1E53EBCA-8DDC-4C2A-B985-7DDD4AA35641}"/>
              </a:ext>
            </a:extLst>
          </p:cNvPr>
          <p:cNvPicPr>
            <a:picLocks noChangeAspect="1"/>
          </p:cNvPicPr>
          <p:nvPr userDrawn="1"/>
        </p:nvPicPr>
        <p:blipFill>
          <a:blip r:embed="rId2">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656731" y="393016"/>
            <a:ext cx="1711292" cy="1611203"/>
          </a:xfrm>
          <a:prstGeom prst="rect">
            <a:avLst/>
          </a:prstGeom>
          <a:noFill/>
        </p:spPr>
      </p:pic>
      <p:sp>
        <p:nvSpPr>
          <p:cNvPr id="31" name="图片占位符 29">
            <a:extLst>
              <a:ext uri="{FF2B5EF4-FFF2-40B4-BE49-F238E27FC236}">
                <a16:creationId xmlns:a16="http://schemas.microsoft.com/office/drawing/2014/main" id="{C5A68744-F350-4D77-B0CF-E01DABE5D521}"/>
              </a:ext>
            </a:extLst>
          </p:cNvPr>
          <p:cNvSpPr>
            <a:spLocks noGrp="1"/>
          </p:cNvSpPr>
          <p:nvPr>
            <p:ph type="pic" sz="quarter" idx="10"/>
          </p:nvPr>
        </p:nvSpPr>
        <p:spPr>
          <a:xfrm>
            <a:off x="3789363" y="0"/>
            <a:ext cx="8402637" cy="4156075"/>
          </a:xfrm>
          <a:prstGeom prst="rect">
            <a:avLst/>
          </a:prstGeom>
        </p:spPr>
        <p:txBody>
          <a:bodyPr/>
          <a:lstStyle/>
          <a:p>
            <a:endParaRPr lang="zh-CN" altLang="en-US"/>
          </a:p>
        </p:txBody>
      </p:sp>
    </p:spTree>
    <p:extLst>
      <p:ext uri="{BB962C8B-B14F-4D97-AF65-F5344CB8AC3E}">
        <p14:creationId xmlns:p14="http://schemas.microsoft.com/office/powerpoint/2010/main" val="2514465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图文排版页">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E379FF4-CF40-446E-8233-5839C197A89E}"/>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3892" r="3449" b="7341"/>
          <a:stretch/>
        </p:blipFill>
        <p:spPr>
          <a:xfrm>
            <a:off x="0" y="0"/>
            <a:ext cx="12192000" cy="6858000"/>
          </a:xfrm>
          <a:prstGeom prst="rect">
            <a:avLst/>
          </a:prstGeom>
        </p:spPr>
      </p:pic>
      <p:sp>
        <p:nvSpPr>
          <p:cNvPr id="6" name="矩形 5">
            <a:extLst>
              <a:ext uri="{FF2B5EF4-FFF2-40B4-BE49-F238E27FC236}">
                <a16:creationId xmlns:a16="http://schemas.microsoft.com/office/drawing/2014/main" id="{20818D33-AD20-4EFB-8D77-858D885ED476}"/>
              </a:ext>
            </a:extLst>
          </p:cNvPr>
          <p:cNvSpPr/>
          <p:nvPr userDrawn="1"/>
        </p:nvSpPr>
        <p:spPr>
          <a:xfrm>
            <a:off x="0" y="0"/>
            <a:ext cx="12192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2" name="矩形: 圆角 1">
            <a:extLst>
              <a:ext uri="{FF2B5EF4-FFF2-40B4-BE49-F238E27FC236}">
                <a16:creationId xmlns:a16="http://schemas.microsoft.com/office/drawing/2014/main" id="{E2A3F94B-7AC0-4FF2-90EC-55F2BD8C0040}"/>
              </a:ext>
            </a:extLst>
          </p:cNvPr>
          <p:cNvSpPr/>
          <p:nvPr userDrawn="1"/>
        </p:nvSpPr>
        <p:spPr>
          <a:xfrm>
            <a:off x="1213952" y="462652"/>
            <a:ext cx="1752600" cy="434293"/>
          </a:xfrm>
          <a:prstGeom prst="roundRect">
            <a:avLst>
              <a:gd name="adj" fmla="val 8499"/>
            </a:avLst>
          </a:prstGeom>
          <a:solidFill>
            <a:schemeClr val="bg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11" name="矩形: 圆角 10">
            <a:extLst>
              <a:ext uri="{FF2B5EF4-FFF2-40B4-BE49-F238E27FC236}">
                <a16:creationId xmlns:a16="http://schemas.microsoft.com/office/drawing/2014/main" id="{C8A3D52D-0AB5-4952-9558-5EA81F247D5F}"/>
              </a:ext>
            </a:extLst>
          </p:cNvPr>
          <p:cNvSpPr/>
          <p:nvPr userDrawn="1"/>
        </p:nvSpPr>
        <p:spPr>
          <a:xfrm>
            <a:off x="695325" y="368300"/>
            <a:ext cx="622998" cy="622998"/>
          </a:xfrm>
          <a:prstGeom prst="roundRect">
            <a:avLst>
              <a:gd name="adj" fmla="val 627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13" name="notes-book-with-bookmark_46168">
            <a:extLst>
              <a:ext uri="{FF2B5EF4-FFF2-40B4-BE49-F238E27FC236}">
                <a16:creationId xmlns:a16="http://schemas.microsoft.com/office/drawing/2014/main" id="{B623C04A-9D4A-4F42-8526-BEC57289C723}"/>
              </a:ext>
            </a:extLst>
          </p:cNvPr>
          <p:cNvSpPr>
            <a:spLocks noChangeAspect="1"/>
          </p:cNvSpPr>
          <p:nvPr userDrawn="1"/>
        </p:nvSpPr>
        <p:spPr bwMode="auto">
          <a:xfrm>
            <a:off x="847872" y="496620"/>
            <a:ext cx="317904" cy="366358"/>
          </a:xfrm>
          <a:custGeom>
            <a:avLst/>
            <a:gdLst>
              <a:gd name="T0" fmla="*/ 527 w 578"/>
              <a:gd name="T1" fmla="*/ 0 h 667"/>
              <a:gd name="T2" fmla="*/ 83 w 578"/>
              <a:gd name="T3" fmla="*/ 0 h 667"/>
              <a:gd name="T4" fmla="*/ 32 w 578"/>
              <a:gd name="T5" fmla="*/ 51 h 667"/>
              <a:gd name="T6" fmla="*/ 32 w 578"/>
              <a:gd name="T7" fmla="*/ 83 h 667"/>
              <a:gd name="T8" fmla="*/ 6 w 578"/>
              <a:gd name="T9" fmla="*/ 83 h 667"/>
              <a:gd name="T10" fmla="*/ 0 w 578"/>
              <a:gd name="T11" fmla="*/ 89 h 667"/>
              <a:gd name="T12" fmla="*/ 0 w 578"/>
              <a:gd name="T13" fmla="*/ 155 h 667"/>
              <a:gd name="T14" fmla="*/ 6 w 578"/>
              <a:gd name="T15" fmla="*/ 161 h 667"/>
              <a:gd name="T16" fmla="*/ 32 w 578"/>
              <a:gd name="T17" fmla="*/ 161 h 667"/>
              <a:gd name="T18" fmla="*/ 32 w 578"/>
              <a:gd name="T19" fmla="*/ 224 h 667"/>
              <a:gd name="T20" fmla="*/ 6 w 578"/>
              <a:gd name="T21" fmla="*/ 224 h 667"/>
              <a:gd name="T22" fmla="*/ 0 w 578"/>
              <a:gd name="T23" fmla="*/ 230 h 667"/>
              <a:gd name="T24" fmla="*/ 0 w 578"/>
              <a:gd name="T25" fmla="*/ 296 h 667"/>
              <a:gd name="T26" fmla="*/ 6 w 578"/>
              <a:gd name="T27" fmla="*/ 302 h 667"/>
              <a:gd name="T28" fmla="*/ 32 w 578"/>
              <a:gd name="T29" fmla="*/ 302 h 667"/>
              <a:gd name="T30" fmla="*/ 32 w 578"/>
              <a:gd name="T31" fmla="*/ 365 h 667"/>
              <a:gd name="T32" fmla="*/ 6 w 578"/>
              <a:gd name="T33" fmla="*/ 365 h 667"/>
              <a:gd name="T34" fmla="*/ 0 w 578"/>
              <a:gd name="T35" fmla="*/ 371 h 667"/>
              <a:gd name="T36" fmla="*/ 0 w 578"/>
              <a:gd name="T37" fmla="*/ 437 h 667"/>
              <a:gd name="T38" fmla="*/ 6 w 578"/>
              <a:gd name="T39" fmla="*/ 443 h 667"/>
              <a:gd name="T40" fmla="*/ 32 w 578"/>
              <a:gd name="T41" fmla="*/ 443 h 667"/>
              <a:gd name="T42" fmla="*/ 32 w 578"/>
              <a:gd name="T43" fmla="*/ 505 h 667"/>
              <a:gd name="T44" fmla="*/ 6 w 578"/>
              <a:gd name="T45" fmla="*/ 505 h 667"/>
              <a:gd name="T46" fmla="*/ 0 w 578"/>
              <a:gd name="T47" fmla="*/ 511 h 667"/>
              <a:gd name="T48" fmla="*/ 0 w 578"/>
              <a:gd name="T49" fmla="*/ 577 h 667"/>
              <a:gd name="T50" fmla="*/ 6 w 578"/>
              <a:gd name="T51" fmla="*/ 583 h 667"/>
              <a:gd name="T52" fmla="*/ 32 w 578"/>
              <a:gd name="T53" fmla="*/ 583 h 667"/>
              <a:gd name="T54" fmla="*/ 32 w 578"/>
              <a:gd name="T55" fmla="*/ 615 h 667"/>
              <a:gd name="T56" fmla="*/ 83 w 578"/>
              <a:gd name="T57" fmla="*/ 667 h 667"/>
              <a:gd name="T58" fmla="*/ 527 w 578"/>
              <a:gd name="T59" fmla="*/ 667 h 667"/>
              <a:gd name="T60" fmla="*/ 578 w 578"/>
              <a:gd name="T61" fmla="*/ 615 h 667"/>
              <a:gd name="T62" fmla="*/ 578 w 578"/>
              <a:gd name="T63" fmla="*/ 51 h 667"/>
              <a:gd name="T64" fmla="*/ 527 w 578"/>
              <a:gd name="T65" fmla="*/ 0 h 667"/>
              <a:gd name="T66" fmla="*/ 527 w 578"/>
              <a:gd name="T67" fmla="*/ 320 h 667"/>
              <a:gd name="T68" fmla="*/ 451 w 578"/>
              <a:gd name="T69" fmla="*/ 187 h 667"/>
              <a:gd name="T70" fmla="*/ 376 w 578"/>
              <a:gd name="T71" fmla="*/ 320 h 667"/>
              <a:gd name="T72" fmla="*/ 376 w 578"/>
              <a:gd name="T73" fmla="*/ 40 h 667"/>
              <a:gd name="T74" fmla="*/ 527 w 578"/>
              <a:gd name="T75" fmla="*/ 40 h 667"/>
              <a:gd name="T76" fmla="*/ 527 w 578"/>
              <a:gd name="T77" fmla="*/ 32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8" h="667">
                <a:moveTo>
                  <a:pt x="527" y="0"/>
                </a:moveTo>
                <a:lnTo>
                  <a:pt x="83" y="0"/>
                </a:lnTo>
                <a:cubicBezTo>
                  <a:pt x="55" y="0"/>
                  <a:pt x="32" y="23"/>
                  <a:pt x="32" y="51"/>
                </a:cubicBezTo>
                <a:lnTo>
                  <a:pt x="32" y="83"/>
                </a:lnTo>
                <a:lnTo>
                  <a:pt x="6" y="83"/>
                </a:lnTo>
                <a:cubicBezTo>
                  <a:pt x="3" y="83"/>
                  <a:pt x="0" y="86"/>
                  <a:pt x="0" y="89"/>
                </a:cubicBezTo>
                <a:lnTo>
                  <a:pt x="0" y="155"/>
                </a:lnTo>
                <a:cubicBezTo>
                  <a:pt x="0" y="159"/>
                  <a:pt x="3" y="161"/>
                  <a:pt x="6" y="161"/>
                </a:cubicBezTo>
                <a:lnTo>
                  <a:pt x="32" y="161"/>
                </a:lnTo>
                <a:lnTo>
                  <a:pt x="32" y="224"/>
                </a:lnTo>
                <a:lnTo>
                  <a:pt x="6" y="224"/>
                </a:lnTo>
                <a:cubicBezTo>
                  <a:pt x="3" y="224"/>
                  <a:pt x="0" y="227"/>
                  <a:pt x="0" y="230"/>
                </a:cubicBezTo>
                <a:lnTo>
                  <a:pt x="0" y="296"/>
                </a:lnTo>
                <a:cubicBezTo>
                  <a:pt x="0" y="299"/>
                  <a:pt x="3" y="302"/>
                  <a:pt x="6" y="302"/>
                </a:cubicBezTo>
                <a:lnTo>
                  <a:pt x="32" y="302"/>
                </a:lnTo>
                <a:lnTo>
                  <a:pt x="32" y="365"/>
                </a:lnTo>
                <a:lnTo>
                  <a:pt x="6" y="365"/>
                </a:lnTo>
                <a:cubicBezTo>
                  <a:pt x="3" y="365"/>
                  <a:pt x="0" y="367"/>
                  <a:pt x="0" y="371"/>
                </a:cubicBezTo>
                <a:lnTo>
                  <a:pt x="0" y="437"/>
                </a:lnTo>
                <a:cubicBezTo>
                  <a:pt x="0" y="440"/>
                  <a:pt x="3" y="443"/>
                  <a:pt x="6" y="443"/>
                </a:cubicBezTo>
                <a:lnTo>
                  <a:pt x="32" y="443"/>
                </a:lnTo>
                <a:lnTo>
                  <a:pt x="32" y="505"/>
                </a:lnTo>
                <a:lnTo>
                  <a:pt x="6" y="505"/>
                </a:lnTo>
                <a:cubicBezTo>
                  <a:pt x="3" y="505"/>
                  <a:pt x="0" y="508"/>
                  <a:pt x="0" y="511"/>
                </a:cubicBezTo>
                <a:lnTo>
                  <a:pt x="0" y="577"/>
                </a:lnTo>
                <a:cubicBezTo>
                  <a:pt x="0" y="581"/>
                  <a:pt x="3" y="583"/>
                  <a:pt x="6" y="583"/>
                </a:cubicBezTo>
                <a:lnTo>
                  <a:pt x="32" y="583"/>
                </a:lnTo>
                <a:lnTo>
                  <a:pt x="32" y="615"/>
                </a:lnTo>
                <a:cubicBezTo>
                  <a:pt x="32" y="644"/>
                  <a:pt x="55" y="667"/>
                  <a:pt x="83" y="667"/>
                </a:cubicBezTo>
                <a:lnTo>
                  <a:pt x="527" y="667"/>
                </a:lnTo>
                <a:cubicBezTo>
                  <a:pt x="555" y="667"/>
                  <a:pt x="578" y="644"/>
                  <a:pt x="578" y="615"/>
                </a:cubicBezTo>
                <a:lnTo>
                  <a:pt x="578" y="51"/>
                </a:lnTo>
                <a:cubicBezTo>
                  <a:pt x="578" y="23"/>
                  <a:pt x="555" y="0"/>
                  <a:pt x="527" y="0"/>
                </a:cubicBezTo>
                <a:close/>
                <a:moveTo>
                  <a:pt x="527" y="320"/>
                </a:moveTo>
                <a:lnTo>
                  <a:pt x="451" y="187"/>
                </a:lnTo>
                <a:lnTo>
                  <a:pt x="376" y="320"/>
                </a:lnTo>
                <a:lnTo>
                  <a:pt x="376" y="40"/>
                </a:lnTo>
                <a:lnTo>
                  <a:pt x="527" y="40"/>
                </a:lnTo>
                <a:lnTo>
                  <a:pt x="527" y="320"/>
                </a:lnTo>
                <a:close/>
              </a:path>
            </a:pathLst>
          </a:custGeom>
          <a:solidFill>
            <a:schemeClr val="bg1"/>
          </a:solidFill>
          <a:ln>
            <a:noFill/>
          </a:ln>
        </p:spPr>
        <p:txBody>
          <a:bodyPr/>
          <a:lstStyle/>
          <a:p>
            <a:endParaRPr lang="zh-CN" altLang="en-US" dirty="0"/>
          </a:p>
        </p:txBody>
      </p:sp>
      <p:pic>
        <p:nvPicPr>
          <p:cNvPr id="15" name="图片 14">
            <a:extLst>
              <a:ext uri="{FF2B5EF4-FFF2-40B4-BE49-F238E27FC236}">
                <a16:creationId xmlns:a16="http://schemas.microsoft.com/office/drawing/2014/main" id="{732D65A4-43FB-4FF1-898F-C29DCB19927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647678" y="368300"/>
            <a:ext cx="1885510" cy="434293"/>
          </a:xfrm>
          <a:prstGeom prst="rect">
            <a:avLst/>
          </a:prstGeom>
        </p:spPr>
      </p:pic>
      <p:pic>
        <p:nvPicPr>
          <p:cNvPr id="3" name="图片 2">
            <a:extLst>
              <a:ext uri="{FF2B5EF4-FFF2-40B4-BE49-F238E27FC236}">
                <a16:creationId xmlns:a16="http://schemas.microsoft.com/office/drawing/2014/main" id="{E4C9BF2D-89B1-4713-8BCD-64C61C7D069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227698" y="6338042"/>
            <a:ext cx="1736603" cy="303315"/>
          </a:xfrm>
          <a:prstGeom prst="rect">
            <a:avLst/>
          </a:prstGeom>
        </p:spPr>
      </p:pic>
      <p:cxnSp>
        <p:nvCxnSpPr>
          <p:cNvPr id="4" name="直接连接符 3">
            <a:extLst>
              <a:ext uri="{FF2B5EF4-FFF2-40B4-BE49-F238E27FC236}">
                <a16:creationId xmlns:a16="http://schemas.microsoft.com/office/drawing/2014/main" id="{B73D5FE4-0B93-41FB-8C03-683FE8E1460F}"/>
              </a:ext>
            </a:extLst>
          </p:cNvPr>
          <p:cNvCxnSpPr>
            <a:cxnSpLocks/>
          </p:cNvCxnSpPr>
          <p:nvPr userDrawn="1"/>
        </p:nvCxnSpPr>
        <p:spPr>
          <a:xfrm>
            <a:off x="695325" y="6489700"/>
            <a:ext cx="4404995"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C3FAFFAA-8A54-4BEE-91D7-47AE1C334840}"/>
              </a:ext>
            </a:extLst>
          </p:cNvPr>
          <p:cNvCxnSpPr>
            <a:cxnSpLocks/>
          </p:cNvCxnSpPr>
          <p:nvPr userDrawn="1"/>
        </p:nvCxnSpPr>
        <p:spPr>
          <a:xfrm>
            <a:off x="7091680" y="6489700"/>
            <a:ext cx="4404995"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845194"/>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时间轴页">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E379FF4-CF40-446E-8233-5839C197A89E}"/>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3892" r="3449" b="7341"/>
          <a:stretch/>
        </p:blipFill>
        <p:spPr>
          <a:xfrm>
            <a:off x="0" y="0"/>
            <a:ext cx="12192000" cy="6858000"/>
          </a:xfrm>
          <a:prstGeom prst="rect">
            <a:avLst/>
          </a:prstGeom>
        </p:spPr>
      </p:pic>
      <p:sp>
        <p:nvSpPr>
          <p:cNvPr id="6" name="矩形 5">
            <a:extLst>
              <a:ext uri="{FF2B5EF4-FFF2-40B4-BE49-F238E27FC236}">
                <a16:creationId xmlns:a16="http://schemas.microsoft.com/office/drawing/2014/main" id="{20818D33-AD20-4EFB-8D77-858D885ED476}"/>
              </a:ext>
            </a:extLst>
          </p:cNvPr>
          <p:cNvSpPr/>
          <p:nvPr userDrawn="1"/>
        </p:nvSpPr>
        <p:spPr>
          <a:xfrm>
            <a:off x="0" y="0"/>
            <a:ext cx="12192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2" name="矩形: 圆角 1">
            <a:extLst>
              <a:ext uri="{FF2B5EF4-FFF2-40B4-BE49-F238E27FC236}">
                <a16:creationId xmlns:a16="http://schemas.microsoft.com/office/drawing/2014/main" id="{E2A3F94B-7AC0-4FF2-90EC-55F2BD8C0040}"/>
              </a:ext>
            </a:extLst>
          </p:cNvPr>
          <p:cNvSpPr/>
          <p:nvPr userDrawn="1"/>
        </p:nvSpPr>
        <p:spPr>
          <a:xfrm>
            <a:off x="1213952" y="462652"/>
            <a:ext cx="1752600" cy="434293"/>
          </a:xfrm>
          <a:prstGeom prst="roundRect">
            <a:avLst>
              <a:gd name="adj" fmla="val 8499"/>
            </a:avLst>
          </a:prstGeom>
          <a:solidFill>
            <a:schemeClr val="bg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11" name="矩形: 圆角 10">
            <a:extLst>
              <a:ext uri="{FF2B5EF4-FFF2-40B4-BE49-F238E27FC236}">
                <a16:creationId xmlns:a16="http://schemas.microsoft.com/office/drawing/2014/main" id="{C8A3D52D-0AB5-4952-9558-5EA81F247D5F}"/>
              </a:ext>
            </a:extLst>
          </p:cNvPr>
          <p:cNvSpPr/>
          <p:nvPr userDrawn="1"/>
        </p:nvSpPr>
        <p:spPr>
          <a:xfrm>
            <a:off x="695325" y="368300"/>
            <a:ext cx="622998" cy="622998"/>
          </a:xfrm>
          <a:prstGeom prst="roundRect">
            <a:avLst>
              <a:gd name="adj" fmla="val 627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12" name="notes-book-with-bookmark_46168">
            <a:extLst>
              <a:ext uri="{FF2B5EF4-FFF2-40B4-BE49-F238E27FC236}">
                <a16:creationId xmlns:a16="http://schemas.microsoft.com/office/drawing/2014/main" id="{B623C04A-9D4A-4F42-8526-BEC57289C723}"/>
              </a:ext>
            </a:extLst>
          </p:cNvPr>
          <p:cNvSpPr>
            <a:spLocks noChangeAspect="1"/>
          </p:cNvSpPr>
          <p:nvPr userDrawn="1"/>
        </p:nvSpPr>
        <p:spPr bwMode="auto">
          <a:xfrm>
            <a:off x="823645" y="496875"/>
            <a:ext cx="366358" cy="365848"/>
          </a:xfrm>
          <a:custGeom>
            <a:avLst/>
            <a:gdLst>
              <a:gd name="connsiteX0" fmla="*/ 220168 w 608697"/>
              <a:gd name="connsiteY0" fmla="*/ 149793 h 607851"/>
              <a:gd name="connsiteX1" fmla="*/ 239222 w 608697"/>
              <a:gd name="connsiteY1" fmla="*/ 161748 h 607851"/>
              <a:gd name="connsiteX2" fmla="*/ 303540 w 608697"/>
              <a:gd name="connsiteY2" fmla="*/ 252175 h 607851"/>
              <a:gd name="connsiteX3" fmla="*/ 304361 w 608697"/>
              <a:gd name="connsiteY3" fmla="*/ 252026 h 607851"/>
              <a:gd name="connsiteX4" fmla="*/ 347190 w 608697"/>
              <a:gd name="connsiteY4" fmla="*/ 274596 h 607851"/>
              <a:gd name="connsiteX5" fmla="*/ 417850 w 608697"/>
              <a:gd name="connsiteY5" fmla="*/ 274596 h 607851"/>
              <a:gd name="connsiteX6" fmla="*/ 447173 w 608697"/>
              <a:gd name="connsiteY6" fmla="*/ 303943 h 607851"/>
              <a:gd name="connsiteX7" fmla="*/ 417775 w 608697"/>
              <a:gd name="connsiteY7" fmla="*/ 333291 h 607851"/>
              <a:gd name="connsiteX8" fmla="*/ 347190 w 608697"/>
              <a:gd name="connsiteY8" fmla="*/ 333291 h 607851"/>
              <a:gd name="connsiteX9" fmla="*/ 304361 w 608697"/>
              <a:gd name="connsiteY9" fmla="*/ 355861 h 607851"/>
              <a:gd name="connsiteX10" fmla="*/ 252354 w 608697"/>
              <a:gd name="connsiteY10" fmla="*/ 303943 h 607851"/>
              <a:gd name="connsiteX11" fmla="*/ 255712 w 608697"/>
              <a:gd name="connsiteY11" fmla="*/ 286216 h 607851"/>
              <a:gd name="connsiteX12" fmla="*/ 191320 w 608697"/>
              <a:gd name="connsiteY12" fmla="*/ 195714 h 607851"/>
              <a:gd name="connsiteX13" fmla="*/ 198259 w 608697"/>
              <a:gd name="connsiteY13" fmla="*/ 154820 h 607851"/>
              <a:gd name="connsiteX14" fmla="*/ 220168 w 608697"/>
              <a:gd name="connsiteY14" fmla="*/ 149793 h 607851"/>
              <a:gd name="connsiteX15" fmla="*/ 284730 w 608697"/>
              <a:gd name="connsiteY15" fmla="*/ 79259 h 607851"/>
              <a:gd name="connsiteX16" fmla="*/ 79369 w 608697"/>
              <a:gd name="connsiteY16" fmla="*/ 284409 h 607851"/>
              <a:gd name="connsiteX17" fmla="*/ 105701 w 608697"/>
              <a:gd name="connsiteY17" fmla="*/ 284409 h 607851"/>
              <a:gd name="connsiteX18" fmla="*/ 125320 w 608697"/>
              <a:gd name="connsiteY18" fmla="*/ 303925 h 607851"/>
              <a:gd name="connsiteX19" fmla="*/ 105701 w 608697"/>
              <a:gd name="connsiteY19" fmla="*/ 323517 h 607851"/>
              <a:gd name="connsiteX20" fmla="*/ 79369 w 608697"/>
              <a:gd name="connsiteY20" fmla="*/ 323517 h 607851"/>
              <a:gd name="connsiteX21" fmla="*/ 284805 w 608697"/>
              <a:gd name="connsiteY21" fmla="*/ 528592 h 607851"/>
              <a:gd name="connsiteX22" fmla="*/ 284805 w 608697"/>
              <a:gd name="connsiteY22" fmla="*/ 502296 h 607851"/>
              <a:gd name="connsiteX23" fmla="*/ 304349 w 608697"/>
              <a:gd name="connsiteY23" fmla="*/ 482705 h 607851"/>
              <a:gd name="connsiteX24" fmla="*/ 323967 w 608697"/>
              <a:gd name="connsiteY24" fmla="*/ 502296 h 607851"/>
              <a:gd name="connsiteX25" fmla="*/ 323967 w 608697"/>
              <a:gd name="connsiteY25" fmla="*/ 528592 h 607851"/>
              <a:gd name="connsiteX26" fmla="*/ 529328 w 608697"/>
              <a:gd name="connsiteY26" fmla="*/ 323442 h 607851"/>
              <a:gd name="connsiteX27" fmla="*/ 502996 w 608697"/>
              <a:gd name="connsiteY27" fmla="*/ 323442 h 607851"/>
              <a:gd name="connsiteX28" fmla="*/ 483377 w 608697"/>
              <a:gd name="connsiteY28" fmla="*/ 303925 h 607851"/>
              <a:gd name="connsiteX29" fmla="*/ 502996 w 608697"/>
              <a:gd name="connsiteY29" fmla="*/ 284334 h 607851"/>
              <a:gd name="connsiteX30" fmla="*/ 529328 w 608697"/>
              <a:gd name="connsiteY30" fmla="*/ 284334 h 607851"/>
              <a:gd name="connsiteX31" fmla="*/ 323893 w 608697"/>
              <a:gd name="connsiteY31" fmla="*/ 79259 h 607851"/>
              <a:gd name="connsiteX32" fmla="*/ 323893 w 608697"/>
              <a:gd name="connsiteY32" fmla="*/ 105555 h 607851"/>
              <a:gd name="connsiteX33" fmla="*/ 304349 w 608697"/>
              <a:gd name="connsiteY33" fmla="*/ 125146 h 607851"/>
              <a:gd name="connsiteX34" fmla="*/ 284730 w 608697"/>
              <a:gd name="connsiteY34" fmla="*/ 105555 h 607851"/>
              <a:gd name="connsiteX35" fmla="*/ 304349 w 608697"/>
              <a:gd name="connsiteY35" fmla="*/ 0 h 607851"/>
              <a:gd name="connsiteX36" fmla="*/ 608697 w 608697"/>
              <a:gd name="connsiteY36" fmla="*/ 303925 h 607851"/>
              <a:gd name="connsiteX37" fmla="*/ 304349 w 608697"/>
              <a:gd name="connsiteY37" fmla="*/ 607851 h 607851"/>
              <a:gd name="connsiteX38" fmla="*/ 0 w 608697"/>
              <a:gd name="connsiteY38" fmla="*/ 303925 h 607851"/>
              <a:gd name="connsiteX39" fmla="*/ 304349 w 608697"/>
              <a:gd name="connsiteY39"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697" h="607851">
                <a:moveTo>
                  <a:pt x="220168" y="149793"/>
                </a:moveTo>
                <a:cubicBezTo>
                  <a:pt x="227582" y="151040"/>
                  <a:pt x="234522" y="155119"/>
                  <a:pt x="239222" y="161748"/>
                </a:cubicBezTo>
                <a:lnTo>
                  <a:pt x="303540" y="252175"/>
                </a:lnTo>
                <a:cubicBezTo>
                  <a:pt x="303839" y="252101"/>
                  <a:pt x="304062" y="252026"/>
                  <a:pt x="304361" y="252026"/>
                </a:cubicBezTo>
                <a:cubicBezTo>
                  <a:pt x="322119" y="252026"/>
                  <a:pt x="337863" y="261039"/>
                  <a:pt x="347190" y="274596"/>
                </a:cubicBezTo>
                <a:lnTo>
                  <a:pt x="417850" y="274596"/>
                </a:lnTo>
                <a:cubicBezTo>
                  <a:pt x="434041" y="274596"/>
                  <a:pt x="447173" y="287705"/>
                  <a:pt x="447173" y="303943"/>
                </a:cubicBezTo>
                <a:cubicBezTo>
                  <a:pt x="447173" y="320107"/>
                  <a:pt x="434041" y="333291"/>
                  <a:pt x="417775" y="333291"/>
                </a:cubicBezTo>
                <a:lnTo>
                  <a:pt x="347190" y="333291"/>
                </a:lnTo>
                <a:cubicBezTo>
                  <a:pt x="337863" y="346848"/>
                  <a:pt x="322194" y="355861"/>
                  <a:pt x="304361" y="355861"/>
                </a:cubicBezTo>
                <a:cubicBezTo>
                  <a:pt x="275634" y="355861"/>
                  <a:pt x="252354" y="332621"/>
                  <a:pt x="252354" y="303943"/>
                </a:cubicBezTo>
                <a:cubicBezTo>
                  <a:pt x="252354" y="297687"/>
                  <a:pt x="253698" y="291802"/>
                  <a:pt x="255712" y="286216"/>
                </a:cubicBezTo>
                <a:lnTo>
                  <a:pt x="191320" y="195714"/>
                </a:lnTo>
                <a:cubicBezTo>
                  <a:pt x="181918" y="182530"/>
                  <a:pt x="184977" y="164206"/>
                  <a:pt x="198259" y="154820"/>
                </a:cubicBezTo>
                <a:cubicBezTo>
                  <a:pt x="204862" y="150128"/>
                  <a:pt x="212753" y="148545"/>
                  <a:pt x="220168" y="149793"/>
                </a:cubicBezTo>
                <a:close/>
                <a:moveTo>
                  <a:pt x="284730" y="79259"/>
                </a:moveTo>
                <a:cubicBezTo>
                  <a:pt x="175746" y="88645"/>
                  <a:pt x="88768" y="175502"/>
                  <a:pt x="79369" y="284409"/>
                </a:cubicBezTo>
                <a:lnTo>
                  <a:pt x="105701" y="284409"/>
                </a:lnTo>
                <a:cubicBezTo>
                  <a:pt x="116517" y="284409"/>
                  <a:pt x="125320" y="293124"/>
                  <a:pt x="125320" y="303925"/>
                </a:cubicBezTo>
                <a:cubicBezTo>
                  <a:pt x="125320" y="314727"/>
                  <a:pt x="116517" y="323517"/>
                  <a:pt x="105701" y="323517"/>
                </a:cubicBezTo>
                <a:lnTo>
                  <a:pt x="79369" y="323517"/>
                </a:lnTo>
                <a:cubicBezTo>
                  <a:pt x="88768" y="432349"/>
                  <a:pt x="175746" y="519206"/>
                  <a:pt x="284805" y="528592"/>
                </a:cubicBezTo>
                <a:lnTo>
                  <a:pt x="284805" y="502296"/>
                </a:lnTo>
                <a:cubicBezTo>
                  <a:pt x="284805" y="491495"/>
                  <a:pt x="293532" y="482705"/>
                  <a:pt x="304349" y="482705"/>
                </a:cubicBezTo>
                <a:cubicBezTo>
                  <a:pt x="315165" y="482705"/>
                  <a:pt x="323967" y="491495"/>
                  <a:pt x="323967" y="502296"/>
                </a:cubicBezTo>
                <a:lnTo>
                  <a:pt x="323967" y="528592"/>
                </a:lnTo>
                <a:cubicBezTo>
                  <a:pt x="432951" y="519206"/>
                  <a:pt x="519929" y="432349"/>
                  <a:pt x="529328" y="323442"/>
                </a:cubicBezTo>
                <a:lnTo>
                  <a:pt x="502996" y="323442"/>
                </a:lnTo>
                <a:cubicBezTo>
                  <a:pt x="492179" y="323442"/>
                  <a:pt x="483377" y="314727"/>
                  <a:pt x="483377" y="303925"/>
                </a:cubicBezTo>
                <a:cubicBezTo>
                  <a:pt x="483377" y="293124"/>
                  <a:pt x="492179" y="284334"/>
                  <a:pt x="502996" y="284334"/>
                </a:cubicBezTo>
                <a:lnTo>
                  <a:pt x="529328" y="284334"/>
                </a:lnTo>
                <a:cubicBezTo>
                  <a:pt x="519929" y="175502"/>
                  <a:pt x="432951" y="88645"/>
                  <a:pt x="323893" y="79259"/>
                </a:cubicBezTo>
                <a:lnTo>
                  <a:pt x="323893" y="105555"/>
                </a:lnTo>
                <a:cubicBezTo>
                  <a:pt x="323893" y="116356"/>
                  <a:pt x="315165" y="125146"/>
                  <a:pt x="304349" y="125146"/>
                </a:cubicBezTo>
                <a:cubicBezTo>
                  <a:pt x="293532" y="125146"/>
                  <a:pt x="284730" y="116356"/>
                  <a:pt x="284730" y="105555"/>
                </a:cubicBezTo>
                <a:close/>
                <a:moveTo>
                  <a:pt x="304349" y="0"/>
                </a:moveTo>
                <a:cubicBezTo>
                  <a:pt x="472412" y="0"/>
                  <a:pt x="608697" y="136096"/>
                  <a:pt x="608697" y="303925"/>
                </a:cubicBezTo>
                <a:cubicBezTo>
                  <a:pt x="608697" y="471755"/>
                  <a:pt x="472412" y="607851"/>
                  <a:pt x="304349" y="607851"/>
                </a:cubicBezTo>
                <a:cubicBezTo>
                  <a:pt x="136285" y="607851"/>
                  <a:pt x="0" y="471755"/>
                  <a:pt x="0" y="303925"/>
                </a:cubicBezTo>
                <a:cubicBezTo>
                  <a:pt x="0" y="136096"/>
                  <a:pt x="136285" y="0"/>
                  <a:pt x="304349"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pic>
        <p:nvPicPr>
          <p:cNvPr id="15" name="图片 14">
            <a:extLst>
              <a:ext uri="{FF2B5EF4-FFF2-40B4-BE49-F238E27FC236}">
                <a16:creationId xmlns:a16="http://schemas.microsoft.com/office/drawing/2014/main" id="{732D65A4-43FB-4FF1-898F-C29DCB19927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647678" y="368300"/>
            <a:ext cx="1885510" cy="434293"/>
          </a:xfrm>
          <a:prstGeom prst="rect">
            <a:avLst/>
          </a:prstGeom>
        </p:spPr>
      </p:pic>
      <p:pic>
        <p:nvPicPr>
          <p:cNvPr id="3" name="图片 2">
            <a:extLst>
              <a:ext uri="{FF2B5EF4-FFF2-40B4-BE49-F238E27FC236}">
                <a16:creationId xmlns:a16="http://schemas.microsoft.com/office/drawing/2014/main" id="{E4C9BF2D-89B1-4713-8BCD-64C61C7D069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227698" y="6338042"/>
            <a:ext cx="1736603" cy="303315"/>
          </a:xfrm>
          <a:prstGeom prst="rect">
            <a:avLst/>
          </a:prstGeom>
        </p:spPr>
      </p:pic>
      <p:cxnSp>
        <p:nvCxnSpPr>
          <p:cNvPr id="4" name="直接连接符 3">
            <a:extLst>
              <a:ext uri="{FF2B5EF4-FFF2-40B4-BE49-F238E27FC236}">
                <a16:creationId xmlns:a16="http://schemas.microsoft.com/office/drawing/2014/main" id="{B73D5FE4-0B93-41FB-8C03-683FE8E1460F}"/>
              </a:ext>
            </a:extLst>
          </p:cNvPr>
          <p:cNvCxnSpPr>
            <a:cxnSpLocks/>
          </p:cNvCxnSpPr>
          <p:nvPr userDrawn="1"/>
        </p:nvCxnSpPr>
        <p:spPr>
          <a:xfrm>
            <a:off x="695325" y="6489700"/>
            <a:ext cx="4404995"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C3FAFFAA-8A54-4BEE-91D7-47AE1C334840}"/>
              </a:ext>
            </a:extLst>
          </p:cNvPr>
          <p:cNvCxnSpPr>
            <a:cxnSpLocks/>
          </p:cNvCxnSpPr>
          <p:nvPr userDrawn="1"/>
        </p:nvCxnSpPr>
        <p:spPr>
          <a:xfrm>
            <a:off x="7091680" y="6489700"/>
            <a:ext cx="4404995"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430707"/>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人物介绍页">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E379FF4-CF40-446E-8233-5839C197A89E}"/>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3892" r="3449" b="7341"/>
          <a:stretch/>
        </p:blipFill>
        <p:spPr>
          <a:xfrm>
            <a:off x="0" y="0"/>
            <a:ext cx="12192000" cy="6858000"/>
          </a:xfrm>
          <a:prstGeom prst="rect">
            <a:avLst/>
          </a:prstGeom>
        </p:spPr>
      </p:pic>
      <p:sp>
        <p:nvSpPr>
          <p:cNvPr id="6" name="矩形 5">
            <a:extLst>
              <a:ext uri="{FF2B5EF4-FFF2-40B4-BE49-F238E27FC236}">
                <a16:creationId xmlns:a16="http://schemas.microsoft.com/office/drawing/2014/main" id="{20818D33-AD20-4EFB-8D77-858D885ED476}"/>
              </a:ext>
            </a:extLst>
          </p:cNvPr>
          <p:cNvSpPr/>
          <p:nvPr userDrawn="1"/>
        </p:nvSpPr>
        <p:spPr>
          <a:xfrm>
            <a:off x="0" y="0"/>
            <a:ext cx="12192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2" name="矩形: 圆角 1">
            <a:extLst>
              <a:ext uri="{FF2B5EF4-FFF2-40B4-BE49-F238E27FC236}">
                <a16:creationId xmlns:a16="http://schemas.microsoft.com/office/drawing/2014/main" id="{E2A3F94B-7AC0-4FF2-90EC-55F2BD8C0040}"/>
              </a:ext>
            </a:extLst>
          </p:cNvPr>
          <p:cNvSpPr/>
          <p:nvPr userDrawn="1"/>
        </p:nvSpPr>
        <p:spPr>
          <a:xfrm>
            <a:off x="1213952" y="462652"/>
            <a:ext cx="1752600" cy="434293"/>
          </a:xfrm>
          <a:prstGeom prst="roundRect">
            <a:avLst>
              <a:gd name="adj" fmla="val 8499"/>
            </a:avLst>
          </a:prstGeom>
          <a:solidFill>
            <a:schemeClr val="bg1"/>
          </a:solidFill>
          <a:ln>
            <a:noFill/>
          </a:ln>
          <a:effectLst>
            <a:outerShdw blurRad="635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11" name="矩形: 圆角 10">
            <a:extLst>
              <a:ext uri="{FF2B5EF4-FFF2-40B4-BE49-F238E27FC236}">
                <a16:creationId xmlns:a16="http://schemas.microsoft.com/office/drawing/2014/main" id="{C8A3D52D-0AB5-4952-9558-5EA81F247D5F}"/>
              </a:ext>
            </a:extLst>
          </p:cNvPr>
          <p:cNvSpPr/>
          <p:nvPr userDrawn="1"/>
        </p:nvSpPr>
        <p:spPr>
          <a:xfrm>
            <a:off x="695325" y="368300"/>
            <a:ext cx="622998" cy="622998"/>
          </a:xfrm>
          <a:prstGeom prst="roundRect">
            <a:avLst>
              <a:gd name="adj" fmla="val 627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pic>
        <p:nvPicPr>
          <p:cNvPr id="15" name="图片 14">
            <a:extLst>
              <a:ext uri="{FF2B5EF4-FFF2-40B4-BE49-F238E27FC236}">
                <a16:creationId xmlns:a16="http://schemas.microsoft.com/office/drawing/2014/main" id="{732D65A4-43FB-4FF1-898F-C29DCB19927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647678" y="368300"/>
            <a:ext cx="1885510" cy="434293"/>
          </a:xfrm>
          <a:prstGeom prst="rect">
            <a:avLst/>
          </a:prstGeom>
        </p:spPr>
      </p:pic>
      <p:pic>
        <p:nvPicPr>
          <p:cNvPr id="7" name="图片 6">
            <a:extLst>
              <a:ext uri="{FF2B5EF4-FFF2-40B4-BE49-F238E27FC236}">
                <a16:creationId xmlns:a16="http://schemas.microsoft.com/office/drawing/2014/main" id="{B3323674-DBF8-4B8E-BBA1-5EE06375D7D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227698" y="6338042"/>
            <a:ext cx="1736603" cy="303315"/>
          </a:xfrm>
          <a:prstGeom prst="rect">
            <a:avLst/>
          </a:prstGeom>
        </p:spPr>
      </p:pic>
      <p:cxnSp>
        <p:nvCxnSpPr>
          <p:cNvPr id="8" name="直接连接符 7">
            <a:extLst>
              <a:ext uri="{FF2B5EF4-FFF2-40B4-BE49-F238E27FC236}">
                <a16:creationId xmlns:a16="http://schemas.microsoft.com/office/drawing/2014/main" id="{777B7216-7049-47CB-91B2-F9C8853EC53B}"/>
              </a:ext>
            </a:extLst>
          </p:cNvPr>
          <p:cNvCxnSpPr>
            <a:cxnSpLocks/>
          </p:cNvCxnSpPr>
          <p:nvPr userDrawn="1"/>
        </p:nvCxnSpPr>
        <p:spPr>
          <a:xfrm>
            <a:off x="695325" y="6489700"/>
            <a:ext cx="4404995"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1DD9C6A6-3D5C-49F8-9B93-EF63EB27CD8A}"/>
              </a:ext>
            </a:extLst>
          </p:cNvPr>
          <p:cNvCxnSpPr>
            <a:cxnSpLocks/>
          </p:cNvCxnSpPr>
          <p:nvPr userDrawn="1"/>
        </p:nvCxnSpPr>
        <p:spPr>
          <a:xfrm>
            <a:off x="7091680" y="6489700"/>
            <a:ext cx="4404995"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2" name="gentleman_53427">
            <a:extLst>
              <a:ext uri="{FF2B5EF4-FFF2-40B4-BE49-F238E27FC236}">
                <a16:creationId xmlns:a16="http://schemas.microsoft.com/office/drawing/2014/main" id="{B5B978EC-91C8-4711-AB83-93956E5A8B7E}"/>
              </a:ext>
            </a:extLst>
          </p:cNvPr>
          <p:cNvSpPr>
            <a:spLocks noChangeAspect="1"/>
          </p:cNvSpPr>
          <p:nvPr userDrawn="1"/>
        </p:nvSpPr>
        <p:spPr bwMode="auto">
          <a:xfrm>
            <a:off x="837853" y="493785"/>
            <a:ext cx="337941" cy="368301"/>
          </a:xfrm>
          <a:custGeom>
            <a:avLst/>
            <a:gdLst>
              <a:gd name="connsiteX0" fmla="*/ 188888 w 557678"/>
              <a:gd name="connsiteY0" fmla="*/ 367011 h 607780"/>
              <a:gd name="connsiteX1" fmla="*/ 199785 w 557678"/>
              <a:gd name="connsiteY1" fmla="*/ 373977 h 607780"/>
              <a:gd name="connsiteX2" fmla="*/ 278839 w 557678"/>
              <a:gd name="connsiteY2" fmla="*/ 490974 h 607780"/>
              <a:gd name="connsiteX3" fmla="*/ 357893 w 557678"/>
              <a:gd name="connsiteY3" fmla="*/ 373977 h 607780"/>
              <a:gd name="connsiteX4" fmla="*/ 368886 w 557678"/>
              <a:gd name="connsiteY4" fmla="*/ 367011 h 607780"/>
              <a:gd name="connsiteX5" fmla="*/ 374908 w 557678"/>
              <a:gd name="connsiteY5" fmla="*/ 368729 h 607780"/>
              <a:gd name="connsiteX6" fmla="*/ 557678 w 557678"/>
              <a:gd name="connsiteY6" fmla="*/ 480572 h 607780"/>
              <a:gd name="connsiteX7" fmla="*/ 557678 w 557678"/>
              <a:gd name="connsiteY7" fmla="*/ 607780 h 607780"/>
              <a:gd name="connsiteX8" fmla="*/ 278839 w 557678"/>
              <a:gd name="connsiteY8" fmla="*/ 607780 h 607780"/>
              <a:gd name="connsiteX9" fmla="*/ 0 w 557678"/>
              <a:gd name="connsiteY9" fmla="*/ 607780 h 607780"/>
              <a:gd name="connsiteX10" fmla="*/ 0 w 557678"/>
              <a:gd name="connsiteY10" fmla="*/ 480572 h 607780"/>
              <a:gd name="connsiteX11" fmla="*/ 182770 w 557678"/>
              <a:gd name="connsiteY11" fmla="*/ 368729 h 607780"/>
              <a:gd name="connsiteX12" fmla="*/ 188888 w 557678"/>
              <a:gd name="connsiteY12" fmla="*/ 367011 h 607780"/>
              <a:gd name="connsiteX13" fmla="*/ 233347 w 557678"/>
              <a:gd name="connsiteY13" fmla="*/ 332928 h 607780"/>
              <a:gd name="connsiteX14" fmla="*/ 235832 w 557678"/>
              <a:gd name="connsiteY14" fmla="*/ 333119 h 607780"/>
              <a:gd name="connsiteX15" fmla="*/ 236501 w 557678"/>
              <a:gd name="connsiteY15" fmla="*/ 333214 h 607780"/>
              <a:gd name="connsiteX16" fmla="*/ 236692 w 557678"/>
              <a:gd name="connsiteY16" fmla="*/ 333214 h 607780"/>
              <a:gd name="connsiteX17" fmla="*/ 237934 w 557678"/>
              <a:gd name="connsiteY17" fmla="*/ 333596 h 607780"/>
              <a:gd name="connsiteX18" fmla="*/ 238508 w 557678"/>
              <a:gd name="connsiteY18" fmla="*/ 333787 h 607780"/>
              <a:gd name="connsiteX19" fmla="*/ 239177 w 557678"/>
              <a:gd name="connsiteY19" fmla="*/ 333977 h 607780"/>
              <a:gd name="connsiteX20" fmla="*/ 243478 w 557678"/>
              <a:gd name="connsiteY20" fmla="*/ 336553 h 607780"/>
              <a:gd name="connsiteX21" fmla="*/ 264981 w 557678"/>
              <a:gd name="connsiteY21" fmla="*/ 353724 h 607780"/>
              <a:gd name="connsiteX22" fmla="*/ 267657 w 557678"/>
              <a:gd name="connsiteY22" fmla="*/ 353820 h 607780"/>
              <a:gd name="connsiteX23" fmla="*/ 278839 w 557678"/>
              <a:gd name="connsiteY23" fmla="*/ 353724 h 607780"/>
              <a:gd name="connsiteX24" fmla="*/ 290021 w 557678"/>
              <a:gd name="connsiteY24" fmla="*/ 353820 h 607780"/>
              <a:gd name="connsiteX25" fmla="*/ 292792 w 557678"/>
              <a:gd name="connsiteY25" fmla="*/ 353724 h 607780"/>
              <a:gd name="connsiteX26" fmla="*/ 314200 w 557678"/>
              <a:gd name="connsiteY26" fmla="*/ 336553 h 607780"/>
              <a:gd name="connsiteX27" fmla="*/ 318596 w 557678"/>
              <a:gd name="connsiteY27" fmla="*/ 333977 h 607780"/>
              <a:gd name="connsiteX28" fmla="*/ 319265 w 557678"/>
              <a:gd name="connsiteY28" fmla="*/ 333787 h 607780"/>
              <a:gd name="connsiteX29" fmla="*/ 319743 w 557678"/>
              <a:gd name="connsiteY29" fmla="*/ 333596 h 607780"/>
              <a:gd name="connsiteX30" fmla="*/ 321081 w 557678"/>
              <a:gd name="connsiteY30" fmla="*/ 333214 h 607780"/>
              <a:gd name="connsiteX31" fmla="*/ 321272 w 557678"/>
              <a:gd name="connsiteY31" fmla="*/ 333214 h 607780"/>
              <a:gd name="connsiteX32" fmla="*/ 321846 w 557678"/>
              <a:gd name="connsiteY32" fmla="*/ 333119 h 607780"/>
              <a:gd name="connsiteX33" fmla="*/ 324426 w 557678"/>
              <a:gd name="connsiteY33" fmla="*/ 332928 h 607780"/>
              <a:gd name="connsiteX34" fmla="*/ 340195 w 557678"/>
              <a:gd name="connsiteY34" fmla="*/ 347905 h 607780"/>
              <a:gd name="connsiteX35" fmla="*/ 340195 w 557678"/>
              <a:gd name="connsiteY35" fmla="*/ 380912 h 607780"/>
              <a:gd name="connsiteX36" fmla="*/ 324426 w 557678"/>
              <a:gd name="connsiteY36" fmla="*/ 396366 h 607780"/>
              <a:gd name="connsiteX37" fmla="*/ 314869 w 557678"/>
              <a:gd name="connsiteY37" fmla="*/ 393123 h 607780"/>
              <a:gd name="connsiteX38" fmla="*/ 294417 w 557678"/>
              <a:gd name="connsiteY38" fmla="*/ 374807 h 607780"/>
              <a:gd name="connsiteX39" fmla="*/ 278839 w 557678"/>
              <a:gd name="connsiteY39" fmla="*/ 374902 h 607780"/>
              <a:gd name="connsiteX40" fmla="*/ 263261 w 557678"/>
              <a:gd name="connsiteY40" fmla="*/ 374807 h 607780"/>
              <a:gd name="connsiteX41" fmla="*/ 242809 w 557678"/>
              <a:gd name="connsiteY41" fmla="*/ 393123 h 607780"/>
              <a:gd name="connsiteX42" fmla="*/ 233347 w 557678"/>
              <a:gd name="connsiteY42" fmla="*/ 396366 h 607780"/>
              <a:gd name="connsiteX43" fmla="*/ 217482 w 557678"/>
              <a:gd name="connsiteY43" fmla="*/ 380912 h 607780"/>
              <a:gd name="connsiteX44" fmla="*/ 217482 w 557678"/>
              <a:gd name="connsiteY44" fmla="*/ 347905 h 607780"/>
              <a:gd name="connsiteX45" fmla="*/ 233347 w 557678"/>
              <a:gd name="connsiteY45" fmla="*/ 332928 h 607780"/>
              <a:gd name="connsiteX46" fmla="*/ 277214 w 557678"/>
              <a:gd name="connsiteY46" fmla="*/ 0 h 607780"/>
              <a:gd name="connsiteX47" fmla="*/ 278552 w 557678"/>
              <a:gd name="connsiteY47" fmla="*/ 0 h 607780"/>
              <a:gd name="connsiteX48" fmla="*/ 278744 w 557678"/>
              <a:gd name="connsiteY48" fmla="*/ 0 h 607780"/>
              <a:gd name="connsiteX49" fmla="*/ 278839 w 557678"/>
              <a:gd name="connsiteY49" fmla="*/ 0 h 607780"/>
              <a:gd name="connsiteX50" fmla="*/ 278935 w 557678"/>
              <a:gd name="connsiteY50" fmla="*/ 0 h 607780"/>
              <a:gd name="connsiteX51" fmla="*/ 279222 w 557678"/>
              <a:gd name="connsiteY51" fmla="*/ 0 h 607780"/>
              <a:gd name="connsiteX52" fmla="*/ 280560 w 557678"/>
              <a:gd name="connsiteY52" fmla="*/ 0 h 607780"/>
              <a:gd name="connsiteX53" fmla="*/ 404758 w 557678"/>
              <a:gd name="connsiteY53" fmla="*/ 105659 h 607780"/>
              <a:gd name="connsiteX54" fmla="*/ 396727 w 557678"/>
              <a:gd name="connsiteY54" fmla="*/ 160159 h 607780"/>
              <a:gd name="connsiteX55" fmla="*/ 408009 w 557678"/>
              <a:gd name="connsiteY55" fmla="*/ 186120 h 607780"/>
              <a:gd name="connsiteX56" fmla="*/ 379039 w 557678"/>
              <a:gd name="connsiteY56" fmla="*/ 238616 h 607780"/>
              <a:gd name="connsiteX57" fmla="*/ 317179 w 557678"/>
              <a:gd name="connsiteY57" fmla="*/ 313541 h 607780"/>
              <a:gd name="connsiteX58" fmla="*/ 278935 w 557678"/>
              <a:gd name="connsiteY58" fmla="*/ 322131 h 607780"/>
              <a:gd name="connsiteX59" fmla="*/ 278839 w 557678"/>
              <a:gd name="connsiteY59" fmla="*/ 322131 h 607780"/>
              <a:gd name="connsiteX60" fmla="*/ 278744 w 557678"/>
              <a:gd name="connsiteY60" fmla="*/ 322131 h 607780"/>
              <a:gd name="connsiteX61" fmla="*/ 240499 w 557678"/>
              <a:gd name="connsiteY61" fmla="*/ 313541 h 607780"/>
              <a:gd name="connsiteX62" fmla="*/ 178734 w 557678"/>
              <a:gd name="connsiteY62" fmla="*/ 238616 h 607780"/>
              <a:gd name="connsiteX63" fmla="*/ 149669 w 557678"/>
              <a:gd name="connsiteY63" fmla="*/ 186120 h 607780"/>
              <a:gd name="connsiteX64" fmla="*/ 161046 w 557678"/>
              <a:gd name="connsiteY64" fmla="*/ 160159 h 607780"/>
              <a:gd name="connsiteX65" fmla="*/ 153015 w 557678"/>
              <a:gd name="connsiteY65" fmla="*/ 105659 h 607780"/>
              <a:gd name="connsiteX66" fmla="*/ 277214 w 557678"/>
              <a:gd name="connsiteY66"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57678" h="607780">
                <a:moveTo>
                  <a:pt x="188888" y="367011"/>
                </a:moveTo>
                <a:cubicBezTo>
                  <a:pt x="193667" y="367011"/>
                  <a:pt x="197873" y="369874"/>
                  <a:pt x="199785" y="373977"/>
                </a:cubicBezTo>
                <a:cubicBezTo>
                  <a:pt x="218808" y="405851"/>
                  <a:pt x="254177" y="489256"/>
                  <a:pt x="278839" y="490974"/>
                </a:cubicBezTo>
                <a:cubicBezTo>
                  <a:pt x="303502" y="489256"/>
                  <a:pt x="338870" y="405851"/>
                  <a:pt x="357893" y="373977"/>
                </a:cubicBezTo>
                <a:cubicBezTo>
                  <a:pt x="359900" y="369874"/>
                  <a:pt x="364011" y="367011"/>
                  <a:pt x="368886" y="367011"/>
                </a:cubicBezTo>
                <a:cubicBezTo>
                  <a:pt x="371085" y="367011"/>
                  <a:pt x="372996" y="367870"/>
                  <a:pt x="374908" y="368729"/>
                </a:cubicBezTo>
                <a:cubicBezTo>
                  <a:pt x="382269" y="371878"/>
                  <a:pt x="557678" y="427132"/>
                  <a:pt x="557678" y="480572"/>
                </a:cubicBezTo>
                <a:lnTo>
                  <a:pt x="557678" y="607780"/>
                </a:lnTo>
                <a:lnTo>
                  <a:pt x="278839" y="607780"/>
                </a:lnTo>
                <a:lnTo>
                  <a:pt x="0" y="607780"/>
                </a:lnTo>
                <a:lnTo>
                  <a:pt x="0" y="480572"/>
                </a:lnTo>
                <a:cubicBezTo>
                  <a:pt x="0" y="421120"/>
                  <a:pt x="175314" y="371687"/>
                  <a:pt x="182770" y="368729"/>
                </a:cubicBezTo>
                <a:cubicBezTo>
                  <a:pt x="184682" y="367870"/>
                  <a:pt x="186593" y="367011"/>
                  <a:pt x="188888" y="367011"/>
                </a:cubicBezTo>
                <a:close/>
                <a:moveTo>
                  <a:pt x="233347" y="332928"/>
                </a:moveTo>
                <a:cubicBezTo>
                  <a:pt x="234207" y="332928"/>
                  <a:pt x="235067" y="332928"/>
                  <a:pt x="235832" y="333119"/>
                </a:cubicBezTo>
                <a:cubicBezTo>
                  <a:pt x="236023" y="333119"/>
                  <a:pt x="236310" y="333119"/>
                  <a:pt x="236501" y="333214"/>
                </a:cubicBezTo>
                <a:cubicBezTo>
                  <a:pt x="236501" y="333214"/>
                  <a:pt x="236596" y="333214"/>
                  <a:pt x="236692" y="333214"/>
                </a:cubicBezTo>
                <a:cubicBezTo>
                  <a:pt x="237074" y="333310"/>
                  <a:pt x="237552" y="333405"/>
                  <a:pt x="237934" y="333596"/>
                </a:cubicBezTo>
                <a:cubicBezTo>
                  <a:pt x="238126" y="333596"/>
                  <a:pt x="238317" y="333691"/>
                  <a:pt x="238508" y="333787"/>
                </a:cubicBezTo>
                <a:cubicBezTo>
                  <a:pt x="238699" y="333787"/>
                  <a:pt x="238890" y="333882"/>
                  <a:pt x="239177" y="333977"/>
                </a:cubicBezTo>
                <a:cubicBezTo>
                  <a:pt x="240706" y="334645"/>
                  <a:pt x="242140" y="335504"/>
                  <a:pt x="243478" y="336553"/>
                </a:cubicBezTo>
                <a:cubicBezTo>
                  <a:pt x="250836" y="342372"/>
                  <a:pt x="255615" y="353056"/>
                  <a:pt x="264981" y="353724"/>
                </a:cubicBezTo>
                <a:cubicBezTo>
                  <a:pt x="265841" y="353820"/>
                  <a:pt x="266797" y="353820"/>
                  <a:pt x="267657" y="353820"/>
                </a:cubicBezTo>
                <a:cubicBezTo>
                  <a:pt x="268517" y="353820"/>
                  <a:pt x="274060" y="353724"/>
                  <a:pt x="278839" y="353724"/>
                </a:cubicBezTo>
                <a:cubicBezTo>
                  <a:pt x="283617" y="353724"/>
                  <a:pt x="289256" y="353820"/>
                  <a:pt x="290021" y="353820"/>
                </a:cubicBezTo>
                <a:cubicBezTo>
                  <a:pt x="290976" y="353820"/>
                  <a:pt x="291836" y="353820"/>
                  <a:pt x="292792" y="353724"/>
                </a:cubicBezTo>
                <a:cubicBezTo>
                  <a:pt x="302158" y="353056"/>
                  <a:pt x="306841" y="342372"/>
                  <a:pt x="314200" y="336553"/>
                </a:cubicBezTo>
                <a:cubicBezTo>
                  <a:pt x="315538" y="335504"/>
                  <a:pt x="316972" y="334645"/>
                  <a:pt x="318596" y="333977"/>
                </a:cubicBezTo>
                <a:cubicBezTo>
                  <a:pt x="318787" y="333882"/>
                  <a:pt x="318979" y="333787"/>
                  <a:pt x="319265" y="333787"/>
                </a:cubicBezTo>
                <a:cubicBezTo>
                  <a:pt x="319456" y="333691"/>
                  <a:pt x="319648" y="333596"/>
                  <a:pt x="319743" y="333596"/>
                </a:cubicBezTo>
                <a:cubicBezTo>
                  <a:pt x="320221" y="333405"/>
                  <a:pt x="320603" y="333310"/>
                  <a:pt x="321081" y="333214"/>
                </a:cubicBezTo>
                <a:cubicBezTo>
                  <a:pt x="321081" y="333214"/>
                  <a:pt x="321177" y="333214"/>
                  <a:pt x="321272" y="333214"/>
                </a:cubicBezTo>
                <a:cubicBezTo>
                  <a:pt x="321463" y="333119"/>
                  <a:pt x="321654" y="333119"/>
                  <a:pt x="321846" y="333119"/>
                </a:cubicBezTo>
                <a:cubicBezTo>
                  <a:pt x="322706" y="332928"/>
                  <a:pt x="323566" y="332928"/>
                  <a:pt x="324426" y="332928"/>
                </a:cubicBezTo>
                <a:cubicBezTo>
                  <a:pt x="332836" y="332928"/>
                  <a:pt x="339813" y="339510"/>
                  <a:pt x="340195" y="347905"/>
                </a:cubicBezTo>
                <a:lnTo>
                  <a:pt x="340195" y="380912"/>
                </a:lnTo>
                <a:cubicBezTo>
                  <a:pt x="340004" y="389498"/>
                  <a:pt x="333027" y="396366"/>
                  <a:pt x="324426" y="396366"/>
                </a:cubicBezTo>
                <a:cubicBezTo>
                  <a:pt x="320794" y="396366"/>
                  <a:pt x="317545" y="395126"/>
                  <a:pt x="314869" y="393123"/>
                </a:cubicBezTo>
                <a:cubicBezTo>
                  <a:pt x="305885" y="387208"/>
                  <a:pt x="299864" y="374997"/>
                  <a:pt x="294417" y="374807"/>
                </a:cubicBezTo>
                <a:lnTo>
                  <a:pt x="278839" y="374902"/>
                </a:lnTo>
                <a:lnTo>
                  <a:pt x="263261" y="374807"/>
                </a:lnTo>
                <a:cubicBezTo>
                  <a:pt x="257813" y="374997"/>
                  <a:pt x="251792" y="387208"/>
                  <a:pt x="242809" y="393123"/>
                </a:cubicBezTo>
                <a:cubicBezTo>
                  <a:pt x="240228" y="395126"/>
                  <a:pt x="236883" y="396366"/>
                  <a:pt x="233347" y="396366"/>
                </a:cubicBezTo>
                <a:cubicBezTo>
                  <a:pt x="224746" y="396366"/>
                  <a:pt x="217769" y="389498"/>
                  <a:pt x="217482" y="380912"/>
                </a:cubicBezTo>
                <a:lnTo>
                  <a:pt x="217482" y="347905"/>
                </a:lnTo>
                <a:cubicBezTo>
                  <a:pt x="217960" y="339510"/>
                  <a:pt x="224841" y="332928"/>
                  <a:pt x="233347" y="332928"/>
                </a:cubicBezTo>
                <a:close/>
                <a:moveTo>
                  <a:pt x="277214" y="0"/>
                </a:moveTo>
                <a:cubicBezTo>
                  <a:pt x="277596" y="0"/>
                  <a:pt x="278074" y="0"/>
                  <a:pt x="278552" y="0"/>
                </a:cubicBezTo>
                <a:cubicBezTo>
                  <a:pt x="278648" y="0"/>
                  <a:pt x="278648" y="0"/>
                  <a:pt x="278744" y="0"/>
                </a:cubicBezTo>
                <a:cubicBezTo>
                  <a:pt x="278744" y="0"/>
                  <a:pt x="278839" y="0"/>
                  <a:pt x="278839" y="0"/>
                </a:cubicBezTo>
                <a:cubicBezTo>
                  <a:pt x="278935" y="0"/>
                  <a:pt x="278935" y="0"/>
                  <a:pt x="278935" y="0"/>
                </a:cubicBezTo>
                <a:cubicBezTo>
                  <a:pt x="279030" y="0"/>
                  <a:pt x="279126" y="0"/>
                  <a:pt x="279222" y="0"/>
                </a:cubicBezTo>
                <a:cubicBezTo>
                  <a:pt x="279604" y="0"/>
                  <a:pt x="280082" y="0"/>
                  <a:pt x="280560" y="0"/>
                </a:cubicBezTo>
                <a:cubicBezTo>
                  <a:pt x="387453" y="0"/>
                  <a:pt x="407531" y="76166"/>
                  <a:pt x="404758" y="105659"/>
                </a:cubicBezTo>
                <a:cubicBezTo>
                  <a:pt x="402464" y="129330"/>
                  <a:pt x="396727" y="160159"/>
                  <a:pt x="396727" y="160159"/>
                </a:cubicBezTo>
                <a:cubicBezTo>
                  <a:pt x="396727" y="160159"/>
                  <a:pt x="408009" y="165313"/>
                  <a:pt x="408009" y="186120"/>
                </a:cubicBezTo>
                <a:cubicBezTo>
                  <a:pt x="404089" y="238234"/>
                  <a:pt x="383246" y="215708"/>
                  <a:pt x="379039" y="238616"/>
                </a:cubicBezTo>
                <a:cubicBezTo>
                  <a:pt x="371868" y="276603"/>
                  <a:pt x="338213" y="304092"/>
                  <a:pt x="317179" y="313541"/>
                </a:cubicBezTo>
                <a:cubicBezTo>
                  <a:pt x="304941" y="319077"/>
                  <a:pt x="292225" y="321845"/>
                  <a:pt x="278935" y="322131"/>
                </a:cubicBezTo>
                <a:cubicBezTo>
                  <a:pt x="278935" y="322131"/>
                  <a:pt x="278935" y="322131"/>
                  <a:pt x="278839" y="322131"/>
                </a:cubicBezTo>
                <a:cubicBezTo>
                  <a:pt x="278839" y="322131"/>
                  <a:pt x="278744" y="322131"/>
                  <a:pt x="278744" y="322131"/>
                </a:cubicBezTo>
                <a:cubicBezTo>
                  <a:pt x="265454" y="321845"/>
                  <a:pt x="252738" y="319077"/>
                  <a:pt x="240499" y="313541"/>
                </a:cubicBezTo>
                <a:cubicBezTo>
                  <a:pt x="219561" y="304092"/>
                  <a:pt x="185810" y="276603"/>
                  <a:pt x="178734" y="238616"/>
                </a:cubicBezTo>
                <a:cubicBezTo>
                  <a:pt x="174432" y="215708"/>
                  <a:pt x="153684" y="238234"/>
                  <a:pt x="149669" y="186120"/>
                </a:cubicBezTo>
                <a:cubicBezTo>
                  <a:pt x="149669" y="165313"/>
                  <a:pt x="161046" y="160159"/>
                  <a:pt x="161046" y="160159"/>
                </a:cubicBezTo>
                <a:cubicBezTo>
                  <a:pt x="161046" y="160159"/>
                  <a:pt x="155214" y="129330"/>
                  <a:pt x="153015" y="105659"/>
                </a:cubicBezTo>
                <a:cubicBezTo>
                  <a:pt x="150147" y="76166"/>
                  <a:pt x="170225" y="0"/>
                  <a:pt x="277214"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Tree>
    <p:extLst>
      <p:ext uri="{BB962C8B-B14F-4D97-AF65-F5344CB8AC3E}">
        <p14:creationId xmlns:p14="http://schemas.microsoft.com/office/powerpoint/2010/main" val="27959281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数据图表页">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E379FF4-CF40-446E-8233-5839C197A89E}"/>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3892" r="3449" b="7341"/>
          <a:stretch/>
        </p:blipFill>
        <p:spPr>
          <a:xfrm>
            <a:off x="0" y="0"/>
            <a:ext cx="12192000" cy="6858000"/>
          </a:xfrm>
          <a:prstGeom prst="rect">
            <a:avLst/>
          </a:prstGeom>
        </p:spPr>
      </p:pic>
      <p:sp>
        <p:nvSpPr>
          <p:cNvPr id="6" name="矩形 5">
            <a:extLst>
              <a:ext uri="{FF2B5EF4-FFF2-40B4-BE49-F238E27FC236}">
                <a16:creationId xmlns:a16="http://schemas.microsoft.com/office/drawing/2014/main" id="{20818D33-AD20-4EFB-8D77-858D885ED476}"/>
              </a:ext>
            </a:extLst>
          </p:cNvPr>
          <p:cNvSpPr/>
          <p:nvPr userDrawn="1"/>
        </p:nvSpPr>
        <p:spPr>
          <a:xfrm>
            <a:off x="0" y="0"/>
            <a:ext cx="12192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2" name="矩形: 圆角 1">
            <a:extLst>
              <a:ext uri="{FF2B5EF4-FFF2-40B4-BE49-F238E27FC236}">
                <a16:creationId xmlns:a16="http://schemas.microsoft.com/office/drawing/2014/main" id="{E2A3F94B-7AC0-4FF2-90EC-55F2BD8C0040}"/>
              </a:ext>
            </a:extLst>
          </p:cNvPr>
          <p:cNvSpPr/>
          <p:nvPr userDrawn="1"/>
        </p:nvSpPr>
        <p:spPr>
          <a:xfrm>
            <a:off x="1213952" y="462652"/>
            <a:ext cx="1752600" cy="434293"/>
          </a:xfrm>
          <a:prstGeom prst="roundRect">
            <a:avLst>
              <a:gd name="adj" fmla="val 8499"/>
            </a:avLst>
          </a:prstGeom>
          <a:solidFill>
            <a:schemeClr val="bg1"/>
          </a:solidFill>
          <a:ln>
            <a:noFill/>
          </a:ln>
          <a:effectLst>
            <a:outerShdw blurRad="635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11" name="矩形: 圆角 10">
            <a:extLst>
              <a:ext uri="{FF2B5EF4-FFF2-40B4-BE49-F238E27FC236}">
                <a16:creationId xmlns:a16="http://schemas.microsoft.com/office/drawing/2014/main" id="{C8A3D52D-0AB5-4952-9558-5EA81F247D5F}"/>
              </a:ext>
            </a:extLst>
          </p:cNvPr>
          <p:cNvSpPr/>
          <p:nvPr userDrawn="1"/>
        </p:nvSpPr>
        <p:spPr>
          <a:xfrm>
            <a:off x="695325" y="368300"/>
            <a:ext cx="622998" cy="622998"/>
          </a:xfrm>
          <a:prstGeom prst="roundRect">
            <a:avLst>
              <a:gd name="adj" fmla="val 627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pic>
        <p:nvPicPr>
          <p:cNvPr id="15" name="图片 14">
            <a:extLst>
              <a:ext uri="{FF2B5EF4-FFF2-40B4-BE49-F238E27FC236}">
                <a16:creationId xmlns:a16="http://schemas.microsoft.com/office/drawing/2014/main" id="{732D65A4-43FB-4FF1-898F-C29DCB19927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647678" y="368300"/>
            <a:ext cx="1885510" cy="434293"/>
          </a:xfrm>
          <a:prstGeom prst="rect">
            <a:avLst/>
          </a:prstGeom>
        </p:spPr>
      </p:pic>
      <p:sp>
        <p:nvSpPr>
          <p:cNvPr id="3" name="infographic-diagram_15452">
            <a:extLst>
              <a:ext uri="{FF2B5EF4-FFF2-40B4-BE49-F238E27FC236}">
                <a16:creationId xmlns:a16="http://schemas.microsoft.com/office/drawing/2014/main" id="{CFAF1084-0122-421E-9C95-5C0813FDD609}"/>
              </a:ext>
            </a:extLst>
          </p:cNvPr>
          <p:cNvSpPr>
            <a:spLocks noChangeAspect="1"/>
          </p:cNvSpPr>
          <p:nvPr userDrawn="1"/>
        </p:nvSpPr>
        <p:spPr bwMode="auto">
          <a:xfrm>
            <a:off x="835152" y="493784"/>
            <a:ext cx="343344" cy="368301"/>
          </a:xfrm>
          <a:custGeom>
            <a:avLst/>
            <a:gdLst>
              <a:gd name="connsiteX0" fmla="*/ 16143 w 564989"/>
              <a:gd name="connsiteY0" fmla="*/ 573798 h 606057"/>
              <a:gd name="connsiteX1" fmla="*/ 548846 w 564989"/>
              <a:gd name="connsiteY1" fmla="*/ 573798 h 606057"/>
              <a:gd name="connsiteX2" fmla="*/ 564989 w 564989"/>
              <a:gd name="connsiteY2" fmla="*/ 589928 h 606057"/>
              <a:gd name="connsiteX3" fmla="*/ 548846 w 564989"/>
              <a:gd name="connsiteY3" fmla="*/ 606057 h 606057"/>
              <a:gd name="connsiteX4" fmla="*/ 16143 w 564989"/>
              <a:gd name="connsiteY4" fmla="*/ 606057 h 606057"/>
              <a:gd name="connsiteX5" fmla="*/ 0 w 564989"/>
              <a:gd name="connsiteY5" fmla="*/ 589928 h 606057"/>
              <a:gd name="connsiteX6" fmla="*/ 16143 w 564989"/>
              <a:gd name="connsiteY6" fmla="*/ 573798 h 606057"/>
              <a:gd name="connsiteX7" fmla="*/ 48465 w 564989"/>
              <a:gd name="connsiteY7" fmla="*/ 193425 h 606057"/>
              <a:gd name="connsiteX8" fmla="*/ 125915 w 564989"/>
              <a:gd name="connsiteY8" fmla="*/ 193425 h 606057"/>
              <a:gd name="connsiteX9" fmla="*/ 158186 w 564989"/>
              <a:gd name="connsiteY9" fmla="*/ 225663 h 606057"/>
              <a:gd name="connsiteX10" fmla="*/ 158186 w 564989"/>
              <a:gd name="connsiteY10" fmla="*/ 507746 h 606057"/>
              <a:gd name="connsiteX11" fmla="*/ 125915 w 564989"/>
              <a:gd name="connsiteY11" fmla="*/ 539984 h 606057"/>
              <a:gd name="connsiteX12" fmla="*/ 48465 w 564989"/>
              <a:gd name="connsiteY12" fmla="*/ 539984 h 606057"/>
              <a:gd name="connsiteX13" fmla="*/ 16194 w 564989"/>
              <a:gd name="connsiteY13" fmla="*/ 507746 h 606057"/>
              <a:gd name="connsiteX14" fmla="*/ 16194 w 564989"/>
              <a:gd name="connsiteY14" fmla="*/ 225663 h 606057"/>
              <a:gd name="connsiteX15" fmla="*/ 48465 w 564989"/>
              <a:gd name="connsiteY15" fmla="*/ 193425 h 606057"/>
              <a:gd name="connsiteX16" fmla="*/ 447906 w 564989"/>
              <a:gd name="connsiteY16" fmla="*/ 107142 h 606057"/>
              <a:gd name="connsiteX17" fmla="*/ 526217 w 564989"/>
              <a:gd name="connsiteY17" fmla="*/ 107142 h 606057"/>
              <a:gd name="connsiteX18" fmla="*/ 558511 w 564989"/>
              <a:gd name="connsiteY18" fmla="*/ 139384 h 606057"/>
              <a:gd name="connsiteX19" fmla="*/ 558511 w 564989"/>
              <a:gd name="connsiteY19" fmla="*/ 507742 h 606057"/>
              <a:gd name="connsiteX20" fmla="*/ 526217 w 564989"/>
              <a:gd name="connsiteY20" fmla="*/ 539984 h 606057"/>
              <a:gd name="connsiteX21" fmla="*/ 447906 w 564989"/>
              <a:gd name="connsiteY21" fmla="*/ 539984 h 606057"/>
              <a:gd name="connsiteX22" fmla="*/ 415612 w 564989"/>
              <a:gd name="connsiteY22" fmla="*/ 507742 h 606057"/>
              <a:gd name="connsiteX23" fmla="*/ 415612 w 564989"/>
              <a:gd name="connsiteY23" fmla="*/ 139384 h 606057"/>
              <a:gd name="connsiteX24" fmla="*/ 447906 w 564989"/>
              <a:gd name="connsiteY24" fmla="*/ 107142 h 606057"/>
              <a:gd name="connsiteX25" fmla="*/ 246967 w 564989"/>
              <a:gd name="connsiteY25" fmla="*/ 0 h 606057"/>
              <a:gd name="connsiteX26" fmla="*/ 325278 w 564989"/>
              <a:gd name="connsiteY26" fmla="*/ 0 h 606057"/>
              <a:gd name="connsiteX27" fmla="*/ 357572 w 564989"/>
              <a:gd name="connsiteY27" fmla="*/ 32238 h 606057"/>
              <a:gd name="connsiteX28" fmla="*/ 357572 w 564989"/>
              <a:gd name="connsiteY28" fmla="*/ 507746 h 606057"/>
              <a:gd name="connsiteX29" fmla="*/ 325278 w 564989"/>
              <a:gd name="connsiteY29" fmla="*/ 539984 h 606057"/>
              <a:gd name="connsiteX30" fmla="*/ 246967 w 564989"/>
              <a:gd name="connsiteY30" fmla="*/ 539984 h 606057"/>
              <a:gd name="connsiteX31" fmla="*/ 214673 w 564989"/>
              <a:gd name="connsiteY31" fmla="*/ 507746 h 606057"/>
              <a:gd name="connsiteX32" fmla="*/ 214673 w 564989"/>
              <a:gd name="connsiteY32" fmla="*/ 32238 h 606057"/>
              <a:gd name="connsiteX33" fmla="*/ 246967 w 564989"/>
              <a:gd name="connsiteY33" fmla="*/ 0 h 606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64989" h="606057">
                <a:moveTo>
                  <a:pt x="16143" y="573798"/>
                </a:moveTo>
                <a:lnTo>
                  <a:pt x="548846" y="573798"/>
                </a:lnTo>
                <a:cubicBezTo>
                  <a:pt x="557725" y="573798"/>
                  <a:pt x="564989" y="581056"/>
                  <a:pt x="564989" y="589928"/>
                </a:cubicBezTo>
                <a:cubicBezTo>
                  <a:pt x="564989" y="598799"/>
                  <a:pt x="557725" y="606057"/>
                  <a:pt x="548846" y="606057"/>
                </a:cubicBezTo>
                <a:lnTo>
                  <a:pt x="16143" y="606057"/>
                </a:lnTo>
                <a:cubicBezTo>
                  <a:pt x="7264" y="606057"/>
                  <a:pt x="0" y="598799"/>
                  <a:pt x="0" y="589928"/>
                </a:cubicBezTo>
                <a:cubicBezTo>
                  <a:pt x="0" y="581056"/>
                  <a:pt x="7264" y="573798"/>
                  <a:pt x="16143" y="573798"/>
                </a:cubicBezTo>
                <a:close/>
                <a:moveTo>
                  <a:pt x="48465" y="193425"/>
                </a:moveTo>
                <a:lnTo>
                  <a:pt x="125915" y="193425"/>
                </a:lnTo>
                <a:cubicBezTo>
                  <a:pt x="144471" y="193425"/>
                  <a:pt x="158186" y="207932"/>
                  <a:pt x="158186" y="225663"/>
                </a:cubicBezTo>
                <a:lnTo>
                  <a:pt x="158186" y="507746"/>
                </a:lnTo>
                <a:cubicBezTo>
                  <a:pt x="158186" y="525477"/>
                  <a:pt x="144471" y="539984"/>
                  <a:pt x="125915" y="539984"/>
                </a:cubicBezTo>
                <a:lnTo>
                  <a:pt x="48465" y="539984"/>
                </a:lnTo>
                <a:cubicBezTo>
                  <a:pt x="30716" y="539984"/>
                  <a:pt x="16194" y="525477"/>
                  <a:pt x="16194" y="507746"/>
                </a:cubicBezTo>
                <a:lnTo>
                  <a:pt x="16194" y="225663"/>
                </a:lnTo>
                <a:cubicBezTo>
                  <a:pt x="16194" y="207932"/>
                  <a:pt x="30716" y="193425"/>
                  <a:pt x="48465" y="193425"/>
                </a:cubicBezTo>
                <a:close/>
                <a:moveTo>
                  <a:pt x="447906" y="107142"/>
                </a:moveTo>
                <a:lnTo>
                  <a:pt x="526217" y="107142"/>
                </a:lnTo>
                <a:cubicBezTo>
                  <a:pt x="543979" y="107142"/>
                  <a:pt x="558511" y="121651"/>
                  <a:pt x="558511" y="139384"/>
                </a:cubicBezTo>
                <a:lnTo>
                  <a:pt x="558511" y="507742"/>
                </a:lnTo>
                <a:cubicBezTo>
                  <a:pt x="558511" y="525475"/>
                  <a:pt x="543979" y="539984"/>
                  <a:pt x="526217" y="539984"/>
                </a:cubicBezTo>
                <a:lnTo>
                  <a:pt x="447906" y="539984"/>
                </a:lnTo>
                <a:cubicBezTo>
                  <a:pt x="430144" y="539984"/>
                  <a:pt x="415612" y="525475"/>
                  <a:pt x="415612" y="507742"/>
                </a:cubicBezTo>
                <a:lnTo>
                  <a:pt x="415612" y="139384"/>
                </a:lnTo>
                <a:cubicBezTo>
                  <a:pt x="415612" y="121651"/>
                  <a:pt x="430144" y="107142"/>
                  <a:pt x="447906" y="107142"/>
                </a:cubicBezTo>
                <a:close/>
                <a:moveTo>
                  <a:pt x="246967" y="0"/>
                </a:moveTo>
                <a:lnTo>
                  <a:pt x="325278" y="0"/>
                </a:lnTo>
                <a:cubicBezTo>
                  <a:pt x="343040" y="0"/>
                  <a:pt x="357572" y="14507"/>
                  <a:pt x="357572" y="32238"/>
                </a:cubicBezTo>
                <a:lnTo>
                  <a:pt x="357572" y="507746"/>
                </a:lnTo>
                <a:cubicBezTo>
                  <a:pt x="357572" y="525477"/>
                  <a:pt x="343040" y="539984"/>
                  <a:pt x="325278" y="539984"/>
                </a:cubicBezTo>
                <a:lnTo>
                  <a:pt x="246967" y="539984"/>
                </a:lnTo>
                <a:cubicBezTo>
                  <a:pt x="229205" y="539984"/>
                  <a:pt x="214673" y="525477"/>
                  <a:pt x="214673" y="507746"/>
                </a:cubicBezTo>
                <a:lnTo>
                  <a:pt x="214673" y="32238"/>
                </a:lnTo>
                <a:cubicBezTo>
                  <a:pt x="214673" y="14507"/>
                  <a:pt x="229205" y="0"/>
                  <a:pt x="246967" y="0"/>
                </a:cubicBezTo>
                <a:close/>
              </a:path>
            </a:pathLst>
          </a:custGeom>
          <a:solidFill>
            <a:schemeClr val="bg1"/>
          </a:solidFill>
          <a:ln>
            <a:noFill/>
          </a:ln>
        </p:spPr>
      </p:sp>
      <p:pic>
        <p:nvPicPr>
          <p:cNvPr id="7" name="图片 6">
            <a:extLst>
              <a:ext uri="{FF2B5EF4-FFF2-40B4-BE49-F238E27FC236}">
                <a16:creationId xmlns:a16="http://schemas.microsoft.com/office/drawing/2014/main" id="{B3323674-DBF8-4B8E-BBA1-5EE06375D7D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227698" y="6338042"/>
            <a:ext cx="1736603" cy="303315"/>
          </a:xfrm>
          <a:prstGeom prst="rect">
            <a:avLst/>
          </a:prstGeom>
        </p:spPr>
      </p:pic>
      <p:cxnSp>
        <p:nvCxnSpPr>
          <p:cNvPr id="8" name="直接连接符 7">
            <a:extLst>
              <a:ext uri="{FF2B5EF4-FFF2-40B4-BE49-F238E27FC236}">
                <a16:creationId xmlns:a16="http://schemas.microsoft.com/office/drawing/2014/main" id="{777B7216-7049-47CB-91B2-F9C8853EC53B}"/>
              </a:ext>
            </a:extLst>
          </p:cNvPr>
          <p:cNvCxnSpPr>
            <a:cxnSpLocks/>
          </p:cNvCxnSpPr>
          <p:nvPr userDrawn="1"/>
        </p:nvCxnSpPr>
        <p:spPr>
          <a:xfrm>
            <a:off x="695325" y="6489700"/>
            <a:ext cx="4404995"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1DD9C6A6-3D5C-49F8-9B93-EF63EB27CD8A}"/>
              </a:ext>
            </a:extLst>
          </p:cNvPr>
          <p:cNvCxnSpPr>
            <a:cxnSpLocks/>
          </p:cNvCxnSpPr>
          <p:nvPr userDrawn="1"/>
        </p:nvCxnSpPr>
        <p:spPr>
          <a:xfrm>
            <a:off x="7091680" y="6489700"/>
            <a:ext cx="4404995"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732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样机页">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E379FF4-CF40-446E-8233-5839C197A89E}"/>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3892" r="3449" b="7341"/>
          <a:stretch/>
        </p:blipFill>
        <p:spPr>
          <a:xfrm>
            <a:off x="0" y="0"/>
            <a:ext cx="12192000" cy="6858000"/>
          </a:xfrm>
          <a:prstGeom prst="rect">
            <a:avLst/>
          </a:prstGeom>
        </p:spPr>
      </p:pic>
      <p:sp>
        <p:nvSpPr>
          <p:cNvPr id="6" name="矩形 5">
            <a:extLst>
              <a:ext uri="{FF2B5EF4-FFF2-40B4-BE49-F238E27FC236}">
                <a16:creationId xmlns:a16="http://schemas.microsoft.com/office/drawing/2014/main" id="{20818D33-AD20-4EFB-8D77-858D885ED476}"/>
              </a:ext>
            </a:extLst>
          </p:cNvPr>
          <p:cNvSpPr/>
          <p:nvPr userDrawn="1"/>
        </p:nvSpPr>
        <p:spPr>
          <a:xfrm>
            <a:off x="0" y="0"/>
            <a:ext cx="12192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2" name="矩形: 圆角 1">
            <a:extLst>
              <a:ext uri="{FF2B5EF4-FFF2-40B4-BE49-F238E27FC236}">
                <a16:creationId xmlns:a16="http://schemas.microsoft.com/office/drawing/2014/main" id="{E2A3F94B-7AC0-4FF2-90EC-55F2BD8C0040}"/>
              </a:ext>
            </a:extLst>
          </p:cNvPr>
          <p:cNvSpPr/>
          <p:nvPr userDrawn="1"/>
        </p:nvSpPr>
        <p:spPr>
          <a:xfrm>
            <a:off x="1213952" y="462652"/>
            <a:ext cx="1752600" cy="434293"/>
          </a:xfrm>
          <a:prstGeom prst="roundRect">
            <a:avLst>
              <a:gd name="adj" fmla="val 8499"/>
            </a:avLst>
          </a:prstGeom>
          <a:solidFill>
            <a:schemeClr val="bg1"/>
          </a:solidFill>
          <a:ln>
            <a:noFill/>
          </a:ln>
          <a:effectLst>
            <a:outerShdw blurRad="635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11" name="矩形: 圆角 10">
            <a:extLst>
              <a:ext uri="{FF2B5EF4-FFF2-40B4-BE49-F238E27FC236}">
                <a16:creationId xmlns:a16="http://schemas.microsoft.com/office/drawing/2014/main" id="{C8A3D52D-0AB5-4952-9558-5EA81F247D5F}"/>
              </a:ext>
            </a:extLst>
          </p:cNvPr>
          <p:cNvSpPr/>
          <p:nvPr userDrawn="1"/>
        </p:nvSpPr>
        <p:spPr>
          <a:xfrm>
            <a:off x="695325" y="368300"/>
            <a:ext cx="622998" cy="622998"/>
          </a:xfrm>
          <a:prstGeom prst="roundRect">
            <a:avLst>
              <a:gd name="adj" fmla="val 627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pic>
        <p:nvPicPr>
          <p:cNvPr id="15" name="图片 14">
            <a:extLst>
              <a:ext uri="{FF2B5EF4-FFF2-40B4-BE49-F238E27FC236}">
                <a16:creationId xmlns:a16="http://schemas.microsoft.com/office/drawing/2014/main" id="{732D65A4-43FB-4FF1-898F-C29DCB19927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647678" y="368300"/>
            <a:ext cx="1885510" cy="434293"/>
          </a:xfrm>
          <a:prstGeom prst="rect">
            <a:avLst/>
          </a:prstGeom>
        </p:spPr>
      </p:pic>
      <p:pic>
        <p:nvPicPr>
          <p:cNvPr id="4" name="图片 3">
            <a:extLst>
              <a:ext uri="{FF2B5EF4-FFF2-40B4-BE49-F238E27FC236}">
                <a16:creationId xmlns:a16="http://schemas.microsoft.com/office/drawing/2014/main" id="{8A631D96-DE3B-4573-A974-B494C635287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227698" y="6338042"/>
            <a:ext cx="1736603" cy="303315"/>
          </a:xfrm>
          <a:prstGeom prst="rect">
            <a:avLst/>
          </a:prstGeom>
        </p:spPr>
      </p:pic>
      <p:cxnSp>
        <p:nvCxnSpPr>
          <p:cNvPr id="7" name="直接连接符 6">
            <a:extLst>
              <a:ext uri="{FF2B5EF4-FFF2-40B4-BE49-F238E27FC236}">
                <a16:creationId xmlns:a16="http://schemas.microsoft.com/office/drawing/2014/main" id="{3945FDA9-A71A-461A-AD6E-45E9F511B129}"/>
              </a:ext>
            </a:extLst>
          </p:cNvPr>
          <p:cNvCxnSpPr>
            <a:cxnSpLocks/>
          </p:cNvCxnSpPr>
          <p:nvPr userDrawn="1"/>
        </p:nvCxnSpPr>
        <p:spPr>
          <a:xfrm>
            <a:off x="695325" y="6489700"/>
            <a:ext cx="4404995"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58D279CD-AA5F-4231-B44B-2F05E2E38DAD}"/>
              </a:ext>
            </a:extLst>
          </p:cNvPr>
          <p:cNvCxnSpPr>
            <a:cxnSpLocks/>
          </p:cNvCxnSpPr>
          <p:nvPr userDrawn="1"/>
        </p:nvCxnSpPr>
        <p:spPr>
          <a:xfrm>
            <a:off x="7091680" y="6489700"/>
            <a:ext cx="4404995"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12" name="point-location_108201">
            <a:extLst>
              <a:ext uri="{FF2B5EF4-FFF2-40B4-BE49-F238E27FC236}">
                <a16:creationId xmlns:a16="http://schemas.microsoft.com/office/drawing/2014/main" id="{0178EC47-0668-47B3-8812-3813E1ACE711}"/>
              </a:ext>
            </a:extLst>
          </p:cNvPr>
          <p:cNvSpPr>
            <a:spLocks noChangeAspect="1"/>
          </p:cNvSpPr>
          <p:nvPr userDrawn="1"/>
        </p:nvSpPr>
        <p:spPr bwMode="auto">
          <a:xfrm>
            <a:off x="888834" y="482334"/>
            <a:ext cx="235980" cy="391202"/>
          </a:xfrm>
          <a:custGeom>
            <a:avLst/>
            <a:gdLst>
              <a:gd name="connsiteX0" fmla="*/ 151631 w 364964"/>
              <a:gd name="connsiteY0" fmla="*/ 514916 h 605028"/>
              <a:gd name="connsiteX1" fmla="*/ 213192 w 364964"/>
              <a:gd name="connsiteY1" fmla="*/ 514916 h 605028"/>
              <a:gd name="connsiteX2" fmla="*/ 228420 w 364964"/>
              <a:gd name="connsiteY2" fmla="*/ 530123 h 605028"/>
              <a:gd name="connsiteX3" fmla="*/ 213192 w 364964"/>
              <a:gd name="connsiteY3" fmla="*/ 545330 h 605028"/>
              <a:gd name="connsiteX4" fmla="*/ 151631 w 364964"/>
              <a:gd name="connsiteY4" fmla="*/ 545330 h 605028"/>
              <a:gd name="connsiteX5" fmla="*/ 136403 w 364964"/>
              <a:gd name="connsiteY5" fmla="*/ 530123 h 605028"/>
              <a:gd name="connsiteX6" fmla="*/ 151631 w 364964"/>
              <a:gd name="connsiteY6" fmla="*/ 514916 h 605028"/>
              <a:gd name="connsiteX7" fmla="*/ 30359 w 364964"/>
              <a:gd name="connsiteY7" fmla="*/ 482854 h 605028"/>
              <a:gd name="connsiteX8" fmla="*/ 30359 w 364964"/>
              <a:gd name="connsiteY8" fmla="*/ 557938 h 605028"/>
              <a:gd name="connsiteX9" fmla="*/ 47071 w 364964"/>
              <a:gd name="connsiteY9" fmla="*/ 574624 h 605028"/>
              <a:gd name="connsiteX10" fmla="*/ 317800 w 364964"/>
              <a:gd name="connsiteY10" fmla="*/ 574624 h 605028"/>
              <a:gd name="connsiteX11" fmla="*/ 334512 w 364964"/>
              <a:gd name="connsiteY11" fmla="*/ 557938 h 605028"/>
              <a:gd name="connsiteX12" fmla="*/ 334512 w 364964"/>
              <a:gd name="connsiteY12" fmla="*/ 482854 h 605028"/>
              <a:gd name="connsiteX13" fmla="*/ 30359 w 364964"/>
              <a:gd name="connsiteY13" fmla="*/ 108918 h 605028"/>
              <a:gd name="connsiteX14" fmla="*/ 30359 w 364964"/>
              <a:gd name="connsiteY14" fmla="*/ 452728 h 605028"/>
              <a:gd name="connsiteX15" fmla="*/ 334512 w 364964"/>
              <a:gd name="connsiteY15" fmla="*/ 452728 h 605028"/>
              <a:gd name="connsiteX16" fmla="*/ 334512 w 364964"/>
              <a:gd name="connsiteY16" fmla="*/ 108918 h 605028"/>
              <a:gd name="connsiteX17" fmla="*/ 47071 w 364964"/>
              <a:gd name="connsiteY17" fmla="*/ 30312 h 605028"/>
              <a:gd name="connsiteX18" fmla="*/ 30359 w 364964"/>
              <a:gd name="connsiteY18" fmla="*/ 46997 h 605028"/>
              <a:gd name="connsiteX19" fmla="*/ 30359 w 364964"/>
              <a:gd name="connsiteY19" fmla="*/ 78606 h 605028"/>
              <a:gd name="connsiteX20" fmla="*/ 334605 w 364964"/>
              <a:gd name="connsiteY20" fmla="*/ 78606 h 605028"/>
              <a:gd name="connsiteX21" fmla="*/ 334605 w 364964"/>
              <a:gd name="connsiteY21" fmla="*/ 46997 h 605028"/>
              <a:gd name="connsiteX22" fmla="*/ 317893 w 364964"/>
              <a:gd name="connsiteY22" fmla="*/ 30312 h 605028"/>
              <a:gd name="connsiteX23" fmla="*/ 47071 w 364964"/>
              <a:gd name="connsiteY23" fmla="*/ 0 h 605028"/>
              <a:gd name="connsiteX24" fmla="*/ 317893 w 364964"/>
              <a:gd name="connsiteY24" fmla="*/ 0 h 605028"/>
              <a:gd name="connsiteX25" fmla="*/ 364964 w 364964"/>
              <a:gd name="connsiteY25" fmla="*/ 46997 h 605028"/>
              <a:gd name="connsiteX26" fmla="*/ 364964 w 364964"/>
              <a:gd name="connsiteY26" fmla="*/ 557938 h 605028"/>
              <a:gd name="connsiteX27" fmla="*/ 317893 w 364964"/>
              <a:gd name="connsiteY27" fmla="*/ 605028 h 605028"/>
              <a:gd name="connsiteX28" fmla="*/ 47071 w 364964"/>
              <a:gd name="connsiteY28" fmla="*/ 605028 h 605028"/>
              <a:gd name="connsiteX29" fmla="*/ 0 w 364964"/>
              <a:gd name="connsiteY29" fmla="*/ 558031 h 605028"/>
              <a:gd name="connsiteX30" fmla="*/ 0 w 364964"/>
              <a:gd name="connsiteY30" fmla="*/ 46997 h 605028"/>
              <a:gd name="connsiteX31" fmla="*/ 47071 w 364964"/>
              <a:gd name="connsiteY31"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64964" h="605028">
                <a:moveTo>
                  <a:pt x="151631" y="514916"/>
                </a:moveTo>
                <a:lnTo>
                  <a:pt x="213192" y="514916"/>
                </a:lnTo>
                <a:cubicBezTo>
                  <a:pt x="221642" y="514916"/>
                  <a:pt x="228420" y="521685"/>
                  <a:pt x="228420" y="530123"/>
                </a:cubicBezTo>
                <a:cubicBezTo>
                  <a:pt x="228420" y="538468"/>
                  <a:pt x="221642" y="545330"/>
                  <a:pt x="213192" y="545330"/>
                </a:cubicBezTo>
                <a:lnTo>
                  <a:pt x="151631" y="545330"/>
                </a:lnTo>
                <a:cubicBezTo>
                  <a:pt x="143274" y="545330"/>
                  <a:pt x="136403" y="538468"/>
                  <a:pt x="136403" y="530123"/>
                </a:cubicBezTo>
                <a:cubicBezTo>
                  <a:pt x="136403" y="521685"/>
                  <a:pt x="143274" y="514916"/>
                  <a:pt x="151631" y="514916"/>
                </a:cubicBezTo>
                <a:close/>
                <a:moveTo>
                  <a:pt x="30359" y="482854"/>
                </a:moveTo>
                <a:lnTo>
                  <a:pt x="30359" y="557938"/>
                </a:lnTo>
                <a:cubicBezTo>
                  <a:pt x="30359" y="567208"/>
                  <a:pt x="37880" y="574624"/>
                  <a:pt x="47071" y="574624"/>
                </a:cubicBezTo>
                <a:lnTo>
                  <a:pt x="317800" y="574624"/>
                </a:lnTo>
                <a:cubicBezTo>
                  <a:pt x="327084" y="574624"/>
                  <a:pt x="334512" y="567023"/>
                  <a:pt x="334512" y="557938"/>
                </a:cubicBezTo>
                <a:lnTo>
                  <a:pt x="334512" y="482854"/>
                </a:lnTo>
                <a:close/>
                <a:moveTo>
                  <a:pt x="30359" y="108918"/>
                </a:moveTo>
                <a:lnTo>
                  <a:pt x="30359" y="452728"/>
                </a:lnTo>
                <a:lnTo>
                  <a:pt x="334512" y="452728"/>
                </a:lnTo>
                <a:lnTo>
                  <a:pt x="334512" y="108918"/>
                </a:lnTo>
                <a:close/>
                <a:moveTo>
                  <a:pt x="47071" y="30312"/>
                </a:moveTo>
                <a:cubicBezTo>
                  <a:pt x="37880" y="30312"/>
                  <a:pt x="30359" y="37727"/>
                  <a:pt x="30359" y="46997"/>
                </a:cubicBezTo>
                <a:lnTo>
                  <a:pt x="30359" y="78606"/>
                </a:lnTo>
                <a:lnTo>
                  <a:pt x="334605" y="78606"/>
                </a:lnTo>
                <a:lnTo>
                  <a:pt x="334605" y="46997"/>
                </a:lnTo>
                <a:cubicBezTo>
                  <a:pt x="334605" y="37727"/>
                  <a:pt x="327084" y="30312"/>
                  <a:pt x="317893" y="30312"/>
                </a:cubicBezTo>
                <a:close/>
                <a:moveTo>
                  <a:pt x="47071" y="0"/>
                </a:moveTo>
                <a:lnTo>
                  <a:pt x="317893" y="0"/>
                </a:lnTo>
                <a:cubicBezTo>
                  <a:pt x="343889" y="0"/>
                  <a:pt x="364964" y="21135"/>
                  <a:pt x="364964" y="46997"/>
                </a:cubicBezTo>
                <a:lnTo>
                  <a:pt x="364964" y="557938"/>
                </a:lnTo>
                <a:cubicBezTo>
                  <a:pt x="364964" y="583893"/>
                  <a:pt x="343796" y="604843"/>
                  <a:pt x="317893" y="605028"/>
                </a:cubicBezTo>
                <a:lnTo>
                  <a:pt x="47071" y="605028"/>
                </a:lnTo>
                <a:cubicBezTo>
                  <a:pt x="21075" y="605028"/>
                  <a:pt x="0" y="583893"/>
                  <a:pt x="0" y="558031"/>
                </a:cubicBezTo>
                <a:lnTo>
                  <a:pt x="0" y="46997"/>
                </a:lnTo>
                <a:cubicBezTo>
                  <a:pt x="0" y="21042"/>
                  <a:pt x="21168" y="0"/>
                  <a:pt x="47071"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Tree>
    <p:extLst>
      <p:ext uri="{BB962C8B-B14F-4D97-AF65-F5344CB8AC3E}">
        <p14:creationId xmlns:p14="http://schemas.microsoft.com/office/powerpoint/2010/main" val="19073329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3726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4671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09129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05140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6689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alpha val="7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5595499"/>
      </p:ext>
    </p:extLst>
  </p:cSld>
  <p:clrMap bg1="lt1" tx1="dk1" bg2="lt2" tx2="dk2" accent1="accent1" accent2="accent2" accent3="accent3" accent4="accent4" accent5="accent5" accent6="accent6" hlink="hlink" folHlink="folHlink"/>
  <p:sldLayoutIdLst>
    <p:sldLayoutId id="2147483672" r:id="rId1"/>
    <p:sldLayoutId id="2147483660" r:id="rId2"/>
    <p:sldLayoutId id="2147483670" r:id="rId3"/>
    <p:sldLayoutId id="2147483669" r:id="rId4"/>
    <p:sldLayoutId id="2147483671" r:id="rId5"/>
    <p:sldLayoutId id="2147483673" r:id="rId6"/>
    <p:sldLayoutId id="2147483674" r:id="rId7"/>
    <p:sldLayoutId id="2147483675" r:id="rId8"/>
    <p:sldLayoutId id="2147483676" r:id="rId9"/>
    <p:sldLayoutId id="2147483664" r:id="rId10"/>
    <p:sldLayoutId id="2147483667" r:id="rId11"/>
    <p:sldLayoutId id="2147483662" r:id="rId12"/>
    <p:sldLayoutId id="2147483665" r:id="rId13"/>
    <p:sldLayoutId id="2147483666"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40" userDrawn="1">
          <p15:clr>
            <a:srgbClr val="F26B43"/>
          </p15:clr>
        </p15:guide>
        <p15:guide id="4" pos="7240" userDrawn="1">
          <p15:clr>
            <a:srgbClr val="F26B43"/>
          </p15:clr>
        </p15:guide>
        <p15:guide id="5" orient="horz" pos="232" userDrawn="1">
          <p15:clr>
            <a:srgbClr val="F26B43"/>
          </p15:clr>
        </p15:guide>
        <p15:guide id="6" orient="horz" pos="40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1274099"/>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724384"/>
      </p:ext>
    </p:extLst>
  </p:cSld>
  <p:clrMap bg1="lt1" tx1="dk1" bg2="lt2" tx2="dk2" accent1="accent1" accent2="accent2" accent3="accent3" accent4="accent4" accent5="accent5" accent6="accent6" hlink="hlink" folHlink="folHlink"/>
  <p:sldLayoutIdLst>
    <p:sldLayoutId id="2147483735" r:id="rId1"/>
    <p:sldLayoutId id="214748373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tags" Target="../tags/tag6.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0.xml"/><Relationship Id="rId1" Type="http://schemas.openxmlformats.org/officeDocument/2006/relationships/tags" Target="../tags/tag7.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1.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0.xml"/><Relationship Id="rId1" Type="http://schemas.openxmlformats.org/officeDocument/2006/relationships/tags" Target="../tags/tag8.xml"/><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0.xml"/><Relationship Id="rId1" Type="http://schemas.openxmlformats.org/officeDocument/2006/relationships/tags" Target="../tags/tag9.xml"/></Relationships>
</file>

<file path=ppt/slides/_rels/slide3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34.xml"/><Relationship Id="rId7" Type="http://schemas.openxmlformats.org/officeDocument/2006/relationships/diagramColors" Target="../diagrams/colors2.xml"/><Relationship Id="rId2" Type="http://schemas.openxmlformats.org/officeDocument/2006/relationships/slideLayout" Target="../slideLayouts/slideLayout10.xml"/><Relationship Id="rId1" Type="http://schemas.openxmlformats.org/officeDocument/2006/relationships/tags" Target="../tags/tag10.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3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35.xml"/><Relationship Id="rId7" Type="http://schemas.openxmlformats.org/officeDocument/2006/relationships/diagramColors" Target="../diagrams/colors3.xml"/><Relationship Id="rId2" Type="http://schemas.openxmlformats.org/officeDocument/2006/relationships/slideLayout" Target="../slideLayouts/slideLayout10.xml"/><Relationship Id="rId1" Type="http://schemas.openxmlformats.org/officeDocument/2006/relationships/tags" Target="../tags/tag1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6.xml"/><Relationship Id="rId1" Type="http://schemas.openxmlformats.org/officeDocument/2006/relationships/slideLayout" Target="../slideLayouts/slideLayout1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4.xml"/><Relationship Id="rId1" Type="http://schemas.openxmlformats.org/officeDocument/2006/relationships/tags" Target="../tags/tag13.xml"/><Relationship Id="rId6" Type="http://schemas.openxmlformats.org/officeDocument/2006/relationships/image" Target="../media/image22.png"/><Relationship Id="rId5" Type="http://schemas.openxmlformats.org/officeDocument/2006/relationships/image" Target="../media/image21.jp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15.xml"/><Relationship Id="rId4" Type="http://schemas.openxmlformats.org/officeDocument/2006/relationships/chart" Target="../charts/chart1.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16.xml"/><Relationship Id="rId4" Type="http://schemas.openxmlformats.org/officeDocument/2006/relationships/chart" Target="../charts/chart2.xml"/></Relationships>
</file>

<file path=ppt/slides/_rels/slide4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notesSlide" Target="../notesSlides/notesSlide53.xml"/><Relationship Id="rId7" Type="http://schemas.openxmlformats.org/officeDocument/2006/relationships/image" Target="../media/image16.jpg"/><Relationship Id="rId2" Type="http://schemas.openxmlformats.org/officeDocument/2006/relationships/slideLayout" Target="../slideLayouts/slideLayout10.xml"/><Relationship Id="rId1" Type="http://schemas.openxmlformats.org/officeDocument/2006/relationships/tags" Target="../tags/tag17.xml"/><Relationship Id="rId6" Type="http://schemas.openxmlformats.org/officeDocument/2006/relationships/image" Target="../media/image24.jpg"/><Relationship Id="rId5" Type="http://schemas.openxmlformats.org/officeDocument/2006/relationships/image" Target="../media/image12.jpg"/><Relationship Id="rId4" Type="http://schemas.openxmlformats.org/officeDocument/2006/relationships/image" Target="../media/image14.jpg"/><Relationship Id="rId9" Type="http://schemas.openxmlformats.org/officeDocument/2006/relationships/image" Target="../media/image9.jp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7" Type="http://schemas.openxmlformats.org/officeDocument/2006/relationships/image" Target="../media/image25.png"/><Relationship Id="rId2" Type="http://schemas.openxmlformats.org/officeDocument/2006/relationships/slideLayout" Target="../slideLayouts/slideLayout10.xml"/><Relationship Id="rId1" Type="http://schemas.openxmlformats.org/officeDocument/2006/relationships/tags" Target="../tags/tag18.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0.xml"/><Relationship Id="rId1" Type="http://schemas.openxmlformats.org/officeDocument/2006/relationships/tags" Target="../tags/tag19.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0.xml"/><Relationship Id="rId1" Type="http://schemas.openxmlformats.org/officeDocument/2006/relationships/tags" Target="../tags/tag20.xml"/></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0.xml"/><Relationship Id="rId1" Type="http://schemas.openxmlformats.org/officeDocument/2006/relationships/slideLayout" Target="../slideLayouts/slideLayout10.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31F897-01B8-47E9-8747-807468FB194C}"/>
              </a:ext>
            </a:extLst>
          </p:cNvPr>
          <p:cNvSpPr>
            <a:spLocks noGrp="1"/>
          </p:cNvSpPr>
          <p:nvPr>
            <p:ph type="title"/>
          </p:nvPr>
        </p:nvSpPr>
        <p:spPr/>
        <p:txBody>
          <a:bodyPr/>
          <a:lstStyle/>
          <a:p>
            <a:r>
              <a:rPr lang="zh-CN" altLang="en-US" sz="4000" b="1" spc="600" dirty="0">
                <a:solidFill>
                  <a:schemeClr val="accent1"/>
                </a:solidFill>
                <a:latin typeface="+mj-ea"/>
                <a:ea typeface="+mj-ea"/>
                <a:cs typeface="+mn-ea"/>
                <a:sym typeface="+mn-lt"/>
              </a:rPr>
              <a:t>南京理工大学通用模板</a:t>
            </a:r>
            <a:endParaRPr lang="zh-CN" altLang="en-US" dirty="0"/>
          </a:p>
        </p:txBody>
      </p:sp>
      <p:sp>
        <p:nvSpPr>
          <p:cNvPr id="3" name="文本占位符 2">
            <a:extLst>
              <a:ext uri="{FF2B5EF4-FFF2-40B4-BE49-F238E27FC236}">
                <a16:creationId xmlns:a16="http://schemas.microsoft.com/office/drawing/2014/main" id="{F825ABC6-97EB-4CCD-8654-369DD31C75EE}"/>
              </a:ext>
            </a:extLst>
          </p:cNvPr>
          <p:cNvSpPr>
            <a:spLocks noGrp="1"/>
          </p:cNvSpPr>
          <p:nvPr>
            <p:ph type="body" sz="quarter" idx="10"/>
          </p:nvPr>
        </p:nvSpPr>
        <p:spPr/>
        <p:txBody>
          <a:bodyPr/>
          <a:lstStyle/>
          <a:p>
            <a:r>
              <a:rPr lang="en-US" altLang="zh-CN" dirty="0">
                <a:solidFill>
                  <a:schemeClr val="accent1"/>
                </a:solidFill>
                <a:cs typeface="+mn-ea"/>
                <a:sym typeface="+mn-lt"/>
              </a:rPr>
              <a:t>Nanjing University of Science and Technology</a:t>
            </a:r>
            <a:endParaRPr lang="zh-CN" altLang="en-US" spc="300" dirty="0">
              <a:solidFill>
                <a:schemeClr val="accent1"/>
              </a:solidFill>
              <a:cs typeface="+mn-ea"/>
              <a:sym typeface="+mn-lt"/>
            </a:endParaRPr>
          </a:p>
        </p:txBody>
      </p:sp>
      <p:pic>
        <p:nvPicPr>
          <p:cNvPr id="6" name="图片占位符 5">
            <a:extLst>
              <a:ext uri="{FF2B5EF4-FFF2-40B4-BE49-F238E27FC236}">
                <a16:creationId xmlns:a16="http://schemas.microsoft.com/office/drawing/2014/main" id="{C94FEE6E-8D89-4780-A73C-FD59D4E32286}"/>
              </a:ext>
            </a:extLst>
          </p:cNvPr>
          <p:cNvPicPr>
            <a:picLocks noGrp="1" noChangeAspect="1"/>
          </p:cNvPicPr>
          <p:nvPr>
            <p:ph type="pic" sz="quarter" idx="11"/>
          </p:nvPr>
        </p:nvPicPr>
        <p:blipFill rotWithShape="1">
          <a:blip r:embed="rId3">
            <a:extLst>
              <a:ext uri="{28A0092B-C50C-407E-A947-70E740481C1C}">
                <a14:useLocalDpi xmlns:a14="http://schemas.microsoft.com/office/drawing/2010/main" val="0"/>
              </a:ext>
            </a:extLst>
          </a:blip>
          <a:srcRect l="9018" r="50278"/>
          <a:stretch/>
        </p:blipFill>
        <p:spPr>
          <a:xfrm>
            <a:off x="7229475" y="0"/>
            <a:ext cx="4962525" cy="6858000"/>
          </a:xfrm>
        </p:spPr>
      </p:pic>
      <p:sp>
        <p:nvSpPr>
          <p:cNvPr id="8" name="文本框 7">
            <a:extLst>
              <a:ext uri="{FF2B5EF4-FFF2-40B4-BE49-F238E27FC236}">
                <a16:creationId xmlns:a16="http://schemas.microsoft.com/office/drawing/2014/main" id="{33B8C455-0CA3-48D2-BC6A-8C9DF9FA2C7A}"/>
              </a:ext>
            </a:extLst>
          </p:cNvPr>
          <p:cNvSpPr txBox="1"/>
          <p:nvPr/>
        </p:nvSpPr>
        <p:spPr>
          <a:xfrm>
            <a:off x="1197115" y="4403730"/>
            <a:ext cx="2524611" cy="400110"/>
          </a:xfrm>
          <a:prstGeom prst="rect">
            <a:avLst/>
          </a:prstGeom>
          <a:noFill/>
        </p:spPr>
        <p:txBody>
          <a:bodyPr wrap="square" rtlCol="0">
            <a:spAutoFit/>
          </a:bodyPr>
          <a:lstStyle/>
          <a:p>
            <a:pPr algn="l"/>
            <a:r>
              <a:rPr lang="zh-CN" altLang="en-US" sz="2000" b="1" spc="300" dirty="0">
                <a:solidFill>
                  <a:schemeClr val="accent1"/>
                </a:solidFill>
                <a:latin typeface="+mj-ea"/>
                <a:ea typeface="+mj-ea"/>
                <a:cs typeface="+mn-ea"/>
                <a:sym typeface="+mn-lt"/>
              </a:rPr>
              <a:t>汇报人：</a:t>
            </a:r>
            <a:r>
              <a:rPr lang="zh-CN" altLang="en-US" sz="2000" spc="300" dirty="0">
                <a:solidFill>
                  <a:schemeClr val="accent1"/>
                </a:solidFill>
                <a:cs typeface="+mn-ea"/>
                <a:sym typeface="+mn-lt"/>
              </a:rPr>
              <a:t>刘光前</a:t>
            </a:r>
          </a:p>
        </p:txBody>
      </p:sp>
    </p:spTree>
    <p:extLst>
      <p:ext uri="{BB962C8B-B14F-4D97-AF65-F5344CB8AC3E}">
        <p14:creationId xmlns:p14="http://schemas.microsoft.com/office/powerpoint/2010/main" val="3928733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F80A06-AB73-4470-9567-6FF024909FDE}"/>
              </a:ext>
            </a:extLst>
          </p:cNvPr>
          <p:cNvSpPr>
            <a:spLocks noGrp="1"/>
          </p:cNvSpPr>
          <p:nvPr>
            <p:ph type="title"/>
          </p:nvPr>
        </p:nvSpPr>
        <p:spPr>
          <a:prstGeom prst="rect">
            <a:avLst/>
          </a:prstGeom>
        </p:spPr>
        <p:txBody>
          <a:bodyPr/>
          <a:lstStyle/>
          <a:p>
            <a:r>
              <a:rPr lang="zh-CN" altLang="en-US" sz="4000" spc="600" dirty="0">
                <a:solidFill>
                  <a:schemeClr val="bg1"/>
                </a:solidFill>
                <a:latin typeface="+mj-ea"/>
                <a:ea typeface="+mj-ea"/>
                <a:cs typeface="+mn-ea"/>
                <a:sym typeface="+mn-lt"/>
              </a:rPr>
              <a:t>南京理工大学通用模板</a:t>
            </a:r>
            <a:endParaRPr lang="zh-CN" altLang="en-US" dirty="0">
              <a:latin typeface="+mj-ea"/>
              <a:ea typeface="+mj-ea"/>
              <a:cs typeface="+mn-ea"/>
              <a:sym typeface="+mn-lt"/>
            </a:endParaRPr>
          </a:p>
        </p:txBody>
      </p:sp>
      <p:sp>
        <p:nvSpPr>
          <p:cNvPr id="3" name="文本占位符 2">
            <a:extLst>
              <a:ext uri="{FF2B5EF4-FFF2-40B4-BE49-F238E27FC236}">
                <a16:creationId xmlns:a16="http://schemas.microsoft.com/office/drawing/2014/main" id="{E5918413-1ABB-40D1-88CD-5BAF33CAB652}"/>
              </a:ext>
            </a:extLst>
          </p:cNvPr>
          <p:cNvSpPr>
            <a:spLocks noGrp="1"/>
          </p:cNvSpPr>
          <p:nvPr>
            <p:ph type="body" sz="quarter" idx="10"/>
          </p:nvPr>
        </p:nvSpPr>
        <p:spPr>
          <a:prstGeom prst="rect">
            <a:avLst/>
          </a:prstGeom>
        </p:spPr>
        <p:txBody>
          <a:bodyPr/>
          <a:lstStyle/>
          <a:p>
            <a:r>
              <a:rPr lang="en-US" altLang="zh-CN" dirty="0">
                <a:solidFill>
                  <a:schemeClr val="bg1"/>
                </a:solidFill>
                <a:cs typeface="+mn-ea"/>
                <a:sym typeface="+mn-lt"/>
              </a:rPr>
              <a:t>Nanjing University of Science and Technology</a:t>
            </a:r>
            <a:endParaRPr lang="zh-CN" altLang="en-US" spc="300" dirty="0">
              <a:solidFill>
                <a:schemeClr val="bg1"/>
              </a:solidFill>
              <a:cs typeface="+mn-ea"/>
              <a:sym typeface="+mn-lt"/>
            </a:endParaRPr>
          </a:p>
        </p:txBody>
      </p:sp>
      <p:sp>
        <p:nvSpPr>
          <p:cNvPr id="4" name="文本占位符 3">
            <a:extLst>
              <a:ext uri="{FF2B5EF4-FFF2-40B4-BE49-F238E27FC236}">
                <a16:creationId xmlns:a16="http://schemas.microsoft.com/office/drawing/2014/main" id="{B7AF7464-6E4F-4CA0-8EBF-63EA24A2B9AD}"/>
              </a:ext>
            </a:extLst>
          </p:cNvPr>
          <p:cNvSpPr>
            <a:spLocks noGrp="1"/>
          </p:cNvSpPr>
          <p:nvPr>
            <p:ph type="body" sz="quarter" idx="11"/>
          </p:nvPr>
        </p:nvSpPr>
        <p:spPr>
          <a:prstGeom prst="rect">
            <a:avLst/>
          </a:prstGeom>
        </p:spPr>
        <p:txBody>
          <a:bodyPr/>
          <a:lstStyle/>
          <a:p>
            <a:r>
              <a:rPr lang="zh-CN" altLang="en-US" sz="1600" b="1" spc="300" dirty="0">
                <a:solidFill>
                  <a:schemeClr val="bg1"/>
                </a:solidFill>
                <a:cs typeface="+mn-ea"/>
                <a:sym typeface="+mn-lt"/>
              </a:rPr>
              <a:t>汇报人：</a:t>
            </a:r>
            <a:r>
              <a:rPr lang="zh-CN" altLang="en-US" sz="1600" spc="300" dirty="0">
                <a:solidFill>
                  <a:schemeClr val="bg1"/>
                </a:solidFill>
                <a:cs typeface="+mn-ea"/>
                <a:sym typeface="+mn-lt"/>
              </a:rPr>
              <a:t>刘光前</a:t>
            </a:r>
          </a:p>
        </p:txBody>
      </p:sp>
      <p:sp>
        <p:nvSpPr>
          <p:cNvPr id="5" name="文本占位符 4">
            <a:extLst>
              <a:ext uri="{FF2B5EF4-FFF2-40B4-BE49-F238E27FC236}">
                <a16:creationId xmlns:a16="http://schemas.microsoft.com/office/drawing/2014/main" id="{3159CBC3-7A6F-4F1F-B196-A32C88A4E30D}"/>
              </a:ext>
            </a:extLst>
          </p:cNvPr>
          <p:cNvSpPr>
            <a:spLocks noGrp="1"/>
          </p:cNvSpPr>
          <p:nvPr>
            <p:ph type="body" sz="quarter" idx="12"/>
          </p:nvPr>
        </p:nvSpPr>
        <p:spPr>
          <a:prstGeom prst="rect">
            <a:avLst/>
          </a:prstGeom>
        </p:spPr>
        <p:txBody>
          <a:bodyPr/>
          <a:lstStyle/>
          <a:p>
            <a:r>
              <a:rPr lang="zh-CN" altLang="en-US" sz="1600" b="1" spc="300" dirty="0">
                <a:solidFill>
                  <a:schemeClr val="bg1"/>
                </a:solidFill>
                <a:cs typeface="+mn-ea"/>
                <a:sym typeface="+mn-lt"/>
              </a:rPr>
              <a:t>指导老师：</a:t>
            </a:r>
            <a:r>
              <a:rPr lang="zh-CN" altLang="en-US" sz="1600" spc="300" dirty="0">
                <a:solidFill>
                  <a:schemeClr val="bg1"/>
                </a:solidFill>
                <a:cs typeface="+mn-ea"/>
                <a:sym typeface="+mn-lt"/>
              </a:rPr>
              <a:t>二木老师</a:t>
            </a:r>
          </a:p>
          <a:p>
            <a:endParaRPr lang="zh-CN" altLang="en-US" dirty="0">
              <a:cs typeface="+mn-ea"/>
              <a:sym typeface="+mn-lt"/>
            </a:endParaRPr>
          </a:p>
        </p:txBody>
      </p:sp>
    </p:spTree>
    <p:extLst>
      <p:ext uri="{BB962C8B-B14F-4D97-AF65-F5344CB8AC3E}">
        <p14:creationId xmlns:p14="http://schemas.microsoft.com/office/powerpoint/2010/main" val="1038762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73374AA3-77F8-4684-8EB9-8CEB2DCA33E8}"/>
              </a:ext>
            </a:extLst>
          </p:cNvPr>
          <p:cNvSpPr>
            <a:spLocks noGrp="1"/>
          </p:cNvSpPr>
          <p:nvPr>
            <p:ph type="title"/>
          </p:nvPr>
        </p:nvSpPr>
        <p:spPr/>
        <p:txBody>
          <a:bodyPr/>
          <a:lstStyle/>
          <a:p>
            <a:r>
              <a:rPr lang="zh-CN" altLang="en-US" dirty="0"/>
              <a:t>南京理工大学通用模板</a:t>
            </a:r>
          </a:p>
        </p:txBody>
      </p:sp>
      <p:sp>
        <p:nvSpPr>
          <p:cNvPr id="7" name="文本占位符 6">
            <a:extLst>
              <a:ext uri="{FF2B5EF4-FFF2-40B4-BE49-F238E27FC236}">
                <a16:creationId xmlns:a16="http://schemas.microsoft.com/office/drawing/2014/main" id="{CB619C0F-732C-42F2-9C1D-09F90A7AD32C}"/>
              </a:ext>
            </a:extLst>
          </p:cNvPr>
          <p:cNvSpPr>
            <a:spLocks noGrp="1"/>
          </p:cNvSpPr>
          <p:nvPr>
            <p:ph type="body" sz="quarter" idx="10"/>
          </p:nvPr>
        </p:nvSpPr>
        <p:spPr/>
        <p:txBody>
          <a:bodyPr/>
          <a:lstStyle/>
          <a:p>
            <a:r>
              <a:rPr lang="zh-CN" altLang="en-US" dirty="0"/>
              <a:t>我为母校送模板</a:t>
            </a:r>
          </a:p>
        </p:txBody>
      </p:sp>
      <p:sp>
        <p:nvSpPr>
          <p:cNvPr id="8" name="文本占位符 7">
            <a:extLst>
              <a:ext uri="{FF2B5EF4-FFF2-40B4-BE49-F238E27FC236}">
                <a16:creationId xmlns:a16="http://schemas.microsoft.com/office/drawing/2014/main" id="{181B4BAC-2CF6-4F2A-BD84-1201F39B2882}"/>
              </a:ext>
            </a:extLst>
          </p:cNvPr>
          <p:cNvSpPr>
            <a:spLocks noGrp="1"/>
          </p:cNvSpPr>
          <p:nvPr>
            <p:ph type="body" sz="quarter" idx="11"/>
          </p:nvPr>
        </p:nvSpPr>
        <p:spPr/>
        <p:txBody>
          <a:bodyPr/>
          <a:lstStyle/>
          <a:p>
            <a:r>
              <a:rPr lang="zh-CN" altLang="en-US" dirty="0"/>
              <a:t>汇报人：</a:t>
            </a:r>
            <a:r>
              <a:rPr lang="zh-CN" altLang="en-US" b="0" dirty="0">
                <a:latin typeface="+mn-ea"/>
                <a:ea typeface="+mn-ea"/>
              </a:rPr>
              <a:t>刘光前</a:t>
            </a:r>
            <a:endParaRPr lang="zh-CN" altLang="en-US" dirty="0"/>
          </a:p>
        </p:txBody>
      </p:sp>
      <p:sp>
        <p:nvSpPr>
          <p:cNvPr id="9" name="文本占位符 8">
            <a:extLst>
              <a:ext uri="{FF2B5EF4-FFF2-40B4-BE49-F238E27FC236}">
                <a16:creationId xmlns:a16="http://schemas.microsoft.com/office/drawing/2014/main" id="{E7325308-E75A-461B-9FE6-E9039D66F607}"/>
              </a:ext>
            </a:extLst>
          </p:cNvPr>
          <p:cNvSpPr>
            <a:spLocks noGrp="1"/>
          </p:cNvSpPr>
          <p:nvPr>
            <p:ph type="body" sz="quarter" idx="12"/>
          </p:nvPr>
        </p:nvSpPr>
        <p:spPr/>
        <p:txBody>
          <a:bodyPr/>
          <a:lstStyle/>
          <a:p>
            <a:r>
              <a:rPr lang="zh-CN" altLang="en-US" dirty="0"/>
              <a:t>指导老师：</a:t>
            </a:r>
            <a:r>
              <a:rPr lang="en-US" altLang="zh-CN" b="0" dirty="0">
                <a:latin typeface="+mn-ea"/>
                <a:ea typeface="+mn-ea"/>
              </a:rPr>
              <a:t>X </a:t>
            </a:r>
            <a:r>
              <a:rPr lang="en-US" altLang="zh-CN" b="0" dirty="0" err="1">
                <a:latin typeface="+mn-ea"/>
                <a:ea typeface="+mn-ea"/>
              </a:rPr>
              <a:t>X</a:t>
            </a:r>
            <a:r>
              <a:rPr lang="en-US" altLang="zh-CN" b="0" dirty="0">
                <a:latin typeface="+mn-ea"/>
                <a:ea typeface="+mn-ea"/>
              </a:rPr>
              <a:t> </a:t>
            </a:r>
            <a:r>
              <a:rPr lang="en-US" altLang="zh-CN" b="0" dirty="0" err="1">
                <a:latin typeface="+mn-ea"/>
                <a:ea typeface="+mn-ea"/>
              </a:rPr>
              <a:t>X</a:t>
            </a:r>
            <a:endParaRPr lang="zh-CN" altLang="en-US" dirty="0"/>
          </a:p>
        </p:txBody>
      </p:sp>
    </p:spTree>
    <p:extLst>
      <p:ext uri="{BB962C8B-B14F-4D97-AF65-F5344CB8AC3E}">
        <p14:creationId xmlns:p14="http://schemas.microsoft.com/office/powerpoint/2010/main" val="3570768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C89007-6BB9-4F78-A585-40F35E6F4F06}"/>
              </a:ext>
            </a:extLst>
          </p:cNvPr>
          <p:cNvSpPr>
            <a:spLocks noGrp="1"/>
          </p:cNvSpPr>
          <p:nvPr>
            <p:ph type="title"/>
          </p:nvPr>
        </p:nvSpPr>
        <p:spPr/>
        <p:txBody>
          <a:bodyPr/>
          <a:lstStyle/>
          <a:p>
            <a:r>
              <a:rPr lang="zh-CN" altLang="en-US" dirty="0"/>
              <a:t>南京理工大学通用模板</a:t>
            </a:r>
          </a:p>
        </p:txBody>
      </p:sp>
      <p:sp>
        <p:nvSpPr>
          <p:cNvPr id="3" name="文本占位符 2">
            <a:extLst>
              <a:ext uri="{FF2B5EF4-FFF2-40B4-BE49-F238E27FC236}">
                <a16:creationId xmlns:a16="http://schemas.microsoft.com/office/drawing/2014/main" id="{D1CC7F9E-3B93-41B7-BEB0-E71F0297756A}"/>
              </a:ext>
            </a:extLst>
          </p:cNvPr>
          <p:cNvSpPr>
            <a:spLocks noGrp="1"/>
          </p:cNvSpPr>
          <p:nvPr>
            <p:ph type="body" sz="quarter" idx="10"/>
          </p:nvPr>
        </p:nvSpPr>
        <p:spPr/>
        <p:txBody>
          <a:bodyPr/>
          <a:lstStyle/>
          <a:p>
            <a:r>
              <a:rPr lang="zh-CN" altLang="en-US" dirty="0"/>
              <a:t>我为母校送模板</a:t>
            </a:r>
          </a:p>
        </p:txBody>
      </p:sp>
      <p:sp>
        <p:nvSpPr>
          <p:cNvPr id="4" name="文本占位符 3">
            <a:extLst>
              <a:ext uri="{FF2B5EF4-FFF2-40B4-BE49-F238E27FC236}">
                <a16:creationId xmlns:a16="http://schemas.microsoft.com/office/drawing/2014/main" id="{22B50B94-6A30-4657-BF13-DA58ADC10EFC}"/>
              </a:ext>
            </a:extLst>
          </p:cNvPr>
          <p:cNvSpPr>
            <a:spLocks noGrp="1"/>
          </p:cNvSpPr>
          <p:nvPr>
            <p:ph type="body" sz="quarter" idx="11"/>
          </p:nvPr>
        </p:nvSpPr>
        <p:spPr/>
        <p:txBody>
          <a:bodyPr/>
          <a:lstStyle/>
          <a:p>
            <a:r>
              <a:rPr lang="zh-CN" altLang="en-US" dirty="0">
                <a:latin typeface="+mj-ea"/>
                <a:ea typeface="+mj-ea"/>
              </a:rPr>
              <a:t>汇报人：</a:t>
            </a:r>
            <a:r>
              <a:rPr lang="zh-CN" altLang="en-US" b="0" dirty="0">
                <a:latin typeface="+mn-ea"/>
                <a:ea typeface="+mn-ea"/>
              </a:rPr>
              <a:t>刘光前</a:t>
            </a:r>
            <a:endParaRPr lang="en-US" altLang="zh-CN" b="0" dirty="0">
              <a:latin typeface="+mn-ea"/>
              <a:ea typeface="+mn-ea"/>
            </a:endParaRPr>
          </a:p>
          <a:p>
            <a:r>
              <a:rPr lang="zh-CN" altLang="en-US" dirty="0">
                <a:latin typeface="+mj-ea"/>
                <a:ea typeface="+mj-ea"/>
              </a:rPr>
              <a:t>指导老师：</a:t>
            </a:r>
            <a:r>
              <a:rPr lang="zh-CN" altLang="en-US" b="0" dirty="0">
                <a:latin typeface="+mn-ea"/>
                <a:ea typeface="+mn-ea"/>
              </a:rPr>
              <a:t>二木老师</a:t>
            </a:r>
            <a:endParaRPr lang="zh-CN" altLang="en-US" dirty="0"/>
          </a:p>
        </p:txBody>
      </p:sp>
    </p:spTree>
    <p:extLst>
      <p:ext uri="{BB962C8B-B14F-4D97-AF65-F5344CB8AC3E}">
        <p14:creationId xmlns:p14="http://schemas.microsoft.com/office/powerpoint/2010/main" val="4004750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a:extLst>
              <a:ext uri="{FF2B5EF4-FFF2-40B4-BE49-F238E27FC236}">
                <a16:creationId xmlns:a16="http://schemas.microsoft.com/office/drawing/2014/main" id="{F364440A-DD7C-4EE6-980D-E9D2BB2902CA}"/>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1625" t="18778" r="42289" b="12507"/>
          <a:stretch/>
        </p:blipFill>
        <p:spPr>
          <a:xfrm>
            <a:off x="5821289" y="1703841"/>
            <a:ext cx="5007436" cy="3450319"/>
          </a:xfrm>
        </p:spPr>
      </p:pic>
      <p:sp>
        <p:nvSpPr>
          <p:cNvPr id="4" name="标题 3">
            <a:extLst>
              <a:ext uri="{FF2B5EF4-FFF2-40B4-BE49-F238E27FC236}">
                <a16:creationId xmlns:a16="http://schemas.microsoft.com/office/drawing/2014/main" id="{79C2F7F6-4785-42AB-A049-666703221BC3}"/>
              </a:ext>
            </a:extLst>
          </p:cNvPr>
          <p:cNvSpPr>
            <a:spLocks noGrp="1"/>
          </p:cNvSpPr>
          <p:nvPr>
            <p:ph type="title"/>
          </p:nvPr>
        </p:nvSpPr>
        <p:spPr/>
        <p:txBody>
          <a:bodyPr/>
          <a:lstStyle/>
          <a:p>
            <a:r>
              <a:rPr lang="zh-CN" altLang="en-US" dirty="0"/>
              <a:t>南京理工大学</a:t>
            </a:r>
            <a:br>
              <a:rPr lang="en-US" altLang="zh-CN" dirty="0"/>
            </a:br>
            <a:r>
              <a:rPr lang="zh-CN" altLang="en-US" dirty="0"/>
              <a:t>通用模板</a:t>
            </a:r>
          </a:p>
        </p:txBody>
      </p:sp>
      <p:sp>
        <p:nvSpPr>
          <p:cNvPr id="6" name="文本占位符 5">
            <a:extLst>
              <a:ext uri="{FF2B5EF4-FFF2-40B4-BE49-F238E27FC236}">
                <a16:creationId xmlns:a16="http://schemas.microsoft.com/office/drawing/2014/main" id="{D8F51640-2547-4611-B933-B956847D81A6}"/>
              </a:ext>
            </a:extLst>
          </p:cNvPr>
          <p:cNvSpPr>
            <a:spLocks noGrp="1"/>
          </p:cNvSpPr>
          <p:nvPr>
            <p:ph type="body" sz="quarter" idx="11"/>
          </p:nvPr>
        </p:nvSpPr>
        <p:spPr/>
        <p:txBody>
          <a:bodyPr/>
          <a:lstStyle/>
          <a:p>
            <a:r>
              <a:rPr lang="zh-CN" altLang="en-US" dirty="0"/>
              <a:t>汇报人：刘光前</a:t>
            </a:r>
          </a:p>
        </p:txBody>
      </p:sp>
    </p:spTree>
    <p:extLst>
      <p:ext uri="{BB962C8B-B14F-4D97-AF65-F5344CB8AC3E}">
        <p14:creationId xmlns:p14="http://schemas.microsoft.com/office/powerpoint/2010/main" val="1646736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65000"/>
          </a:schemeClr>
        </a:solidFill>
        <a:effectLst/>
      </p:bgPr>
    </p:bg>
    <p:spTree>
      <p:nvGrpSpPr>
        <p:cNvPr id="1" name=""/>
        <p:cNvGrpSpPr/>
        <p:nvPr/>
      </p:nvGrpSpPr>
      <p:grpSpPr>
        <a:xfrm>
          <a:off x="0" y="0"/>
          <a:ext cx="0" cy="0"/>
          <a:chOff x="0" y="0"/>
          <a:chExt cx="0" cy="0"/>
        </a:xfrm>
      </p:grpSpPr>
      <p:sp>
        <p:nvSpPr>
          <p:cNvPr id="13" name="椭圆 12">
            <a:extLst>
              <a:ext uri="{FF2B5EF4-FFF2-40B4-BE49-F238E27FC236}">
                <a16:creationId xmlns:a16="http://schemas.microsoft.com/office/drawing/2014/main" id="{729FDBB8-1A8C-4AA7-B47D-B392B4541789}"/>
              </a:ext>
            </a:extLst>
          </p:cNvPr>
          <p:cNvSpPr/>
          <p:nvPr/>
        </p:nvSpPr>
        <p:spPr>
          <a:xfrm>
            <a:off x="7040880" y="1089025"/>
            <a:ext cx="568960" cy="56896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100" spc="300" dirty="0">
              <a:cs typeface="+mn-ea"/>
              <a:sym typeface="+mn-lt"/>
            </a:endParaRPr>
          </a:p>
        </p:txBody>
      </p:sp>
      <p:sp>
        <p:nvSpPr>
          <p:cNvPr id="14" name="椭圆 13">
            <a:extLst>
              <a:ext uri="{FF2B5EF4-FFF2-40B4-BE49-F238E27FC236}">
                <a16:creationId xmlns:a16="http://schemas.microsoft.com/office/drawing/2014/main" id="{A9283E46-9521-486E-9F01-CAEB2AA77FB0}"/>
              </a:ext>
            </a:extLst>
          </p:cNvPr>
          <p:cNvSpPr/>
          <p:nvPr/>
        </p:nvSpPr>
        <p:spPr>
          <a:xfrm>
            <a:off x="7040880" y="2115361"/>
            <a:ext cx="568960" cy="56896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100" spc="300" dirty="0">
              <a:cs typeface="+mn-ea"/>
              <a:sym typeface="+mn-lt"/>
            </a:endParaRPr>
          </a:p>
        </p:txBody>
      </p:sp>
      <p:sp>
        <p:nvSpPr>
          <p:cNvPr id="15" name="椭圆 14">
            <a:extLst>
              <a:ext uri="{FF2B5EF4-FFF2-40B4-BE49-F238E27FC236}">
                <a16:creationId xmlns:a16="http://schemas.microsoft.com/office/drawing/2014/main" id="{0F81AB6E-8677-46E6-8155-8CC29D25C4E7}"/>
              </a:ext>
            </a:extLst>
          </p:cNvPr>
          <p:cNvSpPr/>
          <p:nvPr/>
        </p:nvSpPr>
        <p:spPr>
          <a:xfrm>
            <a:off x="7040880" y="3141698"/>
            <a:ext cx="568960" cy="56896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100" spc="300" dirty="0">
              <a:cs typeface="+mn-ea"/>
              <a:sym typeface="+mn-lt"/>
            </a:endParaRPr>
          </a:p>
        </p:txBody>
      </p:sp>
      <p:sp>
        <p:nvSpPr>
          <p:cNvPr id="16" name="椭圆 15">
            <a:extLst>
              <a:ext uri="{FF2B5EF4-FFF2-40B4-BE49-F238E27FC236}">
                <a16:creationId xmlns:a16="http://schemas.microsoft.com/office/drawing/2014/main" id="{D31C8C16-E971-4B84-9EDB-36EDE9A604F2}"/>
              </a:ext>
            </a:extLst>
          </p:cNvPr>
          <p:cNvSpPr/>
          <p:nvPr/>
        </p:nvSpPr>
        <p:spPr>
          <a:xfrm>
            <a:off x="7040880" y="4168035"/>
            <a:ext cx="568960" cy="56896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100" spc="300" dirty="0">
              <a:cs typeface="+mn-ea"/>
              <a:sym typeface="+mn-lt"/>
            </a:endParaRPr>
          </a:p>
        </p:txBody>
      </p:sp>
      <p:sp>
        <p:nvSpPr>
          <p:cNvPr id="17" name="椭圆 16">
            <a:extLst>
              <a:ext uri="{FF2B5EF4-FFF2-40B4-BE49-F238E27FC236}">
                <a16:creationId xmlns:a16="http://schemas.microsoft.com/office/drawing/2014/main" id="{7A81C12C-F5C4-4936-BCF6-AF8563264AA0}"/>
              </a:ext>
            </a:extLst>
          </p:cNvPr>
          <p:cNvSpPr/>
          <p:nvPr/>
        </p:nvSpPr>
        <p:spPr>
          <a:xfrm>
            <a:off x="7040880" y="5194371"/>
            <a:ext cx="568960" cy="56896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100" spc="300" dirty="0">
              <a:cs typeface="+mn-ea"/>
              <a:sym typeface="+mn-lt"/>
            </a:endParaRPr>
          </a:p>
        </p:txBody>
      </p:sp>
      <p:sp>
        <p:nvSpPr>
          <p:cNvPr id="18" name="文本框 17">
            <a:extLst>
              <a:ext uri="{FF2B5EF4-FFF2-40B4-BE49-F238E27FC236}">
                <a16:creationId xmlns:a16="http://schemas.microsoft.com/office/drawing/2014/main" id="{722CF31C-5D48-4ABA-92B9-117497AF2023}"/>
              </a:ext>
            </a:extLst>
          </p:cNvPr>
          <p:cNvSpPr txBox="1"/>
          <p:nvPr/>
        </p:nvSpPr>
        <p:spPr>
          <a:xfrm>
            <a:off x="6969760" y="1188839"/>
            <a:ext cx="711200" cy="369332"/>
          </a:xfrm>
          <a:prstGeom prst="rect">
            <a:avLst/>
          </a:prstGeom>
          <a:noFill/>
        </p:spPr>
        <p:txBody>
          <a:bodyPr wrap="square" rtlCol="0">
            <a:spAutoFit/>
          </a:bodyPr>
          <a:lstStyle/>
          <a:p>
            <a:pPr algn="ctr"/>
            <a:r>
              <a:rPr lang="en-US" altLang="zh-CN" spc="300" dirty="0">
                <a:solidFill>
                  <a:schemeClr val="bg1"/>
                </a:solidFill>
                <a:cs typeface="+mn-ea"/>
                <a:sym typeface="+mn-lt"/>
              </a:rPr>
              <a:t>01</a:t>
            </a:r>
            <a:endParaRPr lang="zh-CN" altLang="en-US" spc="300" dirty="0">
              <a:solidFill>
                <a:schemeClr val="bg1"/>
              </a:solidFill>
              <a:cs typeface="+mn-ea"/>
              <a:sym typeface="+mn-lt"/>
            </a:endParaRPr>
          </a:p>
        </p:txBody>
      </p:sp>
      <p:sp>
        <p:nvSpPr>
          <p:cNvPr id="20" name="文本框 19">
            <a:extLst>
              <a:ext uri="{FF2B5EF4-FFF2-40B4-BE49-F238E27FC236}">
                <a16:creationId xmlns:a16="http://schemas.microsoft.com/office/drawing/2014/main" id="{B490E56A-0B66-4191-9EBA-D49907275F6F}"/>
              </a:ext>
            </a:extLst>
          </p:cNvPr>
          <p:cNvSpPr txBox="1"/>
          <p:nvPr/>
        </p:nvSpPr>
        <p:spPr>
          <a:xfrm>
            <a:off x="6969760" y="2215175"/>
            <a:ext cx="711200" cy="369332"/>
          </a:xfrm>
          <a:prstGeom prst="rect">
            <a:avLst/>
          </a:prstGeom>
          <a:noFill/>
        </p:spPr>
        <p:txBody>
          <a:bodyPr wrap="square" rtlCol="0">
            <a:spAutoFit/>
          </a:bodyPr>
          <a:lstStyle/>
          <a:p>
            <a:pPr algn="ctr"/>
            <a:r>
              <a:rPr lang="en-US" altLang="zh-CN" spc="300" dirty="0">
                <a:solidFill>
                  <a:schemeClr val="bg1"/>
                </a:solidFill>
                <a:cs typeface="+mn-ea"/>
                <a:sym typeface="+mn-lt"/>
              </a:rPr>
              <a:t>02</a:t>
            </a:r>
            <a:endParaRPr lang="zh-CN" altLang="en-US" spc="300" dirty="0">
              <a:solidFill>
                <a:schemeClr val="bg1"/>
              </a:solidFill>
              <a:cs typeface="+mn-ea"/>
              <a:sym typeface="+mn-lt"/>
            </a:endParaRPr>
          </a:p>
        </p:txBody>
      </p:sp>
      <p:sp>
        <p:nvSpPr>
          <p:cNvPr id="21" name="文本框 20">
            <a:extLst>
              <a:ext uri="{FF2B5EF4-FFF2-40B4-BE49-F238E27FC236}">
                <a16:creationId xmlns:a16="http://schemas.microsoft.com/office/drawing/2014/main" id="{6B39BE8D-02C0-4CB3-8AE3-7FA0DFC37FFB}"/>
              </a:ext>
            </a:extLst>
          </p:cNvPr>
          <p:cNvSpPr txBox="1"/>
          <p:nvPr/>
        </p:nvSpPr>
        <p:spPr>
          <a:xfrm>
            <a:off x="6969760" y="3241511"/>
            <a:ext cx="711200" cy="369332"/>
          </a:xfrm>
          <a:prstGeom prst="rect">
            <a:avLst/>
          </a:prstGeom>
          <a:noFill/>
        </p:spPr>
        <p:txBody>
          <a:bodyPr wrap="square" rtlCol="0">
            <a:spAutoFit/>
          </a:bodyPr>
          <a:lstStyle/>
          <a:p>
            <a:pPr algn="ctr"/>
            <a:r>
              <a:rPr lang="en-US" altLang="zh-CN" spc="300" dirty="0">
                <a:solidFill>
                  <a:schemeClr val="bg1"/>
                </a:solidFill>
                <a:cs typeface="+mn-ea"/>
                <a:sym typeface="+mn-lt"/>
              </a:rPr>
              <a:t>03</a:t>
            </a:r>
            <a:endParaRPr lang="zh-CN" altLang="en-US" spc="300" dirty="0">
              <a:solidFill>
                <a:schemeClr val="bg1"/>
              </a:solidFill>
              <a:cs typeface="+mn-ea"/>
              <a:sym typeface="+mn-lt"/>
            </a:endParaRPr>
          </a:p>
        </p:txBody>
      </p:sp>
      <p:sp>
        <p:nvSpPr>
          <p:cNvPr id="22" name="文本框 21">
            <a:extLst>
              <a:ext uri="{FF2B5EF4-FFF2-40B4-BE49-F238E27FC236}">
                <a16:creationId xmlns:a16="http://schemas.microsoft.com/office/drawing/2014/main" id="{F194EF07-483A-4164-AEFD-3B888D2C2722}"/>
              </a:ext>
            </a:extLst>
          </p:cNvPr>
          <p:cNvSpPr txBox="1"/>
          <p:nvPr/>
        </p:nvSpPr>
        <p:spPr>
          <a:xfrm>
            <a:off x="6969760" y="4267847"/>
            <a:ext cx="711200" cy="369332"/>
          </a:xfrm>
          <a:prstGeom prst="rect">
            <a:avLst/>
          </a:prstGeom>
          <a:noFill/>
        </p:spPr>
        <p:txBody>
          <a:bodyPr wrap="square" rtlCol="0">
            <a:spAutoFit/>
          </a:bodyPr>
          <a:lstStyle/>
          <a:p>
            <a:pPr algn="ctr"/>
            <a:r>
              <a:rPr lang="en-US" altLang="zh-CN" spc="300" dirty="0">
                <a:solidFill>
                  <a:schemeClr val="bg1"/>
                </a:solidFill>
                <a:cs typeface="+mn-ea"/>
                <a:sym typeface="+mn-lt"/>
              </a:rPr>
              <a:t>04</a:t>
            </a:r>
            <a:endParaRPr lang="zh-CN" altLang="en-US" spc="300" dirty="0">
              <a:solidFill>
                <a:schemeClr val="bg1"/>
              </a:solidFill>
              <a:cs typeface="+mn-ea"/>
              <a:sym typeface="+mn-lt"/>
            </a:endParaRPr>
          </a:p>
        </p:txBody>
      </p:sp>
      <p:sp>
        <p:nvSpPr>
          <p:cNvPr id="23" name="文本框 22">
            <a:extLst>
              <a:ext uri="{FF2B5EF4-FFF2-40B4-BE49-F238E27FC236}">
                <a16:creationId xmlns:a16="http://schemas.microsoft.com/office/drawing/2014/main" id="{9DCD4BA1-96AE-4C54-9E04-696E2A7D200F}"/>
              </a:ext>
            </a:extLst>
          </p:cNvPr>
          <p:cNvSpPr txBox="1"/>
          <p:nvPr/>
        </p:nvSpPr>
        <p:spPr>
          <a:xfrm>
            <a:off x="6969760" y="5294183"/>
            <a:ext cx="711200" cy="369332"/>
          </a:xfrm>
          <a:prstGeom prst="rect">
            <a:avLst/>
          </a:prstGeom>
          <a:noFill/>
        </p:spPr>
        <p:txBody>
          <a:bodyPr wrap="square" rtlCol="0">
            <a:spAutoFit/>
          </a:bodyPr>
          <a:lstStyle/>
          <a:p>
            <a:pPr algn="ctr"/>
            <a:r>
              <a:rPr lang="en-US" altLang="zh-CN" spc="300" dirty="0">
                <a:solidFill>
                  <a:schemeClr val="bg1"/>
                </a:solidFill>
                <a:cs typeface="+mn-ea"/>
                <a:sym typeface="+mn-lt"/>
              </a:rPr>
              <a:t>05</a:t>
            </a:r>
            <a:endParaRPr lang="zh-CN" altLang="en-US" spc="300" dirty="0">
              <a:solidFill>
                <a:schemeClr val="bg1"/>
              </a:solidFill>
              <a:cs typeface="+mn-ea"/>
              <a:sym typeface="+mn-lt"/>
            </a:endParaRPr>
          </a:p>
        </p:txBody>
      </p:sp>
      <p:sp>
        <p:nvSpPr>
          <p:cNvPr id="24" name="文本框 23">
            <a:extLst>
              <a:ext uri="{FF2B5EF4-FFF2-40B4-BE49-F238E27FC236}">
                <a16:creationId xmlns:a16="http://schemas.microsoft.com/office/drawing/2014/main" id="{0D927DF3-0A75-47F2-BE94-4ED1B79C6AFB}"/>
              </a:ext>
            </a:extLst>
          </p:cNvPr>
          <p:cNvSpPr txBox="1"/>
          <p:nvPr/>
        </p:nvSpPr>
        <p:spPr>
          <a:xfrm>
            <a:off x="8077200" y="1142672"/>
            <a:ext cx="1971040" cy="461665"/>
          </a:xfrm>
          <a:prstGeom prst="rect">
            <a:avLst/>
          </a:prstGeom>
          <a:noFill/>
          <a:effectLst/>
        </p:spPr>
        <p:txBody>
          <a:bodyPr wrap="square" rtlCol="0">
            <a:spAutoFit/>
          </a:bodyPr>
          <a:lstStyle/>
          <a:p>
            <a:pPr algn="just"/>
            <a:r>
              <a:rPr lang="zh-CN" altLang="en-US" sz="2400" spc="600" dirty="0">
                <a:solidFill>
                  <a:schemeClr val="accent1"/>
                </a:solidFill>
                <a:latin typeface="+mj-ea"/>
                <a:ea typeface="+mj-ea"/>
                <a:cs typeface="+mn-ea"/>
                <a:sym typeface="+mn-lt"/>
              </a:rPr>
              <a:t>研究背景</a:t>
            </a:r>
          </a:p>
        </p:txBody>
      </p:sp>
      <p:sp>
        <p:nvSpPr>
          <p:cNvPr id="25" name="文本框 24">
            <a:extLst>
              <a:ext uri="{FF2B5EF4-FFF2-40B4-BE49-F238E27FC236}">
                <a16:creationId xmlns:a16="http://schemas.microsoft.com/office/drawing/2014/main" id="{F55C39C3-E646-4C1C-8609-BEA2C495B63E}"/>
              </a:ext>
            </a:extLst>
          </p:cNvPr>
          <p:cNvSpPr txBox="1"/>
          <p:nvPr/>
        </p:nvSpPr>
        <p:spPr>
          <a:xfrm>
            <a:off x="8077200" y="2169008"/>
            <a:ext cx="1971040" cy="461665"/>
          </a:xfrm>
          <a:prstGeom prst="rect">
            <a:avLst/>
          </a:prstGeom>
          <a:noFill/>
          <a:effectLst/>
        </p:spPr>
        <p:txBody>
          <a:bodyPr wrap="square" rtlCol="0">
            <a:spAutoFit/>
          </a:bodyPr>
          <a:lstStyle>
            <a:defPPr>
              <a:defRPr lang="zh-CN"/>
            </a:defPPr>
            <a:lvl1pPr algn="just">
              <a:defRPr sz="2400" spc="600">
                <a:solidFill>
                  <a:schemeClr val="accent1"/>
                </a:solidFill>
                <a:latin typeface="+mj-ea"/>
                <a:ea typeface="+mj-ea"/>
                <a:cs typeface="+mn-ea"/>
              </a:defRPr>
            </a:lvl1pPr>
          </a:lstStyle>
          <a:p>
            <a:r>
              <a:rPr lang="zh-CN" altLang="en-US" dirty="0">
                <a:sym typeface="+mn-lt"/>
              </a:rPr>
              <a:t>研究目的</a:t>
            </a:r>
          </a:p>
        </p:txBody>
      </p:sp>
      <p:sp>
        <p:nvSpPr>
          <p:cNvPr id="26" name="文本框 25">
            <a:extLst>
              <a:ext uri="{FF2B5EF4-FFF2-40B4-BE49-F238E27FC236}">
                <a16:creationId xmlns:a16="http://schemas.microsoft.com/office/drawing/2014/main" id="{7F80A1FA-DD25-4857-9D95-EE63B0D21BFF}"/>
              </a:ext>
            </a:extLst>
          </p:cNvPr>
          <p:cNvSpPr txBox="1"/>
          <p:nvPr/>
        </p:nvSpPr>
        <p:spPr>
          <a:xfrm>
            <a:off x="8077200" y="3198167"/>
            <a:ext cx="1971040" cy="461665"/>
          </a:xfrm>
          <a:prstGeom prst="rect">
            <a:avLst/>
          </a:prstGeom>
          <a:noFill/>
          <a:effectLst/>
        </p:spPr>
        <p:txBody>
          <a:bodyPr wrap="square" rtlCol="0">
            <a:spAutoFit/>
          </a:bodyPr>
          <a:lstStyle>
            <a:defPPr>
              <a:defRPr lang="zh-CN"/>
            </a:defPPr>
            <a:lvl1pPr algn="just">
              <a:defRPr sz="2400" spc="600">
                <a:solidFill>
                  <a:schemeClr val="accent1"/>
                </a:solidFill>
                <a:latin typeface="+mj-ea"/>
                <a:ea typeface="+mj-ea"/>
                <a:cs typeface="+mn-ea"/>
              </a:defRPr>
            </a:lvl1pPr>
          </a:lstStyle>
          <a:p>
            <a:r>
              <a:rPr lang="zh-CN" altLang="en-US" dirty="0">
                <a:sym typeface="+mn-lt"/>
              </a:rPr>
              <a:t>研究方案</a:t>
            </a:r>
          </a:p>
        </p:txBody>
      </p:sp>
      <p:sp>
        <p:nvSpPr>
          <p:cNvPr id="27" name="文本框 26">
            <a:extLst>
              <a:ext uri="{FF2B5EF4-FFF2-40B4-BE49-F238E27FC236}">
                <a16:creationId xmlns:a16="http://schemas.microsoft.com/office/drawing/2014/main" id="{FC3E9F32-175D-43CE-B8A9-F29B46E2C18E}"/>
              </a:ext>
            </a:extLst>
          </p:cNvPr>
          <p:cNvSpPr txBox="1"/>
          <p:nvPr/>
        </p:nvSpPr>
        <p:spPr>
          <a:xfrm>
            <a:off x="8077200" y="4227326"/>
            <a:ext cx="1971040" cy="461665"/>
          </a:xfrm>
          <a:prstGeom prst="rect">
            <a:avLst/>
          </a:prstGeom>
          <a:noFill/>
          <a:effectLst/>
        </p:spPr>
        <p:txBody>
          <a:bodyPr wrap="square" rtlCol="0">
            <a:spAutoFit/>
          </a:bodyPr>
          <a:lstStyle>
            <a:defPPr>
              <a:defRPr lang="zh-CN"/>
            </a:defPPr>
            <a:lvl1pPr algn="just">
              <a:defRPr sz="2400" spc="600">
                <a:solidFill>
                  <a:schemeClr val="accent1"/>
                </a:solidFill>
                <a:latin typeface="+mj-ea"/>
                <a:ea typeface="+mj-ea"/>
                <a:cs typeface="+mn-ea"/>
              </a:defRPr>
            </a:lvl1pPr>
          </a:lstStyle>
          <a:p>
            <a:r>
              <a:rPr lang="zh-CN" altLang="en-US" dirty="0">
                <a:sym typeface="+mn-lt"/>
              </a:rPr>
              <a:t>研究结果</a:t>
            </a:r>
          </a:p>
        </p:txBody>
      </p:sp>
      <p:sp>
        <p:nvSpPr>
          <p:cNvPr id="28" name="文本框 27">
            <a:extLst>
              <a:ext uri="{FF2B5EF4-FFF2-40B4-BE49-F238E27FC236}">
                <a16:creationId xmlns:a16="http://schemas.microsoft.com/office/drawing/2014/main" id="{5A931B7E-B632-42A7-BB13-BA686EEB8B92}"/>
              </a:ext>
            </a:extLst>
          </p:cNvPr>
          <p:cNvSpPr txBox="1"/>
          <p:nvPr/>
        </p:nvSpPr>
        <p:spPr>
          <a:xfrm>
            <a:off x="8077200" y="5256485"/>
            <a:ext cx="1971040" cy="461665"/>
          </a:xfrm>
          <a:prstGeom prst="rect">
            <a:avLst/>
          </a:prstGeom>
          <a:noFill/>
          <a:effectLst/>
        </p:spPr>
        <p:txBody>
          <a:bodyPr wrap="square" rtlCol="0">
            <a:spAutoFit/>
          </a:bodyPr>
          <a:lstStyle>
            <a:defPPr>
              <a:defRPr lang="zh-CN"/>
            </a:defPPr>
            <a:lvl1pPr algn="just">
              <a:defRPr sz="2400" spc="600">
                <a:solidFill>
                  <a:schemeClr val="accent1"/>
                </a:solidFill>
                <a:latin typeface="+mj-ea"/>
                <a:ea typeface="+mj-ea"/>
                <a:cs typeface="+mn-ea"/>
              </a:defRPr>
            </a:lvl1pPr>
          </a:lstStyle>
          <a:p>
            <a:r>
              <a:rPr lang="zh-CN" altLang="en-US" dirty="0">
                <a:sym typeface="+mn-lt"/>
              </a:rPr>
              <a:t>研究总结</a:t>
            </a:r>
          </a:p>
        </p:txBody>
      </p:sp>
    </p:spTree>
    <p:custDataLst>
      <p:tags r:id="rId1"/>
    </p:custDataLst>
    <p:extLst>
      <p:ext uri="{BB962C8B-B14F-4D97-AF65-F5344CB8AC3E}">
        <p14:creationId xmlns:p14="http://schemas.microsoft.com/office/powerpoint/2010/main" val="3879878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65000"/>
          </a:schemeClr>
        </a:solidFill>
        <a:effectLst/>
      </p:bgPr>
    </p:bg>
    <p:spTree>
      <p:nvGrpSpPr>
        <p:cNvPr id="1" name=""/>
        <p:cNvGrpSpPr/>
        <p:nvPr/>
      </p:nvGrpSpPr>
      <p:grpSpPr>
        <a:xfrm>
          <a:off x="0" y="0"/>
          <a:ext cx="0" cy="0"/>
          <a:chOff x="0" y="0"/>
          <a:chExt cx="0" cy="0"/>
        </a:xfrm>
      </p:grpSpPr>
      <p:grpSp>
        <p:nvGrpSpPr>
          <p:cNvPr id="19" name="组合 18">
            <a:extLst>
              <a:ext uri="{FF2B5EF4-FFF2-40B4-BE49-F238E27FC236}">
                <a16:creationId xmlns:a16="http://schemas.microsoft.com/office/drawing/2014/main" id="{7F2B3262-8C24-4BAB-9F45-A42BB817D463}"/>
              </a:ext>
            </a:extLst>
          </p:cNvPr>
          <p:cNvGrpSpPr/>
          <p:nvPr/>
        </p:nvGrpSpPr>
        <p:grpSpPr>
          <a:xfrm>
            <a:off x="1203760" y="4143072"/>
            <a:ext cx="896274" cy="896274"/>
            <a:chOff x="1053038" y="4143072"/>
            <a:chExt cx="896274" cy="896274"/>
          </a:xfrm>
        </p:grpSpPr>
        <p:sp>
          <p:nvSpPr>
            <p:cNvPr id="2" name="椭圆 1">
              <a:extLst>
                <a:ext uri="{FF2B5EF4-FFF2-40B4-BE49-F238E27FC236}">
                  <a16:creationId xmlns:a16="http://schemas.microsoft.com/office/drawing/2014/main" id="{B963C3C5-F679-431B-9A41-41CB3573E85B}"/>
                </a:ext>
              </a:extLst>
            </p:cNvPr>
            <p:cNvSpPr/>
            <p:nvPr/>
          </p:nvSpPr>
          <p:spPr>
            <a:xfrm>
              <a:off x="1053038" y="4143072"/>
              <a:ext cx="896274" cy="89627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4" name="book_93879">
              <a:extLst>
                <a:ext uri="{FF2B5EF4-FFF2-40B4-BE49-F238E27FC236}">
                  <a16:creationId xmlns:a16="http://schemas.microsoft.com/office/drawing/2014/main" id="{48296BB1-B4AC-4533-BC0D-ED7578B373CF}"/>
                </a:ext>
              </a:extLst>
            </p:cNvPr>
            <p:cNvSpPr>
              <a:spLocks noChangeAspect="1"/>
            </p:cNvSpPr>
            <p:nvPr/>
          </p:nvSpPr>
          <p:spPr bwMode="auto">
            <a:xfrm>
              <a:off x="1262933" y="4377131"/>
              <a:ext cx="476483" cy="428156"/>
            </a:xfrm>
            <a:custGeom>
              <a:avLst/>
              <a:gdLst>
                <a:gd name="connsiteX0" fmla="*/ 419042 w 604526"/>
                <a:gd name="connsiteY0" fmla="*/ 501898 h 543213"/>
                <a:gd name="connsiteX1" fmla="*/ 290925 w 604526"/>
                <a:gd name="connsiteY1" fmla="*/ 511180 h 543213"/>
                <a:gd name="connsiteX2" fmla="*/ 287115 w 604526"/>
                <a:gd name="connsiteY2" fmla="*/ 511180 h 543213"/>
                <a:gd name="connsiteX3" fmla="*/ 48426 w 604526"/>
                <a:gd name="connsiteY3" fmla="*/ 507253 h 543213"/>
                <a:gd name="connsiteX4" fmla="*/ 48426 w 604526"/>
                <a:gd name="connsiteY4" fmla="*/ 518667 h 543213"/>
                <a:gd name="connsiteX5" fmla="*/ 519044 w 604526"/>
                <a:gd name="connsiteY5" fmla="*/ 518667 h 543213"/>
                <a:gd name="connsiteX6" fmla="*/ 519044 w 604526"/>
                <a:gd name="connsiteY6" fmla="*/ 506148 h 543213"/>
                <a:gd name="connsiteX7" fmla="*/ 419042 w 604526"/>
                <a:gd name="connsiteY7" fmla="*/ 501898 h 543213"/>
                <a:gd name="connsiteX8" fmla="*/ 69663 w 604526"/>
                <a:gd name="connsiteY8" fmla="*/ 407727 h 543213"/>
                <a:gd name="connsiteX9" fmla="*/ 226642 w 604526"/>
                <a:gd name="connsiteY9" fmla="*/ 407727 h 543213"/>
                <a:gd name="connsiteX10" fmla="*/ 238935 w 604526"/>
                <a:gd name="connsiteY10" fmla="*/ 420006 h 543213"/>
                <a:gd name="connsiteX11" fmla="*/ 226642 w 604526"/>
                <a:gd name="connsiteY11" fmla="*/ 432284 h 543213"/>
                <a:gd name="connsiteX12" fmla="*/ 69663 w 604526"/>
                <a:gd name="connsiteY12" fmla="*/ 432284 h 543213"/>
                <a:gd name="connsiteX13" fmla="*/ 57370 w 604526"/>
                <a:gd name="connsiteY13" fmla="*/ 420006 h 543213"/>
                <a:gd name="connsiteX14" fmla="*/ 69663 w 604526"/>
                <a:gd name="connsiteY14" fmla="*/ 407727 h 543213"/>
                <a:gd name="connsiteX15" fmla="*/ 69663 w 604526"/>
                <a:gd name="connsiteY15" fmla="*/ 315428 h 543213"/>
                <a:gd name="connsiteX16" fmla="*/ 226642 w 604526"/>
                <a:gd name="connsiteY16" fmla="*/ 315428 h 543213"/>
                <a:gd name="connsiteX17" fmla="*/ 238935 w 604526"/>
                <a:gd name="connsiteY17" fmla="*/ 327707 h 543213"/>
                <a:gd name="connsiteX18" fmla="*/ 226642 w 604526"/>
                <a:gd name="connsiteY18" fmla="*/ 339985 h 543213"/>
                <a:gd name="connsiteX19" fmla="*/ 69663 w 604526"/>
                <a:gd name="connsiteY19" fmla="*/ 339985 h 543213"/>
                <a:gd name="connsiteX20" fmla="*/ 57370 w 604526"/>
                <a:gd name="connsiteY20" fmla="*/ 327707 h 543213"/>
                <a:gd name="connsiteX21" fmla="*/ 69663 w 604526"/>
                <a:gd name="connsiteY21" fmla="*/ 315428 h 543213"/>
                <a:gd name="connsiteX22" fmla="*/ 69663 w 604526"/>
                <a:gd name="connsiteY22" fmla="*/ 223128 h 543213"/>
                <a:gd name="connsiteX23" fmla="*/ 226642 w 604526"/>
                <a:gd name="connsiteY23" fmla="*/ 223128 h 543213"/>
                <a:gd name="connsiteX24" fmla="*/ 238935 w 604526"/>
                <a:gd name="connsiteY24" fmla="*/ 235407 h 543213"/>
                <a:gd name="connsiteX25" fmla="*/ 226642 w 604526"/>
                <a:gd name="connsiteY25" fmla="*/ 247685 h 543213"/>
                <a:gd name="connsiteX26" fmla="*/ 69663 w 604526"/>
                <a:gd name="connsiteY26" fmla="*/ 247685 h 543213"/>
                <a:gd name="connsiteX27" fmla="*/ 57370 w 604526"/>
                <a:gd name="connsiteY27" fmla="*/ 235407 h 543213"/>
                <a:gd name="connsiteX28" fmla="*/ 69663 w 604526"/>
                <a:gd name="connsiteY28" fmla="*/ 223128 h 543213"/>
                <a:gd name="connsiteX29" fmla="*/ 69663 w 604526"/>
                <a:gd name="connsiteY29" fmla="*/ 130828 h 543213"/>
                <a:gd name="connsiteX30" fmla="*/ 226642 w 604526"/>
                <a:gd name="connsiteY30" fmla="*/ 130828 h 543213"/>
                <a:gd name="connsiteX31" fmla="*/ 238935 w 604526"/>
                <a:gd name="connsiteY31" fmla="*/ 143107 h 543213"/>
                <a:gd name="connsiteX32" fmla="*/ 226642 w 604526"/>
                <a:gd name="connsiteY32" fmla="*/ 155385 h 543213"/>
                <a:gd name="connsiteX33" fmla="*/ 69663 w 604526"/>
                <a:gd name="connsiteY33" fmla="*/ 155385 h 543213"/>
                <a:gd name="connsiteX34" fmla="*/ 57370 w 604526"/>
                <a:gd name="connsiteY34" fmla="*/ 143107 h 543213"/>
                <a:gd name="connsiteX35" fmla="*/ 69663 w 604526"/>
                <a:gd name="connsiteY35" fmla="*/ 130828 h 543213"/>
                <a:gd name="connsiteX36" fmla="*/ 127963 w 604526"/>
                <a:gd name="connsiteY36" fmla="*/ 58313 h 543213"/>
                <a:gd name="connsiteX37" fmla="*/ 24582 w 604526"/>
                <a:gd name="connsiteY37" fmla="*/ 65785 h 543213"/>
                <a:gd name="connsiteX38" fmla="*/ 24582 w 604526"/>
                <a:gd name="connsiteY38" fmla="*/ 485038 h 543213"/>
                <a:gd name="connsiteX39" fmla="*/ 276791 w 604526"/>
                <a:gd name="connsiteY39" fmla="*/ 484793 h 543213"/>
                <a:gd name="connsiteX40" fmla="*/ 276791 w 604526"/>
                <a:gd name="connsiteY40" fmla="*/ 65294 h 543213"/>
                <a:gd name="connsiteX41" fmla="*/ 127963 w 604526"/>
                <a:gd name="connsiteY41" fmla="*/ 58313 h 543213"/>
                <a:gd name="connsiteX42" fmla="*/ 432163 w 604526"/>
                <a:gd name="connsiteY42" fmla="*/ 56457 h 543213"/>
                <a:gd name="connsiteX43" fmla="*/ 301372 w 604526"/>
                <a:gd name="connsiteY43" fmla="*/ 65171 h 543213"/>
                <a:gd name="connsiteX44" fmla="*/ 301372 w 604526"/>
                <a:gd name="connsiteY44" fmla="*/ 484915 h 543213"/>
                <a:gd name="connsiteX45" fmla="*/ 553458 w 604526"/>
                <a:gd name="connsiteY45" fmla="*/ 485038 h 543213"/>
                <a:gd name="connsiteX46" fmla="*/ 553458 w 604526"/>
                <a:gd name="connsiteY46" fmla="*/ 138688 h 543213"/>
                <a:gd name="connsiteX47" fmla="*/ 501468 w 604526"/>
                <a:gd name="connsiteY47" fmla="*/ 223127 h 543213"/>
                <a:gd name="connsiteX48" fmla="*/ 506876 w 604526"/>
                <a:gd name="connsiteY48" fmla="*/ 223127 h 543213"/>
                <a:gd name="connsiteX49" fmla="*/ 519167 w 604526"/>
                <a:gd name="connsiteY49" fmla="*/ 235401 h 543213"/>
                <a:gd name="connsiteX50" fmla="*/ 506876 w 604526"/>
                <a:gd name="connsiteY50" fmla="*/ 247674 h 543213"/>
                <a:gd name="connsiteX51" fmla="*/ 486227 w 604526"/>
                <a:gd name="connsiteY51" fmla="*/ 247674 h 543213"/>
                <a:gd name="connsiteX52" fmla="*/ 444438 w 604526"/>
                <a:gd name="connsiteY52" fmla="*/ 315422 h 543213"/>
                <a:gd name="connsiteX53" fmla="*/ 506876 w 604526"/>
                <a:gd name="connsiteY53" fmla="*/ 315422 h 543213"/>
                <a:gd name="connsiteX54" fmla="*/ 519167 w 604526"/>
                <a:gd name="connsiteY54" fmla="*/ 327695 h 543213"/>
                <a:gd name="connsiteX55" fmla="*/ 506876 w 604526"/>
                <a:gd name="connsiteY55" fmla="*/ 339969 h 543213"/>
                <a:gd name="connsiteX56" fmla="*/ 429320 w 604526"/>
                <a:gd name="connsiteY56" fmla="*/ 339969 h 543213"/>
                <a:gd name="connsiteX57" fmla="*/ 402526 w 604526"/>
                <a:gd name="connsiteY57" fmla="*/ 383293 h 543213"/>
                <a:gd name="connsiteX58" fmla="*/ 402403 w 604526"/>
                <a:gd name="connsiteY58" fmla="*/ 383538 h 543213"/>
                <a:gd name="connsiteX59" fmla="*/ 401666 w 604526"/>
                <a:gd name="connsiteY59" fmla="*/ 384520 h 543213"/>
                <a:gd name="connsiteX60" fmla="*/ 401420 w 604526"/>
                <a:gd name="connsiteY60" fmla="*/ 384766 h 543213"/>
                <a:gd name="connsiteX61" fmla="*/ 400560 w 604526"/>
                <a:gd name="connsiteY61" fmla="*/ 385748 h 543213"/>
                <a:gd name="connsiteX62" fmla="*/ 400437 w 604526"/>
                <a:gd name="connsiteY62" fmla="*/ 385748 h 543213"/>
                <a:gd name="connsiteX63" fmla="*/ 400437 w 604526"/>
                <a:gd name="connsiteY63" fmla="*/ 385870 h 543213"/>
                <a:gd name="connsiteX64" fmla="*/ 377699 w 604526"/>
                <a:gd name="connsiteY64" fmla="*/ 407717 h 543213"/>
                <a:gd name="connsiteX65" fmla="*/ 506876 w 604526"/>
                <a:gd name="connsiteY65" fmla="*/ 407717 h 543213"/>
                <a:gd name="connsiteX66" fmla="*/ 519167 w 604526"/>
                <a:gd name="connsiteY66" fmla="*/ 419990 h 543213"/>
                <a:gd name="connsiteX67" fmla="*/ 506876 w 604526"/>
                <a:gd name="connsiteY67" fmla="*/ 432263 h 543213"/>
                <a:gd name="connsiteX68" fmla="*/ 350044 w 604526"/>
                <a:gd name="connsiteY68" fmla="*/ 432263 h 543213"/>
                <a:gd name="connsiteX69" fmla="*/ 342916 w 604526"/>
                <a:gd name="connsiteY69" fmla="*/ 429931 h 543213"/>
                <a:gd name="connsiteX70" fmla="*/ 342547 w 604526"/>
                <a:gd name="connsiteY70" fmla="*/ 429809 h 543213"/>
                <a:gd name="connsiteX71" fmla="*/ 342055 w 604526"/>
                <a:gd name="connsiteY71" fmla="*/ 429563 h 543213"/>
                <a:gd name="connsiteX72" fmla="*/ 341441 w 604526"/>
                <a:gd name="connsiteY72" fmla="*/ 429195 h 543213"/>
                <a:gd name="connsiteX73" fmla="*/ 341072 w 604526"/>
                <a:gd name="connsiteY73" fmla="*/ 428827 h 543213"/>
                <a:gd name="connsiteX74" fmla="*/ 340457 w 604526"/>
                <a:gd name="connsiteY74" fmla="*/ 428458 h 543213"/>
                <a:gd name="connsiteX75" fmla="*/ 340089 w 604526"/>
                <a:gd name="connsiteY75" fmla="*/ 428090 h 543213"/>
                <a:gd name="connsiteX76" fmla="*/ 339474 w 604526"/>
                <a:gd name="connsiteY76" fmla="*/ 427599 h 543213"/>
                <a:gd name="connsiteX77" fmla="*/ 339351 w 604526"/>
                <a:gd name="connsiteY77" fmla="*/ 427354 h 543213"/>
                <a:gd name="connsiteX78" fmla="*/ 339228 w 604526"/>
                <a:gd name="connsiteY78" fmla="*/ 427231 h 543213"/>
                <a:gd name="connsiteX79" fmla="*/ 338737 w 604526"/>
                <a:gd name="connsiteY79" fmla="*/ 426740 h 543213"/>
                <a:gd name="connsiteX80" fmla="*/ 338368 w 604526"/>
                <a:gd name="connsiteY80" fmla="*/ 426249 h 543213"/>
                <a:gd name="connsiteX81" fmla="*/ 337999 w 604526"/>
                <a:gd name="connsiteY81" fmla="*/ 425758 h 543213"/>
                <a:gd name="connsiteX82" fmla="*/ 337753 w 604526"/>
                <a:gd name="connsiteY82" fmla="*/ 425267 h 543213"/>
                <a:gd name="connsiteX83" fmla="*/ 337385 w 604526"/>
                <a:gd name="connsiteY83" fmla="*/ 424777 h 543213"/>
                <a:gd name="connsiteX84" fmla="*/ 337139 w 604526"/>
                <a:gd name="connsiteY84" fmla="*/ 424163 h 543213"/>
                <a:gd name="connsiteX85" fmla="*/ 336893 w 604526"/>
                <a:gd name="connsiteY85" fmla="*/ 423795 h 543213"/>
                <a:gd name="connsiteX86" fmla="*/ 336647 w 604526"/>
                <a:gd name="connsiteY86" fmla="*/ 423181 h 543213"/>
                <a:gd name="connsiteX87" fmla="*/ 336524 w 604526"/>
                <a:gd name="connsiteY87" fmla="*/ 422567 h 543213"/>
                <a:gd name="connsiteX88" fmla="*/ 336278 w 604526"/>
                <a:gd name="connsiteY88" fmla="*/ 421954 h 543213"/>
                <a:gd name="connsiteX89" fmla="*/ 336156 w 604526"/>
                <a:gd name="connsiteY89" fmla="*/ 421340 h 543213"/>
                <a:gd name="connsiteX90" fmla="*/ 336033 w 604526"/>
                <a:gd name="connsiteY90" fmla="*/ 420849 h 543213"/>
                <a:gd name="connsiteX91" fmla="*/ 336033 w 604526"/>
                <a:gd name="connsiteY91" fmla="*/ 420113 h 543213"/>
                <a:gd name="connsiteX92" fmla="*/ 335910 w 604526"/>
                <a:gd name="connsiteY92" fmla="*/ 419744 h 543213"/>
                <a:gd name="connsiteX93" fmla="*/ 335910 w 604526"/>
                <a:gd name="connsiteY93" fmla="*/ 419008 h 543213"/>
                <a:gd name="connsiteX94" fmla="*/ 335910 w 604526"/>
                <a:gd name="connsiteY94" fmla="*/ 418517 h 543213"/>
                <a:gd name="connsiteX95" fmla="*/ 335910 w 604526"/>
                <a:gd name="connsiteY95" fmla="*/ 417903 h 543213"/>
                <a:gd name="connsiteX96" fmla="*/ 336033 w 604526"/>
                <a:gd name="connsiteY96" fmla="*/ 417290 h 543213"/>
                <a:gd name="connsiteX97" fmla="*/ 336156 w 604526"/>
                <a:gd name="connsiteY97" fmla="*/ 416676 h 543213"/>
                <a:gd name="connsiteX98" fmla="*/ 336278 w 604526"/>
                <a:gd name="connsiteY98" fmla="*/ 416063 h 543213"/>
                <a:gd name="connsiteX99" fmla="*/ 336278 w 604526"/>
                <a:gd name="connsiteY99" fmla="*/ 415817 h 543213"/>
                <a:gd name="connsiteX100" fmla="*/ 351519 w 604526"/>
                <a:gd name="connsiteY100" fmla="*/ 356415 h 543213"/>
                <a:gd name="connsiteX101" fmla="*/ 351888 w 604526"/>
                <a:gd name="connsiteY101" fmla="*/ 355065 h 543213"/>
                <a:gd name="connsiteX102" fmla="*/ 352257 w 604526"/>
                <a:gd name="connsiteY102" fmla="*/ 354328 h 543213"/>
                <a:gd name="connsiteX103" fmla="*/ 352379 w 604526"/>
                <a:gd name="connsiteY103" fmla="*/ 353960 h 543213"/>
                <a:gd name="connsiteX104" fmla="*/ 353117 w 604526"/>
                <a:gd name="connsiteY104" fmla="*/ 352855 h 543213"/>
                <a:gd name="connsiteX105" fmla="*/ 360983 w 604526"/>
                <a:gd name="connsiteY105" fmla="*/ 339969 h 543213"/>
                <a:gd name="connsiteX106" fmla="*/ 350044 w 604526"/>
                <a:gd name="connsiteY106" fmla="*/ 339969 h 543213"/>
                <a:gd name="connsiteX107" fmla="*/ 337753 w 604526"/>
                <a:gd name="connsiteY107" fmla="*/ 327695 h 543213"/>
                <a:gd name="connsiteX108" fmla="*/ 350044 w 604526"/>
                <a:gd name="connsiteY108" fmla="*/ 315422 h 543213"/>
                <a:gd name="connsiteX109" fmla="*/ 376224 w 604526"/>
                <a:gd name="connsiteY109" fmla="*/ 315422 h 543213"/>
                <a:gd name="connsiteX110" fmla="*/ 418013 w 604526"/>
                <a:gd name="connsiteY110" fmla="*/ 247674 h 543213"/>
                <a:gd name="connsiteX111" fmla="*/ 350044 w 604526"/>
                <a:gd name="connsiteY111" fmla="*/ 247674 h 543213"/>
                <a:gd name="connsiteX112" fmla="*/ 337753 w 604526"/>
                <a:gd name="connsiteY112" fmla="*/ 235401 h 543213"/>
                <a:gd name="connsiteX113" fmla="*/ 350044 w 604526"/>
                <a:gd name="connsiteY113" fmla="*/ 223127 h 543213"/>
                <a:gd name="connsiteX114" fmla="*/ 433131 w 604526"/>
                <a:gd name="connsiteY114" fmla="*/ 223127 h 543213"/>
                <a:gd name="connsiteX115" fmla="*/ 475042 w 604526"/>
                <a:gd name="connsiteY115" fmla="*/ 155379 h 543213"/>
                <a:gd name="connsiteX116" fmla="*/ 350044 w 604526"/>
                <a:gd name="connsiteY116" fmla="*/ 155379 h 543213"/>
                <a:gd name="connsiteX117" fmla="*/ 337753 w 604526"/>
                <a:gd name="connsiteY117" fmla="*/ 143106 h 543213"/>
                <a:gd name="connsiteX118" fmla="*/ 350044 w 604526"/>
                <a:gd name="connsiteY118" fmla="*/ 130833 h 543213"/>
                <a:gd name="connsiteX119" fmla="*/ 490160 w 604526"/>
                <a:gd name="connsiteY119" fmla="*/ 130833 h 543213"/>
                <a:gd name="connsiteX120" fmla="*/ 532072 w 604526"/>
                <a:gd name="connsiteY120" fmla="*/ 62839 h 543213"/>
                <a:gd name="connsiteX121" fmla="*/ 432163 w 604526"/>
                <a:gd name="connsiteY121" fmla="*/ 56457 h 543213"/>
                <a:gd name="connsiteX122" fmla="*/ 567716 w 604526"/>
                <a:gd name="connsiteY122" fmla="*/ 51916 h 543213"/>
                <a:gd name="connsiteX123" fmla="*/ 374872 w 604526"/>
                <a:gd name="connsiteY123" fmla="*/ 364147 h 543213"/>
                <a:gd name="connsiteX124" fmla="*/ 370816 w 604526"/>
                <a:gd name="connsiteY124" fmla="*/ 380225 h 543213"/>
                <a:gd name="connsiteX125" fmla="*/ 382369 w 604526"/>
                <a:gd name="connsiteY125" fmla="*/ 369179 h 543213"/>
                <a:gd name="connsiteX126" fmla="*/ 575336 w 604526"/>
                <a:gd name="connsiteY126" fmla="*/ 56580 h 543213"/>
                <a:gd name="connsiteX127" fmla="*/ 48426 w 604526"/>
                <a:gd name="connsiteY127" fmla="*/ 24547 h 543213"/>
                <a:gd name="connsiteX128" fmla="*/ 48426 w 604526"/>
                <a:gd name="connsiteY128" fmla="*/ 38538 h 543213"/>
                <a:gd name="connsiteX129" fmla="*/ 288959 w 604526"/>
                <a:gd name="connsiteY129" fmla="*/ 42343 h 543213"/>
                <a:gd name="connsiteX130" fmla="*/ 519044 w 604526"/>
                <a:gd name="connsiteY130" fmla="*/ 36820 h 543213"/>
                <a:gd name="connsiteX131" fmla="*/ 519044 w 604526"/>
                <a:gd name="connsiteY131" fmla="*/ 24547 h 543213"/>
                <a:gd name="connsiteX132" fmla="*/ 36135 w 604526"/>
                <a:gd name="connsiteY132" fmla="*/ 0 h 543213"/>
                <a:gd name="connsiteX133" fmla="*/ 531335 w 604526"/>
                <a:gd name="connsiteY133" fmla="*/ 0 h 543213"/>
                <a:gd name="connsiteX134" fmla="*/ 543626 w 604526"/>
                <a:gd name="connsiteY134" fmla="*/ 12273 h 543213"/>
                <a:gd name="connsiteX135" fmla="*/ 543626 w 604526"/>
                <a:gd name="connsiteY135" fmla="*/ 39397 h 543213"/>
                <a:gd name="connsiteX136" fmla="*/ 544978 w 604526"/>
                <a:gd name="connsiteY136" fmla="*/ 39643 h 543213"/>
                <a:gd name="connsiteX137" fmla="*/ 546330 w 604526"/>
                <a:gd name="connsiteY137" fmla="*/ 39888 h 543213"/>
                <a:gd name="connsiteX138" fmla="*/ 553212 w 604526"/>
                <a:gd name="connsiteY138" fmla="*/ 28597 h 543213"/>
                <a:gd name="connsiteX139" fmla="*/ 570174 w 604526"/>
                <a:gd name="connsiteY139" fmla="*/ 24669 h 543213"/>
                <a:gd name="connsiteX140" fmla="*/ 598689 w 604526"/>
                <a:gd name="connsiteY140" fmla="*/ 42220 h 543213"/>
                <a:gd name="connsiteX141" fmla="*/ 604220 w 604526"/>
                <a:gd name="connsiteY141" fmla="*/ 49829 h 543213"/>
                <a:gd name="connsiteX142" fmla="*/ 602622 w 604526"/>
                <a:gd name="connsiteY142" fmla="*/ 59034 h 543213"/>
                <a:gd name="connsiteX143" fmla="*/ 578040 w 604526"/>
                <a:gd name="connsiteY143" fmla="*/ 98922 h 543213"/>
                <a:gd name="connsiteX144" fmla="*/ 578040 w 604526"/>
                <a:gd name="connsiteY144" fmla="*/ 499030 h 543213"/>
                <a:gd name="connsiteX145" fmla="*/ 573738 w 604526"/>
                <a:gd name="connsiteY145" fmla="*/ 508357 h 543213"/>
                <a:gd name="connsiteX146" fmla="*/ 563905 w 604526"/>
                <a:gd name="connsiteY146" fmla="*/ 511180 h 543213"/>
                <a:gd name="connsiteX147" fmla="*/ 543626 w 604526"/>
                <a:gd name="connsiteY147" fmla="*/ 508603 h 543213"/>
                <a:gd name="connsiteX148" fmla="*/ 543626 w 604526"/>
                <a:gd name="connsiteY148" fmla="*/ 530940 h 543213"/>
                <a:gd name="connsiteX149" fmla="*/ 531335 w 604526"/>
                <a:gd name="connsiteY149" fmla="*/ 543213 h 543213"/>
                <a:gd name="connsiteX150" fmla="*/ 36135 w 604526"/>
                <a:gd name="connsiteY150" fmla="*/ 543213 h 543213"/>
                <a:gd name="connsiteX151" fmla="*/ 23844 w 604526"/>
                <a:gd name="connsiteY151" fmla="*/ 530940 h 543213"/>
                <a:gd name="connsiteX152" fmla="*/ 23844 w 604526"/>
                <a:gd name="connsiteY152" fmla="*/ 509953 h 543213"/>
                <a:gd name="connsiteX153" fmla="*/ 14135 w 604526"/>
                <a:gd name="connsiteY153" fmla="*/ 511180 h 543213"/>
                <a:gd name="connsiteX154" fmla="*/ 12291 w 604526"/>
                <a:gd name="connsiteY154" fmla="*/ 511303 h 543213"/>
                <a:gd name="connsiteX155" fmla="*/ 4302 w 604526"/>
                <a:gd name="connsiteY155" fmla="*/ 508357 h 543213"/>
                <a:gd name="connsiteX156" fmla="*/ 0 w 604526"/>
                <a:gd name="connsiteY156" fmla="*/ 499030 h 543213"/>
                <a:gd name="connsiteX157" fmla="*/ 0 w 604526"/>
                <a:gd name="connsiteY157" fmla="*/ 54861 h 543213"/>
                <a:gd name="connsiteX158" fmla="*/ 10693 w 604526"/>
                <a:gd name="connsiteY158" fmla="*/ 42711 h 543213"/>
                <a:gd name="connsiteX159" fmla="*/ 23844 w 604526"/>
                <a:gd name="connsiteY159" fmla="*/ 41115 h 543213"/>
                <a:gd name="connsiteX160" fmla="*/ 23844 w 604526"/>
                <a:gd name="connsiteY160" fmla="*/ 12273 h 543213"/>
                <a:gd name="connsiteX161" fmla="*/ 36135 w 604526"/>
                <a:gd name="connsiteY161" fmla="*/ 0 h 543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4526" h="543213">
                  <a:moveTo>
                    <a:pt x="419042" y="501898"/>
                  </a:moveTo>
                  <a:cubicBezTo>
                    <a:pt x="379512" y="502036"/>
                    <a:pt x="335295" y="504430"/>
                    <a:pt x="290925" y="511180"/>
                  </a:cubicBezTo>
                  <a:cubicBezTo>
                    <a:pt x="289696" y="511425"/>
                    <a:pt x="288344" y="511425"/>
                    <a:pt x="287115" y="511180"/>
                  </a:cubicBezTo>
                  <a:cubicBezTo>
                    <a:pt x="196162" y="496575"/>
                    <a:pt x="98696" y="502466"/>
                    <a:pt x="48426" y="507253"/>
                  </a:cubicBezTo>
                  <a:lnTo>
                    <a:pt x="48426" y="518667"/>
                  </a:lnTo>
                  <a:lnTo>
                    <a:pt x="519044" y="518667"/>
                  </a:lnTo>
                  <a:lnTo>
                    <a:pt x="519044" y="506148"/>
                  </a:lnTo>
                  <a:cubicBezTo>
                    <a:pt x="493417" y="503877"/>
                    <a:pt x="458573" y="501760"/>
                    <a:pt x="419042" y="501898"/>
                  </a:cubicBezTo>
                  <a:close/>
                  <a:moveTo>
                    <a:pt x="69663" y="407727"/>
                  </a:moveTo>
                  <a:lnTo>
                    <a:pt x="226642" y="407727"/>
                  </a:lnTo>
                  <a:cubicBezTo>
                    <a:pt x="233403" y="407727"/>
                    <a:pt x="238935" y="413130"/>
                    <a:pt x="238935" y="420006"/>
                  </a:cubicBezTo>
                  <a:cubicBezTo>
                    <a:pt x="238935" y="426759"/>
                    <a:pt x="233403" y="432284"/>
                    <a:pt x="226642" y="432284"/>
                  </a:cubicBezTo>
                  <a:lnTo>
                    <a:pt x="69663" y="432284"/>
                  </a:lnTo>
                  <a:cubicBezTo>
                    <a:pt x="62902" y="432284"/>
                    <a:pt x="57370" y="426759"/>
                    <a:pt x="57370" y="420006"/>
                  </a:cubicBezTo>
                  <a:cubicBezTo>
                    <a:pt x="57370" y="413130"/>
                    <a:pt x="62902" y="407727"/>
                    <a:pt x="69663" y="407727"/>
                  </a:cubicBezTo>
                  <a:close/>
                  <a:moveTo>
                    <a:pt x="69663" y="315428"/>
                  </a:moveTo>
                  <a:lnTo>
                    <a:pt x="226642" y="315428"/>
                  </a:lnTo>
                  <a:cubicBezTo>
                    <a:pt x="233403" y="315428"/>
                    <a:pt x="238935" y="320831"/>
                    <a:pt x="238935" y="327707"/>
                  </a:cubicBezTo>
                  <a:cubicBezTo>
                    <a:pt x="238935" y="334460"/>
                    <a:pt x="233403" y="339985"/>
                    <a:pt x="226642" y="339985"/>
                  </a:cubicBezTo>
                  <a:lnTo>
                    <a:pt x="69663" y="339985"/>
                  </a:lnTo>
                  <a:cubicBezTo>
                    <a:pt x="62902" y="339985"/>
                    <a:pt x="57370" y="334460"/>
                    <a:pt x="57370" y="327707"/>
                  </a:cubicBezTo>
                  <a:cubicBezTo>
                    <a:pt x="57370" y="320831"/>
                    <a:pt x="62902" y="315428"/>
                    <a:pt x="69663" y="315428"/>
                  </a:cubicBezTo>
                  <a:close/>
                  <a:moveTo>
                    <a:pt x="69663" y="223128"/>
                  </a:moveTo>
                  <a:lnTo>
                    <a:pt x="226642" y="223128"/>
                  </a:lnTo>
                  <a:cubicBezTo>
                    <a:pt x="233403" y="223128"/>
                    <a:pt x="238935" y="228653"/>
                    <a:pt x="238935" y="235407"/>
                  </a:cubicBezTo>
                  <a:cubicBezTo>
                    <a:pt x="238935" y="242160"/>
                    <a:pt x="233403" y="247685"/>
                    <a:pt x="226642" y="247685"/>
                  </a:cubicBezTo>
                  <a:lnTo>
                    <a:pt x="69663" y="247685"/>
                  </a:lnTo>
                  <a:cubicBezTo>
                    <a:pt x="62902" y="247685"/>
                    <a:pt x="57370" y="242160"/>
                    <a:pt x="57370" y="235407"/>
                  </a:cubicBezTo>
                  <a:cubicBezTo>
                    <a:pt x="57370" y="228653"/>
                    <a:pt x="62902" y="223128"/>
                    <a:pt x="69663" y="223128"/>
                  </a:cubicBezTo>
                  <a:close/>
                  <a:moveTo>
                    <a:pt x="69663" y="130828"/>
                  </a:moveTo>
                  <a:lnTo>
                    <a:pt x="226642" y="130828"/>
                  </a:lnTo>
                  <a:cubicBezTo>
                    <a:pt x="233403" y="130828"/>
                    <a:pt x="238935" y="136353"/>
                    <a:pt x="238935" y="143107"/>
                  </a:cubicBezTo>
                  <a:cubicBezTo>
                    <a:pt x="238935" y="149860"/>
                    <a:pt x="233403" y="155385"/>
                    <a:pt x="226642" y="155385"/>
                  </a:cubicBezTo>
                  <a:lnTo>
                    <a:pt x="69663" y="155385"/>
                  </a:lnTo>
                  <a:cubicBezTo>
                    <a:pt x="62902" y="155385"/>
                    <a:pt x="57370" y="149860"/>
                    <a:pt x="57370" y="143107"/>
                  </a:cubicBezTo>
                  <a:cubicBezTo>
                    <a:pt x="57370" y="136353"/>
                    <a:pt x="62902" y="130828"/>
                    <a:pt x="69663" y="130828"/>
                  </a:cubicBezTo>
                  <a:close/>
                  <a:moveTo>
                    <a:pt x="127963" y="58313"/>
                  </a:moveTo>
                  <a:cubicBezTo>
                    <a:pt x="81458" y="59801"/>
                    <a:pt x="42527" y="63698"/>
                    <a:pt x="24582" y="65785"/>
                  </a:cubicBezTo>
                  <a:lnTo>
                    <a:pt x="24582" y="485038"/>
                  </a:lnTo>
                  <a:cubicBezTo>
                    <a:pt x="62683" y="480497"/>
                    <a:pt x="170843" y="470187"/>
                    <a:pt x="276791" y="484793"/>
                  </a:cubicBezTo>
                  <a:lnTo>
                    <a:pt x="276791" y="65294"/>
                  </a:lnTo>
                  <a:cubicBezTo>
                    <a:pt x="228549" y="57746"/>
                    <a:pt x="174469" y="56825"/>
                    <a:pt x="127963" y="58313"/>
                  </a:cubicBezTo>
                  <a:close/>
                  <a:moveTo>
                    <a:pt x="432163" y="56457"/>
                  </a:moveTo>
                  <a:cubicBezTo>
                    <a:pt x="391280" y="55843"/>
                    <a:pt x="345251" y="57746"/>
                    <a:pt x="301372" y="65171"/>
                  </a:cubicBezTo>
                  <a:lnTo>
                    <a:pt x="301372" y="484915"/>
                  </a:lnTo>
                  <a:cubicBezTo>
                    <a:pt x="411990" y="470187"/>
                    <a:pt x="516340" y="480374"/>
                    <a:pt x="553458" y="485038"/>
                  </a:cubicBezTo>
                  <a:lnTo>
                    <a:pt x="553458" y="138688"/>
                  </a:lnTo>
                  <a:lnTo>
                    <a:pt x="501468" y="223127"/>
                  </a:lnTo>
                  <a:lnTo>
                    <a:pt x="506876" y="223127"/>
                  </a:lnTo>
                  <a:cubicBezTo>
                    <a:pt x="513636" y="223127"/>
                    <a:pt x="519167" y="228650"/>
                    <a:pt x="519167" y="235401"/>
                  </a:cubicBezTo>
                  <a:cubicBezTo>
                    <a:pt x="519167" y="242151"/>
                    <a:pt x="513636" y="247674"/>
                    <a:pt x="506876" y="247674"/>
                  </a:cubicBezTo>
                  <a:lnTo>
                    <a:pt x="486227" y="247674"/>
                  </a:lnTo>
                  <a:lnTo>
                    <a:pt x="444438" y="315422"/>
                  </a:lnTo>
                  <a:lnTo>
                    <a:pt x="506876" y="315422"/>
                  </a:lnTo>
                  <a:cubicBezTo>
                    <a:pt x="513636" y="315422"/>
                    <a:pt x="519167" y="320822"/>
                    <a:pt x="519167" y="327695"/>
                  </a:cubicBezTo>
                  <a:cubicBezTo>
                    <a:pt x="519167" y="334446"/>
                    <a:pt x="513636" y="339969"/>
                    <a:pt x="506876" y="339969"/>
                  </a:cubicBezTo>
                  <a:lnTo>
                    <a:pt x="429320" y="339969"/>
                  </a:lnTo>
                  <a:lnTo>
                    <a:pt x="402526" y="383293"/>
                  </a:lnTo>
                  <a:cubicBezTo>
                    <a:pt x="402403" y="383416"/>
                    <a:pt x="402403" y="383416"/>
                    <a:pt x="402403" y="383538"/>
                  </a:cubicBezTo>
                  <a:cubicBezTo>
                    <a:pt x="402158" y="383784"/>
                    <a:pt x="401912" y="384152"/>
                    <a:pt x="401666" y="384520"/>
                  </a:cubicBezTo>
                  <a:cubicBezTo>
                    <a:pt x="401543" y="384520"/>
                    <a:pt x="401543" y="384643"/>
                    <a:pt x="401420" y="384766"/>
                  </a:cubicBezTo>
                  <a:cubicBezTo>
                    <a:pt x="401174" y="385134"/>
                    <a:pt x="400806" y="385379"/>
                    <a:pt x="400560" y="385748"/>
                  </a:cubicBezTo>
                  <a:lnTo>
                    <a:pt x="400437" y="385748"/>
                  </a:lnTo>
                  <a:cubicBezTo>
                    <a:pt x="400437" y="385870"/>
                    <a:pt x="400437" y="385870"/>
                    <a:pt x="400437" y="385870"/>
                  </a:cubicBezTo>
                  <a:lnTo>
                    <a:pt x="377699" y="407717"/>
                  </a:lnTo>
                  <a:lnTo>
                    <a:pt x="506876" y="407717"/>
                  </a:lnTo>
                  <a:cubicBezTo>
                    <a:pt x="513636" y="407717"/>
                    <a:pt x="519167" y="413117"/>
                    <a:pt x="519167" y="419990"/>
                  </a:cubicBezTo>
                  <a:cubicBezTo>
                    <a:pt x="519167" y="426740"/>
                    <a:pt x="513636" y="432263"/>
                    <a:pt x="506876" y="432263"/>
                  </a:cubicBezTo>
                  <a:lnTo>
                    <a:pt x="350044" y="432263"/>
                  </a:lnTo>
                  <a:cubicBezTo>
                    <a:pt x="347340" y="432263"/>
                    <a:pt x="344882" y="431404"/>
                    <a:pt x="342916" y="429931"/>
                  </a:cubicBezTo>
                  <a:cubicBezTo>
                    <a:pt x="342793" y="429931"/>
                    <a:pt x="342670" y="429809"/>
                    <a:pt x="342547" y="429809"/>
                  </a:cubicBezTo>
                  <a:cubicBezTo>
                    <a:pt x="342424" y="429686"/>
                    <a:pt x="342178" y="429563"/>
                    <a:pt x="342055" y="429563"/>
                  </a:cubicBezTo>
                  <a:cubicBezTo>
                    <a:pt x="341809" y="429440"/>
                    <a:pt x="341686" y="429318"/>
                    <a:pt x="341441" y="429195"/>
                  </a:cubicBezTo>
                  <a:cubicBezTo>
                    <a:pt x="341318" y="429072"/>
                    <a:pt x="341195" y="428949"/>
                    <a:pt x="341072" y="428827"/>
                  </a:cubicBezTo>
                  <a:cubicBezTo>
                    <a:pt x="340826" y="428704"/>
                    <a:pt x="340703" y="428581"/>
                    <a:pt x="340457" y="428458"/>
                  </a:cubicBezTo>
                  <a:cubicBezTo>
                    <a:pt x="340334" y="428336"/>
                    <a:pt x="340212" y="428213"/>
                    <a:pt x="340089" y="428090"/>
                  </a:cubicBezTo>
                  <a:cubicBezTo>
                    <a:pt x="339843" y="427968"/>
                    <a:pt x="339720" y="427722"/>
                    <a:pt x="339474" y="427599"/>
                  </a:cubicBezTo>
                  <a:cubicBezTo>
                    <a:pt x="339474" y="427477"/>
                    <a:pt x="339351" y="427477"/>
                    <a:pt x="339351" y="427354"/>
                  </a:cubicBezTo>
                  <a:cubicBezTo>
                    <a:pt x="339228" y="427354"/>
                    <a:pt x="339228" y="427231"/>
                    <a:pt x="339228" y="427231"/>
                  </a:cubicBezTo>
                  <a:cubicBezTo>
                    <a:pt x="338982" y="427108"/>
                    <a:pt x="338860" y="426863"/>
                    <a:pt x="338737" y="426740"/>
                  </a:cubicBezTo>
                  <a:cubicBezTo>
                    <a:pt x="338614" y="426495"/>
                    <a:pt x="338491" y="426372"/>
                    <a:pt x="338368" y="426249"/>
                  </a:cubicBezTo>
                  <a:cubicBezTo>
                    <a:pt x="338245" y="426127"/>
                    <a:pt x="338122" y="426004"/>
                    <a:pt x="337999" y="425758"/>
                  </a:cubicBezTo>
                  <a:cubicBezTo>
                    <a:pt x="337876" y="425636"/>
                    <a:pt x="337753" y="425390"/>
                    <a:pt x="337753" y="425267"/>
                  </a:cubicBezTo>
                  <a:cubicBezTo>
                    <a:pt x="337630" y="425145"/>
                    <a:pt x="337508" y="425022"/>
                    <a:pt x="337385" y="424777"/>
                  </a:cubicBezTo>
                  <a:cubicBezTo>
                    <a:pt x="337385" y="424654"/>
                    <a:pt x="337262" y="424408"/>
                    <a:pt x="337139" y="424163"/>
                  </a:cubicBezTo>
                  <a:cubicBezTo>
                    <a:pt x="337016" y="424040"/>
                    <a:pt x="337016" y="423917"/>
                    <a:pt x="336893" y="423795"/>
                  </a:cubicBezTo>
                  <a:cubicBezTo>
                    <a:pt x="336893" y="423549"/>
                    <a:pt x="336770" y="423304"/>
                    <a:pt x="336647" y="423181"/>
                  </a:cubicBezTo>
                  <a:cubicBezTo>
                    <a:pt x="336647" y="422936"/>
                    <a:pt x="336524" y="422813"/>
                    <a:pt x="336524" y="422567"/>
                  </a:cubicBezTo>
                  <a:cubicBezTo>
                    <a:pt x="336401" y="422445"/>
                    <a:pt x="336401" y="422199"/>
                    <a:pt x="336278" y="421954"/>
                  </a:cubicBezTo>
                  <a:cubicBezTo>
                    <a:pt x="336278" y="421831"/>
                    <a:pt x="336156" y="421585"/>
                    <a:pt x="336156" y="421340"/>
                  </a:cubicBezTo>
                  <a:cubicBezTo>
                    <a:pt x="336156" y="421217"/>
                    <a:pt x="336156" y="421095"/>
                    <a:pt x="336033" y="420849"/>
                  </a:cubicBezTo>
                  <a:cubicBezTo>
                    <a:pt x="336033" y="420604"/>
                    <a:pt x="336033" y="420358"/>
                    <a:pt x="336033" y="420113"/>
                  </a:cubicBezTo>
                  <a:cubicBezTo>
                    <a:pt x="335910" y="419990"/>
                    <a:pt x="335910" y="419867"/>
                    <a:pt x="335910" y="419744"/>
                  </a:cubicBezTo>
                  <a:cubicBezTo>
                    <a:pt x="335910" y="419499"/>
                    <a:pt x="335910" y="419254"/>
                    <a:pt x="335910" y="419008"/>
                  </a:cubicBezTo>
                  <a:cubicBezTo>
                    <a:pt x="335910" y="418885"/>
                    <a:pt x="335910" y="418640"/>
                    <a:pt x="335910" y="418517"/>
                  </a:cubicBezTo>
                  <a:cubicBezTo>
                    <a:pt x="335910" y="418272"/>
                    <a:pt x="335910" y="418026"/>
                    <a:pt x="335910" y="417903"/>
                  </a:cubicBezTo>
                  <a:cubicBezTo>
                    <a:pt x="336033" y="417658"/>
                    <a:pt x="336033" y="417413"/>
                    <a:pt x="336033" y="417290"/>
                  </a:cubicBezTo>
                  <a:cubicBezTo>
                    <a:pt x="336033" y="417044"/>
                    <a:pt x="336033" y="416922"/>
                    <a:pt x="336156" y="416676"/>
                  </a:cubicBezTo>
                  <a:cubicBezTo>
                    <a:pt x="336156" y="416553"/>
                    <a:pt x="336156" y="416308"/>
                    <a:pt x="336278" y="416063"/>
                  </a:cubicBezTo>
                  <a:cubicBezTo>
                    <a:pt x="336278" y="415940"/>
                    <a:pt x="336278" y="415940"/>
                    <a:pt x="336278" y="415817"/>
                  </a:cubicBezTo>
                  <a:lnTo>
                    <a:pt x="351519" y="356415"/>
                  </a:lnTo>
                  <a:cubicBezTo>
                    <a:pt x="351642" y="355924"/>
                    <a:pt x="351765" y="355556"/>
                    <a:pt x="351888" y="355065"/>
                  </a:cubicBezTo>
                  <a:cubicBezTo>
                    <a:pt x="352011" y="354819"/>
                    <a:pt x="352134" y="354574"/>
                    <a:pt x="352257" y="354328"/>
                  </a:cubicBezTo>
                  <a:cubicBezTo>
                    <a:pt x="352379" y="354205"/>
                    <a:pt x="352379" y="354083"/>
                    <a:pt x="352379" y="353960"/>
                  </a:cubicBezTo>
                  <a:cubicBezTo>
                    <a:pt x="352625" y="353592"/>
                    <a:pt x="352871" y="353224"/>
                    <a:pt x="353117" y="352855"/>
                  </a:cubicBezTo>
                  <a:lnTo>
                    <a:pt x="360983" y="339969"/>
                  </a:lnTo>
                  <a:lnTo>
                    <a:pt x="350044" y="339969"/>
                  </a:lnTo>
                  <a:cubicBezTo>
                    <a:pt x="343161" y="339969"/>
                    <a:pt x="337753" y="334446"/>
                    <a:pt x="337753" y="327695"/>
                  </a:cubicBezTo>
                  <a:cubicBezTo>
                    <a:pt x="337753" y="320822"/>
                    <a:pt x="343161" y="315422"/>
                    <a:pt x="350044" y="315422"/>
                  </a:cubicBezTo>
                  <a:lnTo>
                    <a:pt x="376224" y="315422"/>
                  </a:lnTo>
                  <a:lnTo>
                    <a:pt x="418013" y="247674"/>
                  </a:lnTo>
                  <a:lnTo>
                    <a:pt x="350044" y="247674"/>
                  </a:lnTo>
                  <a:cubicBezTo>
                    <a:pt x="343161" y="247674"/>
                    <a:pt x="337753" y="242151"/>
                    <a:pt x="337753" y="235401"/>
                  </a:cubicBezTo>
                  <a:cubicBezTo>
                    <a:pt x="337753" y="228650"/>
                    <a:pt x="343161" y="223127"/>
                    <a:pt x="350044" y="223127"/>
                  </a:cubicBezTo>
                  <a:lnTo>
                    <a:pt x="433131" y="223127"/>
                  </a:lnTo>
                  <a:lnTo>
                    <a:pt x="475042" y="155379"/>
                  </a:lnTo>
                  <a:lnTo>
                    <a:pt x="350044" y="155379"/>
                  </a:lnTo>
                  <a:cubicBezTo>
                    <a:pt x="343161" y="155379"/>
                    <a:pt x="337753" y="149856"/>
                    <a:pt x="337753" y="143106"/>
                  </a:cubicBezTo>
                  <a:cubicBezTo>
                    <a:pt x="337753" y="136356"/>
                    <a:pt x="343161" y="130833"/>
                    <a:pt x="350044" y="130833"/>
                  </a:cubicBezTo>
                  <a:lnTo>
                    <a:pt x="490160" y="130833"/>
                  </a:lnTo>
                  <a:lnTo>
                    <a:pt x="532072" y="62839"/>
                  </a:lnTo>
                  <a:cubicBezTo>
                    <a:pt x="508781" y="60200"/>
                    <a:pt x="473045" y="57071"/>
                    <a:pt x="432163" y="56457"/>
                  </a:cubicBezTo>
                  <a:close/>
                  <a:moveTo>
                    <a:pt x="567716" y="51916"/>
                  </a:moveTo>
                  <a:lnTo>
                    <a:pt x="374872" y="364147"/>
                  </a:lnTo>
                  <a:lnTo>
                    <a:pt x="370816" y="380225"/>
                  </a:lnTo>
                  <a:lnTo>
                    <a:pt x="382369" y="369179"/>
                  </a:lnTo>
                  <a:lnTo>
                    <a:pt x="575336" y="56580"/>
                  </a:lnTo>
                  <a:close/>
                  <a:moveTo>
                    <a:pt x="48426" y="24547"/>
                  </a:moveTo>
                  <a:lnTo>
                    <a:pt x="48426" y="38538"/>
                  </a:lnTo>
                  <a:cubicBezTo>
                    <a:pt x="102506" y="33629"/>
                    <a:pt x="204274" y="27615"/>
                    <a:pt x="288959" y="42343"/>
                  </a:cubicBezTo>
                  <a:cubicBezTo>
                    <a:pt x="372905" y="26756"/>
                    <a:pt x="465578" y="31665"/>
                    <a:pt x="519044" y="36820"/>
                  </a:cubicBezTo>
                  <a:lnTo>
                    <a:pt x="519044" y="24547"/>
                  </a:lnTo>
                  <a:close/>
                  <a:moveTo>
                    <a:pt x="36135" y="0"/>
                  </a:moveTo>
                  <a:lnTo>
                    <a:pt x="531335" y="0"/>
                  </a:lnTo>
                  <a:cubicBezTo>
                    <a:pt x="538095" y="0"/>
                    <a:pt x="543626" y="5523"/>
                    <a:pt x="543626" y="12273"/>
                  </a:cubicBezTo>
                  <a:lnTo>
                    <a:pt x="543626" y="39397"/>
                  </a:lnTo>
                  <a:cubicBezTo>
                    <a:pt x="543994" y="39520"/>
                    <a:pt x="544486" y="39520"/>
                    <a:pt x="544978" y="39643"/>
                  </a:cubicBezTo>
                  <a:cubicBezTo>
                    <a:pt x="545469" y="39643"/>
                    <a:pt x="545838" y="39765"/>
                    <a:pt x="546330" y="39888"/>
                  </a:cubicBezTo>
                  <a:lnTo>
                    <a:pt x="553212" y="28597"/>
                  </a:lnTo>
                  <a:cubicBezTo>
                    <a:pt x="556777" y="22828"/>
                    <a:pt x="564397" y="21110"/>
                    <a:pt x="570174" y="24669"/>
                  </a:cubicBezTo>
                  <a:lnTo>
                    <a:pt x="598689" y="42220"/>
                  </a:lnTo>
                  <a:cubicBezTo>
                    <a:pt x="601393" y="43938"/>
                    <a:pt x="603359" y="46638"/>
                    <a:pt x="604220" y="49829"/>
                  </a:cubicBezTo>
                  <a:cubicBezTo>
                    <a:pt x="604957" y="53020"/>
                    <a:pt x="604342" y="56334"/>
                    <a:pt x="602622" y="59034"/>
                  </a:cubicBezTo>
                  <a:lnTo>
                    <a:pt x="578040" y="98922"/>
                  </a:lnTo>
                  <a:lnTo>
                    <a:pt x="578040" y="499030"/>
                  </a:lnTo>
                  <a:cubicBezTo>
                    <a:pt x="578040" y="502589"/>
                    <a:pt x="576565" y="506025"/>
                    <a:pt x="573738" y="508357"/>
                  </a:cubicBezTo>
                  <a:cubicBezTo>
                    <a:pt x="571034" y="510689"/>
                    <a:pt x="567470" y="511671"/>
                    <a:pt x="563905" y="511180"/>
                  </a:cubicBezTo>
                  <a:cubicBezTo>
                    <a:pt x="563660" y="511180"/>
                    <a:pt x="556285" y="510075"/>
                    <a:pt x="543626" y="508603"/>
                  </a:cubicBezTo>
                  <a:lnTo>
                    <a:pt x="543626" y="530940"/>
                  </a:lnTo>
                  <a:cubicBezTo>
                    <a:pt x="543626" y="537813"/>
                    <a:pt x="538095" y="543213"/>
                    <a:pt x="531335" y="543213"/>
                  </a:cubicBezTo>
                  <a:lnTo>
                    <a:pt x="36135" y="543213"/>
                  </a:lnTo>
                  <a:cubicBezTo>
                    <a:pt x="29375" y="543213"/>
                    <a:pt x="23844" y="537813"/>
                    <a:pt x="23844" y="530940"/>
                  </a:cubicBezTo>
                  <a:lnTo>
                    <a:pt x="23844" y="509953"/>
                  </a:lnTo>
                  <a:cubicBezTo>
                    <a:pt x="17699" y="510689"/>
                    <a:pt x="14257" y="511180"/>
                    <a:pt x="14135" y="511180"/>
                  </a:cubicBezTo>
                  <a:cubicBezTo>
                    <a:pt x="13520" y="511303"/>
                    <a:pt x="12905" y="511303"/>
                    <a:pt x="12291" y="511303"/>
                  </a:cubicBezTo>
                  <a:cubicBezTo>
                    <a:pt x="9341" y="511303"/>
                    <a:pt x="6514" y="510321"/>
                    <a:pt x="4302" y="508357"/>
                  </a:cubicBezTo>
                  <a:cubicBezTo>
                    <a:pt x="1598" y="506025"/>
                    <a:pt x="0" y="502589"/>
                    <a:pt x="0" y="499030"/>
                  </a:cubicBezTo>
                  <a:lnTo>
                    <a:pt x="0" y="54861"/>
                  </a:lnTo>
                  <a:cubicBezTo>
                    <a:pt x="0" y="48725"/>
                    <a:pt x="4548" y="43447"/>
                    <a:pt x="10693" y="42711"/>
                  </a:cubicBezTo>
                  <a:cubicBezTo>
                    <a:pt x="11676" y="42588"/>
                    <a:pt x="16347" y="41975"/>
                    <a:pt x="23844" y="41115"/>
                  </a:cubicBezTo>
                  <a:lnTo>
                    <a:pt x="23844" y="12273"/>
                  </a:lnTo>
                  <a:cubicBezTo>
                    <a:pt x="23844" y="5523"/>
                    <a:pt x="29375" y="0"/>
                    <a:pt x="36135" y="0"/>
                  </a:cubicBezTo>
                  <a:close/>
                </a:path>
              </a:pathLst>
            </a:custGeom>
            <a:solidFill>
              <a:schemeClr val="bg1"/>
            </a:solidFill>
            <a:ln>
              <a:noFill/>
            </a:ln>
          </p:spPr>
          <p:txBody>
            <a:bodyPr/>
            <a:lstStyle/>
            <a:p>
              <a:endParaRPr lang="zh-CN" altLang="en-US" dirty="0">
                <a:cs typeface="+mn-ea"/>
                <a:sym typeface="+mn-lt"/>
              </a:endParaRPr>
            </a:p>
          </p:txBody>
        </p:sp>
      </p:grpSp>
      <p:grpSp>
        <p:nvGrpSpPr>
          <p:cNvPr id="22" name="组合 21">
            <a:extLst>
              <a:ext uri="{FF2B5EF4-FFF2-40B4-BE49-F238E27FC236}">
                <a16:creationId xmlns:a16="http://schemas.microsoft.com/office/drawing/2014/main" id="{1C533558-0415-4815-820F-1B04021EE0CC}"/>
              </a:ext>
            </a:extLst>
          </p:cNvPr>
          <p:cNvGrpSpPr/>
          <p:nvPr/>
        </p:nvGrpSpPr>
        <p:grpSpPr>
          <a:xfrm>
            <a:off x="7904941" y="4143072"/>
            <a:ext cx="896274" cy="896274"/>
            <a:chOff x="7945277" y="4143072"/>
            <a:chExt cx="896274" cy="896274"/>
          </a:xfrm>
        </p:grpSpPr>
        <p:sp>
          <p:nvSpPr>
            <p:cNvPr id="17" name="椭圆 16">
              <a:extLst>
                <a:ext uri="{FF2B5EF4-FFF2-40B4-BE49-F238E27FC236}">
                  <a16:creationId xmlns:a16="http://schemas.microsoft.com/office/drawing/2014/main" id="{55E3AA22-8080-4A79-A0D6-68D06E1FF3C5}"/>
                </a:ext>
              </a:extLst>
            </p:cNvPr>
            <p:cNvSpPr/>
            <p:nvPr/>
          </p:nvSpPr>
          <p:spPr>
            <a:xfrm>
              <a:off x="7945277" y="4143072"/>
              <a:ext cx="896274" cy="89627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6" name="test-tube_223585">
              <a:extLst>
                <a:ext uri="{FF2B5EF4-FFF2-40B4-BE49-F238E27FC236}">
                  <a16:creationId xmlns:a16="http://schemas.microsoft.com/office/drawing/2014/main" id="{F6012882-4EAF-4F12-9A8B-9BA37B813E21}"/>
                </a:ext>
              </a:extLst>
            </p:cNvPr>
            <p:cNvSpPr>
              <a:spLocks noChangeAspect="1"/>
            </p:cNvSpPr>
            <p:nvPr/>
          </p:nvSpPr>
          <p:spPr bwMode="auto">
            <a:xfrm>
              <a:off x="8155173" y="4381078"/>
              <a:ext cx="476483" cy="420263"/>
            </a:xfrm>
            <a:custGeom>
              <a:avLst/>
              <a:gdLst>
                <a:gd name="T0" fmla="*/ 6713 w 6827"/>
                <a:gd name="T1" fmla="*/ 1366 h 6030"/>
                <a:gd name="T2" fmla="*/ 6030 w 6827"/>
                <a:gd name="T3" fmla="*/ 1707 h 6030"/>
                <a:gd name="T4" fmla="*/ 5689 w 6827"/>
                <a:gd name="T5" fmla="*/ 1821 h 6030"/>
                <a:gd name="T6" fmla="*/ 5461 w 6827"/>
                <a:gd name="T7" fmla="*/ 1479 h 6030"/>
                <a:gd name="T8" fmla="*/ 4883 w 6827"/>
                <a:gd name="T9" fmla="*/ 569 h 6030"/>
                <a:gd name="T10" fmla="*/ 1365 w 6827"/>
                <a:gd name="T11" fmla="*/ 569 h 6030"/>
                <a:gd name="T12" fmla="*/ 1479 w 6827"/>
                <a:gd name="T13" fmla="*/ 1479 h 6030"/>
                <a:gd name="T14" fmla="*/ 1138 w 6827"/>
                <a:gd name="T15" fmla="*/ 1934 h 6030"/>
                <a:gd name="T16" fmla="*/ 796 w 6827"/>
                <a:gd name="T17" fmla="*/ 1366 h 6030"/>
                <a:gd name="T18" fmla="*/ 114 w 6827"/>
                <a:gd name="T19" fmla="*/ 1707 h 6030"/>
                <a:gd name="T20" fmla="*/ 114 w 6827"/>
                <a:gd name="T21" fmla="*/ 5120 h 6030"/>
                <a:gd name="T22" fmla="*/ 2844 w 6827"/>
                <a:gd name="T23" fmla="*/ 6030 h 6030"/>
                <a:gd name="T24" fmla="*/ 4016 w 6827"/>
                <a:gd name="T25" fmla="*/ 5996 h 6030"/>
                <a:gd name="T26" fmla="*/ 6827 w 6827"/>
                <a:gd name="T27" fmla="*/ 5234 h 6030"/>
                <a:gd name="T28" fmla="*/ 6144 w 6827"/>
                <a:gd name="T29" fmla="*/ 2503 h 6030"/>
                <a:gd name="T30" fmla="*/ 6599 w 6827"/>
                <a:gd name="T31" fmla="*/ 2617 h 6030"/>
                <a:gd name="T32" fmla="*/ 6485 w 6827"/>
                <a:gd name="T33" fmla="*/ 1479 h 6030"/>
                <a:gd name="T34" fmla="*/ 5916 w 6827"/>
                <a:gd name="T35" fmla="*/ 2162 h 6030"/>
                <a:gd name="T36" fmla="*/ 5916 w 6827"/>
                <a:gd name="T37" fmla="*/ 2162 h 6030"/>
                <a:gd name="T38" fmla="*/ 5234 w 6827"/>
                <a:gd name="T39" fmla="*/ 2617 h 6030"/>
                <a:gd name="T40" fmla="*/ 5120 w 6827"/>
                <a:gd name="T41" fmla="*/ 1707 h 6030"/>
                <a:gd name="T42" fmla="*/ 5120 w 6827"/>
                <a:gd name="T43" fmla="*/ 3527 h 6030"/>
                <a:gd name="T44" fmla="*/ 4324 w 6827"/>
                <a:gd name="T45" fmla="*/ 1821 h 6030"/>
                <a:gd name="T46" fmla="*/ 5120 w 6827"/>
                <a:gd name="T47" fmla="*/ 1707 h 6030"/>
                <a:gd name="T48" fmla="*/ 3868 w 6827"/>
                <a:gd name="T49" fmla="*/ 1934 h 6030"/>
                <a:gd name="T50" fmla="*/ 5120 w 6827"/>
                <a:gd name="T51" fmla="*/ 4096 h 6030"/>
                <a:gd name="T52" fmla="*/ 5348 w 6827"/>
                <a:gd name="T53" fmla="*/ 1252 h 6030"/>
                <a:gd name="T54" fmla="*/ 3982 w 6827"/>
                <a:gd name="T55" fmla="*/ 797 h 6030"/>
                <a:gd name="T56" fmla="*/ 4210 w 6827"/>
                <a:gd name="T57" fmla="*/ 228 h 6030"/>
                <a:gd name="T58" fmla="*/ 3755 w 6827"/>
                <a:gd name="T59" fmla="*/ 1366 h 6030"/>
                <a:gd name="T60" fmla="*/ 3755 w 6827"/>
                <a:gd name="T61" fmla="*/ 1707 h 6030"/>
                <a:gd name="T62" fmla="*/ 3982 w 6827"/>
                <a:gd name="T63" fmla="*/ 2845 h 6030"/>
                <a:gd name="T64" fmla="*/ 5348 w 6827"/>
                <a:gd name="T65" fmla="*/ 4096 h 6030"/>
                <a:gd name="T66" fmla="*/ 5689 w 6827"/>
                <a:gd name="T67" fmla="*/ 2731 h 6030"/>
                <a:gd name="T68" fmla="*/ 6030 w 6827"/>
                <a:gd name="T69" fmla="*/ 2845 h 6030"/>
                <a:gd name="T70" fmla="*/ 910 w 6827"/>
                <a:gd name="T71" fmla="*/ 2731 h 6030"/>
                <a:gd name="T72" fmla="*/ 1252 w 6827"/>
                <a:gd name="T73" fmla="*/ 2845 h 6030"/>
                <a:gd name="T74" fmla="*/ 2162 w 6827"/>
                <a:gd name="T75" fmla="*/ 4779 h 6030"/>
                <a:gd name="T76" fmla="*/ 3072 w 6827"/>
                <a:gd name="T77" fmla="*/ 2845 h 6030"/>
                <a:gd name="T78" fmla="*/ 2844 w 6827"/>
                <a:gd name="T79" fmla="*/ 1707 h 6030"/>
                <a:gd name="T80" fmla="*/ 3072 w 6827"/>
                <a:gd name="T81" fmla="*/ 683 h 6030"/>
                <a:gd name="T82" fmla="*/ 228 w 6827"/>
                <a:gd name="T83" fmla="*/ 1934 h 6030"/>
                <a:gd name="T84" fmla="*/ 683 w 6827"/>
                <a:gd name="T85" fmla="*/ 2617 h 6030"/>
                <a:gd name="T86" fmla="*/ 2617 w 6827"/>
                <a:gd name="T87" fmla="*/ 3300 h 6030"/>
                <a:gd name="T88" fmla="*/ 1707 w 6827"/>
                <a:gd name="T89" fmla="*/ 3300 h 6030"/>
                <a:gd name="T90" fmla="*/ 2731 w 6827"/>
                <a:gd name="T91" fmla="*/ 2617 h 6030"/>
                <a:gd name="T92" fmla="*/ 2844 w 6827"/>
                <a:gd name="T93" fmla="*/ 1252 h 6030"/>
                <a:gd name="T94" fmla="*/ 1479 w 6827"/>
                <a:gd name="T95" fmla="*/ 797 h 6030"/>
                <a:gd name="T96" fmla="*/ 2503 w 6827"/>
                <a:gd name="T97" fmla="*/ 1821 h 6030"/>
                <a:gd name="T98" fmla="*/ 1707 w 6827"/>
                <a:gd name="T99" fmla="*/ 3072 h 6030"/>
                <a:gd name="T100" fmla="*/ 1707 w 6827"/>
                <a:gd name="T101" fmla="*/ 1707 h 6030"/>
                <a:gd name="T102" fmla="*/ 1593 w 6827"/>
                <a:gd name="T103" fmla="*/ 2617 h 6030"/>
                <a:gd name="T104" fmla="*/ 1365 w 6827"/>
                <a:gd name="T105" fmla="*/ 1934 h 6030"/>
                <a:gd name="T106" fmla="*/ 910 w 6827"/>
                <a:gd name="T107" fmla="*/ 2162 h 6030"/>
                <a:gd name="T108" fmla="*/ 569 w 6827"/>
                <a:gd name="T109" fmla="*/ 1707 h 6030"/>
                <a:gd name="T110" fmla="*/ 569 w 6827"/>
                <a:gd name="T111" fmla="*/ 2845 h 6030"/>
                <a:gd name="T112" fmla="*/ 6599 w 6827"/>
                <a:gd name="T113" fmla="*/ 5803 h 6030"/>
                <a:gd name="T114" fmla="*/ 3072 w 6827"/>
                <a:gd name="T115" fmla="*/ 5575 h 6030"/>
                <a:gd name="T116" fmla="*/ 228 w 6827"/>
                <a:gd name="T117" fmla="*/ 5348 h 6030"/>
                <a:gd name="T118" fmla="*/ 6599 w 6827"/>
                <a:gd name="T119" fmla="*/ 5803 h 6030"/>
                <a:gd name="T120" fmla="*/ 6485 w 6827"/>
                <a:gd name="T121" fmla="*/ 2845 h 6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827" h="6030">
                  <a:moveTo>
                    <a:pt x="6827" y="2731"/>
                  </a:moveTo>
                  <a:lnTo>
                    <a:pt x="6827" y="1821"/>
                  </a:lnTo>
                  <a:cubicBezTo>
                    <a:pt x="6827" y="1752"/>
                    <a:pt x="6781" y="1707"/>
                    <a:pt x="6713" y="1707"/>
                  </a:cubicBezTo>
                  <a:lnTo>
                    <a:pt x="6713" y="1366"/>
                  </a:lnTo>
                  <a:cubicBezTo>
                    <a:pt x="6713" y="1297"/>
                    <a:pt x="6667" y="1252"/>
                    <a:pt x="6599" y="1252"/>
                  </a:cubicBezTo>
                  <a:lnTo>
                    <a:pt x="6144" y="1252"/>
                  </a:lnTo>
                  <a:cubicBezTo>
                    <a:pt x="6076" y="1252"/>
                    <a:pt x="6030" y="1297"/>
                    <a:pt x="6030" y="1366"/>
                  </a:cubicBezTo>
                  <a:lnTo>
                    <a:pt x="6030" y="1707"/>
                  </a:lnTo>
                  <a:cubicBezTo>
                    <a:pt x="5962" y="1707"/>
                    <a:pt x="5916" y="1752"/>
                    <a:pt x="5916" y="1821"/>
                  </a:cubicBezTo>
                  <a:lnTo>
                    <a:pt x="5916" y="1934"/>
                  </a:lnTo>
                  <a:lnTo>
                    <a:pt x="5689" y="1934"/>
                  </a:lnTo>
                  <a:lnTo>
                    <a:pt x="5689" y="1821"/>
                  </a:lnTo>
                  <a:cubicBezTo>
                    <a:pt x="5689" y="1752"/>
                    <a:pt x="5643" y="1707"/>
                    <a:pt x="5575" y="1707"/>
                  </a:cubicBezTo>
                  <a:lnTo>
                    <a:pt x="5348" y="1707"/>
                  </a:lnTo>
                  <a:lnTo>
                    <a:pt x="5348" y="1479"/>
                  </a:lnTo>
                  <a:lnTo>
                    <a:pt x="5461" y="1479"/>
                  </a:lnTo>
                  <a:cubicBezTo>
                    <a:pt x="5530" y="1479"/>
                    <a:pt x="5575" y="1434"/>
                    <a:pt x="5575" y="1366"/>
                  </a:cubicBezTo>
                  <a:lnTo>
                    <a:pt x="5575" y="683"/>
                  </a:lnTo>
                  <a:cubicBezTo>
                    <a:pt x="5575" y="615"/>
                    <a:pt x="5530" y="569"/>
                    <a:pt x="5461" y="569"/>
                  </a:cubicBezTo>
                  <a:lnTo>
                    <a:pt x="4883" y="569"/>
                  </a:lnTo>
                  <a:cubicBezTo>
                    <a:pt x="4828" y="247"/>
                    <a:pt x="4546" y="0"/>
                    <a:pt x="4210" y="0"/>
                  </a:cubicBezTo>
                  <a:lnTo>
                    <a:pt x="2731" y="0"/>
                  </a:lnTo>
                  <a:cubicBezTo>
                    <a:pt x="2394" y="0"/>
                    <a:pt x="2112" y="247"/>
                    <a:pt x="2058" y="569"/>
                  </a:cubicBezTo>
                  <a:lnTo>
                    <a:pt x="1365" y="569"/>
                  </a:lnTo>
                  <a:cubicBezTo>
                    <a:pt x="1297" y="569"/>
                    <a:pt x="1252" y="615"/>
                    <a:pt x="1252" y="683"/>
                  </a:cubicBezTo>
                  <a:lnTo>
                    <a:pt x="1252" y="1366"/>
                  </a:lnTo>
                  <a:cubicBezTo>
                    <a:pt x="1252" y="1434"/>
                    <a:pt x="1297" y="1479"/>
                    <a:pt x="1365" y="1479"/>
                  </a:cubicBezTo>
                  <a:lnTo>
                    <a:pt x="1479" y="1479"/>
                  </a:lnTo>
                  <a:lnTo>
                    <a:pt x="1479" y="1707"/>
                  </a:lnTo>
                  <a:lnTo>
                    <a:pt x="1252" y="1707"/>
                  </a:lnTo>
                  <a:cubicBezTo>
                    <a:pt x="1183" y="1707"/>
                    <a:pt x="1138" y="1752"/>
                    <a:pt x="1138" y="1821"/>
                  </a:cubicBezTo>
                  <a:lnTo>
                    <a:pt x="1138" y="1934"/>
                  </a:lnTo>
                  <a:lnTo>
                    <a:pt x="910" y="1934"/>
                  </a:lnTo>
                  <a:lnTo>
                    <a:pt x="910" y="1821"/>
                  </a:lnTo>
                  <a:cubicBezTo>
                    <a:pt x="910" y="1752"/>
                    <a:pt x="865" y="1707"/>
                    <a:pt x="796" y="1707"/>
                  </a:cubicBezTo>
                  <a:lnTo>
                    <a:pt x="796" y="1366"/>
                  </a:lnTo>
                  <a:cubicBezTo>
                    <a:pt x="796" y="1297"/>
                    <a:pt x="751" y="1252"/>
                    <a:pt x="683" y="1252"/>
                  </a:cubicBezTo>
                  <a:lnTo>
                    <a:pt x="228" y="1252"/>
                  </a:lnTo>
                  <a:cubicBezTo>
                    <a:pt x="159" y="1252"/>
                    <a:pt x="114" y="1297"/>
                    <a:pt x="114" y="1366"/>
                  </a:cubicBezTo>
                  <a:lnTo>
                    <a:pt x="114" y="1707"/>
                  </a:lnTo>
                  <a:cubicBezTo>
                    <a:pt x="46" y="1707"/>
                    <a:pt x="0" y="1752"/>
                    <a:pt x="0" y="1821"/>
                  </a:cubicBezTo>
                  <a:lnTo>
                    <a:pt x="0" y="2731"/>
                  </a:lnTo>
                  <a:cubicBezTo>
                    <a:pt x="0" y="2799"/>
                    <a:pt x="46" y="2845"/>
                    <a:pt x="114" y="2845"/>
                  </a:cubicBezTo>
                  <a:lnTo>
                    <a:pt x="114" y="5120"/>
                  </a:lnTo>
                  <a:cubicBezTo>
                    <a:pt x="46" y="5120"/>
                    <a:pt x="0" y="5166"/>
                    <a:pt x="0" y="5234"/>
                  </a:cubicBezTo>
                  <a:lnTo>
                    <a:pt x="0" y="5917"/>
                  </a:lnTo>
                  <a:cubicBezTo>
                    <a:pt x="0" y="5985"/>
                    <a:pt x="46" y="6030"/>
                    <a:pt x="114" y="6030"/>
                  </a:cubicBezTo>
                  <a:lnTo>
                    <a:pt x="2844" y="6030"/>
                  </a:lnTo>
                  <a:cubicBezTo>
                    <a:pt x="2879" y="6030"/>
                    <a:pt x="2901" y="6019"/>
                    <a:pt x="2924" y="5996"/>
                  </a:cubicBezTo>
                  <a:lnTo>
                    <a:pt x="3118" y="5803"/>
                  </a:lnTo>
                  <a:lnTo>
                    <a:pt x="3823" y="5803"/>
                  </a:lnTo>
                  <a:lnTo>
                    <a:pt x="4016" y="5996"/>
                  </a:lnTo>
                  <a:cubicBezTo>
                    <a:pt x="4039" y="6019"/>
                    <a:pt x="4062" y="6030"/>
                    <a:pt x="4096" y="6030"/>
                  </a:cubicBezTo>
                  <a:lnTo>
                    <a:pt x="6713" y="6030"/>
                  </a:lnTo>
                  <a:cubicBezTo>
                    <a:pt x="6781" y="6030"/>
                    <a:pt x="6827" y="5985"/>
                    <a:pt x="6827" y="5917"/>
                  </a:cubicBezTo>
                  <a:lnTo>
                    <a:pt x="6827" y="5234"/>
                  </a:lnTo>
                  <a:cubicBezTo>
                    <a:pt x="6827" y="5166"/>
                    <a:pt x="6781" y="5120"/>
                    <a:pt x="6713" y="5120"/>
                  </a:cubicBezTo>
                  <a:lnTo>
                    <a:pt x="6713" y="2845"/>
                  </a:lnTo>
                  <a:cubicBezTo>
                    <a:pt x="6781" y="2845"/>
                    <a:pt x="6827" y="2799"/>
                    <a:pt x="6827" y="2731"/>
                  </a:cubicBezTo>
                  <a:close/>
                  <a:moveTo>
                    <a:pt x="6144" y="2503"/>
                  </a:moveTo>
                  <a:lnTo>
                    <a:pt x="6144" y="2048"/>
                  </a:lnTo>
                  <a:lnTo>
                    <a:pt x="6144" y="1934"/>
                  </a:lnTo>
                  <a:lnTo>
                    <a:pt x="6599" y="1934"/>
                  </a:lnTo>
                  <a:lnTo>
                    <a:pt x="6599" y="2617"/>
                  </a:lnTo>
                  <a:lnTo>
                    <a:pt x="6144" y="2617"/>
                  </a:lnTo>
                  <a:lnTo>
                    <a:pt x="6144" y="2503"/>
                  </a:lnTo>
                  <a:close/>
                  <a:moveTo>
                    <a:pt x="6258" y="1479"/>
                  </a:moveTo>
                  <a:lnTo>
                    <a:pt x="6485" y="1479"/>
                  </a:lnTo>
                  <a:lnTo>
                    <a:pt x="6485" y="1707"/>
                  </a:lnTo>
                  <a:lnTo>
                    <a:pt x="6258" y="1707"/>
                  </a:lnTo>
                  <a:lnTo>
                    <a:pt x="6258" y="1479"/>
                  </a:lnTo>
                  <a:close/>
                  <a:moveTo>
                    <a:pt x="5916" y="2162"/>
                  </a:moveTo>
                  <a:lnTo>
                    <a:pt x="5916" y="2390"/>
                  </a:lnTo>
                  <a:lnTo>
                    <a:pt x="5689" y="2390"/>
                  </a:lnTo>
                  <a:lnTo>
                    <a:pt x="5689" y="2162"/>
                  </a:lnTo>
                  <a:lnTo>
                    <a:pt x="5916" y="2162"/>
                  </a:lnTo>
                  <a:close/>
                  <a:moveTo>
                    <a:pt x="5461" y="2048"/>
                  </a:moveTo>
                  <a:lnTo>
                    <a:pt x="5461" y="2503"/>
                  </a:lnTo>
                  <a:lnTo>
                    <a:pt x="5461" y="2617"/>
                  </a:lnTo>
                  <a:lnTo>
                    <a:pt x="5234" y="2617"/>
                  </a:lnTo>
                  <a:lnTo>
                    <a:pt x="5234" y="1934"/>
                  </a:lnTo>
                  <a:lnTo>
                    <a:pt x="5461" y="1934"/>
                  </a:lnTo>
                  <a:lnTo>
                    <a:pt x="5461" y="2048"/>
                  </a:lnTo>
                  <a:close/>
                  <a:moveTo>
                    <a:pt x="5120" y="1707"/>
                  </a:moveTo>
                  <a:cubicBezTo>
                    <a:pt x="5052" y="1707"/>
                    <a:pt x="5006" y="1752"/>
                    <a:pt x="5006" y="1821"/>
                  </a:cubicBezTo>
                  <a:lnTo>
                    <a:pt x="5006" y="2731"/>
                  </a:lnTo>
                  <a:cubicBezTo>
                    <a:pt x="5006" y="2799"/>
                    <a:pt x="5052" y="2845"/>
                    <a:pt x="5120" y="2845"/>
                  </a:cubicBezTo>
                  <a:lnTo>
                    <a:pt x="5120" y="3527"/>
                  </a:lnTo>
                  <a:lnTo>
                    <a:pt x="4210" y="3527"/>
                  </a:lnTo>
                  <a:lnTo>
                    <a:pt x="4210" y="2845"/>
                  </a:lnTo>
                  <a:cubicBezTo>
                    <a:pt x="4278" y="2845"/>
                    <a:pt x="4324" y="2799"/>
                    <a:pt x="4324" y="2731"/>
                  </a:cubicBezTo>
                  <a:lnTo>
                    <a:pt x="4324" y="1821"/>
                  </a:lnTo>
                  <a:cubicBezTo>
                    <a:pt x="4324" y="1752"/>
                    <a:pt x="4278" y="1707"/>
                    <a:pt x="4210" y="1707"/>
                  </a:cubicBezTo>
                  <a:lnTo>
                    <a:pt x="4210" y="1479"/>
                  </a:lnTo>
                  <a:lnTo>
                    <a:pt x="5120" y="1479"/>
                  </a:lnTo>
                  <a:lnTo>
                    <a:pt x="5120" y="1707"/>
                  </a:lnTo>
                  <a:close/>
                  <a:moveTo>
                    <a:pt x="4096" y="1934"/>
                  </a:moveTo>
                  <a:lnTo>
                    <a:pt x="4096" y="2617"/>
                  </a:lnTo>
                  <a:lnTo>
                    <a:pt x="3868" y="2617"/>
                  </a:lnTo>
                  <a:lnTo>
                    <a:pt x="3868" y="1934"/>
                  </a:lnTo>
                  <a:lnTo>
                    <a:pt x="4096" y="1934"/>
                  </a:lnTo>
                  <a:close/>
                  <a:moveTo>
                    <a:pt x="4210" y="3755"/>
                  </a:moveTo>
                  <a:lnTo>
                    <a:pt x="5120" y="3755"/>
                  </a:lnTo>
                  <a:lnTo>
                    <a:pt x="5120" y="4096"/>
                  </a:lnTo>
                  <a:cubicBezTo>
                    <a:pt x="5120" y="4347"/>
                    <a:pt x="4915" y="4551"/>
                    <a:pt x="4665" y="4551"/>
                  </a:cubicBezTo>
                  <a:cubicBezTo>
                    <a:pt x="4415" y="4551"/>
                    <a:pt x="4210" y="4347"/>
                    <a:pt x="4210" y="4096"/>
                  </a:cubicBezTo>
                  <a:lnTo>
                    <a:pt x="4210" y="3755"/>
                  </a:lnTo>
                  <a:close/>
                  <a:moveTo>
                    <a:pt x="5348" y="1252"/>
                  </a:moveTo>
                  <a:lnTo>
                    <a:pt x="5234" y="1252"/>
                  </a:lnTo>
                  <a:lnTo>
                    <a:pt x="4096" y="1252"/>
                  </a:lnTo>
                  <a:lnTo>
                    <a:pt x="3982" y="1252"/>
                  </a:lnTo>
                  <a:lnTo>
                    <a:pt x="3982" y="797"/>
                  </a:lnTo>
                  <a:lnTo>
                    <a:pt x="5348" y="797"/>
                  </a:lnTo>
                  <a:lnTo>
                    <a:pt x="5348" y="1252"/>
                  </a:lnTo>
                  <a:close/>
                  <a:moveTo>
                    <a:pt x="2731" y="228"/>
                  </a:moveTo>
                  <a:lnTo>
                    <a:pt x="4210" y="228"/>
                  </a:lnTo>
                  <a:cubicBezTo>
                    <a:pt x="4421" y="228"/>
                    <a:pt x="4600" y="373"/>
                    <a:pt x="4650" y="569"/>
                  </a:cubicBezTo>
                  <a:lnTo>
                    <a:pt x="3868" y="569"/>
                  </a:lnTo>
                  <a:cubicBezTo>
                    <a:pt x="3800" y="569"/>
                    <a:pt x="3755" y="615"/>
                    <a:pt x="3755" y="683"/>
                  </a:cubicBezTo>
                  <a:lnTo>
                    <a:pt x="3755" y="1366"/>
                  </a:lnTo>
                  <a:cubicBezTo>
                    <a:pt x="3755" y="1434"/>
                    <a:pt x="3800" y="1479"/>
                    <a:pt x="3868" y="1479"/>
                  </a:cubicBezTo>
                  <a:lnTo>
                    <a:pt x="3982" y="1479"/>
                  </a:lnTo>
                  <a:lnTo>
                    <a:pt x="3982" y="1707"/>
                  </a:lnTo>
                  <a:lnTo>
                    <a:pt x="3755" y="1707"/>
                  </a:lnTo>
                  <a:cubicBezTo>
                    <a:pt x="3686" y="1707"/>
                    <a:pt x="3641" y="1752"/>
                    <a:pt x="3641" y="1821"/>
                  </a:cubicBezTo>
                  <a:lnTo>
                    <a:pt x="3641" y="2731"/>
                  </a:lnTo>
                  <a:cubicBezTo>
                    <a:pt x="3641" y="2799"/>
                    <a:pt x="3686" y="2845"/>
                    <a:pt x="3755" y="2845"/>
                  </a:cubicBezTo>
                  <a:lnTo>
                    <a:pt x="3982" y="2845"/>
                  </a:lnTo>
                  <a:lnTo>
                    <a:pt x="3982" y="3641"/>
                  </a:lnTo>
                  <a:lnTo>
                    <a:pt x="3982" y="4096"/>
                  </a:lnTo>
                  <a:cubicBezTo>
                    <a:pt x="3982" y="4472"/>
                    <a:pt x="4289" y="4779"/>
                    <a:pt x="4665" y="4779"/>
                  </a:cubicBezTo>
                  <a:cubicBezTo>
                    <a:pt x="5040" y="4779"/>
                    <a:pt x="5348" y="4472"/>
                    <a:pt x="5348" y="4096"/>
                  </a:cubicBezTo>
                  <a:lnTo>
                    <a:pt x="5348" y="3641"/>
                  </a:lnTo>
                  <a:lnTo>
                    <a:pt x="5348" y="2845"/>
                  </a:lnTo>
                  <a:lnTo>
                    <a:pt x="5575" y="2845"/>
                  </a:lnTo>
                  <a:cubicBezTo>
                    <a:pt x="5643" y="2845"/>
                    <a:pt x="5689" y="2799"/>
                    <a:pt x="5689" y="2731"/>
                  </a:cubicBezTo>
                  <a:lnTo>
                    <a:pt x="5689" y="2617"/>
                  </a:lnTo>
                  <a:lnTo>
                    <a:pt x="5916" y="2617"/>
                  </a:lnTo>
                  <a:lnTo>
                    <a:pt x="5916" y="2731"/>
                  </a:lnTo>
                  <a:cubicBezTo>
                    <a:pt x="5916" y="2799"/>
                    <a:pt x="5962" y="2845"/>
                    <a:pt x="6030" y="2845"/>
                  </a:cubicBezTo>
                  <a:lnTo>
                    <a:pt x="6030" y="5120"/>
                  </a:lnTo>
                  <a:lnTo>
                    <a:pt x="796" y="5120"/>
                  </a:lnTo>
                  <a:lnTo>
                    <a:pt x="796" y="2845"/>
                  </a:lnTo>
                  <a:cubicBezTo>
                    <a:pt x="865" y="2845"/>
                    <a:pt x="910" y="2799"/>
                    <a:pt x="910" y="2731"/>
                  </a:cubicBezTo>
                  <a:lnTo>
                    <a:pt x="910" y="2617"/>
                  </a:lnTo>
                  <a:lnTo>
                    <a:pt x="1138" y="2617"/>
                  </a:lnTo>
                  <a:lnTo>
                    <a:pt x="1138" y="2731"/>
                  </a:lnTo>
                  <a:cubicBezTo>
                    <a:pt x="1138" y="2799"/>
                    <a:pt x="1183" y="2845"/>
                    <a:pt x="1252" y="2845"/>
                  </a:cubicBezTo>
                  <a:lnTo>
                    <a:pt x="1479" y="2845"/>
                  </a:lnTo>
                  <a:lnTo>
                    <a:pt x="1479" y="3186"/>
                  </a:lnTo>
                  <a:lnTo>
                    <a:pt x="1479" y="4096"/>
                  </a:lnTo>
                  <a:cubicBezTo>
                    <a:pt x="1479" y="4472"/>
                    <a:pt x="1786" y="4779"/>
                    <a:pt x="2162" y="4779"/>
                  </a:cubicBezTo>
                  <a:cubicBezTo>
                    <a:pt x="2537" y="4779"/>
                    <a:pt x="2844" y="4472"/>
                    <a:pt x="2844" y="4096"/>
                  </a:cubicBezTo>
                  <a:lnTo>
                    <a:pt x="2844" y="3186"/>
                  </a:lnTo>
                  <a:lnTo>
                    <a:pt x="2844" y="2845"/>
                  </a:lnTo>
                  <a:lnTo>
                    <a:pt x="3072" y="2845"/>
                  </a:lnTo>
                  <a:cubicBezTo>
                    <a:pt x="3140" y="2845"/>
                    <a:pt x="3186" y="2799"/>
                    <a:pt x="3186" y="2731"/>
                  </a:cubicBezTo>
                  <a:lnTo>
                    <a:pt x="3186" y="1821"/>
                  </a:lnTo>
                  <a:cubicBezTo>
                    <a:pt x="3186" y="1752"/>
                    <a:pt x="3140" y="1707"/>
                    <a:pt x="3072" y="1707"/>
                  </a:cubicBezTo>
                  <a:lnTo>
                    <a:pt x="2844" y="1707"/>
                  </a:lnTo>
                  <a:lnTo>
                    <a:pt x="2844" y="1479"/>
                  </a:lnTo>
                  <a:lnTo>
                    <a:pt x="2958" y="1479"/>
                  </a:lnTo>
                  <a:cubicBezTo>
                    <a:pt x="3026" y="1479"/>
                    <a:pt x="3072" y="1434"/>
                    <a:pt x="3072" y="1366"/>
                  </a:cubicBezTo>
                  <a:lnTo>
                    <a:pt x="3072" y="683"/>
                  </a:lnTo>
                  <a:cubicBezTo>
                    <a:pt x="3072" y="615"/>
                    <a:pt x="3026" y="569"/>
                    <a:pt x="2958" y="569"/>
                  </a:cubicBezTo>
                  <a:lnTo>
                    <a:pt x="2290" y="569"/>
                  </a:lnTo>
                  <a:cubicBezTo>
                    <a:pt x="2341" y="373"/>
                    <a:pt x="2520" y="228"/>
                    <a:pt x="2731" y="228"/>
                  </a:cubicBezTo>
                  <a:close/>
                  <a:moveTo>
                    <a:pt x="228" y="1934"/>
                  </a:moveTo>
                  <a:lnTo>
                    <a:pt x="683" y="1934"/>
                  </a:lnTo>
                  <a:lnTo>
                    <a:pt x="683" y="2048"/>
                  </a:lnTo>
                  <a:lnTo>
                    <a:pt x="683" y="2503"/>
                  </a:lnTo>
                  <a:lnTo>
                    <a:pt x="683" y="2617"/>
                  </a:lnTo>
                  <a:lnTo>
                    <a:pt x="228" y="2617"/>
                  </a:lnTo>
                  <a:lnTo>
                    <a:pt x="228" y="1934"/>
                  </a:lnTo>
                  <a:close/>
                  <a:moveTo>
                    <a:pt x="1707" y="3300"/>
                  </a:moveTo>
                  <a:lnTo>
                    <a:pt x="2617" y="3300"/>
                  </a:lnTo>
                  <a:lnTo>
                    <a:pt x="2617" y="4096"/>
                  </a:lnTo>
                  <a:cubicBezTo>
                    <a:pt x="2617" y="4347"/>
                    <a:pt x="2412" y="4551"/>
                    <a:pt x="2162" y="4551"/>
                  </a:cubicBezTo>
                  <a:cubicBezTo>
                    <a:pt x="1911" y="4551"/>
                    <a:pt x="1707" y="4347"/>
                    <a:pt x="1707" y="4096"/>
                  </a:cubicBezTo>
                  <a:lnTo>
                    <a:pt x="1707" y="3300"/>
                  </a:lnTo>
                  <a:close/>
                  <a:moveTo>
                    <a:pt x="2731" y="1934"/>
                  </a:moveTo>
                  <a:lnTo>
                    <a:pt x="2958" y="1934"/>
                  </a:lnTo>
                  <a:lnTo>
                    <a:pt x="2958" y="2617"/>
                  </a:lnTo>
                  <a:lnTo>
                    <a:pt x="2731" y="2617"/>
                  </a:lnTo>
                  <a:lnTo>
                    <a:pt x="2731" y="1934"/>
                  </a:lnTo>
                  <a:close/>
                  <a:moveTo>
                    <a:pt x="1479" y="797"/>
                  </a:moveTo>
                  <a:lnTo>
                    <a:pt x="2844" y="797"/>
                  </a:lnTo>
                  <a:lnTo>
                    <a:pt x="2844" y="1252"/>
                  </a:lnTo>
                  <a:lnTo>
                    <a:pt x="2731" y="1252"/>
                  </a:lnTo>
                  <a:lnTo>
                    <a:pt x="1593" y="1252"/>
                  </a:lnTo>
                  <a:lnTo>
                    <a:pt x="1479" y="1252"/>
                  </a:lnTo>
                  <a:lnTo>
                    <a:pt x="1479" y="797"/>
                  </a:lnTo>
                  <a:close/>
                  <a:moveTo>
                    <a:pt x="1707" y="1479"/>
                  </a:moveTo>
                  <a:lnTo>
                    <a:pt x="2617" y="1479"/>
                  </a:lnTo>
                  <a:lnTo>
                    <a:pt x="2617" y="1707"/>
                  </a:lnTo>
                  <a:cubicBezTo>
                    <a:pt x="2549" y="1707"/>
                    <a:pt x="2503" y="1752"/>
                    <a:pt x="2503" y="1821"/>
                  </a:cubicBezTo>
                  <a:lnTo>
                    <a:pt x="2503" y="2731"/>
                  </a:lnTo>
                  <a:cubicBezTo>
                    <a:pt x="2503" y="2799"/>
                    <a:pt x="2549" y="2845"/>
                    <a:pt x="2617" y="2845"/>
                  </a:cubicBezTo>
                  <a:lnTo>
                    <a:pt x="2617" y="3072"/>
                  </a:lnTo>
                  <a:lnTo>
                    <a:pt x="1707" y="3072"/>
                  </a:lnTo>
                  <a:lnTo>
                    <a:pt x="1707" y="2845"/>
                  </a:lnTo>
                  <a:cubicBezTo>
                    <a:pt x="1775" y="2845"/>
                    <a:pt x="1820" y="2799"/>
                    <a:pt x="1820" y="2731"/>
                  </a:cubicBezTo>
                  <a:lnTo>
                    <a:pt x="1820" y="1821"/>
                  </a:lnTo>
                  <a:cubicBezTo>
                    <a:pt x="1820" y="1752"/>
                    <a:pt x="1775" y="1707"/>
                    <a:pt x="1707" y="1707"/>
                  </a:cubicBezTo>
                  <a:lnTo>
                    <a:pt x="1707" y="1479"/>
                  </a:lnTo>
                  <a:close/>
                  <a:moveTo>
                    <a:pt x="1365" y="1934"/>
                  </a:moveTo>
                  <a:lnTo>
                    <a:pt x="1593" y="1934"/>
                  </a:lnTo>
                  <a:lnTo>
                    <a:pt x="1593" y="2617"/>
                  </a:lnTo>
                  <a:lnTo>
                    <a:pt x="1365" y="2617"/>
                  </a:lnTo>
                  <a:lnTo>
                    <a:pt x="1365" y="2503"/>
                  </a:lnTo>
                  <a:lnTo>
                    <a:pt x="1365" y="2048"/>
                  </a:lnTo>
                  <a:lnTo>
                    <a:pt x="1365" y="1934"/>
                  </a:lnTo>
                  <a:close/>
                  <a:moveTo>
                    <a:pt x="1138" y="2162"/>
                  </a:moveTo>
                  <a:lnTo>
                    <a:pt x="1138" y="2390"/>
                  </a:lnTo>
                  <a:lnTo>
                    <a:pt x="910" y="2390"/>
                  </a:lnTo>
                  <a:lnTo>
                    <a:pt x="910" y="2162"/>
                  </a:lnTo>
                  <a:lnTo>
                    <a:pt x="1138" y="2162"/>
                  </a:lnTo>
                  <a:close/>
                  <a:moveTo>
                    <a:pt x="341" y="1479"/>
                  </a:moveTo>
                  <a:lnTo>
                    <a:pt x="569" y="1479"/>
                  </a:lnTo>
                  <a:lnTo>
                    <a:pt x="569" y="1707"/>
                  </a:lnTo>
                  <a:lnTo>
                    <a:pt x="341" y="1707"/>
                  </a:lnTo>
                  <a:lnTo>
                    <a:pt x="341" y="1479"/>
                  </a:lnTo>
                  <a:close/>
                  <a:moveTo>
                    <a:pt x="341" y="2845"/>
                  </a:moveTo>
                  <a:lnTo>
                    <a:pt x="569" y="2845"/>
                  </a:lnTo>
                  <a:lnTo>
                    <a:pt x="569" y="5120"/>
                  </a:lnTo>
                  <a:lnTo>
                    <a:pt x="341" y="5120"/>
                  </a:lnTo>
                  <a:lnTo>
                    <a:pt x="341" y="2845"/>
                  </a:lnTo>
                  <a:close/>
                  <a:moveTo>
                    <a:pt x="6599" y="5803"/>
                  </a:moveTo>
                  <a:lnTo>
                    <a:pt x="4142" y="5803"/>
                  </a:lnTo>
                  <a:lnTo>
                    <a:pt x="3948" y="5609"/>
                  </a:lnTo>
                  <a:cubicBezTo>
                    <a:pt x="3925" y="5587"/>
                    <a:pt x="3903" y="5575"/>
                    <a:pt x="3868" y="5575"/>
                  </a:cubicBezTo>
                  <a:lnTo>
                    <a:pt x="3072" y="5575"/>
                  </a:lnTo>
                  <a:cubicBezTo>
                    <a:pt x="3038" y="5575"/>
                    <a:pt x="3015" y="5587"/>
                    <a:pt x="2992" y="5609"/>
                  </a:cubicBezTo>
                  <a:lnTo>
                    <a:pt x="2799" y="5803"/>
                  </a:lnTo>
                  <a:lnTo>
                    <a:pt x="228" y="5803"/>
                  </a:lnTo>
                  <a:lnTo>
                    <a:pt x="228" y="5348"/>
                  </a:lnTo>
                  <a:lnTo>
                    <a:pt x="683" y="5348"/>
                  </a:lnTo>
                  <a:lnTo>
                    <a:pt x="6144" y="5348"/>
                  </a:lnTo>
                  <a:lnTo>
                    <a:pt x="6599" y="5348"/>
                  </a:lnTo>
                  <a:lnTo>
                    <a:pt x="6599" y="5803"/>
                  </a:lnTo>
                  <a:close/>
                  <a:moveTo>
                    <a:pt x="6485" y="5120"/>
                  </a:moveTo>
                  <a:lnTo>
                    <a:pt x="6258" y="5120"/>
                  </a:lnTo>
                  <a:lnTo>
                    <a:pt x="6258" y="2845"/>
                  </a:lnTo>
                  <a:lnTo>
                    <a:pt x="6485" y="2845"/>
                  </a:lnTo>
                  <a:lnTo>
                    <a:pt x="6485" y="5120"/>
                  </a:lnTo>
                  <a:close/>
                </a:path>
              </a:pathLst>
            </a:custGeom>
            <a:solidFill>
              <a:schemeClr val="bg1"/>
            </a:solidFill>
            <a:ln>
              <a:noFill/>
            </a:ln>
          </p:spPr>
          <p:txBody>
            <a:bodyPr/>
            <a:lstStyle/>
            <a:p>
              <a:endParaRPr lang="zh-CN" altLang="en-US">
                <a:cs typeface="+mn-ea"/>
                <a:sym typeface="+mn-lt"/>
              </a:endParaRPr>
            </a:p>
          </p:txBody>
        </p:sp>
      </p:grpSp>
      <p:grpSp>
        <p:nvGrpSpPr>
          <p:cNvPr id="23" name="组合 22">
            <a:extLst>
              <a:ext uri="{FF2B5EF4-FFF2-40B4-BE49-F238E27FC236}">
                <a16:creationId xmlns:a16="http://schemas.microsoft.com/office/drawing/2014/main" id="{CA82BA59-8BB5-48BF-A8F6-A5B309B58495}"/>
              </a:ext>
            </a:extLst>
          </p:cNvPr>
          <p:cNvGrpSpPr/>
          <p:nvPr/>
        </p:nvGrpSpPr>
        <p:grpSpPr>
          <a:xfrm>
            <a:off x="10138667" y="4143072"/>
            <a:ext cx="896274" cy="896274"/>
            <a:chOff x="10242688" y="4143072"/>
            <a:chExt cx="896274" cy="896274"/>
          </a:xfrm>
        </p:grpSpPr>
        <p:sp>
          <p:nvSpPr>
            <p:cNvPr id="18" name="椭圆 17">
              <a:extLst>
                <a:ext uri="{FF2B5EF4-FFF2-40B4-BE49-F238E27FC236}">
                  <a16:creationId xmlns:a16="http://schemas.microsoft.com/office/drawing/2014/main" id="{202E4545-DB5C-42DB-A190-75C7B255A3CE}"/>
                </a:ext>
              </a:extLst>
            </p:cNvPr>
            <p:cNvSpPr/>
            <p:nvPr/>
          </p:nvSpPr>
          <p:spPr>
            <a:xfrm>
              <a:off x="10242688" y="4143072"/>
              <a:ext cx="896274" cy="89627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8" name="desktop-computer_5088">
              <a:extLst>
                <a:ext uri="{FF2B5EF4-FFF2-40B4-BE49-F238E27FC236}">
                  <a16:creationId xmlns:a16="http://schemas.microsoft.com/office/drawing/2014/main" id="{B0D90D2B-AB82-4DF4-9071-D50E9E145F02}"/>
                </a:ext>
              </a:extLst>
            </p:cNvPr>
            <p:cNvSpPr>
              <a:spLocks noChangeAspect="1"/>
            </p:cNvSpPr>
            <p:nvPr/>
          </p:nvSpPr>
          <p:spPr bwMode="auto">
            <a:xfrm>
              <a:off x="10452584" y="4377907"/>
              <a:ext cx="476482" cy="426604"/>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 name="connsiteX92" fmla="*/ 325000 h 606722"/>
                <a:gd name="connsiteY92" fmla="*/ 325000 h 606722"/>
                <a:gd name="connsiteX93" fmla="*/ 325000 h 606722"/>
                <a:gd name="connsiteY93" fmla="*/ 325000 h 606722"/>
                <a:gd name="connsiteX94" fmla="*/ 325000 h 606722"/>
                <a:gd name="connsiteY94" fmla="*/ 325000 h 606722"/>
                <a:gd name="connsiteX95" fmla="*/ 325000 h 606722"/>
                <a:gd name="connsiteY95" fmla="*/ 325000 h 606722"/>
                <a:gd name="connsiteX96" fmla="*/ 325000 h 606722"/>
                <a:gd name="connsiteY96" fmla="*/ 325000 h 606722"/>
                <a:gd name="connsiteX97" fmla="*/ 325000 h 606722"/>
                <a:gd name="connsiteY97" fmla="*/ 325000 h 606722"/>
                <a:gd name="connsiteX98" fmla="*/ 325000 h 606722"/>
                <a:gd name="connsiteY98" fmla="*/ 325000 h 606722"/>
                <a:gd name="connsiteX99" fmla="*/ 325000 h 606722"/>
                <a:gd name="connsiteY99" fmla="*/ 325000 h 606722"/>
                <a:gd name="connsiteX100" fmla="*/ 325000 h 606722"/>
                <a:gd name="connsiteY100" fmla="*/ 325000 h 606722"/>
                <a:gd name="connsiteX101" fmla="*/ 325000 h 606722"/>
                <a:gd name="connsiteY101" fmla="*/ 325000 h 606722"/>
                <a:gd name="connsiteX102" fmla="*/ 325000 h 606722"/>
                <a:gd name="connsiteY102" fmla="*/ 325000 h 606722"/>
                <a:gd name="connsiteX103" fmla="*/ 325000 h 606722"/>
                <a:gd name="connsiteY103" fmla="*/ 325000 h 606722"/>
                <a:gd name="connsiteX104" fmla="*/ 325000 h 606722"/>
                <a:gd name="connsiteY104" fmla="*/ 325000 h 606722"/>
                <a:gd name="connsiteX105" fmla="*/ 325000 h 606722"/>
                <a:gd name="connsiteY105" fmla="*/ 325000 h 606722"/>
                <a:gd name="connsiteX106" fmla="*/ 325000 h 606722"/>
                <a:gd name="connsiteY106" fmla="*/ 325000 h 606722"/>
                <a:gd name="connsiteX107" fmla="*/ 325000 h 606722"/>
                <a:gd name="connsiteY107" fmla="*/ 325000 h 606722"/>
                <a:gd name="connsiteX108" fmla="*/ 325000 h 606722"/>
                <a:gd name="connsiteY108" fmla="*/ 325000 h 606722"/>
                <a:gd name="connsiteX109" fmla="*/ 325000 h 606722"/>
                <a:gd name="connsiteY109" fmla="*/ 325000 h 606722"/>
                <a:gd name="connsiteX110" fmla="*/ 325000 h 606722"/>
                <a:gd name="connsiteY110" fmla="*/ 325000 h 606722"/>
                <a:gd name="connsiteX111" fmla="*/ 325000 h 606722"/>
                <a:gd name="connsiteY111" fmla="*/ 325000 h 606722"/>
                <a:gd name="connsiteX112" fmla="*/ 325000 h 606722"/>
                <a:gd name="connsiteY112" fmla="*/ 325000 h 606722"/>
                <a:gd name="connsiteX113" fmla="*/ 325000 h 606722"/>
                <a:gd name="connsiteY113" fmla="*/ 325000 h 606722"/>
                <a:gd name="connsiteX114" fmla="*/ 325000 h 606722"/>
                <a:gd name="connsiteY114" fmla="*/ 325000 h 606722"/>
                <a:gd name="connsiteX115" fmla="*/ 325000 h 606722"/>
                <a:gd name="connsiteY115" fmla="*/ 325000 h 606722"/>
                <a:gd name="connsiteX116" fmla="*/ 325000 h 606722"/>
                <a:gd name="connsiteY116" fmla="*/ 325000 h 606722"/>
                <a:gd name="connsiteX117" fmla="*/ 325000 h 606722"/>
                <a:gd name="connsiteY117" fmla="*/ 325000 h 606722"/>
                <a:gd name="connsiteX118" fmla="*/ 325000 h 606722"/>
                <a:gd name="connsiteY118" fmla="*/ 325000 h 606722"/>
                <a:gd name="connsiteX119" fmla="*/ 325000 h 606722"/>
                <a:gd name="connsiteY119" fmla="*/ 325000 h 606722"/>
                <a:gd name="connsiteX120" fmla="*/ 325000 h 606722"/>
                <a:gd name="connsiteY120" fmla="*/ 325000 h 606722"/>
                <a:gd name="connsiteX121" fmla="*/ 325000 h 606722"/>
                <a:gd name="connsiteY121" fmla="*/ 325000 h 606722"/>
                <a:gd name="connsiteX122" fmla="*/ 325000 h 606722"/>
                <a:gd name="connsiteY122" fmla="*/ 325000 h 606722"/>
                <a:gd name="connsiteX123" fmla="*/ 325000 h 606722"/>
                <a:gd name="connsiteY123" fmla="*/ 325000 h 606722"/>
                <a:gd name="connsiteX124" fmla="*/ 325000 h 606722"/>
                <a:gd name="connsiteY124" fmla="*/ 325000 h 606722"/>
                <a:gd name="connsiteX125" fmla="*/ 325000 h 606722"/>
                <a:gd name="connsiteY125" fmla="*/ 325000 h 606722"/>
                <a:gd name="connsiteX126" fmla="*/ 325000 h 606722"/>
                <a:gd name="connsiteY126" fmla="*/ 325000 h 606722"/>
                <a:gd name="connsiteX127" fmla="*/ 325000 h 606722"/>
                <a:gd name="connsiteY127" fmla="*/ 325000 h 606722"/>
                <a:gd name="connsiteX128" fmla="*/ 325000 h 606722"/>
                <a:gd name="connsiteY128" fmla="*/ 325000 h 606722"/>
                <a:gd name="connsiteX129" fmla="*/ 325000 h 606722"/>
                <a:gd name="connsiteY129" fmla="*/ 325000 h 606722"/>
                <a:gd name="connsiteX130" fmla="*/ 325000 h 606722"/>
                <a:gd name="connsiteY130" fmla="*/ 325000 h 606722"/>
                <a:gd name="connsiteX131" fmla="*/ 325000 h 606722"/>
                <a:gd name="connsiteY131" fmla="*/ 325000 h 606722"/>
                <a:gd name="connsiteX132" fmla="*/ 325000 h 606722"/>
                <a:gd name="connsiteY132" fmla="*/ 325000 h 606722"/>
                <a:gd name="connsiteX133" fmla="*/ 325000 h 606722"/>
                <a:gd name="connsiteY133" fmla="*/ 325000 h 606722"/>
                <a:gd name="connsiteX134" fmla="*/ 325000 h 606722"/>
                <a:gd name="connsiteY134" fmla="*/ 325000 h 606722"/>
                <a:gd name="connsiteX135" fmla="*/ 325000 h 606722"/>
                <a:gd name="connsiteY135" fmla="*/ 325000 h 606722"/>
                <a:gd name="connsiteX136" fmla="*/ 325000 h 606722"/>
                <a:gd name="connsiteY136" fmla="*/ 325000 h 606722"/>
                <a:gd name="connsiteX137" fmla="*/ 325000 h 606722"/>
                <a:gd name="connsiteY137" fmla="*/ 325000 h 606722"/>
                <a:gd name="connsiteX138" fmla="*/ 325000 h 606722"/>
                <a:gd name="connsiteY138" fmla="*/ 325000 h 606722"/>
                <a:gd name="connsiteX139" fmla="*/ 325000 h 606722"/>
                <a:gd name="connsiteY139" fmla="*/ 325000 h 606722"/>
                <a:gd name="connsiteX140" fmla="*/ 325000 h 606722"/>
                <a:gd name="connsiteY140" fmla="*/ 325000 h 606722"/>
                <a:gd name="connsiteX141" fmla="*/ 325000 h 606722"/>
                <a:gd name="connsiteY141" fmla="*/ 325000 h 606722"/>
                <a:gd name="connsiteX142" fmla="*/ 325000 h 606722"/>
                <a:gd name="connsiteY142" fmla="*/ 325000 h 606722"/>
                <a:gd name="connsiteX143" fmla="*/ 325000 h 606722"/>
                <a:gd name="connsiteY143" fmla="*/ 325000 h 606722"/>
                <a:gd name="connsiteX144" fmla="*/ 325000 h 606722"/>
                <a:gd name="connsiteY144" fmla="*/ 325000 h 606722"/>
                <a:gd name="connsiteX145" fmla="*/ 325000 h 606722"/>
                <a:gd name="connsiteY145" fmla="*/ 325000 h 606722"/>
                <a:gd name="connsiteX146" fmla="*/ 325000 h 606722"/>
                <a:gd name="connsiteY146" fmla="*/ 325000 h 606722"/>
                <a:gd name="connsiteX147" fmla="*/ 325000 h 606722"/>
                <a:gd name="connsiteY147" fmla="*/ 325000 h 606722"/>
                <a:gd name="connsiteX148" fmla="*/ 325000 h 606722"/>
                <a:gd name="connsiteY148" fmla="*/ 325000 h 606722"/>
                <a:gd name="connsiteX149" fmla="*/ 325000 h 606722"/>
                <a:gd name="connsiteY149" fmla="*/ 325000 h 606722"/>
                <a:gd name="connsiteX150" fmla="*/ 325000 h 606722"/>
                <a:gd name="connsiteY150" fmla="*/ 325000 h 606722"/>
                <a:gd name="connsiteX151" fmla="*/ 325000 h 606722"/>
                <a:gd name="connsiteY151" fmla="*/ 325000 h 606722"/>
                <a:gd name="connsiteX152" fmla="*/ 325000 h 606722"/>
                <a:gd name="connsiteY152" fmla="*/ 325000 h 606722"/>
                <a:gd name="connsiteX153" fmla="*/ 325000 h 606722"/>
                <a:gd name="connsiteY153" fmla="*/ 325000 h 606722"/>
                <a:gd name="connsiteX154" fmla="*/ 325000 h 606722"/>
                <a:gd name="connsiteY154" fmla="*/ 325000 h 606722"/>
                <a:gd name="connsiteX155" fmla="*/ 325000 h 606722"/>
                <a:gd name="connsiteY155"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606016" h="542578">
                  <a:moveTo>
                    <a:pt x="20669" y="494134"/>
                  </a:moveTo>
                  <a:cubicBezTo>
                    <a:pt x="24939" y="510895"/>
                    <a:pt x="40174" y="523200"/>
                    <a:pt x="58224" y="523200"/>
                  </a:cubicBezTo>
                  <a:lnTo>
                    <a:pt x="547792" y="523200"/>
                  </a:lnTo>
                  <a:cubicBezTo>
                    <a:pt x="565842" y="523200"/>
                    <a:pt x="581077" y="510895"/>
                    <a:pt x="585347" y="494134"/>
                  </a:cubicBezTo>
                  <a:close/>
                  <a:moveTo>
                    <a:pt x="105871" y="367694"/>
                  </a:moveTo>
                  <a:lnTo>
                    <a:pt x="52110" y="401120"/>
                  </a:lnTo>
                  <a:lnTo>
                    <a:pt x="159728" y="401120"/>
                  </a:lnTo>
                  <a:close/>
                  <a:moveTo>
                    <a:pt x="541096" y="354614"/>
                  </a:moveTo>
                  <a:lnTo>
                    <a:pt x="541096" y="454797"/>
                  </a:lnTo>
                  <a:cubicBezTo>
                    <a:pt x="541096" y="460126"/>
                    <a:pt x="536730" y="464486"/>
                    <a:pt x="531392" y="464486"/>
                  </a:cubicBezTo>
                  <a:lnTo>
                    <a:pt x="74624" y="464486"/>
                  </a:lnTo>
                  <a:cubicBezTo>
                    <a:pt x="69286" y="464486"/>
                    <a:pt x="64920" y="460126"/>
                    <a:pt x="64920" y="454797"/>
                  </a:cubicBezTo>
                  <a:lnTo>
                    <a:pt x="64920" y="420498"/>
                  </a:lnTo>
                  <a:lnTo>
                    <a:pt x="54536" y="420498"/>
                  </a:lnTo>
                  <a:lnTo>
                    <a:pt x="54536" y="474756"/>
                  </a:lnTo>
                  <a:lnTo>
                    <a:pt x="551480" y="474756"/>
                  </a:lnTo>
                  <a:lnTo>
                    <a:pt x="551480" y="354614"/>
                  </a:lnTo>
                  <a:close/>
                  <a:moveTo>
                    <a:pt x="183988" y="319249"/>
                  </a:moveTo>
                  <a:lnTo>
                    <a:pt x="124308" y="356358"/>
                  </a:lnTo>
                  <a:lnTo>
                    <a:pt x="183988" y="393369"/>
                  </a:lnTo>
                  <a:close/>
                  <a:moveTo>
                    <a:pt x="27753" y="319249"/>
                  </a:moveTo>
                  <a:lnTo>
                    <a:pt x="27753" y="393369"/>
                  </a:lnTo>
                  <a:lnTo>
                    <a:pt x="87530" y="356358"/>
                  </a:lnTo>
                  <a:close/>
                  <a:moveTo>
                    <a:pt x="52110" y="311595"/>
                  </a:moveTo>
                  <a:lnTo>
                    <a:pt x="105871" y="344925"/>
                  </a:lnTo>
                  <a:lnTo>
                    <a:pt x="159728" y="311595"/>
                  </a:lnTo>
                  <a:close/>
                  <a:moveTo>
                    <a:pt x="54536" y="263538"/>
                  </a:moveTo>
                  <a:lnTo>
                    <a:pt x="54536" y="292217"/>
                  </a:lnTo>
                  <a:lnTo>
                    <a:pt x="64920" y="292217"/>
                  </a:lnTo>
                  <a:lnTo>
                    <a:pt x="64920" y="263538"/>
                  </a:lnTo>
                  <a:close/>
                  <a:moveTo>
                    <a:pt x="344276" y="222458"/>
                  </a:moveTo>
                  <a:lnTo>
                    <a:pt x="280713" y="299204"/>
                  </a:lnTo>
                  <a:lnTo>
                    <a:pt x="280713" y="305503"/>
                  </a:lnTo>
                  <a:lnTo>
                    <a:pt x="353010" y="305503"/>
                  </a:lnTo>
                  <a:lnTo>
                    <a:pt x="382997" y="269262"/>
                  </a:lnTo>
                  <a:close/>
                  <a:moveTo>
                    <a:pt x="203396" y="206083"/>
                  </a:moveTo>
                  <a:lnTo>
                    <a:pt x="203396" y="253849"/>
                  </a:lnTo>
                  <a:cubicBezTo>
                    <a:pt x="203396" y="259178"/>
                    <a:pt x="199029" y="263538"/>
                    <a:pt x="193692" y="263538"/>
                  </a:cubicBezTo>
                  <a:lnTo>
                    <a:pt x="84328" y="263538"/>
                  </a:lnTo>
                  <a:lnTo>
                    <a:pt x="84328" y="292217"/>
                  </a:lnTo>
                  <a:lnTo>
                    <a:pt x="193692" y="292217"/>
                  </a:lnTo>
                  <a:cubicBezTo>
                    <a:pt x="199029" y="292217"/>
                    <a:pt x="203396" y="296480"/>
                    <a:pt x="203396" y="301906"/>
                  </a:cubicBezTo>
                  <a:lnTo>
                    <a:pt x="203396" y="410809"/>
                  </a:lnTo>
                  <a:cubicBezTo>
                    <a:pt x="203396" y="416138"/>
                    <a:pt x="199029" y="420498"/>
                    <a:pt x="193692" y="420498"/>
                  </a:cubicBezTo>
                  <a:lnTo>
                    <a:pt x="84328" y="420498"/>
                  </a:lnTo>
                  <a:lnTo>
                    <a:pt x="84328" y="445108"/>
                  </a:lnTo>
                  <a:lnTo>
                    <a:pt x="521688" y="445108"/>
                  </a:lnTo>
                  <a:lnTo>
                    <a:pt x="521688" y="354614"/>
                  </a:lnTo>
                  <a:lnTo>
                    <a:pt x="241242" y="354614"/>
                  </a:lnTo>
                  <a:cubicBezTo>
                    <a:pt x="235904" y="354614"/>
                    <a:pt x="231538" y="350254"/>
                    <a:pt x="231538" y="344925"/>
                  </a:cubicBezTo>
                  <a:lnTo>
                    <a:pt x="231538" y="206083"/>
                  </a:lnTo>
                  <a:close/>
                  <a:moveTo>
                    <a:pt x="467523" y="197748"/>
                  </a:moveTo>
                  <a:lnTo>
                    <a:pt x="378145" y="305503"/>
                  </a:lnTo>
                  <a:lnTo>
                    <a:pt x="553018" y="305503"/>
                  </a:lnTo>
                  <a:lnTo>
                    <a:pt x="553018" y="301045"/>
                  </a:lnTo>
                  <a:close/>
                  <a:moveTo>
                    <a:pt x="67917" y="180224"/>
                  </a:moveTo>
                  <a:lnTo>
                    <a:pt x="143778" y="180224"/>
                  </a:lnTo>
                  <a:cubicBezTo>
                    <a:pt x="149113" y="180224"/>
                    <a:pt x="153479" y="184590"/>
                    <a:pt x="153479" y="189927"/>
                  </a:cubicBezTo>
                  <a:cubicBezTo>
                    <a:pt x="153479" y="195264"/>
                    <a:pt x="149113" y="199630"/>
                    <a:pt x="143778" y="199630"/>
                  </a:cubicBezTo>
                  <a:lnTo>
                    <a:pt x="67917" y="199630"/>
                  </a:lnTo>
                  <a:cubicBezTo>
                    <a:pt x="62581" y="199630"/>
                    <a:pt x="58216" y="195264"/>
                    <a:pt x="58216" y="189927"/>
                  </a:cubicBezTo>
                  <a:cubicBezTo>
                    <a:pt x="58216" y="184590"/>
                    <a:pt x="62581" y="180224"/>
                    <a:pt x="67917" y="180224"/>
                  </a:cubicBezTo>
                  <a:close/>
                  <a:moveTo>
                    <a:pt x="203396" y="176338"/>
                  </a:moveTo>
                  <a:lnTo>
                    <a:pt x="203396" y="186705"/>
                  </a:lnTo>
                  <a:lnTo>
                    <a:pt x="231538" y="186705"/>
                  </a:lnTo>
                  <a:lnTo>
                    <a:pt x="231538" y="176338"/>
                  </a:lnTo>
                  <a:close/>
                  <a:moveTo>
                    <a:pt x="396507" y="168607"/>
                  </a:moveTo>
                  <a:cubicBezTo>
                    <a:pt x="390103" y="168607"/>
                    <a:pt x="384864" y="173835"/>
                    <a:pt x="384864" y="180224"/>
                  </a:cubicBezTo>
                  <a:cubicBezTo>
                    <a:pt x="384864" y="186613"/>
                    <a:pt x="390103" y="191841"/>
                    <a:pt x="396507" y="191841"/>
                  </a:cubicBezTo>
                  <a:cubicBezTo>
                    <a:pt x="402911" y="191841"/>
                    <a:pt x="408151" y="186613"/>
                    <a:pt x="408151" y="180224"/>
                  </a:cubicBezTo>
                  <a:cubicBezTo>
                    <a:pt x="408151" y="173835"/>
                    <a:pt x="402911" y="168607"/>
                    <a:pt x="396507" y="168607"/>
                  </a:cubicBezTo>
                  <a:close/>
                  <a:moveTo>
                    <a:pt x="396507" y="149246"/>
                  </a:moveTo>
                  <a:cubicBezTo>
                    <a:pt x="413584" y="149246"/>
                    <a:pt x="427556" y="163186"/>
                    <a:pt x="427556" y="180224"/>
                  </a:cubicBezTo>
                  <a:cubicBezTo>
                    <a:pt x="427556" y="197359"/>
                    <a:pt x="413584" y="211202"/>
                    <a:pt x="396507" y="211202"/>
                  </a:cubicBezTo>
                  <a:cubicBezTo>
                    <a:pt x="379333" y="211202"/>
                    <a:pt x="365458" y="197359"/>
                    <a:pt x="365458" y="180224"/>
                  </a:cubicBezTo>
                  <a:cubicBezTo>
                    <a:pt x="365458" y="163186"/>
                    <a:pt x="379333" y="149246"/>
                    <a:pt x="396507" y="149246"/>
                  </a:cubicBezTo>
                  <a:close/>
                  <a:moveTo>
                    <a:pt x="67917" y="141484"/>
                  </a:moveTo>
                  <a:lnTo>
                    <a:pt x="143778" y="141484"/>
                  </a:lnTo>
                  <a:cubicBezTo>
                    <a:pt x="149113" y="141484"/>
                    <a:pt x="153479" y="145834"/>
                    <a:pt x="153479" y="151152"/>
                  </a:cubicBezTo>
                  <a:cubicBezTo>
                    <a:pt x="153479" y="156469"/>
                    <a:pt x="149113" y="160819"/>
                    <a:pt x="143778" y="160819"/>
                  </a:cubicBezTo>
                  <a:lnTo>
                    <a:pt x="67917" y="160819"/>
                  </a:lnTo>
                  <a:cubicBezTo>
                    <a:pt x="62581" y="160819"/>
                    <a:pt x="58216" y="156469"/>
                    <a:pt x="58216" y="151152"/>
                  </a:cubicBezTo>
                  <a:cubicBezTo>
                    <a:pt x="58216" y="145834"/>
                    <a:pt x="62581" y="141484"/>
                    <a:pt x="67917" y="141484"/>
                  </a:cubicBezTo>
                  <a:close/>
                  <a:moveTo>
                    <a:pt x="280713" y="140188"/>
                  </a:moveTo>
                  <a:lnTo>
                    <a:pt x="280713" y="268777"/>
                  </a:lnTo>
                  <a:lnTo>
                    <a:pt x="336804" y="201140"/>
                  </a:lnTo>
                  <a:cubicBezTo>
                    <a:pt x="338648" y="198911"/>
                    <a:pt x="341365" y="197554"/>
                    <a:pt x="344276" y="197554"/>
                  </a:cubicBezTo>
                  <a:cubicBezTo>
                    <a:pt x="347091" y="197554"/>
                    <a:pt x="349905" y="198911"/>
                    <a:pt x="351749" y="201140"/>
                  </a:cubicBezTo>
                  <a:lnTo>
                    <a:pt x="395613" y="254048"/>
                  </a:lnTo>
                  <a:lnTo>
                    <a:pt x="460050" y="176430"/>
                  </a:lnTo>
                  <a:cubicBezTo>
                    <a:pt x="461894" y="174201"/>
                    <a:pt x="464611" y="172844"/>
                    <a:pt x="467523" y="172844"/>
                  </a:cubicBezTo>
                  <a:cubicBezTo>
                    <a:pt x="470337" y="172844"/>
                    <a:pt x="473151" y="174201"/>
                    <a:pt x="474995" y="176430"/>
                  </a:cubicBezTo>
                  <a:lnTo>
                    <a:pt x="553018" y="270618"/>
                  </a:lnTo>
                  <a:lnTo>
                    <a:pt x="553018" y="140188"/>
                  </a:lnTo>
                  <a:close/>
                  <a:moveTo>
                    <a:pt x="271008" y="120808"/>
                  </a:moveTo>
                  <a:lnTo>
                    <a:pt x="562723" y="120808"/>
                  </a:lnTo>
                  <a:cubicBezTo>
                    <a:pt x="568060" y="120808"/>
                    <a:pt x="572427" y="125168"/>
                    <a:pt x="572427" y="130498"/>
                  </a:cubicBezTo>
                  <a:lnTo>
                    <a:pt x="572427" y="315193"/>
                  </a:lnTo>
                  <a:cubicBezTo>
                    <a:pt x="572427" y="320619"/>
                    <a:pt x="568060" y="324883"/>
                    <a:pt x="562723" y="324883"/>
                  </a:cubicBezTo>
                  <a:lnTo>
                    <a:pt x="271008" y="324883"/>
                  </a:lnTo>
                  <a:cubicBezTo>
                    <a:pt x="265574" y="324883"/>
                    <a:pt x="261304" y="320619"/>
                    <a:pt x="261304" y="315193"/>
                  </a:cubicBezTo>
                  <a:lnTo>
                    <a:pt x="261304" y="130498"/>
                  </a:lnTo>
                  <a:cubicBezTo>
                    <a:pt x="261304" y="125168"/>
                    <a:pt x="265574" y="120808"/>
                    <a:pt x="271008" y="120808"/>
                  </a:cubicBezTo>
                  <a:close/>
                  <a:moveTo>
                    <a:pt x="250946" y="110453"/>
                  </a:moveTo>
                  <a:lnTo>
                    <a:pt x="250946" y="335236"/>
                  </a:lnTo>
                  <a:lnTo>
                    <a:pt x="582824" y="335236"/>
                  </a:lnTo>
                  <a:lnTo>
                    <a:pt x="582824" y="110453"/>
                  </a:lnTo>
                  <a:close/>
                  <a:moveTo>
                    <a:pt x="67917" y="102743"/>
                  </a:moveTo>
                  <a:lnTo>
                    <a:pt x="143778" y="102743"/>
                  </a:lnTo>
                  <a:cubicBezTo>
                    <a:pt x="149113" y="102743"/>
                    <a:pt x="153479" y="107093"/>
                    <a:pt x="153479" y="112410"/>
                  </a:cubicBezTo>
                  <a:cubicBezTo>
                    <a:pt x="153479" y="117727"/>
                    <a:pt x="149113" y="122078"/>
                    <a:pt x="143778" y="122078"/>
                  </a:cubicBezTo>
                  <a:lnTo>
                    <a:pt x="67917" y="122078"/>
                  </a:lnTo>
                  <a:cubicBezTo>
                    <a:pt x="62581" y="122078"/>
                    <a:pt x="58216" y="117727"/>
                    <a:pt x="58216" y="112410"/>
                  </a:cubicBezTo>
                  <a:cubicBezTo>
                    <a:pt x="58216" y="107093"/>
                    <a:pt x="62581" y="102743"/>
                    <a:pt x="67917" y="102743"/>
                  </a:cubicBezTo>
                  <a:close/>
                  <a:moveTo>
                    <a:pt x="67917" y="63932"/>
                  </a:moveTo>
                  <a:lnTo>
                    <a:pt x="143778" y="63932"/>
                  </a:lnTo>
                  <a:cubicBezTo>
                    <a:pt x="149113" y="63932"/>
                    <a:pt x="153479" y="68298"/>
                    <a:pt x="153479" y="73635"/>
                  </a:cubicBezTo>
                  <a:cubicBezTo>
                    <a:pt x="153479" y="78972"/>
                    <a:pt x="149113" y="83338"/>
                    <a:pt x="143778" y="83338"/>
                  </a:cubicBezTo>
                  <a:lnTo>
                    <a:pt x="67917" y="83338"/>
                  </a:lnTo>
                  <a:cubicBezTo>
                    <a:pt x="62581" y="83338"/>
                    <a:pt x="58216" y="78972"/>
                    <a:pt x="58216" y="73635"/>
                  </a:cubicBezTo>
                  <a:cubicBezTo>
                    <a:pt x="58216" y="68298"/>
                    <a:pt x="62581" y="63932"/>
                    <a:pt x="67917" y="63932"/>
                  </a:cubicBezTo>
                  <a:close/>
                  <a:moveTo>
                    <a:pt x="27753" y="19378"/>
                  </a:moveTo>
                  <a:lnTo>
                    <a:pt x="27753" y="244160"/>
                  </a:lnTo>
                  <a:lnTo>
                    <a:pt x="183988" y="244160"/>
                  </a:lnTo>
                  <a:lnTo>
                    <a:pt x="183988" y="19378"/>
                  </a:lnTo>
                  <a:close/>
                  <a:moveTo>
                    <a:pt x="18049" y="0"/>
                  </a:moveTo>
                  <a:lnTo>
                    <a:pt x="193692" y="0"/>
                  </a:lnTo>
                  <a:cubicBezTo>
                    <a:pt x="199029" y="0"/>
                    <a:pt x="203396" y="4360"/>
                    <a:pt x="203396" y="9689"/>
                  </a:cubicBezTo>
                  <a:lnTo>
                    <a:pt x="203396" y="156960"/>
                  </a:lnTo>
                  <a:lnTo>
                    <a:pt x="231538" y="156960"/>
                  </a:lnTo>
                  <a:lnTo>
                    <a:pt x="231538" y="100764"/>
                  </a:lnTo>
                  <a:cubicBezTo>
                    <a:pt x="231538" y="95435"/>
                    <a:pt x="235904" y="91075"/>
                    <a:pt x="241242" y="91075"/>
                  </a:cubicBezTo>
                  <a:lnTo>
                    <a:pt x="592528" y="91075"/>
                  </a:lnTo>
                  <a:cubicBezTo>
                    <a:pt x="597865" y="91075"/>
                    <a:pt x="602232" y="95435"/>
                    <a:pt x="602232" y="100764"/>
                  </a:cubicBezTo>
                  <a:lnTo>
                    <a:pt x="602232" y="344925"/>
                  </a:lnTo>
                  <a:cubicBezTo>
                    <a:pt x="602232" y="350254"/>
                    <a:pt x="597865" y="354614"/>
                    <a:pt x="592528" y="354614"/>
                  </a:cubicBezTo>
                  <a:lnTo>
                    <a:pt x="570888" y="354614"/>
                  </a:lnTo>
                  <a:lnTo>
                    <a:pt x="570888" y="474756"/>
                  </a:lnTo>
                  <a:lnTo>
                    <a:pt x="596312" y="474756"/>
                  </a:lnTo>
                  <a:cubicBezTo>
                    <a:pt x="601649" y="474756"/>
                    <a:pt x="606016" y="479116"/>
                    <a:pt x="606016" y="484445"/>
                  </a:cubicBezTo>
                  <a:cubicBezTo>
                    <a:pt x="606016" y="516515"/>
                    <a:pt x="579912" y="542578"/>
                    <a:pt x="547792" y="542578"/>
                  </a:cubicBezTo>
                  <a:lnTo>
                    <a:pt x="58224" y="542578"/>
                  </a:lnTo>
                  <a:cubicBezTo>
                    <a:pt x="26104" y="542578"/>
                    <a:pt x="0" y="516515"/>
                    <a:pt x="0" y="484445"/>
                  </a:cubicBezTo>
                  <a:cubicBezTo>
                    <a:pt x="0" y="479116"/>
                    <a:pt x="4367" y="474756"/>
                    <a:pt x="9704" y="474756"/>
                  </a:cubicBezTo>
                  <a:lnTo>
                    <a:pt x="35128" y="474756"/>
                  </a:lnTo>
                  <a:lnTo>
                    <a:pt x="35128" y="420498"/>
                  </a:lnTo>
                  <a:lnTo>
                    <a:pt x="18049" y="420498"/>
                  </a:lnTo>
                  <a:cubicBezTo>
                    <a:pt x="12712" y="420498"/>
                    <a:pt x="8345" y="416138"/>
                    <a:pt x="8345" y="410809"/>
                  </a:cubicBezTo>
                  <a:lnTo>
                    <a:pt x="8345" y="301906"/>
                  </a:lnTo>
                  <a:cubicBezTo>
                    <a:pt x="8345" y="296480"/>
                    <a:pt x="12712" y="292217"/>
                    <a:pt x="18049" y="292217"/>
                  </a:cubicBezTo>
                  <a:lnTo>
                    <a:pt x="35128" y="292217"/>
                  </a:lnTo>
                  <a:lnTo>
                    <a:pt x="35128" y="263538"/>
                  </a:lnTo>
                  <a:lnTo>
                    <a:pt x="18049" y="263538"/>
                  </a:lnTo>
                  <a:cubicBezTo>
                    <a:pt x="12712" y="263538"/>
                    <a:pt x="8345" y="259178"/>
                    <a:pt x="8345" y="253849"/>
                  </a:cubicBezTo>
                  <a:lnTo>
                    <a:pt x="8345" y="9689"/>
                  </a:lnTo>
                  <a:cubicBezTo>
                    <a:pt x="8345" y="4360"/>
                    <a:pt x="12712" y="0"/>
                    <a:pt x="18049"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grpSp>
      <p:grpSp>
        <p:nvGrpSpPr>
          <p:cNvPr id="21" name="组合 20">
            <a:extLst>
              <a:ext uri="{FF2B5EF4-FFF2-40B4-BE49-F238E27FC236}">
                <a16:creationId xmlns:a16="http://schemas.microsoft.com/office/drawing/2014/main" id="{53E1BA56-5AD2-484F-BFF3-5C97626B30FD}"/>
              </a:ext>
            </a:extLst>
          </p:cNvPr>
          <p:cNvGrpSpPr/>
          <p:nvPr/>
        </p:nvGrpSpPr>
        <p:grpSpPr>
          <a:xfrm>
            <a:off x="5671214" y="4143072"/>
            <a:ext cx="896274" cy="896274"/>
            <a:chOff x="5647864" y="4143072"/>
            <a:chExt cx="896274" cy="896274"/>
          </a:xfrm>
        </p:grpSpPr>
        <p:sp>
          <p:nvSpPr>
            <p:cNvPr id="16" name="椭圆 15">
              <a:extLst>
                <a:ext uri="{FF2B5EF4-FFF2-40B4-BE49-F238E27FC236}">
                  <a16:creationId xmlns:a16="http://schemas.microsoft.com/office/drawing/2014/main" id="{D7781901-5B78-47D8-8581-CEFD30B41BC3}"/>
                </a:ext>
              </a:extLst>
            </p:cNvPr>
            <p:cNvSpPr/>
            <p:nvPr/>
          </p:nvSpPr>
          <p:spPr>
            <a:xfrm>
              <a:off x="5647864" y="4143072"/>
              <a:ext cx="896274" cy="89627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2" name="computer-micro-chip_22466">
              <a:extLst>
                <a:ext uri="{FF2B5EF4-FFF2-40B4-BE49-F238E27FC236}">
                  <a16:creationId xmlns:a16="http://schemas.microsoft.com/office/drawing/2014/main" id="{81A2D499-66C6-4C4F-9DE6-5989733221D1}"/>
                </a:ext>
              </a:extLst>
            </p:cNvPr>
            <p:cNvSpPr>
              <a:spLocks noChangeAspect="1"/>
            </p:cNvSpPr>
            <p:nvPr/>
          </p:nvSpPr>
          <p:spPr bwMode="auto">
            <a:xfrm>
              <a:off x="5870038" y="4352968"/>
              <a:ext cx="451926" cy="476483"/>
            </a:xfrm>
            <a:custGeom>
              <a:avLst/>
              <a:gdLst>
                <a:gd name="T0" fmla="*/ 1630 w 4349"/>
                <a:gd name="T1" fmla="*/ 4198 h 4593"/>
                <a:gd name="T2" fmla="*/ 2843 w 4349"/>
                <a:gd name="T3" fmla="*/ 3756 h 4593"/>
                <a:gd name="T4" fmla="*/ 1951 w 4349"/>
                <a:gd name="T5" fmla="*/ 3417 h 4593"/>
                <a:gd name="T6" fmla="*/ 2006 w 4349"/>
                <a:gd name="T7" fmla="*/ 3139 h 4593"/>
                <a:gd name="T8" fmla="*/ 1489 w 4349"/>
                <a:gd name="T9" fmla="*/ 3316 h 4593"/>
                <a:gd name="T10" fmla="*/ 760 w 4349"/>
                <a:gd name="T11" fmla="*/ 2419 h 4593"/>
                <a:gd name="T12" fmla="*/ 415 w 4349"/>
                <a:gd name="T13" fmla="*/ 3338 h 4593"/>
                <a:gd name="T14" fmla="*/ 552 w 4349"/>
                <a:gd name="T15" fmla="*/ 3759 h 4593"/>
                <a:gd name="T16" fmla="*/ 537 w 4349"/>
                <a:gd name="T17" fmla="*/ 2302 h 4593"/>
                <a:gd name="T18" fmla="*/ 230 w 4349"/>
                <a:gd name="T19" fmla="*/ 1149 h 4593"/>
                <a:gd name="T20" fmla="*/ 1383 w 4349"/>
                <a:gd name="T21" fmla="*/ 847 h 4593"/>
                <a:gd name="T22" fmla="*/ 2780 w 4349"/>
                <a:gd name="T23" fmla="*/ 217 h 4593"/>
                <a:gd name="T24" fmla="*/ 2219 w 4349"/>
                <a:gd name="T25" fmla="*/ 213 h 4593"/>
                <a:gd name="T26" fmla="*/ 2219 w 4349"/>
                <a:gd name="T27" fmla="*/ 1330 h 4593"/>
                <a:gd name="T28" fmla="*/ 2662 w 4349"/>
                <a:gd name="T29" fmla="*/ 1321 h 4593"/>
                <a:gd name="T30" fmla="*/ 2843 w 4349"/>
                <a:gd name="T31" fmla="*/ 1566 h 4593"/>
                <a:gd name="T32" fmla="*/ 3056 w 4349"/>
                <a:gd name="T33" fmla="*/ 1813 h 4593"/>
                <a:gd name="T34" fmla="*/ 4085 w 4349"/>
                <a:gd name="T35" fmla="*/ 1728 h 4593"/>
                <a:gd name="T36" fmla="*/ 3736 w 4349"/>
                <a:gd name="T37" fmla="*/ 874 h 4593"/>
                <a:gd name="T38" fmla="*/ 4291 w 4349"/>
                <a:gd name="T39" fmla="*/ 1783 h 4593"/>
                <a:gd name="T40" fmla="*/ 3902 w 4349"/>
                <a:gd name="T41" fmla="*/ 2302 h 4593"/>
                <a:gd name="T42" fmla="*/ 4208 w 4349"/>
                <a:gd name="T43" fmla="*/ 3444 h 4593"/>
                <a:gd name="T44" fmla="*/ 3056 w 4349"/>
                <a:gd name="T45" fmla="*/ 3756 h 4593"/>
                <a:gd name="T46" fmla="*/ 3172 w 4349"/>
                <a:gd name="T47" fmla="*/ 3566 h 4593"/>
                <a:gd name="T48" fmla="*/ 4085 w 4349"/>
                <a:gd name="T49" fmla="*/ 2865 h 4593"/>
                <a:gd name="T50" fmla="*/ 3056 w 4349"/>
                <a:gd name="T51" fmla="*/ 2779 h 4593"/>
                <a:gd name="T52" fmla="*/ 2843 w 4349"/>
                <a:gd name="T53" fmla="*/ 3376 h 4593"/>
                <a:gd name="T54" fmla="*/ 1596 w 4349"/>
                <a:gd name="T55" fmla="*/ 2656 h 4593"/>
                <a:gd name="T56" fmla="*/ 2843 w 4349"/>
                <a:gd name="T57" fmla="*/ 1936 h 4593"/>
                <a:gd name="T58" fmla="*/ 1596 w 4349"/>
                <a:gd name="T59" fmla="*/ 2656 h 4593"/>
                <a:gd name="T60" fmla="*/ 1383 w 4349"/>
                <a:gd name="T61" fmla="*/ 2060 h 4593"/>
                <a:gd name="T62" fmla="*/ 3056 w 4349"/>
                <a:gd name="T63" fmla="*/ 2533 h 4593"/>
                <a:gd name="T64" fmla="*/ 416 w 4349"/>
                <a:gd name="T65" fmla="*/ 1254 h 4593"/>
                <a:gd name="T66" fmla="*/ 760 w 4349"/>
                <a:gd name="T67" fmla="*/ 2173 h 4593"/>
                <a:gd name="T68" fmla="*/ 1267 w 4349"/>
                <a:gd name="T69" fmla="*/ 1027 h 4593"/>
                <a:gd name="T70" fmla="*/ 1596 w 4349"/>
                <a:gd name="T71" fmla="*/ 1690 h 4593"/>
                <a:gd name="T72" fmla="*/ 1250 w 4349"/>
                <a:gd name="T73" fmla="*/ 4134 h 4593"/>
                <a:gd name="T74" fmla="*/ 1596 w 4349"/>
                <a:gd name="T75" fmla="*/ 3788 h 4593"/>
                <a:gd name="T76" fmla="*/ 1118 w 4349"/>
                <a:gd name="T77" fmla="*/ 3788 h 4593"/>
                <a:gd name="T78" fmla="*/ 1250 w 4349"/>
                <a:gd name="T79" fmla="*/ 3655 h 4593"/>
                <a:gd name="T80" fmla="*/ 3163 w 4349"/>
                <a:gd name="T81" fmla="*/ 490 h 4593"/>
                <a:gd name="T82" fmla="*/ 3163 w 4349"/>
                <a:gd name="T83" fmla="*/ 703 h 4593"/>
                <a:gd name="T84" fmla="*/ 3295 w 4349"/>
                <a:gd name="T85" fmla="*/ 835 h 4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49" h="4593">
                  <a:moveTo>
                    <a:pt x="2219" y="4593"/>
                  </a:moveTo>
                  <a:cubicBezTo>
                    <a:pt x="1997" y="4593"/>
                    <a:pt x="1788" y="4506"/>
                    <a:pt x="1630" y="4348"/>
                  </a:cubicBezTo>
                  <a:cubicBezTo>
                    <a:pt x="1588" y="4307"/>
                    <a:pt x="1588" y="4239"/>
                    <a:pt x="1630" y="4198"/>
                  </a:cubicBezTo>
                  <a:cubicBezTo>
                    <a:pt x="1671" y="4156"/>
                    <a:pt x="1739" y="4156"/>
                    <a:pt x="1780" y="4197"/>
                  </a:cubicBezTo>
                  <a:cubicBezTo>
                    <a:pt x="1898" y="4315"/>
                    <a:pt x="2054" y="4379"/>
                    <a:pt x="2219" y="4379"/>
                  </a:cubicBezTo>
                  <a:cubicBezTo>
                    <a:pt x="2563" y="4379"/>
                    <a:pt x="2843" y="4100"/>
                    <a:pt x="2843" y="3756"/>
                  </a:cubicBezTo>
                  <a:lnTo>
                    <a:pt x="2843" y="3622"/>
                  </a:lnTo>
                  <a:lnTo>
                    <a:pt x="2219" y="3262"/>
                  </a:lnTo>
                  <a:lnTo>
                    <a:pt x="1951" y="3417"/>
                  </a:lnTo>
                  <a:cubicBezTo>
                    <a:pt x="1900" y="3447"/>
                    <a:pt x="1835" y="3429"/>
                    <a:pt x="1805" y="3378"/>
                  </a:cubicBezTo>
                  <a:cubicBezTo>
                    <a:pt x="1776" y="3327"/>
                    <a:pt x="1793" y="3262"/>
                    <a:pt x="1844" y="3232"/>
                  </a:cubicBezTo>
                  <a:lnTo>
                    <a:pt x="2006" y="3139"/>
                  </a:lnTo>
                  <a:lnTo>
                    <a:pt x="1596" y="2902"/>
                  </a:lnTo>
                  <a:lnTo>
                    <a:pt x="1596" y="3210"/>
                  </a:lnTo>
                  <a:cubicBezTo>
                    <a:pt x="1596" y="3269"/>
                    <a:pt x="1548" y="3316"/>
                    <a:pt x="1489" y="3316"/>
                  </a:cubicBezTo>
                  <a:cubicBezTo>
                    <a:pt x="1431" y="3316"/>
                    <a:pt x="1383" y="3269"/>
                    <a:pt x="1383" y="3210"/>
                  </a:cubicBezTo>
                  <a:lnTo>
                    <a:pt x="1383" y="2779"/>
                  </a:lnTo>
                  <a:lnTo>
                    <a:pt x="760" y="2419"/>
                  </a:lnTo>
                  <a:lnTo>
                    <a:pt x="644" y="2486"/>
                  </a:lnTo>
                  <a:cubicBezTo>
                    <a:pt x="500" y="2569"/>
                    <a:pt x="397" y="2704"/>
                    <a:pt x="354" y="2865"/>
                  </a:cubicBezTo>
                  <a:cubicBezTo>
                    <a:pt x="311" y="3026"/>
                    <a:pt x="333" y="3194"/>
                    <a:pt x="415" y="3338"/>
                  </a:cubicBezTo>
                  <a:cubicBezTo>
                    <a:pt x="472" y="3436"/>
                    <a:pt x="555" y="3517"/>
                    <a:pt x="655" y="3571"/>
                  </a:cubicBezTo>
                  <a:cubicBezTo>
                    <a:pt x="706" y="3600"/>
                    <a:pt x="725" y="3665"/>
                    <a:pt x="697" y="3716"/>
                  </a:cubicBezTo>
                  <a:cubicBezTo>
                    <a:pt x="669" y="3768"/>
                    <a:pt x="604" y="3787"/>
                    <a:pt x="552" y="3759"/>
                  </a:cubicBezTo>
                  <a:cubicBezTo>
                    <a:pt x="418" y="3685"/>
                    <a:pt x="307" y="3577"/>
                    <a:pt x="231" y="3444"/>
                  </a:cubicBezTo>
                  <a:cubicBezTo>
                    <a:pt x="119" y="3252"/>
                    <a:pt x="90" y="3026"/>
                    <a:pt x="148" y="2810"/>
                  </a:cubicBezTo>
                  <a:cubicBezTo>
                    <a:pt x="206" y="2593"/>
                    <a:pt x="344" y="2413"/>
                    <a:pt x="537" y="2302"/>
                  </a:cubicBezTo>
                  <a:lnTo>
                    <a:pt x="546" y="2296"/>
                  </a:lnTo>
                  <a:lnTo>
                    <a:pt x="537" y="2291"/>
                  </a:lnTo>
                  <a:cubicBezTo>
                    <a:pt x="138" y="2060"/>
                    <a:pt x="0" y="1548"/>
                    <a:pt x="230" y="1149"/>
                  </a:cubicBezTo>
                  <a:cubicBezTo>
                    <a:pt x="230" y="1149"/>
                    <a:pt x="231" y="1148"/>
                    <a:pt x="231" y="1148"/>
                  </a:cubicBezTo>
                  <a:cubicBezTo>
                    <a:pt x="461" y="749"/>
                    <a:pt x="974" y="611"/>
                    <a:pt x="1373" y="842"/>
                  </a:cubicBezTo>
                  <a:lnTo>
                    <a:pt x="1383" y="847"/>
                  </a:lnTo>
                  <a:lnTo>
                    <a:pt x="1383" y="837"/>
                  </a:lnTo>
                  <a:cubicBezTo>
                    <a:pt x="1383" y="375"/>
                    <a:pt x="1758" y="0"/>
                    <a:pt x="2219" y="0"/>
                  </a:cubicBezTo>
                  <a:cubicBezTo>
                    <a:pt x="2426" y="0"/>
                    <a:pt x="2625" y="77"/>
                    <a:pt x="2780" y="217"/>
                  </a:cubicBezTo>
                  <a:cubicBezTo>
                    <a:pt x="2823" y="256"/>
                    <a:pt x="2827" y="324"/>
                    <a:pt x="2787" y="367"/>
                  </a:cubicBezTo>
                  <a:cubicBezTo>
                    <a:pt x="2748" y="411"/>
                    <a:pt x="2680" y="414"/>
                    <a:pt x="2637" y="375"/>
                  </a:cubicBezTo>
                  <a:cubicBezTo>
                    <a:pt x="2522" y="271"/>
                    <a:pt x="2373" y="213"/>
                    <a:pt x="2219" y="213"/>
                  </a:cubicBezTo>
                  <a:cubicBezTo>
                    <a:pt x="1876" y="213"/>
                    <a:pt x="1596" y="493"/>
                    <a:pt x="1596" y="837"/>
                  </a:cubicBezTo>
                  <a:lnTo>
                    <a:pt x="1596" y="971"/>
                  </a:lnTo>
                  <a:lnTo>
                    <a:pt x="2219" y="1330"/>
                  </a:lnTo>
                  <a:lnTo>
                    <a:pt x="2556" y="1136"/>
                  </a:lnTo>
                  <a:cubicBezTo>
                    <a:pt x="2607" y="1107"/>
                    <a:pt x="2672" y="1124"/>
                    <a:pt x="2701" y="1175"/>
                  </a:cubicBezTo>
                  <a:cubicBezTo>
                    <a:pt x="2731" y="1226"/>
                    <a:pt x="2713" y="1291"/>
                    <a:pt x="2662" y="1321"/>
                  </a:cubicBezTo>
                  <a:lnTo>
                    <a:pt x="2433" y="1454"/>
                  </a:lnTo>
                  <a:lnTo>
                    <a:pt x="2843" y="1690"/>
                  </a:lnTo>
                  <a:lnTo>
                    <a:pt x="2843" y="1566"/>
                  </a:lnTo>
                  <a:cubicBezTo>
                    <a:pt x="2843" y="1508"/>
                    <a:pt x="2890" y="1460"/>
                    <a:pt x="2949" y="1460"/>
                  </a:cubicBezTo>
                  <a:cubicBezTo>
                    <a:pt x="3008" y="1460"/>
                    <a:pt x="3056" y="1508"/>
                    <a:pt x="3056" y="1566"/>
                  </a:cubicBezTo>
                  <a:lnTo>
                    <a:pt x="3056" y="1813"/>
                  </a:lnTo>
                  <a:lnTo>
                    <a:pt x="3679" y="2173"/>
                  </a:lnTo>
                  <a:lnTo>
                    <a:pt x="3795" y="2106"/>
                  </a:lnTo>
                  <a:cubicBezTo>
                    <a:pt x="3939" y="2023"/>
                    <a:pt x="4041" y="1889"/>
                    <a:pt x="4085" y="1728"/>
                  </a:cubicBezTo>
                  <a:cubicBezTo>
                    <a:pt x="4128" y="1566"/>
                    <a:pt x="4106" y="1398"/>
                    <a:pt x="4023" y="1255"/>
                  </a:cubicBezTo>
                  <a:cubicBezTo>
                    <a:pt x="3966" y="1155"/>
                    <a:pt x="3881" y="1073"/>
                    <a:pt x="3780" y="1019"/>
                  </a:cubicBezTo>
                  <a:cubicBezTo>
                    <a:pt x="3728" y="991"/>
                    <a:pt x="3708" y="926"/>
                    <a:pt x="3736" y="874"/>
                  </a:cubicBezTo>
                  <a:cubicBezTo>
                    <a:pt x="3764" y="822"/>
                    <a:pt x="3829" y="803"/>
                    <a:pt x="3881" y="831"/>
                  </a:cubicBezTo>
                  <a:cubicBezTo>
                    <a:pt x="4017" y="904"/>
                    <a:pt x="4131" y="1014"/>
                    <a:pt x="4208" y="1148"/>
                  </a:cubicBezTo>
                  <a:cubicBezTo>
                    <a:pt x="4319" y="1341"/>
                    <a:pt x="4349" y="1566"/>
                    <a:pt x="4291" y="1783"/>
                  </a:cubicBezTo>
                  <a:cubicBezTo>
                    <a:pt x="4233" y="1999"/>
                    <a:pt x="4095" y="2180"/>
                    <a:pt x="3902" y="2291"/>
                  </a:cubicBezTo>
                  <a:lnTo>
                    <a:pt x="3892" y="2296"/>
                  </a:lnTo>
                  <a:lnTo>
                    <a:pt x="3902" y="2302"/>
                  </a:lnTo>
                  <a:cubicBezTo>
                    <a:pt x="4095" y="2413"/>
                    <a:pt x="4233" y="2594"/>
                    <a:pt x="4291" y="2810"/>
                  </a:cubicBezTo>
                  <a:cubicBezTo>
                    <a:pt x="4349" y="3026"/>
                    <a:pt x="4320" y="3250"/>
                    <a:pt x="4209" y="3443"/>
                  </a:cubicBezTo>
                  <a:cubicBezTo>
                    <a:pt x="4209" y="3443"/>
                    <a:pt x="4208" y="3444"/>
                    <a:pt x="4208" y="3444"/>
                  </a:cubicBezTo>
                  <a:cubicBezTo>
                    <a:pt x="3977" y="3844"/>
                    <a:pt x="3465" y="3981"/>
                    <a:pt x="3065" y="3751"/>
                  </a:cubicBezTo>
                  <a:lnTo>
                    <a:pt x="3056" y="3745"/>
                  </a:lnTo>
                  <a:lnTo>
                    <a:pt x="3056" y="3756"/>
                  </a:lnTo>
                  <a:cubicBezTo>
                    <a:pt x="3056" y="4217"/>
                    <a:pt x="2681" y="4593"/>
                    <a:pt x="2219" y="4593"/>
                  </a:cubicBezTo>
                  <a:close/>
                  <a:moveTo>
                    <a:pt x="3056" y="3499"/>
                  </a:moveTo>
                  <a:lnTo>
                    <a:pt x="3172" y="3566"/>
                  </a:lnTo>
                  <a:cubicBezTo>
                    <a:pt x="3469" y="3738"/>
                    <a:pt x="3850" y="3636"/>
                    <a:pt x="4023" y="3339"/>
                  </a:cubicBezTo>
                  <a:cubicBezTo>
                    <a:pt x="4023" y="3339"/>
                    <a:pt x="4023" y="3338"/>
                    <a:pt x="4023" y="3338"/>
                  </a:cubicBezTo>
                  <a:cubicBezTo>
                    <a:pt x="4106" y="3194"/>
                    <a:pt x="4128" y="3026"/>
                    <a:pt x="4085" y="2865"/>
                  </a:cubicBezTo>
                  <a:cubicBezTo>
                    <a:pt x="4041" y="2704"/>
                    <a:pt x="3939" y="2569"/>
                    <a:pt x="3795" y="2486"/>
                  </a:cubicBezTo>
                  <a:lnTo>
                    <a:pt x="3679" y="2419"/>
                  </a:lnTo>
                  <a:lnTo>
                    <a:pt x="3056" y="2779"/>
                  </a:lnTo>
                  <a:lnTo>
                    <a:pt x="3056" y="3499"/>
                  </a:lnTo>
                  <a:close/>
                  <a:moveTo>
                    <a:pt x="2433" y="3139"/>
                  </a:moveTo>
                  <a:lnTo>
                    <a:pt x="2843" y="3376"/>
                  </a:lnTo>
                  <a:lnTo>
                    <a:pt x="2843" y="2902"/>
                  </a:lnTo>
                  <a:lnTo>
                    <a:pt x="2433" y="3139"/>
                  </a:lnTo>
                  <a:close/>
                  <a:moveTo>
                    <a:pt x="1596" y="2656"/>
                  </a:moveTo>
                  <a:lnTo>
                    <a:pt x="2219" y="3016"/>
                  </a:lnTo>
                  <a:lnTo>
                    <a:pt x="2843" y="2656"/>
                  </a:lnTo>
                  <a:lnTo>
                    <a:pt x="2843" y="1936"/>
                  </a:lnTo>
                  <a:lnTo>
                    <a:pt x="2219" y="1577"/>
                  </a:lnTo>
                  <a:lnTo>
                    <a:pt x="1596" y="1936"/>
                  </a:lnTo>
                  <a:lnTo>
                    <a:pt x="1596" y="2656"/>
                  </a:lnTo>
                  <a:close/>
                  <a:moveTo>
                    <a:pt x="973" y="2296"/>
                  </a:moveTo>
                  <a:lnTo>
                    <a:pt x="1383" y="2533"/>
                  </a:lnTo>
                  <a:lnTo>
                    <a:pt x="1383" y="2060"/>
                  </a:lnTo>
                  <a:lnTo>
                    <a:pt x="973" y="2296"/>
                  </a:lnTo>
                  <a:close/>
                  <a:moveTo>
                    <a:pt x="3056" y="2060"/>
                  </a:moveTo>
                  <a:lnTo>
                    <a:pt x="3056" y="2533"/>
                  </a:lnTo>
                  <a:lnTo>
                    <a:pt x="3466" y="2296"/>
                  </a:lnTo>
                  <a:lnTo>
                    <a:pt x="3056" y="2060"/>
                  </a:lnTo>
                  <a:close/>
                  <a:moveTo>
                    <a:pt x="416" y="1254"/>
                  </a:moveTo>
                  <a:cubicBezTo>
                    <a:pt x="416" y="1254"/>
                    <a:pt x="416" y="1255"/>
                    <a:pt x="415" y="1255"/>
                  </a:cubicBezTo>
                  <a:cubicBezTo>
                    <a:pt x="244" y="1552"/>
                    <a:pt x="346" y="1934"/>
                    <a:pt x="644" y="2106"/>
                  </a:cubicBezTo>
                  <a:lnTo>
                    <a:pt x="760" y="2173"/>
                  </a:lnTo>
                  <a:lnTo>
                    <a:pt x="1383" y="1813"/>
                  </a:lnTo>
                  <a:lnTo>
                    <a:pt x="1383" y="1094"/>
                  </a:lnTo>
                  <a:lnTo>
                    <a:pt x="1267" y="1027"/>
                  </a:lnTo>
                  <a:cubicBezTo>
                    <a:pt x="969" y="855"/>
                    <a:pt x="588" y="957"/>
                    <a:pt x="416" y="1254"/>
                  </a:cubicBezTo>
                  <a:close/>
                  <a:moveTo>
                    <a:pt x="1596" y="1217"/>
                  </a:moveTo>
                  <a:lnTo>
                    <a:pt x="1596" y="1690"/>
                  </a:lnTo>
                  <a:lnTo>
                    <a:pt x="2006" y="1454"/>
                  </a:lnTo>
                  <a:lnTo>
                    <a:pt x="1596" y="1217"/>
                  </a:lnTo>
                  <a:close/>
                  <a:moveTo>
                    <a:pt x="1250" y="4134"/>
                  </a:moveTo>
                  <a:cubicBezTo>
                    <a:pt x="1060" y="4134"/>
                    <a:pt x="904" y="3978"/>
                    <a:pt x="904" y="3788"/>
                  </a:cubicBezTo>
                  <a:cubicBezTo>
                    <a:pt x="904" y="3597"/>
                    <a:pt x="1060" y="3442"/>
                    <a:pt x="1250" y="3442"/>
                  </a:cubicBezTo>
                  <a:cubicBezTo>
                    <a:pt x="1441" y="3442"/>
                    <a:pt x="1596" y="3597"/>
                    <a:pt x="1596" y="3788"/>
                  </a:cubicBezTo>
                  <a:cubicBezTo>
                    <a:pt x="1596" y="3978"/>
                    <a:pt x="1441" y="4134"/>
                    <a:pt x="1250" y="4134"/>
                  </a:cubicBezTo>
                  <a:close/>
                  <a:moveTo>
                    <a:pt x="1250" y="3655"/>
                  </a:moveTo>
                  <a:cubicBezTo>
                    <a:pt x="1177" y="3655"/>
                    <a:pt x="1118" y="3715"/>
                    <a:pt x="1118" y="3788"/>
                  </a:cubicBezTo>
                  <a:cubicBezTo>
                    <a:pt x="1118" y="3861"/>
                    <a:pt x="1177" y="3920"/>
                    <a:pt x="1250" y="3920"/>
                  </a:cubicBezTo>
                  <a:cubicBezTo>
                    <a:pt x="1323" y="3920"/>
                    <a:pt x="1383" y="3861"/>
                    <a:pt x="1383" y="3788"/>
                  </a:cubicBezTo>
                  <a:cubicBezTo>
                    <a:pt x="1383" y="3715"/>
                    <a:pt x="1323" y="3655"/>
                    <a:pt x="1250" y="3655"/>
                  </a:cubicBezTo>
                  <a:close/>
                  <a:moveTo>
                    <a:pt x="3163" y="1181"/>
                  </a:moveTo>
                  <a:cubicBezTo>
                    <a:pt x="2972" y="1181"/>
                    <a:pt x="2817" y="1026"/>
                    <a:pt x="2817" y="835"/>
                  </a:cubicBezTo>
                  <a:cubicBezTo>
                    <a:pt x="2817" y="645"/>
                    <a:pt x="2972" y="490"/>
                    <a:pt x="3163" y="490"/>
                  </a:cubicBezTo>
                  <a:cubicBezTo>
                    <a:pt x="3353" y="490"/>
                    <a:pt x="3509" y="645"/>
                    <a:pt x="3509" y="835"/>
                  </a:cubicBezTo>
                  <a:cubicBezTo>
                    <a:pt x="3509" y="1026"/>
                    <a:pt x="3353" y="1181"/>
                    <a:pt x="3163" y="1181"/>
                  </a:cubicBezTo>
                  <a:close/>
                  <a:moveTo>
                    <a:pt x="3163" y="703"/>
                  </a:moveTo>
                  <a:cubicBezTo>
                    <a:pt x="3090" y="703"/>
                    <a:pt x="3030" y="762"/>
                    <a:pt x="3030" y="835"/>
                  </a:cubicBezTo>
                  <a:cubicBezTo>
                    <a:pt x="3030" y="909"/>
                    <a:pt x="3090" y="968"/>
                    <a:pt x="3163" y="968"/>
                  </a:cubicBezTo>
                  <a:cubicBezTo>
                    <a:pt x="3236" y="968"/>
                    <a:pt x="3295" y="909"/>
                    <a:pt x="3295" y="835"/>
                  </a:cubicBezTo>
                  <a:cubicBezTo>
                    <a:pt x="3295" y="762"/>
                    <a:pt x="3236" y="703"/>
                    <a:pt x="3163" y="703"/>
                  </a:cubicBezTo>
                  <a:close/>
                </a:path>
              </a:pathLst>
            </a:custGeom>
            <a:solidFill>
              <a:schemeClr val="bg1"/>
            </a:solidFill>
            <a:ln>
              <a:noFill/>
            </a:ln>
          </p:spPr>
          <p:txBody>
            <a:bodyPr/>
            <a:lstStyle/>
            <a:p>
              <a:endParaRPr lang="zh-CN" altLang="en-US">
                <a:cs typeface="+mn-ea"/>
                <a:sym typeface="+mn-lt"/>
              </a:endParaRPr>
            </a:p>
          </p:txBody>
        </p:sp>
      </p:grpSp>
      <p:grpSp>
        <p:nvGrpSpPr>
          <p:cNvPr id="20" name="组合 19">
            <a:extLst>
              <a:ext uri="{FF2B5EF4-FFF2-40B4-BE49-F238E27FC236}">
                <a16:creationId xmlns:a16="http://schemas.microsoft.com/office/drawing/2014/main" id="{0E4C1F21-4C96-4436-B261-4CB5987E9139}"/>
              </a:ext>
            </a:extLst>
          </p:cNvPr>
          <p:cNvGrpSpPr/>
          <p:nvPr/>
        </p:nvGrpSpPr>
        <p:grpSpPr>
          <a:xfrm>
            <a:off x="3437487" y="4143072"/>
            <a:ext cx="896274" cy="896274"/>
            <a:chOff x="3350451" y="4143072"/>
            <a:chExt cx="896274" cy="896274"/>
          </a:xfrm>
        </p:grpSpPr>
        <p:sp>
          <p:nvSpPr>
            <p:cNvPr id="15" name="椭圆 14">
              <a:extLst>
                <a:ext uri="{FF2B5EF4-FFF2-40B4-BE49-F238E27FC236}">
                  <a16:creationId xmlns:a16="http://schemas.microsoft.com/office/drawing/2014/main" id="{00DB99C3-2AC2-43EA-BDCD-22F2BCF9AB43}"/>
                </a:ext>
              </a:extLst>
            </p:cNvPr>
            <p:cNvSpPr/>
            <p:nvPr/>
          </p:nvSpPr>
          <p:spPr>
            <a:xfrm>
              <a:off x="3350451" y="4143072"/>
              <a:ext cx="896274" cy="89627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4" name="microscope_112716">
              <a:extLst>
                <a:ext uri="{FF2B5EF4-FFF2-40B4-BE49-F238E27FC236}">
                  <a16:creationId xmlns:a16="http://schemas.microsoft.com/office/drawing/2014/main" id="{55AC1059-BC5E-4231-AE26-0AE116CDB495}"/>
                </a:ext>
              </a:extLst>
            </p:cNvPr>
            <p:cNvSpPr>
              <a:spLocks noChangeAspect="1"/>
            </p:cNvSpPr>
            <p:nvPr/>
          </p:nvSpPr>
          <p:spPr bwMode="auto">
            <a:xfrm>
              <a:off x="3609933" y="4352968"/>
              <a:ext cx="377311" cy="476482"/>
            </a:xfrm>
            <a:custGeom>
              <a:avLst/>
              <a:gdLst>
                <a:gd name="connsiteX0" fmla="*/ 431732 w 480835"/>
                <a:gd name="connsiteY0" fmla="*/ 381186 h 607216"/>
                <a:gd name="connsiteX1" fmla="*/ 402134 w 480835"/>
                <a:gd name="connsiteY1" fmla="*/ 410736 h 607216"/>
                <a:gd name="connsiteX2" fmla="*/ 431732 w 480835"/>
                <a:gd name="connsiteY2" fmla="*/ 440382 h 607216"/>
                <a:gd name="connsiteX3" fmla="*/ 461427 w 480835"/>
                <a:gd name="connsiteY3" fmla="*/ 410736 h 607216"/>
                <a:gd name="connsiteX4" fmla="*/ 431732 w 480835"/>
                <a:gd name="connsiteY4" fmla="*/ 381186 h 607216"/>
                <a:gd name="connsiteX5" fmla="*/ 236067 w 480835"/>
                <a:gd name="connsiteY5" fmla="*/ 323834 h 607216"/>
                <a:gd name="connsiteX6" fmla="*/ 236067 w 480835"/>
                <a:gd name="connsiteY6" fmla="*/ 357652 h 607216"/>
                <a:gd name="connsiteX7" fmla="*/ 255765 w 480835"/>
                <a:gd name="connsiteY7" fmla="*/ 357652 h 607216"/>
                <a:gd name="connsiteX8" fmla="*/ 255765 w 480835"/>
                <a:gd name="connsiteY8" fmla="*/ 323834 h 607216"/>
                <a:gd name="connsiteX9" fmla="*/ 158247 w 480835"/>
                <a:gd name="connsiteY9" fmla="*/ 323834 h 607216"/>
                <a:gd name="connsiteX10" fmla="*/ 158247 w 480835"/>
                <a:gd name="connsiteY10" fmla="*/ 357652 h 607216"/>
                <a:gd name="connsiteX11" fmla="*/ 177848 w 480835"/>
                <a:gd name="connsiteY11" fmla="*/ 357652 h 607216"/>
                <a:gd name="connsiteX12" fmla="*/ 177848 w 480835"/>
                <a:gd name="connsiteY12" fmla="*/ 323834 h 607216"/>
                <a:gd name="connsiteX13" fmla="*/ 315670 w 480835"/>
                <a:gd name="connsiteY13" fmla="*/ 240704 h 607216"/>
                <a:gd name="connsiteX14" fmla="*/ 358368 w 480835"/>
                <a:gd name="connsiteY14" fmla="*/ 264925 h 607216"/>
                <a:gd name="connsiteX15" fmla="*/ 363317 w 480835"/>
                <a:gd name="connsiteY15" fmla="*/ 273354 h 607216"/>
                <a:gd name="connsiteX16" fmla="*/ 363317 w 480835"/>
                <a:gd name="connsiteY16" fmla="*/ 483302 h 607216"/>
                <a:gd name="connsiteX17" fmla="*/ 392430 w 480835"/>
                <a:gd name="connsiteY17" fmla="*/ 483302 h 607216"/>
                <a:gd name="connsiteX18" fmla="*/ 402134 w 480835"/>
                <a:gd name="connsiteY18" fmla="*/ 492990 h 607216"/>
                <a:gd name="connsiteX19" fmla="*/ 392430 w 480835"/>
                <a:gd name="connsiteY19" fmla="*/ 502678 h 607216"/>
                <a:gd name="connsiteX20" fmla="*/ 93444 w 480835"/>
                <a:gd name="connsiteY20" fmla="*/ 502678 h 607216"/>
                <a:gd name="connsiteX21" fmla="*/ 48223 w 480835"/>
                <a:gd name="connsiteY21" fmla="*/ 532422 h 607216"/>
                <a:gd name="connsiteX22" fmla="*/ 24448 w 480835"/>
                <a:gd name="connsiteY22" fmla="*/ 587839 h 607216"/>
                <a:gd name="connsiteX23" fmla="*/ 422028 w 480835"/>
                <a:gd name="connsiteY23" fmla="*/ 587839 h 607216"/>
                <a:gd name="connsiteX24" fmla="*/ 422028 w 480835"/>
                <a:gd name="connsiteY24" fmla="*/ 458790 h 607216"/>
                <a:gd name="connsiteX25" fmla="*/ 382726 w 480835"/>
                <a:gd name="connsiteY25" fmla="*/ 410736 h 607216"/>
                <a:gd name="connsiteX26" fmla="*/ 431732 w 480835"/>
                <a:gd name="connsiteY26" fmla="*/ 361809 h 607216"/>
                <a:gd name="connsiteX27" fmla="*/ 480835 w 480835"/>
                <a:gd name="connsiteY27" fmla="*/ 410736 h 607216"/>
                <a:gd name="connsiteX28" fmla="*/ 441436 w 480835"/>
                <a:gd name="connsiteY28" fmla="*/ 458790 h 607216"/>
                <a:gd name="connsiteX29" fmla="*/ 441436 w 480835"/>
                <a:gd name="connsiteY29" fmla="*/ 597528 h 607216"/>
                <a:gd name="connsiteX30" fmla="*/ 431732 w 480835"/>
                <a:gd name="connsiteY30" fmla="*/ 607216 h 607216"/>
                <a:gd name="connsiteX31" fmla="*/ 9697 w 480835"/>
                <a:gd name="connsiteY31" fmla="*/ 607216 h 607216"/>
                <a:gd name="connsiteX32" fmla="*/ 1643 w 480835"/>
                <a:gd name="connsiteY32" fmla="*/ 602856 h 607216"/>
                <a:gd name="connsiteX33" fmla="*/ 770 w 480835"/>
                <a:gd name="connsiteY33" fmla="*/ 593652 h 607216"/>
                <a:gd name="connsiteX34" fmla="*/ 30367 w 480835"/>
                <a:gd name="connsiteY34" fmla="*/ 524768 h 607216"/>
                <a:gd name="connsiteX35" fmla="*/ 93444 w 480835"/>
                <a:gd name="connsiteY35" fmla="*/ 483302 h 607216"/>
                <a:gd name="connsiteX36" fmla="*/ 343909 w 480835"/>
                <a:gd name="connsiteY36" fmla="*/ 483302 h 607216"/>
                <a:gd name="connsiteX37" fmla="*/ 343909 w 480835"/>
                <a:gd name="connsiteY37" fmla="*/ 420424 h 607216"/>
                <a:gd name="connsiteX38" fmla="*/ 136143 w 480835"/>
                <a:gd name="connsiteY38" fmla="*/ 420424 h 607216"/>
                <a:gd name="connsiteX39" fmla="*/ 136143 w 480835"/>
                <a:gd name="connsiteY39" fmla="*/ 439801 h 607216"/>
                <a:gd name="connsiteX40" fmla="*/ 314797 w 480835"/>
                <a:gd name="connsiteY40" fmla="*/ 439801 h 607216"/>
                <a:gd name="connsiteX41" fmla="*/ 324501 w 480835"/>
                <a:gd name="connsiteY41" fmla="*/ 449489 h 607216"/>
                <a:gd name="connsiteX42" fmla="*/ 314797 w 480835"/>
                <a:gd name="connsiteY42" fmla="*/ 459178 h 607216"/>
                <a:gd name="connsiteX43" fmla="*/ 126439 w 480835"/>
                <a:gd name="connsiteY43" fmla="*/ 459178 h 607216"/>
                <a:gd name="connsiteX44" fmla="*/ 116734 w 480835"/>
                <a:gd name="connsiteY44" fmla="*/ 449489 h 607216"/>
                <a:gd name="connsiteX45" fmla="*/ 116734 w 480835"/>
                <a:gd name="connsiteY45" fmla="*/ 410736 h 607216"/>
                <a:gd name="connsiteX46" fmla="*/ 126439 w 480835"/>
                <a:gd name="connsiteY46" fmla="*/ 401047 h 607216"/>
                <a:gd name="connsiteX47" fmla="*/ 343909 w 480835"/>
                <a:gd name="connsiteY47" fmla="*/ 401047 h 607216"/>
                <a:gd name="connsiteX48" fmla="*/ 343909 w 480835"/>
                <a:gd name="connsiteY48" fmla="*/ 278973 h 607216"/>
                <a:gd name="connsiteX49" fmla="*/ 306160 w 480835"/>
                <a:gd name="connsiteY49" fmla="*/ 257562 h 607216"/>
                <a:gd name="connsiteX50" fmla="*/ 302472 w 480835"/>
                <a:gd name="connsiteY50" fmla="*/ 244386 h 607216"/>
                <a:gd name="connsiteX51" fmla="*/ 315670 w 480835"/>
                <a:gd name="connsiteY51" fmla="*/ 240704 h 607216"/>
                <a:gd name="connsiteX52" fmla="*/ 151649 w 480835"/>
                <a:gd name="connsiteY52" fmla="*/ 109689 h 607216"/>
                <a:gd name="connsiteX53" fmla="*/ 151649 w 480835"/>
                <a:gd name="connsiteY53" fmla="*/ 304454 h 607216"/>
                <a:gd name="connsiteX54" fmla="*/ 262363 w 480835"/>
                <a:gd name="connsiteY54" fmla="*/ 304454 h 607216"/>
                <a:gd name="connsiteX55" fmla="*/ 262363 w 480835"/>
                <a:gd name="connsiteY55" fmla="*/ 109689 h 607216"/>
                <a:gd name="connsiteX56" fmla="*/ 177654 w 480835"/>
                <a:gd name="connsiteY56" fmla="*/ 19379 h 607216"/>
                <a:gd name="connsiteX57" fmla="*/ 177654 w 480835"/>
                <a:gd name="connsiteY57" fmla="*/ 90309 h 607216"/>
                <a:gd name="connsiteX58" fmla="*/ 236262 w 480835"/>
                <a:gd name="connsiteY58" fmla="*/ 90309 h 607216"/>
                <a:gd name="connsiteX59" fmla="*/ 236262 w 480835"/>
                <a:gd name="connsiteY59" fmla="*/ 19379 h 607216"/>
                <a:gd name="connsiteX60" fmla="*/ 167950 w 480835"/>
                <a:gd name="connsiteY60" fmla="*/ 0 h 607216"/>
                <a:gd name="connsiteX61" fmla="*/ 245965 w 480835"/>
                <a:gd name="connsiteY61" fmla="*/ 0 h 607216"/>
                <a:gd name="connsiteX62" fmla="*/ 255668 w 480835"/>
                <a:gd name="connsiteY62" fmla="*/ 9690 h 607216"/>
                <a:gd name="connsiteX63" fmla="*/ 255668 w 480835"/>
                <a:gd name="connsiteY63" fmla="*/ 90309 h 607216"/>
                <a:gd name="connsiteX64" fmla="*/ 272067 w 480835"/>
                <a:gd name="connsiteY64" fmla="*/ 90309 h 607216"/>
                <a:gd name="connsiteX65" fmla="*/ 281770 w 480835"/>
                <a:gd name="connsiteY65" fmla="*/ 99999 h 607216"/>
                <a:gd name="connsiteX66" fmla="*/ 281770 w 480835"/>
                <a:gd name="connsiteY66" fmla="*/ 149514 h 607216"/>
                <a:gd name="connsiteX67" fmla="*/ 310880 w 480835"/>
                <a:gd name="connsiteY67" fmla="*/ 149514 h 607216"/>
                <a:gd name="connsiteX68" fmla="*/ 315634 w 480835"/>
                <a:gd name="connsiteY68" fmla="*/ 150773 h 607216"/>
                <a:gd name="connsiteX69" fmla="*/ 402673 w 480835"/>
                <a:gd name="connsiteY69" fmla="*/ 200288 h 607216"/>
                <a:gd name="connsiteX70" fmla="*/ 441389 w 480835"/>
                <a:gd name="connsiteY70" fmla="*/ 267246 h 607216"/>
                <a:gd name="connsiteX71" fmla="*/ 441389 w 480835"/>
                <a:gd name="connsiteY71" fmla="*/ 332749 h 607216"/>
                <a:gd name="connsiteX72" fmla="*/ 431686 w 480835"/>
                <a:gd name="connsiteY72" fmla="*/ 342439 h 607216"/>
                <a:gd name="connsiteX73" fmla="*/ 421982 w 480835"/>
                <a:gd name="connsiteY73" fmla="*/ 332749 h 607216"/>
                <a:gd name="connsiteX74" fmla="*/ 421982 w 480835"/>
                <a:gd name="connsiteY74" fmla="*/ 267246 h 607216"/>
                <a:gd name="connsiteX75" fmla="*/ 392970 w 480835"/>
                <a:gd name="connsiteY75" fmla="*/ 217149 h 607216"/>
                <a:gd name="connsiteX76" fmla="*/ 308260 w 480835"/>
                <a:gd name="connsiteY76" fmla="*/ 168893 h 607216"/>
                <a:gd name="connsiteX77" fmla="*/ 281770 w 480835"/>
                <a:gd name="connsiteY77" fmla="*/ 168893 h 607216"/>
                <a:gd name="connsiteX78" fmla="*/ 281770 w 480835"/>
                <a:gd name="connsiteY78" fmla="*/ 304454 h 607216"/>
                <a:gd name="connsiteX79" fmla="*/ 287592 w 480835"/>
                <a:gd name="connsiteY79" fmla="*/ 304454 h 607216"/>
                <a:gd name="connsiteX80" fmla="*/ 297295 w 480835"/>
                <a:gd name="connsiteY80" fmla="*/ 314144 h 607216"/>
                <a:gd name="connsiteX81" fmla="*/ 287592 w 480835"/>
                <a:gd name="connsiteY81" fmla="*/ 323834 h 607216"/>
                <a:gd name="connsiteX82" fmla="*/ 275172 w 480835"/>
                <a:gd name="connsiteY82" fmla="*/ 323834 h 607216"/>
                <a:gd name="connsiteX83" fmla="*/ 275172 w 480835"/>
                <a:gd name="connsiteY83" fmla="*/ 367341 h 607216"/>
                <a:gd name="connsiteX84" fmla="*/ 265468 w 480835"/>
                <a:gd name="connsiteY84" fmla="*/ 377031 h 607216"/>
                <a:gd name="connsiteX85" fmla="*/ 226364 w 480835"/>
                <a:gd name="connsiteY85" fmla="*/ 377031 h 607216"/>
                <a:gd name="connsiteX86" fmla="*/ 216661 w 480835"/>
                <a:gd name="connsiteY86" fmla="*/ 367341 h 607216"/>
                <a:gd name="connsiteX87" fmla="*/ 216661 w 480835"/>
                <a:gd name="connsiteY87" fmla="*/ 323834 h 607216"/>
                <a:gd name="connsiteX88" fmla="*/ 197254 w 480835"/>
                <a:gd name="connsiteY88" fmla="*/ 323834 h 607216"/>
                <a:gd name="connsiteX89" fmla="*/ 197254 w 480835"/>
                <a:gd name="connsiteY89" fmla="*/ 367341 h 607216"/>
                <a:gd name="connsiteX90" fmla="*/ 187551 w 480835"/>
                <a:gd name="connsiteY90" fmla="*/ 377031 h 607216"/>
                <a:gd name="connsiteX91" fmla="*/ 148544 w 480835"/>
                <a:gd name="connsiteY91" fmla="*/ 377031 h 607216"/>
                <a:gd name="connsiteX92" fmla="*/ 138841 w 480835"/>
                <a:gd name="connsiteY92" fmla="*/ 367341 h 607216"/>
                <a:gd name="connsiteX93" fmla="*/ 138841 w 480835"/>
                <a:gd name="connsiteY93" fmla="*/ 323834 h 607216"/>
                <a:gd name="connsiteX94" fmla="*/ 126420 w 480835"/>
                <a:gd name="connsiteY94" fmla="*/ 323834 h 607216"/>
                <a:gd name="connsiteX95" fmla="*/ 116717 w 480835"/>
                <a:gd name="connsiteY95" fmla="*/ 314144 h 607216"/>
                <a:gd name="connsiteX96" fmla="*/ 126420 w 480835"/>
                <a:gd name="connsiteY96" fmla="*/ 304454 h 607216"/>
                <a:gd name="connsiteX97" fmla="*/ 132242 w 480835"/>
                <a:gd name="connsiteY97" fmla="*/ 304454 h 607216"/>
                <a:gd name="connsiteX98" fmla="*/ 132242 w 480835"/>
                <a:gd name="connsiteY98" fmla="*/ 99999 h 607216"/>
                <a:gd name="connsiteX99" fmla="*/ 141946 w 480835"/>
                <a:gd name="connsiteY99" fmla="*/ 90309 h 607216"/>
                <a:gd name="connsiteX100" fmla="*/ 158247 w 480835"/>
                <a:gd name="connsiteY100" fmla="*/ 90309 h 607216"/>
                <a:gd name="connsiteX101" fmla="*/ 158247 w 480835"/>
                <a:gd name="connsiteY101" fmla="*/ 9690 h 607216"/>
                <a:gd name="connsiteX102" fmla="*/ 167950 w 480835"/>
                <a:gd name="connsiteY102" fmla="*/ 0 h 607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480835" h="607216">
                  <a:moveTo>
                    <a:pt x="431732" y="381186"/>
                  </a:moveTo>
                  <a:cubicBezTo>
                    <a:pt x="415429" y="381186"/>
                    <a:pt x="402134" y="394459"/>
                    <a:pt x="402134" y="410736"/>
                  </a:cubicBezTo>
                  <a:cubicBezTo>
                    <a:pt x="402134" y="427109"/>
                    <a:pt x="415429" y="440382"/>
                    <a:pt x="431732" y="440382"/>
                  </a:cubicBezTo>
                  <a:cubicBezTo>
                    <a:pt x="448132" y="440382"/>
                    <a:pt x="461427" y="427109"/>
                    <a:pt x="461427" y="410736"/>
                  </a:cubicBezTo>
                  <a:cubicBezTo>
                    <a:pt x="461427" y="394459"/>
                    <a:pt x="448132" y="381186"/>
                    <a:pt x="431732" y="381186"/>
                  </a:cubicBezTo>
                  <a:close/>
                  <a:moveTo>
                    <a:pt x="236067" y="323834"/>
                  </a:moveTo>
                  <a:lnTo>
                    <a:pt x="236067" y="357652"/>
                  </a:lnTo>
                  <a:lnTo>
                    <a:pt x="255765" y="357652"/>
                  </a:lnTo>
                  <a:lnTo>
                    <a:pt x="255765" y="323834"/>
                  </a:lnTo>
                  <a:close/>
                  <a:moveTo>
                    <a:pt x="158247" y="323834"/>
                  </a:moveTo>
                  <a:lnTo>
                    <a:pt x="158247" y="357652"/>
                  </a:lnTo>
                  <a:lnTo>
                    <a:pt x="177848" y="357652"/>
                  </a:lnTo>
                  <a:lnTo>
                    <a:pt x="177848" y="323834"/>
                  </a:lnTo>
                  <a:close/>
                  <a:moveTo>
                    <a:pt x="315670" y="240704"/>
                  </a:moveTo>
                  <a:lnTo>
                    <a:pt x="358368" y="264925"/>
                  </a:lnTo>
                  <a:cubicBezTo>
                    <a:pt x="361377" y="266572"/>
                    <a:pt x="363317" y="269866"/>
                    <a:pt x="363317" y="273354"/>
                  </a:cubicBezTo>
                  <a:lnTo>
                    <a:pt x="363317" y="483302"/>
                  </a:lnTo>
                  <a:lnTo>
                    <a:pt x="392430" y="483302"/>
                  </a:lnTo>
                  <a:cubicBezTo>
                    <a:pt x="397767" y="483302"/>
                    <a:pt x="402134" y="487661"/>
                    <a:pt x="402134" y="492990"/>
                  </a:cubicBezTo>
                  <a:cubicBezTo>
                    <a:pt x="402134" y="498319"/>
                    <a:pt x="397767" y="502678"/>
                    <a:pt x="392430" y="502678"/>
                  </a:cubicBezTo>
                  <a:lnTo>
                    <a:pt x="93444" y="502678"/>
                  </a:lnTo>
                  <a:cubicBezTo>
                    <a:pt x="75880" y="502678"/>
                    <a:pt x="55113" y="516339"/>
                    <a:pt x="48223" y="532422"/>
                  </a:cubicBezTo>
                  <a:lnTo>
                    <a:pt x="24448" y="587839"/>
                  </a:lnTo>
                  <a:lnTo>
                    <a:pt x="422028" y="587839"/>
                  </a:lnTo>
                  <a:lnTo>
                    <a:pt x="422028" y="458790"/>
                  </a:lnTo>
                  <a:cubicBezTo>
                    <a:pt x="399611" y="454236"/>
                    <a:pt x="382726" y="434472"/>
                    <a:pt x="382726" y="410736"/>
                  </a:cubicBezTo>
                  <a:cubicBezTo>
                    <a:pt x="382726" y="383802"/>
                    <a:pt x="404754" y="361809"/>
                    <a:pt x="431732" y="361809"/>
                  </a:cubicBezTo>
                  <a:cubicBezTo>
                    <a:pt x="458807" y="361809"/>
                    <a:pt x="480835" y="383802"/>
                    <a:pt x="480835" y="410736"/>
                  </a:cubicBezTo>
                  <a:cubicBezTo>
                    <a:pt x="480835" y="434472"/>
                    <a:pt x="463853" y="454236"/>
                    <a:pt x="441436" y="458790"/>
                  </a:cubicBezTo>
                  <a:lnTo>
                    <a:pt x="441436" y="597528"/>
                  </a:lnTo>
                  <a:cubicBezTo>
                    <a:pt x="441436" y="602856"/>
                    <a:pt x="437069" y="607216"/>
                    <a:pt x="431732" y="607216"/>
                  </a:cubicBezTo>
                  <a:lnTo>
                    <a:pt x="9697" y="607216"/>
                  </a:lnTo>
                  <a:cubicBezTo>
                    <a:pt x="6495" y="607216"/>
                    <a:pt x="3390" y="605569"/>
                    <a:pt x="1643" y="602856"/>
                  </a:cubicBezTo>
                  <a:cubicBezTo>
                    <a:pt x="-201" y="600144"/>
                    <a:pt x="-492" y="596656"/>
                    <a:pt x="770" y="593652"/>
                  </a:cubicBezTo>
                  <a:lnTo>
                    <a:pt x="30367" y="524768"/>
                  </a:lnTo>
                  <a:cubicBezTo>
                    <a:pt x="40363" y="501516"/>
                    <a:pt x="68117" y="483302"/>
                    <a:pt x="93444" y="483302"/>
                  </a:cubicBezTo>
                  <a:lnTo>
                    <a:pt x="343909" y="483302"/>
                  </a:lnTo>
                  <a:lnTo>
                    <a:pt x="343909" y="420424"/>
                  </a:lnTo>
                  <a:lnTo>
                    <a:pt x="136143" y="420424"/>
                  </a:lnTo>
                  <a:lnTo>
                    <a:pt x="136143" y="439801"/>
                  </a:lnTo>
                  <a:lnTo>
                    <a:pt x="314797" y="439801"/>
                  </a:lnTo>
                  <a:cubicBezTo>
                    <a:pt x="320134" y="439801"/>
                    <a:pt x="324501" y="444160"/>
                    <a:pt x="324501" y="449489"/>
                  </a:cubicBezTo>
                  <a:cubicBezTo>
                    <a:pt x="324501" y="454915"/>
                    <a:pt x="320134" y="459178"/>
                    <a:pt x="314797" y="459178"/>
                  </a:cubicBezTo>
                  <a:lnTo>
                    <a:pt x="126439" y="459178"/>
                  </a:lnTo>
                  <a:cubicBezTo>
                    <a:pt x="121004" y="459178"/>
                    <a:pt x="116734" y="454915"/>
                    <a:pt x="116734" y="449489"/>
                  </a:cubicBezTo>
                  <a:lnTo>
                    <a:pt x="116734" y="410736"/>
                  </a:lnTo>
                  <a:cubicBezTo>
                    <a:pt x="116734" y="405407"/>
                    <a:pt x="121004" y="401047"/>
                    <a:pt x="126439" y="401047"/>
                  </a:cubicBezTo>
                  <a:lnTo>
                    <a:pt x="343909" y="401047"/>
                  </a:lnTo>
                  <a:lnTo>
                    <a:pt x="343909" y="278973"/>
                  </a:lnTo>
                  <a:lnTo>
                    <a:pt x="306160" y="257562"/>
                  </a:lnTo>
                  <a:cubicBezTo>
                    <a:pt x="301405" y="254946"/>
                    <a:pt x="299852" y="249036"/>
                    <a:pt x="302472" y="244386"/>
                  </a:cubicBezTo>
                  <a:cubicBezTo>
                    <a:pt x="305092" y="239735"/>
                    <a:pt x="311012" y="238088"/>
                    <a:pt x="315670" y="240704"/>
                  </a:cubicBezTo>
                  <a:close/>
                  <a:moveTo>
                    <a:pt x="151649" y="109689"/>
                  </a:moveTo>
                  <a:lnTo>
                    <a:pt x="151649" y="304454"/>
                  </a:lnTo>
                  <a:lnTo>
                    <a:pt x="262363" y="304454"/>
                  </a:lnTo>
                  <a:lnTo>
                    <a:pt x="262363" y="109689"/>
                  </a:lnTo>
                  <a:close/>
                  <a:moveTo>
                    <a:pt x="177654" y="19379"/>
                  </a:moveTo>
                  <a:lnTo>
                    <a:pt x="177654" y="90309"/>
                  </a:lnTo>
                  <a:lnTo>
                    <a:pt x="236262" y="90309"/>
                  </a:lnTo>
                  <a:lnTo>
                    <a:pt x="236262" y="19379"/>
                  </a:lnTo>
                  <a:close/>
                  <a:moveTo>
                    <a:pt x="167950" y="0"/>
                  </a:moveTo>
                  <a:lnTo>
                    <a:pt x="245965" y="0"/>
                  </a:lnTo>
                  <a:cubicBezTo>
                    <a:pt x="251399" y="0"/>
                    <a:pt x="255668" y="4360"/>
                    <a:pt x="255668" y="9690"/>
                  </a:cubicBezTo>
                  <a:lnTo>
                    <a:pt x="255668" y="90309"/>
                  </a:lnTo>
                  <a:lnTo>
                    <a:pt x="272067" y="90309"/>
                  </a:lnTo>
                  <a:cubicBezTo>
                    <a:pt x="277403" y="90309"/>
                    <a:pt x="281770" y="94669"/>
                    <a:pt x="281770" y="99999"/>
                  </a:cubicBezTo>
                  <a:lnTo>
                    <a:pt x="281770" y="149514"/>
                  </a:lnTo>
                  <a:lnTo>
                    <a:pt x="310880" y="149514"/>
                  </a:lnTo>
                  <a:cubicBezTo>
                    <a:pt x="312529" y="149514"/>
                    <a:pt x="314179" y="149998"/>
                    <a:pt x="315634" y="150773"/>
                  </a:cubicBezTo>
                  <a:lnTo>
                    <a:pt x="402673" y="200288"/>
                  </a:lnTo>
                  <a:cubicBezTo>
                    <a:pt x="424408" y="212788"/>
                    <a:pt x="441389" y="242149"/>
                    <a:pt x="441389" y="267246"/>
                  </a:cubicBezTo>
                  <a:lnTo>
                    <a:pt x="441389" y="332749"/>
                  </a:lnTo>
                  <a:cubicBezTo>
                    <a:pt x="441389" y="338078"/>
                    <a:pt x="437023" y="342439"/>
                    <a:pt x="431686" y="342439"/>
                  </a:cubicBezTo>
                  <a:cubicBezTo>
                    <a:pt x="426349" y="342439"/>
                    <a:pt x="421982" y="338078"/>
                    <a:pt x="421982" y="332749"/>
                  </a:cubicBezTo>
                  <a:lnTo>
                    <a:pt x="421982" y="267246"/>
                  </a:lnTo>
                  <a:cubicBezTo>
                    <a:pt x="421982" y="249126"/>
                    <a:pt x="408689" y="226160"/>
                    <a:pt x="392970" y="217149"/>
                  </a:cubicBezTo>
                  <a:lnTo>
                    <a:pt x="308260" y="168893"/>
                  </a:lnTo>
                  <a:lnTo>
                    <a:pt x="281770" y="168893"/>
                  </a:lnTo>
                  <a:lnTo>
                    <a:pt x="281770" y="304454"/>
                  </a:lnTo>
                  <a:lnTo>
                    <a:pt x="287592" y="304454"/>
                  </a:lnTo>
                  <a:cubicBezTo>
                    <a:pt x="292929" y="304454"/>
                    <a:pt x="297295" y="308718"/>
                    <a:pt x="297295" y="314144"/>
                  </a:cubicBezTo>
                  <a:cubicBezTo>
                    <a:pt x="297295" y="319474"/>
                    <a:pt x="292929" y="323834"/>
                    <a:pt x="287592" y="323834"/>
                  </a:cubicBezTo>
                  <a:lnTo>
                    <a:pt x="275172" y="323834"/>
                  </a:lnTo>
                  <a:lnTo>
                    <a:pt x="275172" y="367341"/>
                  </a:lnTo>
                  <a:cubicBezTo>
                    <a:pt x="275172" y="372671"/>
                    <a:pt x="270805" y="377031"/>
                    <a:pt x="265468" y="377031"/>
                  </a:cubicBezTo>
                  <a:lnTo>
                    <a:pt x="226364" y="377031"/>
                  </a:lnTo>
                  <a:cubicBezTo>
                    <a:pt x="221027" y="377031"/>
                    <a:pt x="216661" y="372671"/>
                    <a:pt x="216661" y="367341"/>
                  </a:cubicBezTo>
                  <a:lnTo>
                    <a:pt x="216661" y="323834"/>
                  </a:lnTo>
                  <a:lnTo>
                    <a:pt x="197254" y="323834"/>
                  </a:lnTo>
                  <a:lnTo>
                    <a:pt x="197254" y="367341"/>
                  </a:lnTo>
                  <a:cubicBezTo>
                    <a:pt x="197254" y="372671"/>
                    <a:pt x="192888" y="377031"/>
                    <a:pt x="187551" y="377031"/>
                  </a:cubicBezTo>
                  <a:lnTo>
                    <a:pt x="148544" y="377031"/>
                  </a:lnTo>
                  <a:cubicBezTo>
                    <a:pt x="143110" y="377031"/>
                    <a:pt x="138841" y="372671"/>
                    <a:pt x="138841" y="367341"/>
                  </a:cubicBezTo>
                  <a:lnTo>
                    <a:pt x="138841" y="323834"/>
                  </a:lnTo>
                  <a:lnTo>
                    <a:pt x="126420" y="323834"/>
                  </a:lnTo>
                  <a:cubicBezTo>
                    <a:pt x="120986" y="323834"/>
                    <a:pt x="116717" y="319474"/>
                    <a:pt x="116717" y="314144"/>
                  </a:cubicBezTo>
                  <a:cubicBezTo>
                    <a:pt x="116717" y="308718"/>
                    <a:pt x="120986" y="304454"/>
                    <a:pt x="126420" y="304454"/>
                  </a:cubicBezTo>
                  <a:lnTo>
                    <a:pt x="132242" y="304454"/>
                  </a:lnTo>
                  <a:lnTo>
                    <a:pt x="132242" y="99999"/>
                  </a:lnTo>
                  <a:cubicBezTo>
                    <a:pt x="132242" y="94669"/>
                    <a:pt x="136512" y="90309"/>
                    <a:pt x="141946" y="90309"/>
                  </a:cubicBezTo>
                  <a:lnTo>
                    <a:pt x="158247" y="90309"/>
                  </a:lnTo>
                  <a:lnTo>
                    <a:pt x="158247" y="9690"/>
                  </a:lnTo>
                  <a:cubicBezTo>
                    <a:pt x="158247" y="4360"/>
                    <a:pt x="162614" y="0"/>
                    <a:pt x="167950" y="0"/>
                  </a:cubicBezTo>
                  <a:close/>
                </a:path>
              </a:pathLst>
            </a:custGeom>
            <a:solidFill>
              <a:schemeClr val="bg1"/>
            </a:solidFill>
            <a:ln>
              <a:noFill/>
            </a:ln>
          </p:spPr>
          <p:txBody>
            <a:bodyPr/>
            <a:lstStyle/>
            <a:p>
              <a:endParaRPr lang="zh-CN" altLang="en-US">
                <a:cs typeface="+mn-ea"/>
                <a:sym typeface="+mn-lt"/>
              </a:endParaRPr>
            </a:p>
          </p:txBody>
        </p:sp>
      </p:grpSp>
      <p:sp>
        <p:nvSpPr>
          <p:cNvPr id="24" name="文本框 23">
            <a:extLst>
              <a:ext uri="{FF2B5EF4-FFF2-40B4-BE49-F238E27FC236}">
                <a16:creationId xmlns:a16="http://schemas.microsoft.com/office/drawing/2014/main" id="{4C6E445A-7180-4BFC-94A1-E62FF3954C43}"/>
              </a:ext>
            </a:extLst>
          </p:cNvPr>
          <p:cNvSpPr txBox="1"/>
          <p:nvPr/>
        </p:nvSpPr>
        <p:spPr>
          <a:xfrm>
            <a:off x="1104568" y="5161783"/>
            <a:ext cx="1094659" cy="338554"/>
          </a:xfrm>
          <a:prstGeom prst="rect">
            <a:avLst/>
          </a:prstGeom>
          <a:noFill/>
        </p:spPr>
        <p:txBody>
          <a:bodyPr wrap="square" rtlCol="0">
            <a:spAutoFit/>
          </a:bodyPr>
          <a:lstStyle/>
          <a:p>
            <a:pPr algn="ctr"/>
            <a:r>
              <a:rPr lang="en-US" altLang="zh-CN" sz="1600" dirty="0">
                <a:latin typeface="+mj-ea"/>
                <a:ea typeface="+mj-ea"/>
                <a:cs typeface="+mn-ea"/>
                <a:sym typeface="+mn-lt"/>
              </a:rPr>
              <a:t>PART 01</a:t>
            </a:r>
            <a:endParaRPr lang="zh-CN" altLang="en-US" sz="1600" dirty="0">
              <a:latin typeface="+mj-ea"/>
              <a:ea typeface="+mj-ea"/>
              <a:cs typeface="+mn-ea"/>
              <a:sym typeface="+mn-lt"/>
            </a:endParaRPr>
          </a:p>
        </p:txBody>
      </p:sp>
      <p:sp>
        <p:nvSpPr>
          <p:cNvPr id="25" name="文本框 24">
            <a:extLst>
              <a:ext uri="{FF2B5EF4-FFF2-40B4-BE49-F238E27FC236}">
                <a16:creationId xmlns:a16="http://schemas.microsoft.com/office/drawing/2014/main" id="{F7122226-CF8B-467C-8C83-1931B3E69140}"/>
              </a:ext>
            </a:extLst>
          </p:cNvPr>
          <p:cNvSpPr txBox="1"/>
          <p:nvPr/>
        </p:nvSpPr>
        <p:spPr>
          <a:xfrm>
            <a:off x="787739" y="5522294"/>
            <a:ext cx="1728317" cy="400110"/>
          </a:xfrm>
          <a:prstGeom prst="rect">
            <a:avLst/>
          </a:prstGeom>
          <a:noFill/>
        </p:spPr>
        <p:txBody>
          <a:bodyPr wrap="square" rtlCol="0">
            <a:spAutoFit/>
          </a:bodyPr>
          <a:lstStyle/>
          <a:p>
            <a:pPr algn="ctr"/>
            <a:r>
              <a:rPr lang="zh-CN" altLang="en-US" sz="2000" b="1" spc="300" dirty="0">
                <a:latin typeface="+mj-ea"/>
                <a:ea typeface="+mj-ea"/>
                <a:cs typeface="+mn-ea"/>
                <a:sym typeface="+mn-lt"/>
              </a:rPr>
              <a:t>实验背景</a:t>
            </a:r>
          </a:p>
        </p:txBody>
      </p:sp>
      <p:sp>
        <p:nvSpPr>
          <p:cNvPr id="26" name="文本框 25">
            <a:extLst>
              <a:ext uri="{FF2B5EF4-FFF2-40B4-BE49-F238E27FC236}">
                <a16:creationId xmlns:a16="http://schemas.microsoft.com/office/drawing/2014/main" id="{31A30659-A164-4A1F-BE91-0DF041BDF34C}"/>
              </a:ext>
            </a:extLst>
          </p:cNvPr>
          <p:cNvSpPr txBox="1"/>
          <p:nvPr/>
        </p:nvSpPr>
        <p:spPr>
          <a:xfrm>
            <a:off x="3021465" y="5522294"/>
            <a:ext cx="1728317" cy="400110"/>
          </a:xfrm>
          <a:prstGeom prst="rect">
            <a:avLst/>
          </a:prstGeom>
          <a:noFill/>
        </p:spPr>
        <p:txBody>
          <a:bodyPr wrap="square" rtlCol="0">
            <a:spAutoFit/>
          </a:bodyPr>
          <a:lstStyle>
            <a:defPPr>
              <a:defRPr lang="zh-CN"/>
            </a:defPPr>
            <a:lvl1pPr algn="ctr">
              <a:defRPr sz="2000" b="1" spc="300">
                <a:latin typeface="+mj-ea"/>
                <a:ea typeface="+mj-ea"/>
                <a:cs typeface="+mn-ea"/>
              </a:defRPr>
            </a:lvl1pPr>
          </a:lstStyle>
          <a:p>
            <a:r>
              <a:rPr lang="zh-CN" altLang="en-US" dirty="0">
                <a:sym typeface="+mn-lt"/>
              </a:rPr>
              <a:t>实验目的</a:t>
            </a:r>
          </a:p>
        </p:txBody>
      </p:sp>
      <p:sp>
        <p:nvSpPr>
          <p:cNvPr id="27" name="文本框 26">
            <a:extLst>
              <a:ext uri="{FF2B5EF4-FFF2-40B4-BE49-F238E27FC236}">
                <a16:creationId xmlns:a16="http://schemas.microsoft.com/office/drawing/2014/main" id="{9FF3B020-D780-4812-9B67-3755B47A2A2C}"/>
              </a:ext>
            </a:extLst>
          </p:cNvPr>
          <p:cNvSpPr txBox="1"/>
          <p:nvPr/>
        </p:nvSpPr>
        <p:spPr>
          <a:xfrm>
            <a:off x="5255192" y="5522294"/>
            <a:ext cx="1728317" cy="400110"/>
          </a:xfrm>
          <a:prstGeom prst="rect">
            <a:avLst/>
          </a:prstGeom>
          <a:noFill/>
        </p:spPr>
        <p:txBody>
          <a:bodyPr wrap="square" rtlCol="0">
            <a:spAutoFit/>
          </a:bodyPr>
          <a:lstStyle>
            <a:defPPr>
              <a:defRPr lang="zh-CN"/>
            </a:defPPr>
            <a:lvl1pPr algn="ctr">
              <a:defRPr sz="2000" b="1" spc="300">
                <a:latin typeface="+mj-ea"/>
                <a:ea typeface="+mj-ea"/>
                <a:cs typeface="+mn-ea"/>
              </a:defRPr>
            </a:lvl1pPr>
          </a:lstStyle>
          <a:p>
            <a:r>
              <a:rPr lang="zh-CN" altLang="en-US" dirty="0">
                <a:sym typeface="+mn-lt"/>
              </a:rPr>
              <a:t>实验方案</a:t>
            </a:r>
          </a:p>
        </p:txBody>
      </p:sp>
      <p:sp>
        <p:nvSpPr>
          <p:cNvPr id="28" name="文本框 27">
            <a:extLst>
              <a:ext uri="{FF2B5EF4-FFF2-40B4-BE49-F238E27FC236}">
                <a16:creationId xmlns:a16="http://schemas.microsoft.com/office/drawing/2014/main" id="{743139E9-B3C5-4C85-9442-A89F0617A6B1}"/>
              </a:ext>
            </a:extLst>
          </p:cNvPr>
          <p:cNvSpPr txBox="1"/>
          <p:nvPr/>
        </p:nvSpPr>
        <p:spPr>
          <a:xfrm>
            <a:off x="7488919" y="5522294"/>
            <a:ext cx="1728317" cy="400110"/>
          </a:xfrm>
          <a:prstGeom prst="rect">
            <a:avLst/>
          </a:prstGeom>
          <a:noFill/>
        </p:spPr>
        <p:txBody>
          <a:bodyPr wrap="square" rtlCol="0">
            <a:spAutoFit/>
          </a:bodyPr>
          <a:lstStyle>
            <a:defPPr>
              <a:defRPr lang="zh-CN"/>
            </a:defPPr>
            <a:lvl1pPr algn="ctr">
              <a:defRPr sz="2000" b="1" spc="300">
                <a:latin typeface="+mj-ea"/>
                <a:ea typeface="+mj-ea"/>
                <a:cs typeface="+mn-ea"/>
              </a:defRPr>
            </a:lvl1pPr>
          </a:lstStyle>
          <a:p>
            <a:r>
              <a:rPr lang="zh-CN" altLang="en-US" dirty="0">
                <a:sym typeface="+mn-lt"/>
              </a:rPr>
              <a:t>实验结果</a:t>
            </a:r>
          </a:p>
        </p:txBody>
      </p:sp>
      <p:sp>
        <p:nvSpPr>
          <p:cNvPr id="29" name="文本框 28">
            <a:extLst>
              <a:ext uri="{FF2B5EF4-FFF2-40B4-BE49-F238E27FC236}">
                <a16:creationId xmlns:a16="http://schemas.microsoft.com/office/drawing/2014/main" id="{AF9B8E07-5E8B-4022-8B8B-D45C818F7340}"/>
              </a:ext>
            </a:extLst>
          </p:cNvPr>
          <p:cNvSpPr txBox="1"/>
          <p:nvPr/>
        </p:nvSpPr>
        <p:spPr>
          <a:xfrm>
            <a:off x="9722646" y="5522294"/>
            <a:ext cx="1728317" cy="400110"/>
          </a:xfrm>
          <a:prstGeom prst="rect">
            <a:avLst/>
          </a:prstGeom>
          <a:noFill/>
        </p:spPr>
        <p:txBody>
          <a:bodyPr wrap="square" rtlCol="0">
            <a:spAutoFit/>
          </a:bodyPr>
          <a:lstStyle>
            <a:defPPr>
              <a:defRPr lang="zh-CN"/>
            </a:defPPr>
            <a:lvl1pPr algn="ctr">
              <a:defRPr sz="2000" b="1" spc="300">
                <a:latin typeface="+mj-ea"/>
                <a:ea typeface="+mj-ea"/>
                <a:cs typeface="+mn-ea"/>
              </a:defRPr>
            </a:lvl1pPr>
          </a:lstStyle>
          <a:p>
            <a:r>
              <a:rPr lang="zh-CN" altLang="en-US" dirty="0">
                <a:sym typeface="+mn-lt"/>
              </a:rPr>
              <a:t>实验总结</a:t>
            </a:r>
          </a:p>
        </p:txBody>
      </p:sp>
      <p:sp>
        <p:nvSpPr>
          <p:cNvPr id="31" name="文本框 30">
            <a:extLst>
              <a:ext uri="{FF2B5EF4-FFF2-40B4-BE49-F238E27FC236}">
                <a16:creationId xmlns:a16="http://schemas.microsoft.com/office/drawing/2014/main" id="{08DF070C-6068-4E29-91F8-BB4C916212ED}"/>
              </a:ext>
            </a:extLst>
          </p:cNvPr>
          <p:cNvSpPr txBox="1"/>
          <p:nvPr/>
        </p:nvSpPr>
        <p:spPr>
          <a:xfrm>
            <a:off x="3338293" y="5161783"/>
            <a:ext cx="1094659" cy="338554"/>
          </a:xfrm>
          <a:prstGeom prst="rect">
            <a:avLst/>
          </a:prstGeom>
          <a:noFill/>
        </p:spPr>
        <p:txBody>
          <a:bodyPr wrap="square" rtlCol="0">
            <a:spAutoFit/>
          </a:bodyPr>
          <a:lstStyle>
            <a:defPPr>
              <a:defRPr lang="zh-CN"/>
            </a:defPPr>
            <a:lvl1pPr algn="ctr">
              <a:defRPr sz="1600">
                <a:latin typeface="+mj-ea"/>
                <a:ea typeface="+mj-ea"/>
                <a:cs typeface="+mn-ea"/>
              </a:defRPr>
            </a:lvl1pPr>
          </a:lstStyle>
          <a:p>
            <a:r>
              <a:rPr lang="en-US" altLang="zh-CN" dirty="0">
                <a:sym typeface="+mn-lt"/>
              </a:rPr>
              <a:t>PART 02</a:t>
            </a:r>
            <a:endParaRPr lang="zh-CN" altLang="en-US" dirty="0">
              <a:sym typeface="+mn-lt"/>
            </a:endParaRPr>
          </a:p>
        </p:txBody>
      </p:sp>
      <p:sp>
        <p:nvSpPr>
          <p:cNvPr id="32" name="文本框 31">
            <a:extLst>
              <a:ext uri="{FF2B5EF4-FFF2-40B4-BE49-F238E27FC236}">
                <a16:creationId xmlns:a16="http://schemas.microsoft.com/office/drawing/2014/main" id="{641FC660-CD63-4C00-A9ED-594039EAD39F}"/>
              </a:ext>
            </a:extLst>
          </p:cNvPr>
          <p:cNvSpPr txBox="1"/>
          <p:nvPr/>
        </p:nvSpPr>
        <p:spPr>
          <a:xfrm>
            <a:off x="5572018" y="5161783"/>
            <a:ext cx="1094659" cy="338554"/>
          </a:xfrm>
          <a:prstGeom prst="rect">
            <a:avLst/>
          </a:prstGeom>
          <a:noFill/>
        </p:spPr>
        <p:txBody>
          <a:bodyPr wrap="square" rtlCol="0">
            <a:spAutoFit/>
          </a:bodyPr>
          <a:lstStyle>
            <a:defPPr>
              <a:defRPr lang="zh-CN"/>
            </a:defPPr>
            <a:lvl1pPr algn="ctr">
              <a:defRPr sz="1600">
                <a:latin typeface="+mj-ea"/>
                <a:ea typeface="+mj-ea"/>
                <a:cs typeface="+mn-ea"/>
              </a:defRPr>
            </a:lvl1pPr>
          </a:lstStyle>
          <a:p>
            <a:r>
              <a:rPr lang="en-US" altLang="zh-CN" dirty="0">
                <a:sym typeface="+mn-lt"/>
              </a:rPr>
              <a:t>PART 03</a:t>
            </a:r>
            <a:endParaRPr lang="zh-CN" altLang="en-US" dirty="0">
              <a:sym typeface="+mn-lt"/>
            </a:endParaRPr>
          </a:p>
        </p:txBody>
      </p:sp>
      <p:sp>
        <p:nvSpPr>
          <p:cNvPr id="33" name="文本框 32">
            <a:extLst>
              <a:ext uri="{FF2B5EF4-FFF2-40B4-BE49-F238E27FC236}">
                <a16:creationId xmlns:a16="http://schemas.microsoft.com/office/drawing/2014/main" id="{7CDED453-021F-4397-91AE-44ED974E4E98}"/>
              </a:ext>
            </a:extLst>
          </p:cNvPr>
          <p:cNvSpPr txBox="1"/>
          <p:nvPr/>
        </p:nvSpPr>
        <p:spPr>
          <a:xfrm>
            <a:off x="7805743" y="5161783"/>
            <a:ext cx="1094659" cy="338554"/>
          </a:xfrm>
          <a:prstGeom prst="rect">
            <a:avLst/>
          </a:prstGeom>
          <a:noFill/>
        </p:spPr>
        <p:txBody>
          <a:bodyPr wrap="square" rtlCol="0">
            <a:spAutoFit/>
          </a:bodyPr>
          <a:lstStyle>
            <a:defPPr>
              <a:defRPr lang="zh-CN"/>
            </a:defPPr>
            <a:lvl1pPr algn="ctr">
              <a:defRPr sz="1600">
                <a:latin typeface="+mj-ea"/>
                <a:ea typeface="+mj-ea"/>
                <a:cs typeface="+mn-ea"/>
              </a:defRPr>
            </a:lvl1pPr>
          </a:lstStyle>
          <a:p>
            <a:r>
              <a:rPr lang="en-US" altLang="zh-CN" dirty="0">
                <a:sym typeface="+mn-lt"/>
              </a:rPr>
              <a:t>PART 04</a:t>
            </a:r>
            <a:endParaRPr lang="zh-CN" altLang="en-US" dirty="0">
              <a:sym typeface="+mn-lt"/>
            </a:endParaRPr>
          </a:p>
        </p:txBody>
      </p:sp>
      <p:sp>
        <p:nvSpPr>
          <p:cNvPr id="34" name="文本框 33">
            <a:extLst>
              <a:ext uri="{FF2B5EF4-FFF2-40B4-BE49-F238E27FC236}">
                <a16:creationId xmlns:a16="http://schemas.microsoft.com/office/drawing/2014/main" id="{D5225B57-644B-4AF3-A81D-5D68790B3991}"/>
              </a:ext>
            </a:extLst>
          </p:cNvPr>
          <p:cNvSpPr txBox="1"/>
          <p:nvPr/>
        </p:nvSpPr>
        <p:spPr>
          <a:xfrm>
            <a:off x="10039468" y="5161783"/>
            <a:ext cx="1094659" cy="338554"/>
          </a:xfrm>
          <a:prstGeom prst="rect">
            <a:avLst/>
          </a:prstGeom>
          <a:noFill/>
        </p:spPr>
        <p:txBody>
          <a:bodyPr wrap="square" rtlCol="0">
            <a:spAutoFit/>
          </a:bodyPr>
          <a:lstStyle>
            <a:defPPr>
              <a:defRPr lang="zh-CN"/>
            </a:defPPr>
            <a:lvl1pPr algn="ctr">
              <a:defRPr sz="1600">
                <a:latin typeface="+mj-ea"/>
                <a:ea typeface="+mj-ea"/>
                <a:cs typeface="+mn-ea"/>
              </a:defRPr>
            </a:lvl1pPr>
          </a:lstStyle>
          <a:p>
            <a:r>
              <a:rPr lang="en-US" altLang="zh-CN" dirty="0">
                <a:sym typeface="+mn-lt"/>
              </a:rPr>
              <a:t>PART 05</a:t>
            </a:r>
            <a:endParaRPr lang="zh-CN" altLang="en-US" dirty="0">
              <a:sym typeface="+mn-lt"/>
            </a:endParaRPr>
          </a:p>
        </p:txBody>
      </p:sp>
      <p:cxnSp>
        <p:nvCxnSpPr>
          <p:cNvPr id="5" name="直接连接符 4">
            <a:extLst>
              <a:ext uri="{FF2B5EF4-FFF2-40B4-BE49-F238E27FC236}">
                <a16:creationId xmlns:a16="http://schemas.microsoft.com/office/drawing/2014/main" id="{81BA3E77-252D-4C6B-AA37-F9F4B3AC8480}"/>
              </a:ext>
            </a:extLst>
          </p:cNvPr>
          <p:cNvCxnSpPr>
            <a:cxnSpLocks/>
          </p:cNvCxnSpPr>
          <p:nvPr/>
        </p:nvCxnSpPr>
        <p:spPr>
          <a:xfrm>
            <a:off x="2824223" y="4629873"/>
            <a:ext cx="0" cy="124791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98DEB7F1-BDB5-4802-A3E9-1B30ADDF65CD}"/>
              </a:ext>
            </a:extLst>
          </p:cNvPr>
          <p:cNvCxnSpPr>
            <a:cxnSpLocks/>
          </p:cNvCxnSpPr>
          <p:nvPr/>
        </p:nvCxnSpPr>
        <p:spPr>
          <a:xfrm>
            <a:off x="5034987" y="4629873"/>
            <a:ext cx="0" cy="124791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B5DBC174-C3D6-4128-82EA-4E43FC961D48}"/>
              </a:ext>
            </a:extLst>
          </p:cNvPr>
          <p:cNvCxnSpPr>
            <a:cxnSpLocks/>
          </p:cNvCxnSpPr>
          <p:nvPr/>
        </p:nvCxnSpPr>
        <p:spPr>
          <a:xfrm>
            <a:off x="7245751" y="4629873"/>
            <a:ext cx="0" cy="124791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B89EC087-471A-4780-900C-524629EA2518}"/>
              </a:ext>
            </a:extLst>
          </p:cNvPr>
          <p:cNvCxnSpPr>
            <a:cxnSpLocks/>
          </p:cNvCxnSpPr>
          <p:nvPr/>
        </p:nvCxnSpPr>
        <p:spPr>
          <a:xfrm>
            <a:off x="9456515" y="4629873"/>
            <a:ext cx="0" cy="124791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0886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占位符 3">
            <a:extLst>
              <a:ext uri="{FF2B5EF4-FFF2-40B4-BE49-F238E27FC236}">
                <a16:creationId xmlns:a16="http://schemas.microsoft.com/office/drawing/2014/main" id="{9C2638A2-34AE-47C8-B308-8200942B309D}"/>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t="5406" b="28628"/>
          <a:stretch/>
        </p:blipFill>
        <p:spPr>
          <a:xfrm>
            <a:off x="3789363" y="0"/>
            <a:ext cx="8402637" cy="4156075"/>
          </a:xfrm>
        </p:spPr>
      </p:pic>
      <p:sp>
        <p:nvSpPr>
          <p:cNvPr id="6" name="文本框 5">
            <a:extLst>
              <a:ext uri="{FF2B5EF4-FFF2-40B4-BE49-F238E27FC236}">
                <a16:creationId xmlns:a16="http://schemas.microsoft.com/office/drawing/2014/main" id="{7A7A3CF6-DA40-459C-88D9-95D496BB0DCC}"/>
              </a:ext>
            </a:extLst>
          </p:cNvPr>
          <p:cNvSpPr txBox="1"/>
          <p:nvPr/>
        </p:nvSpPr>
        <p:spPr>
          <a:xfrm>
            <a:off x="5521355" y="4458249"/>
            <a:ext cx="2529840" cy="461665"/>
          </a:xfrm>
          <a:prstGeom prst="rect">
            <a:avLst/>
          </a:prstGeom>
          <a:noFill/>
        </p:spPr>
        <p:txBody>
          <a:bodyPr wrap="square" rtlCol="0">
            <a:spAutoFit/>
          </a:bodyPr>
          <a:lstStyle/>
          <a:p>
            <a:pPr marL="0" marR="0" lvl="0" indent="0" algn="just" defTabSz="914400" rtl="0" eaLnBrk="1" fontAlgn="auto" latinLnBrk="0" hangingPunct="1">
              <a:spcBef>
                <a:spcPts val="0"/>
              </a:spcBef>
              <a:spcAft>
                <a:spcPts val="0"/>
              </a:spcAft>
              <a:buClrTx/>
              <a:buSzTx/>
              <a:buFontTx/>
              <a:buNone/>
              <a:tabLst/>
              <a:defRPr/>
            </a:pPr>
            <a:r>
              <a:rPr kumimoji="0" lang="en-US" altLang="zh-CN" sz="2400" b="1" i="0" u="none" strike="noStrike" kern="1200" cap="none" normalizeH="0" baseline="0" noProof="0" dirty="0">
                <a:ln>
                  <a:noFill/>
                </a:ln>
                <a:solidFill>
                  <a:schemeClr val="bg1">
                    <a:lumMod val="95000"/>
                  </a:schemeClr>
                </a:solidFill>
                <a:effectLst/>
                <a:uLnTx/>
                <a:uFillTx/>
                <a:latin typeface="+mj-ea"/>
                <a:ea typeface="+mj-ea"/>
                <a:cs typeface="+mn-ea"/>
                <a:sym typeface="+mn-lt"/>
              </a:rPr>
              <a:t>01 </a:t>
            </a:r>
            <a:r>
              <a:rPr kumimoji="0" lang="zh-CN" altLang="en-US" sz="2400" b="1" i="0" u="none" strike="noStrike" kern="1200" cap="none" spc="600" normalizeH="0" baseline="0" noProof="0" dirty="0">
                <a:ln>
                  <a:noFill/>
                </a:ln>
                <a:solidFill>
                  <a:schemeClr val="bg1">
                    <a:lumMod val="95000"/>
                  </a:schemeClr>
                </a:solidFill>
                <a:effectLst/>
                <a:uLnTx/>
                <a:uFillTx/>
                <a:latin typeface="+mj-ea"/>
                <a:ea typeface="+mj-ea"/>
                <a:cs typeface="+mn-ea"/>
                <a:sym typeface="+mn-lt"/>
              </a:rPr>
              <a:t>研究背景</a:t>
            </a:r>
            <a:endParaRPr kumimoji="0" lang="en-US" altLang="zh-CN" sz="2400" b="1" i="0" u="none" strike="noStrike" kern="1200" cap="none" spc="600" normalizeH="0" baseline="0" noProof="0" dirty="0">
              <a:ln>
                <a:noFill/>
              </a:ln>
              <a:solidFill>
                <a:schemeClr val="bg1">
                  <a:lumMod val="95000"/>
                </a:schemeClr>
              </a:solidFill>
              <a:effectLst/>
              <a:uLnTx/>
              <a:uFillTx/>
              <a:latin typeface="+mj-ea"/>
              <a:ea typeface="+mj-ea"/>
              <a:cs typeface="+mn-ea"/>
              <a:sym typeface="+mn-lt"/>
            </a:endParaRPr>
          </a:p>
        </p:txBody>
      </p:sp>
      <p:sp>
        <p:nvSpPr>
          <p:cNvPr id="8" name="文本框 7">
            <a:extLst>
              <a:ext uri="{FF2B5EF4-FFF2-40B4-BE49-F238E27FC236}">
                <a16:creationId xmlns:a16="http://schemas.microsoft.com/office/drawing/2014/main" id="{FC8CE6E3-CD01-471B-B98F-357286FBF3E8}"/>
              </a:ext>
            </a:extLst>
          </p:cNvPr>
          <p:cNvSpPr txBox="1"/>
          <p:nvPr/>
        </p:nvSpPr>
        <p:spPr>
          <a:xfrm>
            <a:off x="8559195" y="4458249"/>
            <a:ext cx="2529840" cy="461665"/>
          </a:xfrm>
          <a:prstGeom prst="rect">
            <a:avLst/>
          </a:prstGeom>
          <a:noFill/>
        </p:spPr>
        <p:txBody>
          <a:bodyPr wrap="square" rtlCol="0">
            <a:spAutoFit/>
          </a:bodyPr>
          <a:lstStyle>
            <a:defPPr>
              <a:defRPr lang="zh-CN"/>
            </a:defPPr>
            <a:lvl1pPr marR="0" lvl="0" indent="0" algn="just" fontAlgn="auto">
              <a:spcBef>
                <a:spcPts val="0"/>
              </a:spcBef>
              <a:spcAft>
                <a:spcPts val="0"/>
              </a:spcAft>
              <a:buClrTx/>
              <a:buSzTx/>
              <a:buFontTx/>
              <a:buNone/>
              <a:tabLst/>
              <a:defRPr kumimoji="0" sz="2400" b="1" i="0" u="none" strike="noStrike" cap="none" normalizeH="0" baseline="0">
                <a:ln>
                  <a:noFill/>
                </a:ln>
                <a:solidFill>
                  <a:schemeClr val="bg1">
                    <a:lumMod val="95000"/>
                  </a:schemeClr>
                </a:solidFill>
                <a:effectLst/>
                <a:uLnTx/>
                <a:uFillTx/>
                <a:latin typeface="+mj-ea"/>
                <a:ea typeface="+mj-ea"/>
                <a:cs typeface="+mn-ea"/>
              </a:defRPr>
            </a:lvl1pPr>
          </a:lstStyle>
          <a:p>
            <a:r>
              <a:rPr lang="en-US" altLang="zh-CN" dirty="0">
                <a:sym typeface="+mn-lt"/>
              </a:rPr>
              <a:t>02 </a:t>
            </a:r>
            <a:r>
              <a:rPr lang="zh-CN" altLang="en-US" dirty="0">
                <a:sym typeface="+mn-lt"/>
              </a:rPr>
              <a:t>研究目的</a:t>
            </a:r>
          </a:p>
        </p:txBody>
      </p:sp>
      <p:sp>
        <p:nvSpPr>
          <p:cNvPr id="10" name="文本框 9">
            <a:extLst>
              <a:ext uri="{FF2B5EF4-FFF2-40B4-BE49-F238E27FC236}">
                <a16:creationId xmlns:a16="http://schemas.microsoft.com/office/drawing/2014/main" id="{4BC0C126-52B6-449A-861F-90C8F769E737}"/>
              </a:ext>
            </a:extLst>
          </p:cNvPr>
          <p:cNvSpPr txBox="1"/>
          <p:nvPr/>
        </p:nvSpPr>
        <p:spPr>
          <a:xfrm>
            <a:off x="5521355" y="5204906"/>
            <a:ext cx="2529840" cy="461665"/>
          </a:xfrm>
          <a:prstGeom prst="rect">
            <a:avLst/>
          </a:prstGeom>
          <a:noFill/>
        </p:spPr>
        <p:txBody>
          <a:bodyPr wrap="square" rtlCol="0">
            <a:spAutoFit/>
          </a:bodyPr>
          <a:lstStyle>
            <a:defPPr>
              <a:defRPr lang="zh-CN"/>
            </a:defPPr>
            <a:lvl1pPr marR="0" lvl="0" indent="0" algn="just" fontAlgn="auto">
              <a:spcBef>
                <a:spcPts val="0"/>
              </a:spcBef>
              <a:spcAft>
                <a:spcPts val="0"/>
              </a:spcAft>
              <a:buClrTx/>
              <a:buSzTx/>
              <a:buFontTx/>
              <a:buNone/>
              <a:tabLst/>
              <a:defRPr kumimoji="0" sz="2400" b="1" i="0" u="none" strike="noStrike" cap="none" normalizeH="0" baseline="0">
                <a:ln>
                  <a:noFill/>
                </a:ln>
                <a:solidFill>
                  <a:schemeClr val="bg1">
                    <a:lumMod val="95000"/>
                  </a:schemeClr>
                </a:solidFill>
                <a:effectLst/>
                <a:uLnTx/>
                <a:uFillTx/>
                <a:latin typeface="+mj-ea"/>
                <a:ea typeface="+mj-ea"/>
                <a:cs typeface="+mn-ea"/>
              </a:defRPr>
            </a:lvl1pPr>
          </a:lstStyle>
          <a:p>
            <a:r>
              <a:rPr lang="en-US" altLang="zh-CN" dirty="0">
                <a:sym typeface="+mn-lt"/>
              </a:rPr>
              <a:t>03 </a:t>
            </a:r>
            <a:r>
              <a:rPr lang="zh-CN" altLang="en-US" dirty="0">
                <a:sym typeface="+mn-lt"/>
              </a:rPr>
              <a:t>研究方案</a:t>
            </a:r>
          </a:p>
        </p:txBody>
      </p:sp>
      <p:sp>
        <p:nvSpPr>
          <p:cNvPr id="12" name="文本框 11">
            <a:extLst>
              <a:ext uri="{FF2B5EF4-FFF2-40B4-BE49-F238E27FC236}">
                <a16:creationId xmlns:a16="http://schemas.microsoft.com/office/drawing/2014/main" id="{C040FDDF-014F-4748-AA48-777108F8C3A3}"/>
              </a:ext>
            </a:extLst>
          </p:cNvPr>
          <p:cNvSpPr txBox="1"/>
          <p:nvPr/>
        </p:nvSpPr>
        <p:spPr>
          <a:xfrm>
            <a:off x="8553510" y="5204906"/>
            <a:ext cx="2529840" cy="461665"/>
          </a:xfrm>
          <a:prstGeom prst="rect">
            <a:avLst/>
          </a:prstGeom>
          <a:noFill/>
        </p:spPr>
        <p:txBody>
          <a:bodyPr wrap="square" rtlCol="0">
            <a:spAutoFit/>
          </a:bodyPr>
          <a:lstStyle>
            <a:defPPr>
              <a:defRPr lang="zh-CN"/>
            </a:defPPr>
            <a:lvl1pPr marR="0" lvl="0" indent="0" algn="just" fontAlgn="auto">
              <a:spcBef>
                <a:spcPts val="0"/>
              </a:spcBef>
              <a:spcAft>
                <a:spcPts val="0"/>
              </a:spcAft>
              <a:buClrTx/>
              <a:buSzTx/>
              <a:buFontTx/>
              <a:buNone/>
              <a:tabLst/>
              <a:defRPr kumimoji="0" sz="2400" b="1" i="0" u="none" strike="noStrike" cap="none" normalizeH="0" baseline="0">
                <a:ln>
                  <a:noFill/>
                </a:ln>
                <a:solidFill>
                  <a:schemeClr val="bg1">
                    <a:lumMod val="95000"/>
                  </a:schemeClr>
                </a:solidFill>
                <a:effectLst/>
                <a:uLnTx/>
                <a:uFillTx/>
                <a:latin typeface="+mj-ea"/>
                <a:ea typeface="+mj-ea"/>
                <a:cs typeface="+mn-ea"/>
              </a:defRPr>
            </a:lvl1pPr>
          </a:lstStyle>
          <a:p>
            <a:r>
              <a:rPr lang="en-US" altLang="zh-CN" dirty="0">
                <a:sym typeface="+mn-lt"/>
              </a:rPr>
              <a:t>04 </a:t>
            </a:r>
            <a:r>
              <a:rPr lang="zh-CN" altLang="en-US" dirty="0">
                <a:sym typeface="+mn-lt"/>
              </a:rPr>
              <a:t>研究结果</a:t>
            </a:r>
          </a:p>
        </p:txBody>
      </p:sp>
      <p:sp>
        <p:nvSpPr>
          <p:cNvPr id="14" name="文本框 13">
            <a:extLst>
              <a:ext uri="{FF2B5EF4-FFF2-40B4-BE49-F238E27FC236}">
                <a16:creationId xmlns:a16="http://schemas.microsoft.com/office/drawing/2014/main" id="{97D97BB3-3547-480D-922F-B956FA7C747C}"/>
              </a:ext>
            </a:extLst>
          </p:cNvPr>
          <p:cNvSpPr txBox="1"/>
          <p:nvPr/>
        </p:nvSpPr>
        <p:spPr>
          <a:xfrm>
            <a:off x="5521355" y="5951562"/>
            <a:ext cx="2529840" cy="461665"/>
          </a:xfrm>
          <a:prstGeom prst="rect">
            <a:avLst/>
          </a:prstGeom>
          <a:noFill/>
        </p:spPr>
        <p:txBody>
          <a:bodyPr wrap="square" rtlCol="0">
            <a:spAutoFit/>
          </a:bodyPr>
          <a:lstStyle>
            <a:defPPr>
              <a:defRPr lang="zh-CN"/>
            </a:defPPr>
            <a:lvl1pPr marR="0" lvl="0" indent="0" algn="just" fontAlgn="auto">
              <a:spcBef>
                <a:spcPts val="0"/>
              </a:spcBef>
              <a:spcAft>
                <a:spcPts val="0"/>
              </a:spcAft>
              <a:buClrTx/>
              <a:buSzTx/>
              <a:buFontTx/>
              <a:buNone/>
              <a:tabLst/>
              <a:defRPr kumimoji="0" sz="2400" b="1" i="0" u="none" strike="noStrike" cap="none" normalizeH="0" baseline="0">
                <a:ln>
                  <a:noFill/>
                </a:ln>
                <a:solidFill>
                  <a:schemeClr val="bg1">
                    <a:lumMod val="95000"/>
                  </a:schemeClr>
                </a:solidFill>
                <a:effectLst/>
                <a:uLnTx/>
                <a:uFillTx/>
                <a:latin typeface="+mj-ea"/>
                <a:ea typeface="+mj-ea"/>
                <a:cs typeface="+mn-ea"/>
              </a:defRPr>
            </a:lvl1pPr>
          </a:lstStyle>
          <a:p>
            <a:r>
              <a:rPr lang="en-US" altLang="zh-CN" dirty="0">
                <a:sym typeface="+mn-lt"/>
              </a:rPr>
              <a:t>05 </a:t>
            </a:r>
            <a:r>
              <a:rPr lang="zh-CN" altLang="en-US" dirty="0">
                <a:sym typeface="+mn-lt"/>
              </a:rPr>
              <a:t>研究总结</a:t>
            </a:r>
          </a:p>
        </p:txBody>
      </p:sp>
    </p:spTree>
    <p:extLst>
      <p:ext uri="{BB962C8B-B14F-4D97-AF65-F5344CB8AC3E}">
        <p14:creationId xmlns:p14="http://schemas.microsoft.com/office/powerpoint/2010/main" val="2349434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70000"/>
          </a:schemeClr>
        </a:solidFill>
        <a:effectLst/>
      </p:bgPr>
    </p:bg>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AD80D065-6261-42D3-83CB-E9F9CEFADEAF}"/>
              </a:ext>
            </a:extLst>
          </p:cNvPr>
          <p:cNvGrpSpPr/>
          <p:nvPr/>
        </p:nvGrpSpPr>
        <p:grpSpPr>
          <a:xfrm>
            <a:off x="3698249" y="2854410"/>
            <a:ext cx="3535674" cy="1149181"/>
            <a:chOff x="4582160" y="2724707"/>
            <a:chExt cx="3535674" cy="1149181"/>
          </a:xfrm>
        </p:grpSpPr>
        <p:cxnSp>
          <p:nvCxnSpPr>
            <p:cNvPr id="3" name="直接连接符 2">
              <a:extLst>
                <a:ext uri="{FF2B5EF4-FFF2-40B4-BE49-F238E27FC236}">
                  <a16:creationId xmlns:a16="http://schemas.microsoft.com/office/drawing/2014/main" id="{0A611F0B-064D-4E1B-8C13-C40E91A9FDD3}"/>
                </a:ext>
              </a:extLst>
            </p:cNvPr>
            <p:cNvCxnSpPr>
              <a:cxnSpLocks/>
            </p:cNvCxnSpPr>
            <p:nvPr/>
          </p:nvCxnSpPr>
          <p:spPr>
            <a:xfrm>
              <a:off x="4582160" y="2829560"/>
              <a:ext cx="0" cy="96012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CC328EFB-BA97-439E-842C-9C015526291E}"/>
                </a:ext>
              </a:extLst>
            </p:cNvPr>
            <p:cNvSpPr txBox="1"/>
            <p:nvPr/>
          </p:nvSpPr>
          <p:spPr>
            <a:xfrm>
              <a:off x="4744720" y="2724707"/>
              <a:ext cx="2255520" cy="430374"/>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cs typeface="+mn-ea"/>
                  <a:sym typeface="+mn-lt"/>
                </a:rPr>
                <a:t>第一部分</a:t>
              </a:r>
            </a:p>
          </p:txBody>
        </p:sp>
        <p:cxnSp>
          <p:nvCxnSpPr>
            <p:cNvPr id="6" name="直接连接符 5">
              <a:extLst>
                <a:ext uri="{FF2B5EF4-FFF2-40B4-BE49-F238E27FC236}">
                  <a16:creationId xmlns:a16="http://schemas.microsoft.com/office/drawing/2014/main" id="{A47A413A-90A6-43A4-A5FE-96BFE04FF498}"/>
                </a:ext>
              </a:extLst>
            </p:cNvPr>
            <p:cNvCxnSpPr>
              <a:cxnSpLocks/>
            </p:cNvCxnSpPr>
            <p:nvPr/>
          </p:nvCxnSpPr>
          <p:spPr>
            <a:xfrm>
              <a:off x="4846320" y="3241842"/>
              <a:ext cx="29464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222E3F5F-5999-48B3-9BA9-8AB5F4BA0989}"/>
                </a:ext>
              </a:extLst>
            </p:cNvPr>
            <p:cNvSpPr txBox="1"/>
            <p:nvPr/>
          </p:nvSpPr>
          <p:spPr>
            <a:xfrm>
              <a:off x="4744720" y="3308284"/>
              <a:ext cx="3373114" cy="565604"/>
            </a:xfrm>
            <a:prstGeom prst="rect">
              <a:avLst/>
            </a:prstGeom>
            <a:noFill/>
          </p:spPr>
          <p:txBody>
            <a:bodyPr wrap="square" rtlCol="0">
              <a:spAutoFit/>
            </a:bodyPr>
            <a:lstStyle/>
            <a:p>
              <a:pPr algn="just">
                <a:lnSpc>
                  <a:spcPct val="120000"/>
                </a:lnSpc>
              </a:pPr>
              <a:r>
                <a:rPr lang="zh-CN" altLang="en-US" sz="2800" b="1" spc="600" dirty="0">
                  <a:solidFill>
                    <a:schemeClr val="tx1">
                      <a:lumMod val="65000"/>
                      <a:lumOff val="35000"/>
                    </a:schemeClr>
                  </a:solidFill>
                  <a:latin typeface="+mj-ea"/>
                  <a:ea typeface="+mj-ea"/>
                  <a:cs typeface="+mn-ea"/>
                  <a:sym typeface="+mn-lt"/>
                </a:rPr>
                <a:t>实验背景</a:t>
              </a:r>
              <a:r>
                <a:rPr lang="en-US" altLang="zh-CN" spc="600" dirty="0">
                  <a:solidFill>
                    <a:schemeClr val="tx1">
                      <a:lumMod val="65000"/>
                      <a:lumOff val="35000"/>
                    </a:schemeClr>
                  </a:solidFill>
                  <a:latin typeface="+mj-ea"/>
                  <a:ea typeface="+mj-ea"/>
                  <a:cs typeface="+mn-ea"/>
                  <a:sym typeface="+mn-lt"/>
                </a:rPr>
                <a:t>/PART 1</a:t>
              </a:r>
              <a:endParaRPr lang="zh-CN" altLang="en-US" sz="2800" spc="600" dirty="0">
                <a:solidFill>
                  <a:schemeClr val="tx1">
                    <a:lumMod val="65000"/>
                    <a:lumOff val="35000"/>
                  </a:schemeClr>
                </a:solidFill>
                <a:latin typeface="+mj-ea"/>
                <a:ea typeface="+mj-ea"/>
                <a:cs typeface="+mn-ea"/>
                <a:sym typeface="+mn-lt"/>
              </a:endParaRPr>
            </a:p>
          </p:txBody>
        </p:sp>
      </p:grpSp>
      <p:sp>
        <p:nvSpPr>
          <p:cNvPr id="12" name="矩形 11">
            <a:extLst>
              <a:ext uri="{FF2B5EF4-FFF2-40B4-BE49-F238E27FC236}">
                <a16:creationId xmlns:a16="http://schemas.microsoft.com/office/drawing/2014/main" id="{B8788D5E-33E9-4825-BB9D-68FE8C51995F}"/>
              </a:ext>
            </a:extLst>
          </p:cNvPr>
          <p:cNvSpPr/>
          <p:nvPr/>
        </p:nvSpPr>
        <p:spPr>
          <a:xfrm>
            <a:off x="7630162" y="2948984"/>
            <a:ext cx="4561838" cy="960033"/>
          </a:xfrm>
          <a:prstGeom prst="rect">
            <a:avLst/>
          </a:prstGeom>
          <a:solidFill>
            <a:schemeClr val="accent1"/>
          </a:solidFill>
          <a:ln>
            <a:gradFill>
              <a:gsLst>
                <a:gs pos="0">
                  <a:schemeClr val="accent1">
                    <a:alpha val="70000"/>
                  </a:schemeClr>
                </a:gs>
                <a:gs pos="50000">
                  <a:schemeClr val="accent1">
                    <a:alpha val="0"/>
                  </a:schemeClr>
                </a:gs>
                <a:gs pos="100000">
                  <a:schemeClr val="accent1">
                    <a:alpha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nvGrpSpPr>
          <p:cNvPr id="15" name="组合 14">
            <a:extLst>
              <a:ext uri="{FF2B5EF4-FFF2-40B4-BE49-F238E27FC236}">
                <a16:creationId xmlns:a16="http://schemas.microsoft.com/office/drawing/2014/main" id="{BE74BBCD-16D4-4DE1-A330-A969F93EC76C}"/>
              </a:ext>
            </a:extLst>
          </p:cNvPr>
          <p:cNvGrpSpPr/>
          <p:nvPr/>
        </p:nvGrpSpPr>
        <p:grpSpPr>
          <a:xfrm>
            <a:off x="7828282" y="3068321"/>
            <a:ext cx="721358" cy="721358"/>
            <a:chOff x="7071363" y="3068321"/>
            <a:chExt cx="721358" cy="721358"/>
          </a:xfrm>
        </p:grpSpPr>
        <p:sp>
          <p:nvSpPr>
            <p:cNvPr id="13" name="椭圆 12">
              <a:extLst>
                <a:ext uri="{FF2B5EF4-FFF2-40B4-BE49-F238E27FC236}">
                  <a16:creationId xmlns:a16="http://schemas.microsoft.com/office/drawing/2014/main" id="{8C164B37-6A9B-485D-8A76-B43470E7FF4F}"/>
                </a:ext>
              </a:extLst>
            </p:cNvPr>
            <p:cNvSpPr/>
            <p:nvPr/>
          </p:nvSpPr>
          <p:spPr>
            <a:xfrm>
              <a:off x="7071363" y="3068321"/>
              <a:ext cx="721358" cy="721358"/>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4" name="任意多边形: 形状 13">
              <a:extLst>
                <a:ext uri="{FF2B5EF4-FFF2-40B4-BE49-F238E27FC236}">
                  <a16:creationId xmlns:a16="http://schemas.microsoft.com/office/drawing/2014/main" id="{4CC4E19B-CDB7-4E73-A372-29F2315B1439}"/>
                </a:ext>
              </a:extLst>
            </p:cNvPr>
            <p:cNvSpPr/>
            <p:nvPr/>
          </p:nvSpPr>
          <p:spPr>
            <a:xfrm>
              <a:off x="7310663" y="3178655"/>
              <a:ext cx="242759" cy="500691"/>
            </a:xfrm>
            <a:custGeom>
              <a:avLst/>
              <a:gdLst>
                <a:gd name="connsiteX0" fmla="*/ 0 w 284480"/>
                <a:gd name="connsiteY0" fmla="*/ 0 h 518160"/>
                <a:gd name="connsiteX1" fmla="*/ 284480 w 284480"/>
                <a:gd name="connsiteY1" fmla="*/ 284480 h 518160"/>
                <a:gd name="connsiteX2" fmla="*/ 50800 w 284480"/>
                <a:gd name="connsiteY2" fmla="*/ 518160 h 518160"/>
                <a:gd name="connsiteX0" fmla="*/ 0 w 284480"/>
                <a:gd name="connsiteY0" fmla="*/ 0 h 567690"/>
                <a:gd name="connsiteX1" fmla="*/ 284480 w 284480"/>
                <a:gd name="connsiteY1" fmla="*/ 284480 h 567690"/>
                <a:gd name="connsiteX2" fmla="*/ 16510 w 284480"/>
                <a:gd name="connsiteY2" fmla="*/ 567690 h 567690"/>
                <a:gd name="connsiteX0" fmla="*/ 0 w 284480"/>
                <a:gd name="connsiteY0" fmla="*/ 0 h 586740"/>
                <a:gd name="connsiteX1" fmla="*/ 284480 w 284480"/>
                <a:gd name="connsiteY1" fmla="*/ 284480 h 586740"/>
                <a:gd name="connsiteX2" fmla="*/ 1270 w 284480"/>
                <a:gd name="connsiteY2" fmla="*/ 586740 h 586740"/>
              </a:gdLst>
              <a:ahLst/>
              <a:cxnLst>
                <a:cxn ang="0">
                  <a:pos x="connsiteX0" y="connsiteY0"/>
                </a:cxn>
                <a:cxn ang="0">
                  <a:pos x="connsiteX1" y="connsiteY1"/>
                </a:cxn>
                <a:cxn ang="0">
                  <a:pos x="connsiteX2" y="connsiteY2"/>
                </a:cxn>
              </a:cxnLst>
              <a:rect l="l" t="t" r="r" b="b"/>
              <a:pathLst>
                <a:path w="284480" h="586740">
                  <a:moveTo>
                    <a:pt x="0" y="0"/>
                  </a:moveTo>
                  <a:lnTo>
                    <a:pt x="284480" y="284480"/>
                  </a:lnTo>
                  <a:cubicBezTo>
                    <a:pt x="206587" y="362373"/>
                    <a:pt x="79163" y="508847"/>
                    <a:pt x="1270" y="586740"/>
                  </a:cubicBez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30370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70000"/>
          </a:schemeClr>
        </a:solidFill>
        <a:effectLst/>
      </p:bgPr>
    </p:bg>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AD80D065-6261-42D3-83CB-E9F9CEFADEAF}"/>
              </a:ext>
            </a:extLst>
          </p:cNvPr>
          <p:cNvGrpSpPr/>
          <p:nvPr/>
        </p:nvGrpSpPr>
        <p:grpSpPr>
          <a:xfrm>
            <a:off x="3698249" y="2854410"/>
            <a:ext cx="3535674" cy="1149181"/>
            <a:chOff x="4582160" y="2724707"/>
            <a:chExt cx="3535674" cy="1149181"/>
          </a:xfrm>
        </p:grpSpPr>
        <p:cxnSp>
          <p:nvCxnSpPr>
            <p:cNvPr id="3" name="直接连接符 2">
              <a:extLst>
                <a:ext uri="{FF2B5EF4-FFF2-40B4-BE49-F238E27FC236}">
                  <a16:creationId xmlns:a16="http://schemas.microsoft.com/office/drawing/2014/main" id="{0A611F0B-064D-4E1B-8C13-C40E91A9FDD3}"/>
                </a:ext>
              </a:extLst>
            </p:cNvPr>
            <p:cNvCxnSpPr>
              <a:cxnSpLocks/>
            </p:cNvCxnSpPr>
            <p:nvPr/>
          </p:nvCxnSpPr>
          <p:spPr>
            <a:xfrm>
              <a:off x="4582160" y="2829560"/>
              <a:ext cx="0" cy="96012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CC328EFB-BA97-439E-842C-9C015526291E}"/>
                </a:ext>
              </a:extLst>
            </p:cNvPr>
            <p:cNvSpPr txBox="1"/>
            <p:nvPr/>
          </p:nvSpPr>
          <p:spPr>
            <a:xfrm>
              <a:off x="4744720" y="2724707"/>
              <a:ext cx="2255520" cy="430374"/>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cs typeface="+mn-ea"/>
                  <a:sym typeface="+mn-lt"/>
                </a:rPr>
                <a:t>第二部分</a:t>
              </a:r>
            </a:p>
          </p:txBody>
        </p:sp>
        <p:cxnSp>
          <p:nvCxnSpPr>
            <p:cNvPr id="6" name="直接连接符 5">
              <a:extLst>
                <a:ext uri="{FF2B5EF4-FFF2-40B4-BE49-F238E27FC236}">
                  <a16:creationId xmlns:a16="http://schemas.microsoft.com/office/drawing/2014/main" id="{A47A413A-90A6-43A4-A5FE-96BFE04FF498}"/>
                </a:ext>
              </a:extLst>
            </p:cNvPr>
            <p:cNvCxnSpPr>
              <a:cxnSpLocks/>
            </p:cNvCxnSpPr>
            <p:nvPr/>
          </p:nvCxnSpPr>
          <p:spPr>
            <a:xfrm>
              <a:off x="4846320" y="3241842"/>
              <a:ext cx="29464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222E3F5F-5999-48B3-9BA9-8AB5F4BA0989}"/>
                </a:ext>
              </a:extLst>
            </p:cNvPr>
            <p:cNvSpPr txBox="1"/>
            <p:nvPr/>
          </p:nvSpPr>
          <p:spPr>
            <a:xfrm>
              <a:off x="4744720" y="3308284"/>
              <a:ext cx="3373114" cy="565604"/>
            </a:xfrm>
            <a:prstGeom prst="rect">
              <a:avLst/>
            </a:prstGeom>
            <a:noFill/>
          </p:spPr>
          <p:txBody>
            <a:bodyPr wrap="square" rtlCol="0">
              <a:spAutoFit/>
            </a:bodyPr>
            <a:lstStyle/>
            <a:p>
              <a:pPr algn="just">
                <a:lnSpc>
                  <a:spcPct val="120000"/>
                </a:lnSpc>
              </a:pPr>
              <a:r>
                <a:rPr lang="zh-CN" altLang="en-US" sz="2800" b="1" spc="600" dirty="0">
                  <a:solidFill>
                    <a:schemeClr val="tx1">
                      <a:lumMod val="65000"/>
                      <a:lumOff val="35000"/>
                    </a:schemeClr>
                  </a:solidFill>
                  <a:latin typeface="+mj-ea"/>
                  <a:ea typeface="+mj-ea"/>
                  <a:cs typeface="+mn-ea"/>
                  <a:sym typeface="+mn-lt"/>
                </a:rPr>
                <a:t>实验目的</a:t>
              </a:r>
              <a:r>
                <a:rPr lang="en-US" altLang="zh-CN" spc="600" dirty="0">
                  <a:solidFill>
                    <a:schemeClr val="tx1">
                      <a:lumMod val="65000"/>
                      <a:lumOff val="35000"/>
                    </a:schemeClr>
                  </a:solidFill>
                  <a:latin typeface="+mj-ea"/>
                  <a:ea typeface="+mj-ea"/>
                  <a:cs typeface="+mn-ea"/>
                  <a:sym typeface="+mn-lt"/>
                </a:rPr>
                <a:t>/PART 2</a:t>
              </a:r>
              <a:endParaRPr lang="zh-CN" altLang="en-US" sz="2800" spc="600" dirty="0">
                <a:solidFill>
                  <a:schemeClr val="tx1">
                    <a:lumMod val="65000"/>
                    <a:lumOff val="35000"/>
                  </a:schemeClr>
                </a:solidFill>
                <a:latin typeface="+mj-ea"/>
                <a:ea typeface="+mj-ea"/>
                <a:cs typeface="+mn-ea"/>
                <a:sym typeface="+mn-lt"/>
              </a:endParaRPr>
            </a:p>
          </p:txBody>
        </p:sp>
      </p:grpSp>
      <p:sp>
        <p:nvSpPr>
          <p:cNvPr id="12" name="矩形 11">
            <a:extLst>
              <a:ext uri="{FF2B5EF4-FFF2-40B4-BE49-F238E27FC236}">
                <a16:creationId xmlns:a16="http://schemas.microsoft.com/office/drawing/2014/main" id="{B8788D5E-33E9-4825-BB9D-68FE8C51995F}"/>
              </a:ext>
            </a:extLst>
          </p:cNvPr>
          <p:cNvSpPr/>
          <p:nvPr/>
        </p:nvSpPr>
        <p:spPr>
          <a:xfrm>
            <a:off x="7630162" y="2948984"/>
            <a:ext cx="4561838" cy="960033"/>
          </a:xfrm>
          <a:prstGeom prst="rect">
            <a:avLst/>
          </a:prstGeom>
          <a:solidFill>
            <a:schemeClr val="accent1"/>
          </a:solidFill>
          <a:ln>
            <a:gradFill>
              <a:gsLst>
                <a:gs pos="0">
                  <a:schemeClr val="accent1">
                    <a:alpha val="70000"/>
                  </a:schemeClr>
                </a:gs>
                <a:gs pos="50000">
                  <a:schemeClr val="accent1">
                    <a:alpha val="0"/>
                  </a:schemeClr>
                </a:gs>
                <a:gs pos="100000">
                  <a:schemeClr val="accent1">
                    <a:alpha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nvGrpSpPr>
          <p:cNvPr id="15" name="组合 14">
            <a:extLst>
              <a:ext uri="{FF2B5EF4-FFF2-40B4-BE49-F238E27FC236}">
                <a16:creationId xmlns:a16="http://schemas.microsoft.com/office/drawing/2014/main" id="{BE74BBCD-16D4-4DE1-A330-A969F93EC76C}"/>
              </a:ext>
            </a:extLst>
          </p:cNvPr>
          <p:cNvGrpSpPr/>
          <p:nvPr/>
        </p:nvGrpSpPr>
        <p:grpSpPr>
          <a:xfrm>
            <a:off x="7828282" y="3068321"/>
            <a:ext cx="721358" cy="721358"/>
            <a:chOff x="7071363" y="3068321"/>
            <a:chExt cx="721358" cy="721358"/>
          </a:xfrm>
        </p:grpSpPr>
        <p:sp>
          <p:nvSpPr>
            <p:cNvPr id="13" name="椭圆 12">
              <a:extLst>
                <a:ext uri="{FF2B5EF4-FFF2-40B4-BE49-F238E27FC236}">
                  <a16:creationId xmlns:a16="http://schemas.microsoft.com/office/drawing/2014/main" id="{8C164B37-6A9B-485D-8A76-B43470E7FF4F}"/>
                </a:ext>
              </a:extLst>
            </p:cNvPr>
            <p:cNvSpPr/>
            <p:nvPr/>
          </p:nvSpPr>
          <p:spPr>
            <a:xfrm>
              <a:off x="7071363" y="3068321"/>
              <a:ext cx="721358" cy="721358"/>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4" name="任意多边形: 形状 13">
              <a:extLst>
                <a:ext uri="{FF2B5EF4-FFF2-40B4-BE49-F238E27FC236}">
                  <a16:creationId xmlns:a16="http://schemas.microsoft.com/office/drawing/2014/main" id="{4CC4E19B-CDB7-4E73-A372-29F2315B1439}"/>
                </a:ext>
              </a:extLst>
            </p:cNvPr>
            <p:cNvSpPr/>
            <p:nvPr/>
          </p:nvSpPr>
          <p:spPr>
            <a:xfrm>
              <a:off x="7310663" y="3178655"/>
              <a:ext cx="242759" cy="500691"/>
            </a:xfrm>
            <a:custGeom>
              <a:avLst/>
              <a:gdLst>
                <a:gd name="connsiteX0" fmla="*/ 0 w 284480"/>
                <a:gd name="connsiteY0" fmla="*/ 0 h 518160"/>
                <a:gd name="connsiteX1" fmla="*/ 284480 w 284480"/>
                <a:gd name="connsiteY1" fmla="*/ 284480 h 518160"/>
                <a:gd name="connsiteX2" fmla="*/ 50800 w 284480"/>
                <a:gd name="connsiteY2" fmla="*/ 518160 h 518160"/>
                <a:gd name="connsiteX0" fmla="*/ 0 w 284480"/>
                <a:gd name="connsiteY0" fmla="*/ 0 h 567690"/>
                <a:gd name="connsiteX1" fmla="*/ 284480 w 284480"/>
                <a:gd name="connsiteY1" fmla="*/ 284480 h 567690"/>
                <a:gd name="connsiteX2" fmla="*/ 16510 w 284480"/>
                <a:gd name="connsiteY2" fmla="*/ 567690 h 567690"/>
                <a:gd name="connsiteX0" fmla="*/ 0 w 284480"/>
                <a:gd name="connsiteY0" fmla="*/ 0 h 586740"/>
                <a:gd name="connsiteX1" fmla="*/ 284480 w 284480"/>
                <a:gd name="connsiteY1" fmla="*/ 284480 h 586740"/>
                <a:gd name="connsiteX2" fmla="*/ 1270 w 284480"/>
                <a:gd name="connsiteY2" fmla="*/ 586740 h 586740"/>
              </a:gdLst>
              <a:ahLst/>
              <a:cxnLst>
                <a:cxn ang="0">
                  <a:pos x="connsiteX0" y="connsiteY0"/>
                </a:cxn>
                <a:cxn ang="0">
                  <a:pos x="connsiteX1" y="connsiteY1"/>
                </a:cxn>
                <a:cxn ang="0">
                  <a:pos x="connsiteX2" y="connsiteY2"/>
                </a:cxn>
              </a:cxnLst>
              <a:rect l="l" t="t" r="r" b="b"/>
              <a:pathLst>
                <a:path w="284480" h="586740">
                  <a:moveTo>
                    <a:pt x="0" y="0"/>
                  </a:moveTo>
                  <a:lnTo>
                    <a:pt x="284480" y="284480"/>
                  </a:lnTo>
                  <a:cubicBezTo>
                    <a:pt x="206587" y="362373"/>
                    <a:pt x="79163" y="508847"/>
                    <a:pt x="1270" y="586740"/>
                  </a:cubicBez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3973769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70000"/>
          </a:schemeClr>
        </a:solidFill>
        <a:effectLst/>
      </p:bgPr>
    </p:bg>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AD80D065-6261-42D3-83CB-E9F9CEFADEAF}"/>
              </a:ext>
            </a:extLst>
          </p:cNvPr>
          <p:cNvGrpSpPr/>
          <p:nvPr/>
        </p:nvGrpSpPr>
        <p:grpSpPr>
          <a:xfrm>
            <a:off x="3698249" y="2854410"/>
            <a:ext cx="3535674" cy="1149181"/>
            <a:chOff x="4582160" y="2724707"/>
            <a:chExt cx="3535674" cy="1149181"/>
          </a:xfrm>
        </p:grpSpPr>
        <p:cxnSp>
          <p:nvCxnSpPr>
            <p:cNvPr id="3" name="直接连接符 2">
              <a:extLst>
                <a:ext uri="{FF2B5EF4-FFF2-40B4-BE49-F238E27FC236}">
                  <a16:creationId xmlns:a16="http://schemas.microsoft.com/office/drawing/2014/main" id="{0A611F0B-064D-4E1B-8C13-C40E91A9FDD3}"/>
                </a:ext>
              </a:extLst>
            </p:cNvPr>
            <p:cNvCxnSpPr>
              <a:cxnSpLocks/>
            </p:cNvCxnSpPr>
            <p:nvPr/>
          </p:nvCxnSpPr>
          <p:spPr>
            <a:xfrm>
              <a:off x="4582160" y="2829560"/>
              <a:ext cx="0" cy="96012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CC328EFB-BA97-439E-842C-9C015526291E}"/>
                </a:ext>
              </a:extLst>
            </p:cNvPr>
            <p:cNvSpPr txBox="1"/>
            <p:nvPr/>
          </p:nvSpPr>
          <p:spPr>
            <a:xfrm>
              <a:off x="4744720" y="2724707"/>
              <a:ext cx="2255520" cy="430374"/>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cs typeface="+mn-ea"/>
                  <a:sym typeface="+mn-lt"/>
                </a:rPr>
                <a:t>第三部分</a:t>
              </a:r>
            </a:p>
          </p:txBody>
        </p:sp>
        <p:cxnSp>
          <p:nvCxnSpPr>
            <p:cNvPr id="6" name="直接连接符 5">
              <a:extLst>
                <a:ext uri="{FF2B5EF4-FFF2-40B4-BE49-F238E27FC236}">
                  <a16:creationId xmlns:a16="http://schemas.microsoft.com/office/drawing/2014/main" id="{A47A413A-90A6-43A4-A5FE-96BFE04FF498}"/>
                </a:ext>
              </a:extLst>
            </p:cNvPr>
            <p:cNvCxnSpPr>
              <a:cxnSpLocks/>
            </p:cNvCxnSpPr>
            <p:nvPr/>
          </p:nvCxnSpPr>
          <p:spPr>
            <a:xfrm>
              <a:off x="4846320" y="3241842"/>
              <a:ext cx="29464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222E3F5F-5999-48B3-9BA9-8AB5F4BA0989}"/>
                </a:ext>
              </a:extLst>
            </p:cNvPr>
            <p:cNvSpPr txBox="1"/>
            <p:nvPr/>
          </p:nvSpPr>
          <p:spPr>
            <a:xfrm>
              <a:off x="4744720" y="3308284"/>
              <a:ext cx="3373114" cy="565604"/>
            </a:xfrm>
            <a:prstGeom prst="rect">
              <a:avLst/>
            </a:prstGeom>
            <a:noFill/>
          </p:spPr>
          <p:txBody>
            <a:bodyPr wrap="square" rtlCol="0">
              <a:spAutoFit/>
            </a:bodyPr>
            <a:lstStyle/>
            <a:p>
              <a:pPr algn="just">
                <a:lnSpc>
                  <a:spcPct val="120000"/>
                </a:lnSpc>
              </a:pPr>
              <a:r>
                <a:rPr lang="zh-CN" altLang="en-US" sz="2800" b="1" spc="600" dirty="0">
                  <a:solidFill>
                    <a:schemeClr val="tx1">
                      <a:lumMod val="65000"/>
                      <a:lumOff val="35000"/>
                    </a:schemeClr>
                  </a:solidFill>
                  <a:latin typeface="+mj-ea"/>
                  <a:ea typeface="+mj-ea"/>
                  <a:cs typeface="+mn-ea"/>
                  <a:sym typeface="+mn-lt"/>
                </a:rPr>
                <a:t>实验方案</a:t>
              </a:r>
              <a:r>
                <a:rPr lang="en-US" altLang="zh-CN" spc="600" dirty="0">
                  <a:solidFill>
                    <a:schemeClr val="tx1">
                      <a:lumMod val="65000"/>
                      <a:lumOff val="35000"/>
                    </a:schemeClr>
                  </a:solidFill>
                  <a:latin typeface="+mj-ea"/>
                  <a:ea typeface="+mj-ea"/>
                  <a:cs typeface="+mn-ea"/>
                  <a:sym typeface="+mn-lt"/>
                </a:rPr>
                <a:t>/PART 3</a:t>
              </a:r>
              <a:endParaRPr lang="zh-CN" altLang="en-US" sz="2800" spc="600" dirty="0">
                <a:solidFill>
                  <a:schemeClr val="tx1">
                    <a:lumMod val="65000"/>
                    <a:lumOff val="35000"/>
                  </a:schemeClr>
                </a:solidFill>
                <a:latin typeface="+mj-ea"/>
                <a:ea typeface="+mj-ea"/>
                <a:cs typeface="+mn-ea"/>
                <a:sym typeface="+mn-lt"/>
              </a:endParaRPr>
            </a:p>
          </p:txBody>
        </p:sp>
      </p:grpSp>
      <p:sp>
        <p:nvSpPr>
          <p:cNvPr id="12" name="矩形 11">
            <a:extLst>
              <a:ext uri="{FF2B5EF4-FFF2-40B4-BE49-F238E27FC236}">
                <a16:creationId xmlns:a16="http://schemas.microsoft.com/office/drawing/2014/main" id="{B8788D5E-33E9-4825-BB9D-68FE8C51995F}"/>
              </a:ext>
            </a:extLst>
          </p:cNvPr>
          <p:cNvSpPr/>
          <p:nvPr/>
        </p:nvSpPr>
        <p:spPr>
          <a:xfrm>
            <a:off x="7630162" y="2948984"/>
            <a:ext cx="4561838" cy="960033"/>
          </a:xfrm>
          <a:prstGeom prst="rect">
            <a:avLst/>
          </a:prstGeom>
          <a:solidFill>
            <a:schemeClr val="accent1"/>
          </a:solidFill>
          <a:ln>
            <a:gradFill>
              <a:gsLst>
                <a:gs pos="0">
                  <a:schemeClr val="accent1">
                    <a:alpha val="70000"/>
                  </a:schemeClr>
                </a:gs>
                <a:gs pos="50000">
                  <a:schemeClr val="accent1">
                    <a:alpha val="0"/>
                  </a:schemeClr>
                </a:gs>
                <a:gs pos="100000">
                  <a:schemeClr val="accent1">
                    <a:alpha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nvGrpSpPr>
          <p:cNvPr id="15" name="组合 14">
            <a:extLst>
              <a:ext uri="{FF2B5EF4-FFF2-40B4-BE49-F238E27FC236}">
                <a16:creationId xmlns:a16="http://schemas.microsoft.com/office/drawing/2014/main" id="{BE74BBCD-16D4-4DE1-A330-A969F93EC76C}"/>
              </a:ext>
            </a:extLst>
          </p:cNvPr>
          <p:cNvGrpSpPr/>
          <p:nvPr/>
        </p:nvGrpSpPr>
        <p:grpSpPr>
          <a:xfrm>
            <a:off x="7828282" y="3068321"/>
            <a:ext cx="721358" cy="721358"/>
            <a:chOff x="7071363" y="3068321"/>
            <a:chExt cx="721358" cy="721358"/>
          </a:xfrm>
        </p:grpSpPr>
        <p:sp>
          <p:nvSpPr>
            <p:cNvPr id="13" name="椭圆 12">
              <a:extLst>
                <a:ext uri="{FF2B5EF4-FFF2-40B4-BE49-F238E27FC236}">
                  <a16:creationId xmlns:a16="http://schemas.microsoft.com/office/drawing/2014/main" id="{8C164B37-6A9B-485D-8A76-B43470E7FF4F}"/>
                </a:ext>
              </a:extLst>
            </p:cNvPr>
            <p:cNvSpPr/>
            <p:nvPr/>
          </p:nvSpPr>
          <p:spPr>
            <a:xfrm>
              <a:off x="7071363" y="3068321"/>
              <a:ext cx="721358" cy="721358"/>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4" name="任意多边形: 形状 13">
              <a:extLst>
                <a:ext uri="{FF2B5EF4-FFF2-40B4-BE49-F238E27FC236}">
                  <a16:creationId xmlns:a16="http://schemas.microsoft.com/office/drawing/2014/main" id="{4CC4E19B-CDB7-4E73-A372-29F2315B1439}"/>
                </a:ext>
              </a:extLst>
            </p:cNvPr>
            <p:cNvSpPr/>
            <p:nvPr/>
          </p:nvSpPr>
          <p:spPr>
            <a:xfrm>
              <a:off x="7310663" y="3178655"/>
              <a:ext cx="242759" cy="500691"/>
            </a:xfrm>
            <a:custGeom>
              <a:avLst/>
              <a:gdLst>
                <a:gd name="connsiteX0" fmla="*/ 0 w 284480"/>
                <a:gd name="connsiteY0" fmla="*/ 0 h 518160"/>
                <a:gd name="connsiteX1" fmla="*/ 284480 w 284480"/>
                <a:gd name="connsiteY1" fmla="*/ 284480 h 518160"/>
                <a:gd name="connsiteX2" fmla="*/ 50800 w 284480"/>
                <a:gd name="connsiteY2" fmla="*/ 518160 h 518160"/>
                <a:gd name="connsiteX0" fmla="*/ 0 w 284480"/>
                <a:gd name="connsiteY0" fmla="*/ 0 h 567690"/>
                <a:gd name="connsiteX1" fmla="*/ 284480 w 284480"/>
                <a:gd name="connsiteY1" fmla="*/ 284480 h 567690"/>
                <a:gd name="connsiteX2" fmla="*/ 16510 w 284480"/>
                <a:gd name="connsiteY2" fmla="*/ 567690 h 567690"/>
                <a:gd name="connsiteX0" fmla="*/ 0 w 284480"/>
                <a:gd name="connsiteY0" fmla="*/ 0 h 586740"/>
                <a:gd name="connsiteX1" fmla="*/ 284480 w 284480"/>
                <a:gd name="connsiteY1" fmla="*/ 284480 h 586740"/>
                <a:gd name="connsiteX2" fmla="*/ 1270 w 284480"/>
                <a:gd name="connsiteY2" fmla="*/ 586740 h 586740"/>
              </a:gdLst>
              <a:ahLst/>
              <a:cxnLst>
                <a:cxn ang="0">
                  <a:pos x="connsiteX0" y="connsiteY0"/>
                </a:cxn>
                <a:cxn ang="0">
                  <a:pos x="connsiteX1" y="connsiteY1"/>
                </a:cxn>
                <a:cxn ang="0">
                  <a:pos x="connsiteX2" y="connsiteY2"/>
                </a:cxn>
              </a:cxnLst>
              <a:rect l="l" t="t" r="r" b="b"/>
              <a:pathLst>
                <a:path w="284480" h="586740">
                  <a:moveTo>
                    <a:pt x="0" y="0"/>
                  </a:moveTo>
                  <a:lnTo>
                    <a:pt x="284480" y="284480"/>
                  </a:lnTo>
                  <a:cubicBezTo>
                    <a:pt x="206587" y="362373"/>
                    <a:pt x="79163" y="508847"/>
                    <a:pt x="1270" y="586740"/>
                  </a:cubicBez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219353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70000"/>
          </a:schemeClr>
        </a:solidFill>
        <a:effectLst/>
      </p:bgPr>
    </p:bg>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AD80D065-6261-42D3-83CB-E9F9CEFADEAF}"/>
              </a:ext>
            </a:extLst>
          </p:cNvPr>
          <p:cNvGrpSpPr/>
          <p:nvPr/>
        </p:nvGrpSpPr>
        <p:grpSpPr>
          <a:xfrm>
            <a:off x="3698249" y="2854410"/>
            <a:ext cx="3535674" cy="1149181"/>
            <a:chOff x="4582160" y="2724707"/>
            <a:chExt cx="3535674" cy="1149181"/>
          </a:xfrm>
        </p:grpSpPr>
        <p:cxnSp>
          <p:nvCxnSpPr>
            <p:cNvPr id="3" name="直接连接符 2">
              <a:extLst>
                <a:ext uri="{FF2B5EF4-FFF2-40B4-BE49-F238E27FC236}">
                  <a16:creationId xmlns:a16="http://schemas.microsoft.com/office/drawing/2014/main" id="{0A611F0B-064D-4E1B-8C13-C40E91A9FDD3}"/>
                </a:ext>
              </a:extLst>
            </p:cNvPr>
            <p:cNvCxnSpPr>
              <a:cxnSpLocks/>
            </p:cNvCxnSpPr>
            <p:nvPr/>
          </p:nvCxnSpPr>
          <p:spPr>
            <a:xfrm>
              <a:off x="4582160" y="2829560"/>
              <a:ext cx="0" cy="96012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CC328EFB-BA97-439E-842C-9C015526291E}"/>
                </a:ext>
              </a:extLst>
            </p:cNvPr>
            <p:cNvSpPr txBox="1"/>
            <p:nvPr/>
          </p:nvSpPr>
          <p:spPr>
            <a:xfrm>
              <a:off x="4744720" y="2724707"/>
              <a:ext cx="2255520" cy="430374"/>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cs typeface="+mn-ea"/>
                  <a:sym typeface="+mn-lt"/>
                </a:rPr>
                <a:t>第四部分</a:t>
              </a:r>
            </a:p>
          </p:txBody>
        </p:sp>
        <p:cxnSp>
          <p:nvCxnSpPr>
            <p:cNvPr id="6" name="直接连接符 5">
              <a:extLst>
                <a:ext uri="{FF2B5EF4-FFF2-40B4-BE49-F238E27FC236}">
                  <a16:creationId xmlns:a16="http://schemas.microsoft.com/office/drawing/2014/main" id="{A47A413A-90A6-43A4-A5FE-96BFE04FF498}"/>
                </a:ext>
              </a:extLst>
            </p:cNvPr>
            <p:cNvCxnSpPr>
              <a:cxnSpLocks/>
            </p:cNvCxnSpPr>
            <p:nvPr/>
          </p:nvCxnSpPr>
          <p:spPr>
            <a:xfrm>
              <a:off x="4846320" y="3241842"/>
              <a:ext cx="29464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222E3F5F-5999-48B3-9BA9-8AB5F4BA0989}"/>
                </a:ext>
              </a:extLst>
            </p:cNvPr>
            <p:cNvSpPr txBox="1"/>
            <p:nvPr/>
          </p:nvSpPr>
          <p:spPr>
            <a:xfrm>
              <a:off x="4744720" y="3308284"/>
              <a:ext cx="3373114" cy="565604"/>
            </a:xfrm>
            <a:prstGeom prst="rect">
              <a:avLst/>
            </a:prstGeom>
            <a:noFill/>
          </p:spPr>
          <p:txBody>
            <a:bodyPr wrap="square" rtlCol="0">
              <a:spAutoFit/>
            </a:bodyPr>
            <a:lstStyle/>
            <a:p>
              <a:pPr algn="just">
                <a:lnSpc>
                  <a:spcPct val="120000"/>
                </a:lnSpc>
              </a:pPr>
              <a:r>
                <a:rPr lang="zh-CN" altLang="en-US" sz="2800" b="1" spc="600" dirty="0">
                  <a:solidFill>
                    <a:schemeClr val="tx1">
                      <a:lumMod val="65000"/>
                      <a:lumOff val="35000"/>
                    </a:schemeClr>
                  </a:solidFill>
                  <a:latin typeface="+mj-ea"/>
                  <a:ea typeface="+mj-ea"/>
                  <a:cs typeface="+mn-ea"/>
                  <a:sym typeface="+mn-lt"/>
                </a:rPr>
                <a:t>实验结果</a:t>
              </a:r>
              <a:r>
                <a:rPr lang="en-US" altLang="zh-CN" spc="600" dirty="0">
                  <a:solidFill>
                    <a:schemeClr val="tx1">
                      <a:lumMod val="65000"/>
                      <a:lumOff val="35000"/>
                    </a:schemeClr>
                  </a:solidFill>
                  <a:latin typeface="+mj-ea"/>
                  <a:ea typeface="+mj-ea"/>
                  <a:cs typeface="+mn-ea"/>
                  <a:sym typeface="+mn-lt"/>
                </a:rPr>
                <a:t>/PART 4</a:t>
              </a:r>
              <a:endParaRPr lang="zh-CN" altLang="en-US" sz="2800" spc="600" dirty="0">
                <a:solidFill>
                  <a:schemeClr val="tx1">
                    <a:lumMod val="65000"/>
                    <a:lumOff val="35000"/>
                  </a:schemeClr>
                </a:solidFill>
                <a:latin typeface="+mj-ea"/>
                <a:ea typeface="+mj-ea"/>
                <a:cs typeface="+mn-ea"/>
                <a:sym typeface="+mn-lt"/>
              </a:endParaRPr>
            </a:p>
          </p:txBody>
        </p:sp>
      </p:grpSp>
      <p:sp>
        <p:nvSpPr>
          <p:cNvPr id="12" name="矩形 11">
            <a:extLst>
              <a:ext uri="{FF2B5EF4-FFF2-40B4-BE49-F238E27FC236}">
                <a16:creationId xmlns:a16="http://schemas.microsoft.com/office/drawing/2014/main" id="{B8788D5E-33E9-4825-BB9D-68FE8C51995F}"/>
              </a:ext>
            </a:extLst>
          </p:cNvPr>
          <p:cNvSpPr/>
          <p:nvPr/>
        </p:nvSpPr>
        <p:spPr>
          <a:xfrm>
            <a:off x="7630162" y="2948984"/>
            <a:ext cx="4561838" cy="960033"/>
          </a:xfrm>
          <a:prstGeom prst="rect">
            <a:avLst/>
          </a:prstGeom>
          <a:solidFill>
            <a:schemeClr val="accent1"/>
          </a:solidFill>
          <a:ln>
            <a:gradFill>
              <a:gsLst>
                <a:gs pos="0">
                  <a:schemeClr val="accent1">
                    <a:alpha val="70000"/>
                  </a:schemeClr>
                </a:gs>
                <a:gs pos="50000">
                  <a:schemeClr val="accent1">
                    <a:alpha val="0"/>
                  </a:schemeClr>
                </a:gs>
                <a:gs pos="100000">
                  <a:schemeClr val="accent1">
                    <a:alpha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nvGrpSpPr>
          <p:cNvPr id="15" name="组合 14">
            <a:extLst>
              <a:ext uri="{FF2B5EF4-FFF2-40B4-BE49-F238E27FC236}">
                <a16:creationId xmlns:a16="http://schemas.microsoft.com/office/drawing/2014/main" id="{BE74BBCD-16D4-4DE1-A330-A969F93EC76C}"/>
              </a:ext>
            </a:extLst>
          </p:cNvPr>
          <p:cNvGrpSpPr/>
          <p:nvPr/>
        </p:nvGrpSpPr>
        <p:grpSpPr>
          <a:xfrm>
            <a:off x="7828282" y="3068321"/>
            <a:ext cx="721358" cy="721358"/>
            <a:chOff x="7071363" y="3068321"/>
            <a:chExt cx="721358" cy="721358"/>
          </a:xfrm>
        </p:grpSpPr>
        <p:sp>
          <p:nvSpPr>
            <p:cNvPr id="13" name="椭圆 12">
              <a:extLst>
                <a:ext uri="{FF2B5EF4-FFF2-40B4-BE49-F238E27FC236}">
                  <a16:creationId xmlns:a16="http://schemas.microsoft.com/office/drawing/2014/main" id="{8C164B37-6A9B-485D-8A76-B43470E7FF4F}"/>
                </a:ext>
              </a:extLst>
            </p:cNvPr>
            <p:cNvSpPr/>
            <p:nvPr/>
          </p:nvSpPr>
          <p:spPr>
            <a:xfrm>
              <a:off x="7071363" y="3068321"/>
              <a:ext cx="721358" cy="721358"/>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4" name="任意多边形: 形状 13">
              <a:extLst>
                <a:ext uri="{FF2B5EF4-FFF2-40B4-BE49-F238E27FC236}">
                  <a16:creationId xmlns:a16="http://schemas.microsoft.com/office/drawing/2014/main" id="{4CC4E19B-CDB7-4E73-A372-29F2315B1439}"/>
                </a:ext>
              </a:extLst>
            </p:cNvPr>
            <p:cNvSpPr/>
            <p:nvPr/>
          </p:nvSpPr>
          <p:spPr>
            <a:xfrm>
              <a:off x="7310663" y="3178655"/>
              <a:ext cx="242759" cy="500691"/>
            </a:xfrm>
            <a:custGeom>
              <a:avLst/>
              <a:gdLst>
                <a:gd name="connsiteX0" fmla="*/ 0 w 284480"/>
                <a:gd name="connsiteY0" fmla="*/ 0 h 518160"/>
                <a:gd name="connsiteX1" fmla="*/ 284480 w 284480"/>
                <a:gd name="connsiteY1" fmla="*/ 284480 h 518160"/>
                <a:gd name="connsiteX2" fmla="*/ 50800 w 284480"/>
                <a:gd name="connsiteY2" fmla="*/ 518160 h 518160"/>
                <a:gd name="connsiteX0" fmla="*/ 0 w 284480"/>
                <a:gd name="connsiteY0" fmla="*/ 0 h 567690"/>
                <a:gd name="connsiteX1" fmla="*/ 284480 w 284480"/>
                <a:gd name="connsiteY1" fmla="*/ 284480 h 567690"/>
                <a:gd name="connsiteX2" fmla="*/ 16510 w 284480"/>
                <a:gd name="connsiteY2" fmla="*/ 567690 h 567690"/>
                <a:gd name="connsiteX0" fmla="*/ 0 w 284480"/>
                <a:gd name="connsiteY0" fmla="*/ 0 h 586740"/>
                <a:gd name="connsiteX1" fmla="*/ 284480 w 284480"/>
                <a:gd name="connsiteY1" fmla="*/ 284480 h 586740"/>
                <a:gd name="connsiteX2" fmla="*/ 1270 w 284480"/>
                <a:gd name="connsiteY2" fmla="*/ 586740 h 586740"/>
              </a:gdLst>
              <a:ahLst/>
              <a:cxnLst>
                <a:cxn ang="0">
                  <a:pos x="connsiteX0" y="connsiteY0"/>
                </a:cxn>
                <a:cxn ang="0">
                  <a:pos x="connsiteX1" y="connsiteY1"/>
                </a:cxn>
                <a:cxn ang="0">
                  <a:pos x="connsiteX2" y="connsiteY2"/>
                </a:cxn>
              </a:cxnLst>
              <a:rect l="l" t="t" r="r" b="b"/>
              <a:pathLst>
                <a:path w="284480" h="586740">
                  <a:moveTo>
                    <a:pt x="0" y="0"/>
                  </a:moveTo>
                  <a:lnTo>
                    <a:pt x="284480" y="284480"/>
                  </a:lnTo>
                  <a:cubicBezTo>
                    <a:pt x="206587" y="362373"/>
                    <a:pt x="79163" y="508847"/>
                    <a:pt x="1270" y="586740"/>
                  </a:cubicBez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771396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70000"/>
          </a:schemeClr>
        </a:solidFill>
        <a:effectLst/>
      </p:bgPr>
    </p:bg>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D8C9D45E-3989-4C26-AF31-14FC900F736D}"/>
              </a:ext>
            </a:extLst>
          </p:cNvPr>
          <p:cNvGrpSpPr/>
          <p:nvPr/>
        </p:nvGrpSpPr>
        <p:grpSpPr>
          <a:xfrm>
            <a:off x="3242687" y="2120820"/>
            <a:ext cx="2823587" cy="2497928"/>
            <a:chOff x="2448448" y="2129796"/>
            <a:chExt cx="2823587" cy="2497928"/>
          </a:xfrm>
        </p:grpSpPr>
        <p:sp>
          <p:nvSpPr>
            <p:cNvPr id="2" name="文本框 1">
              <a:extLst>
                <a:ext uri="{FF2B5EF4-FFF2-40B4-BE49-F238E27FC236}">
                  <a16:creationId xmlns:a16="http://schemas.microsoft.com/office/drawing/2014/main" id="{9C0BC994-B8E1-4903-848F-8295767D0AA1}"/>
                </a:ext>
              </a:extLst>
            </p:cNvPr>
            <p:cNvSpPr txBox="1"/>
            <p:nvPr/>
          </p:nvSpPr>
          <p:spPr>
            <a:xfrm>
              <a:off x="2448448" y="2129796"/>
              <a:ext cx="2823587" cy="2497928"/>
            </a:xfrm>
            <a:prstGeom prst="rect">
              <a:avLst/>
            </a:prstGeom>
            <a:noFill/>
          </p:spPr>
          <p:txBody>
            <a:bodyPr wrap="square" rtlCol="0">
              <a:spAutoFit/>
            </a:bodyPr>
            <a:lstStyle/>
            <a:p>
              <a:pPr algn="ctr">
                <a:lnSpc>
                  <a:spcPct val="120000"/>
                </a:lnSpc>
              </a:pPr>
              <a:r>
                <a:rPr lang="en-US" altLang="zh-CN" sz="13800" b="1" spc="100" dirty="0">
                  <a:solidFill>
                    <a:schemeClr val="tx1">
                      <a:lumMod val="65000"/>
                      <a:lumOff val="35000"/>
                    </a:schemeClr>
                  </a:solidFill>
                  <a:latin typeface="+mj-ea"/>
                  <a:ea typeface="+mj-ea"/>
                  <a:cs typeface="+mn-ea"/>
                  <a:sym typeface="+mn-lt"/>
                </a:rPr>
                <a:t>01</a:t>
              </a:r>
              <a:endParaRPr lang="zh-CN" altLang="en-US" sz="13800" b="1" spc="100" dirty="0">
                <a:solidFill>
                  <a:schemeClr val="tx1">
                    <a:lumMod val="65000"/>
                    <a:lumOff val="35000"/>
                  </a:schemeClr>
                </a:solidFill>
                <a:latin typeface="+mj-ea"/>
                <a:ea typeface="+mj-ea"/>
                <a:cs typeface="+mn-ea"/>
                <a:sym typeface="+mn-lt"/>
              </a:endParaRPr>
            </a:p>
          </p:txBody>
        </p:sp>
        <p:sp>
          <p:nvSpPr>
            <p:cNvPr id="3" name="矩形 2">
              <a:extLst>
                <a:ext uri="{FF2B5EF4-FFF2-40B4-BE49-F238E27FC236}">
                  <a16:creationId xmlns:a16="http://schemas.microsoft.com/office/drawing/2014/main" id="{CD2604EF-2C2D-4E2E-9FB3-22DD78184D81}"/>
                </a:ext>
              </a:extLst>
            </p:cNvPr>
            <p:cNvSpPr/>
            <p:nvPr/>
          </p:nvSpPr>
          <p:spPr>
            <a:xfrm>
              <a:off x="2539721" y="3253154"/>
              <a:ext cx="2240782" cy="351692"/>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文本框 3">
              <a:extLst>
                <a:ext uri="{FF2B5EF4-FFF2-40B4-BE49-F238E27FC236}">
                  <a16:creationId xmlns:a16="http://schemas.microsoft.com/office/drawing/2014/main" id="{4AD92628-338D-477C-AF11-DBBE0060B84F}"/>
                </a:ext>
              </a:extLst>
            </p:cNvPr>
            <p:cNvSpPr txBox="1"/>
            <p:nvPr/>
          </p:nvSpPr>
          <p:spPr>
            <a:xfrm>
              <a:off x="2790929" y="3253154"/>
              <a:ext cx="1884066" cy="362792"/>
            </a:xfrm>
            <a:prstGeom prst="rect">
              <a:avLst/>
            </a:prstGeom>
            <a:noFill/>
          </p:spPr>
          <p:txBody>
            <a:bodyPr wrap="square" rtlCol="0">
              <a:spAutoFit/>
            </a:bodyPr>
            <a:lstStyle/>
            <a:p>
              <a:pPr algn="ctr">
                <a:lnSpc>
                  <a:spcPct val="120000"/>
                </a:lnSpc>
              </a:pPr>
              <a:r>
                <a:rPr lang="en-US" altLang="zh-CN" sz="1600" spc="600" dirty="0">
                  <a:solidFill>
                    <a:schemeClr val="bg1">
                      <a:lumMod val="50000"/>
                    </a:schemeClr>
                  </a:solidFill>
                  <a:cs typeface="+mn-ea"/>
                  <a:sym typeface="+mn-lt"/>
                </a:rPr>
                <a:t>PART ONE</a:t>
              </a:r>
              <a:endParaRPr lang="zh-CN" altLang="en-US" sz="1600" spc="600" dirty="0">
                <a:solidFill>
                  <a:schemeClr val="bg1">
                    <a:lumMod val="50000"/>
                  </a:schemeClr>
                </a:solidFill>
                <a:cs typeface="+mn-ea"/>
                <a:sym typeface="+mn-lt"/>
              </a:endParaRPr>
            </a:p>
          </p:txBody>
        </p:sp>
      </p:grpSp>
      <p:sp>
        <p:nvSpPr>
          <p:cNvPr id="6" name="文本框 5">
            <a:extLst>
              <a:ext uri="{FF2B5EF4-FFF2-40B4-BE49-F238E27FC236}">
                <a16:creationId xmlns:a16="http://schemas.microsoft.com/office/drawing/2014/main" id="{5E319587-8E75-42A0-A6CE-EE98DDB28027}"/>
              </a:ext>
            </a:extLst>
          </p:cNvPr>
          <p:cNvSpPr txBox="1"/>
          <p:nvPr/>
        </p:nvSpPr>
        <p:spPr>
          <a:xfrm>
            <a:off x="6530591" y="2838930"/>
            <a:ext cx="1428541" cy="430374"/>
          </a:xfrm>
          <a:prstGeom prst="rect">
            <a:avLst/>
          </a:prstGeom>
          <a:noFill/>
        </p:spPr>
        <p:txBody>
          <a:bodyPr wrap="square" rtlCol="0">
            <a:spAutoFit/>
          </a:bodyPr>
          <a:lstStyle/>
          <a:p>
            <a:pPr algn="ctr">
              <a:lnSpc>
                <a:spcPct val="120000"/>
              </a:lnSpc>
            </a:pPr>
            <a:r>
              <a:rPr lang="zh-CN" altLang="en-US" sz="2000" spc="100" dirty="0">
                <a:solidFill>
                  <a:schemeClr val="tx1">
                    <a:lumMod val="65000"/>
                    <a:lumOff val="35000"/>
                  </a:schemeClr>
                </a:solidFill>
                <a:cs typeface="+mn-ea"/>
                <a:sym typeface="+mn-lt"/>
              </a:rPr>
              <a:t>第一部分</a:t>
            </a:r>
          </a:p>
        </p:txBody>
      </p:sp>
      <p:cxnSp>
        <p:nvCxnSpPr>
          <p:cNvPr id="8" name="直接连接符 7">
            <a:extLst>
              <a:ext uri="{FF2B5EF4-FFF2-40B4-BE49-F238E27FC236}">
                <a16:creationId xmlns:a16="http://schemas.microsoft.com/office/drawing/2014/main" id="{58899516-CA68-4189-B0D0-76AEE528D2D6}"/>
              </a:ext>
            </a:extLst>
          </p:cNvPr>
          <p:cNvCxnSpPr>
            <a:cxnSpLocks/>
          </p:cNvCxnSpPr>
          <p:nvPr/>
        </p:nvCxnSpPr>
        <p:spPr>
          <a:xfrm>
            <a:off x="5540410" y="3425574"/>
            <a:ext cx="3408903" cy="0"/>
          </a:xfrm>
          <a:prstGeom prst="line">
            <a:avLst/>
          </a:prstGeom>
          <a:ln w="19050">
            <a:solidFill>
              <a:schemeClr val="bg1">
                <a:lumMod val="5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CB16ACE7-95A2-42AB-8C5C-0B682A5F4998}"/>
              </a:ext>
            </a:extLst>
          </p:cNvPr>
          <p:cNvSpPr txBox="1"/>
          <p:nvPr/>
        </p:nvSpPr>
        <p:spPr>
          <a:xfrm>
            <a:off x="5893358" y="3581845"/>
            <a:ext cx="2703007" cy="565604"/>
          </a:xfrm>
          <a:prstGeom prst="rect">
            <a:avLst/>
          </a:prstGeom>
          <a:noFill/>
        </p:spPr>
        <p:txBody>
          <a:bodyPr wrap="square" rtlCol="0">
            <a:spAutoFit/>
          </a:bodyPr>
          <a:lstStyle/>
          <a:p>
            <a:pPr algn="ctr">
              <a:lnSpc>
                <a:spcPct val="120000"/>
              </a:lnSpc>
            </a:pPr>
            <a:r>
              <a:rPr lang="zh-CN" altLang="en-US" sz="2800" b="1" spc="600" dirty="0">
                <a:solidFill>
                  <a:schemeClr val="tx1">
                    <a:lumMod val="65000"/>
                    <a:lumOff val="35000"/>
                  </a:schemeClr>
                </a:solidFill>
                <a:latin typeface="+mj-ea"/>
                <a:ea typeface="+mj-ea"/>
                <a:cs typeface="+mn-ea"/>
                <a:sym typeface="+mn-lt"/>
              </a:rPr>
              <a:t>实验背景</a:t>
            </a:r>
          </a:p>
        </p:txBody>
      </p:sp>
    </p:spTree>
    <p:extLst>
      <p:ext uri="{BB962C8B-B14F-4D97-AF65-F5344CB8AC3E}">
        <p14:creationId xmlns:p14="http://schemas.microsoft.com/office/powerpoint/2010/main" val="3188886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70000"/>
          </a:schemeClr>
        </a:solidFill>
        <a:effectLst/>
      </p:bgPr>
    </p:bg>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D8C9D45E-3989-4C26-AF31-14FC900F736D}"/>
              </a:ext>
            </a:extLst>
          </p:cNvPr>
          <p:cNvGrpSpPr/>
          <p:nvPr/>
        </p:nvGrpSpPr>
        <p:grpSpPr>
          <a:xfrm>
            <a:off x="3242687" y="2120820"/>
            <a:ext cx="2823587" cy="2497928"/>
            <a:chOff x="2448448" y="2129796"/>
            <a:chExt cx="2823587" cy="2497928"/>
          </a:xfrm>
        </p:grpSpPr>
        <p:sp>
          <p:nvSpPr>
            <p:cNvPr id="2" name="文本框 1">
              <a:extLst>
                <a:ext uri="{FF2B5EF4-FFF2-40B4-BE49-F238E27FC236}">
                  <a16:creationId xmlns:a16="http://schemas.microsoft.com/office/drawing/2014/main" id="{9C0BC994-B8E1-4903-848F-8295767D0AA1}"/>
                </a:ext>
              </a:extLst>
            </p:cNvPr>
            <p:cNvSpPr txBox="1"/>
            <p:nvPr/>
          </p:nvSpPr>
          <p:spPr>
            <a:xfrm>
              <a:off x="2448448" y="2129796"/>
              <a:ext cx="2823587" cy="2497928"/>
            </a:xfrm>
            <a:prstGeom prst="rect">
              <a:avLst/>
            </a:prstGeom>
            <a:noFill/>
          </p:spPr>
          <p:txBody>
            <a:bodyPr wrap="square" rtlCol="0">
              <a:spAutoFit/>
            </a:bodyPr>
            <a:lstStyle/>
            <a:p>
              <a:pPr algn="ctr">
                <a:lnSpc>
                  <a:spcPct val="120000"/>
                </a:lnSpc>
              </a:pPr>
              <a:r>
                <a:rPr lang="en-US" altLang="zh-CN" sz="13800" b="1" spc="100" dirty="0">
                  <a:solidFill>
                    <a:schemeClr val="tx1">
                      <a:lumMod val="65000"/>
                      <a:lumOff val="35000"/>
                    </a:schemeClr>
                  </a:solidFill>
                  <a:latin typeface="+mj-ea"/>
                  <a:ea typeface="+mj-ea"/>
                  <a:cs typeface="+mn-ea"/>
                  <a:sym typeface="+mn-lt"/>
                </a:rPr>
                <a:t>02</a:t>
              </a:r>
              <a:endParaRPr lang="zh-CN" altLang="en-US" sz="13800" b="1" spc="100" dirty="0">
                <a:solidFill>
                  <a:schemeClr val="tx1">
                    <a:lumMod val="65000"/>
                    <a:lumOff val="35000"/>
                  </a:schemeClr>
                </a:solidFill>
                <a:latin typeface="+mj-ea"/>
                <a:ea typeface="+mj-ea"/>
                <a:cs typeface="+mn-ea"/>
                <a:sym typeface="+mn-lt"/>
              </a:endParaRPr>
            </a:p>
          </p:txBody>
        </p:sp>
        <p:sp>
          <p:nvSpPr>
            <p:cNvPr id="3" name="矩形 2">
              <a:extLst>
                <a:ext uri="{FF2B5EF4-FFF2-40B4-BE49-F238E27FC236}">
                  <a16:creationId xmlns:a16="http://schemas.microsoft.com/office/drawing/2014/main" id="{CD2604EF-2C2D-4E2E-9FB3-22DD78184D81}"/>
                </a:ext>
              </a:extLst>
            </p:cNvPr>
            <p:cNvSpPr/>
            <p:nvPr/>
          </p:nvSpPr>
          <p:spPr>
            <a:xfrm>
              <a:off x="2539721" y="3253154"/>
              <a:ext cx="2240782" cy="351692"/>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文本框 3">
              <a:extLst>
                <a:ext uri="{FF2B5EF4-FFF2-40B4-BE49-F238E27FC236}">
                  <a16:creationId xmlns:a16="http://schemas.microsoft.com/office/drawing/2014/main" id="{4AD92628-338D-477C-AF11-DBBE0060B84F}"/>
                </a:ext>
              </a:extLst>
            </p:cNvPr>
            <p:cNvSpPr txBox="1"/>
            <p:nvPr/>
          </p:nvSpPr>
          <p:spPr>
            <a:xfrm>
              <a:off x="2790929" y="3253154"/>
              <a:ext cx="1884066" cy="362792"/>
            </a:xfrm>
            <a:prstGeom prst="rect">
              <a:avLst/>
            </a:prstGeom>
            <a:noFill/>
          </p:spPr>
          <p:txBody>
            <a:bodyPr wrap="square" rtlCol="0">
              <a:spAutoFit/>
            </a:bodyPr>
            <a:lstStyle/>
            <a:p>
              <a:pPr algn="ctr">
                <a:lnSpc>
                  <a:spcPct val="120000"/>
                </a:lnSpc>
              </a:pPr>
              <a:r>
                <a:rPr lang="en-US" altLang="zh-CN" sz="1600" spc="600" dirty="0">
                  <a:solidFill>
                    <a:schemeClr val="bg1">
                      <a:lumMod val="50000"/>
                    </a:schemeClr>
                  </a:solidFill>
                  <a:cs typeface="+mn-ea"/>
                  <a:sym typeface="+mn-lt"/>
                </a:rPr>
                <a:t>PART TWO</a:t>
              </a:r>
              <a:endParaRPr lang="zh-CN" altLang="en-US" sz="1600" spc="600" dirty="0">
                <a:solidFill>
                  <a:schemeClr val="bg1">
                    <a:lumMod val="50000"/>
                  </a:schemeClr>
                </a:solidFill>
                <a:cs typeface="+mn-ea"/>
                <a:sym typeface="+mn-lt"/>
              </a:endParaRPr>
            </a:p>
          </p:txBody>
        </p:sp>
      </p:grpSp>
      <p:sp>
        <p:nvSpPr>
          <p:cNvPr id="6" name="文本框 5">
            <a:extLst>
              <a:ext uri="{FF2B5EF4-FFF2-40B4-BE49-F238E27FC236}">
                <a16:creationId xmlns:a16="http://schemas.microsoft.com/office/drawing/2014/main" id="{5E319587-8E75-42A0-A6CE-EE98DDB28027}"/>
              </a:ext>
            </a:extLst>
          </p:cNvPr>
          <p:cNvSpPr txBox="1"/>
          <p:nvPr/>
        </p:nvSpPr>
        <p:spPr>
          <a:xfrm>
            <a:off x="6530591" y="2838930"/>
            <a:ext cx="1428541" cy="430374"/>
          </a:xfrm>
          <a:prstGeom prst="rect">
            <a:avLst/>
          </a:prstGeom>
          <a:noFill/>
        </p:spPr>
        <p:txBody>
          <a:bodyPr wrap="square" rtlCol="0">
            <a:spAutoFit/>
          </a:bodyPr>
          <a:lstStyle/>
          <a:p>
            <a:pPr algn="ctr">
              <a:lnSpc>
                <a:spcPct val="120000"/>
              </a:lnSpc>
            </a:pPr>
            <a:r>
              <a:rPr lang="zh-CN" altLang="en-US" sz="2000" spc="100" dirty="0">
                <a:solidFill>
                  <a:schemeClr val="tx1">
                    <a:lumMod val="65000"/>
                    <a:lumOff val="35000"/>
                  </a:schemeClr>
                </a:solidFill>
                <a:cs typeface="+mn-ea"/>
                <a:sym typeface="+mn-lt"/>
              </a:rPr>
              <a:t>第二部分</a:t>
            </a:r>
          </a:p>
        </p:txBody>
      </p:sp>
      <p:cxnSp>
        <p:nvCxnSpPr>
          <p:cNvPr id="8" name="直接连接符 7">
            <a:extLst>
              <a:ext uri="{FF2B5EF4-FFF2-40B4-BE49-F238E27FC236}">
                <a16:creationId xmlns:a16="http://schemas.microsoft.com/office/drawing/2014/main" id="{58899516-CA68-4189-B0D0-76AEE528D2D6}"/>
              </a:ext>
            </a:extLst>
          </p:cNvPr>
          <p:cNvCxnSpPr>
            <a:cxnSpLocks/>
          </p:cNvCxnSpPr>
          <p:nvPr/>
        </p:nvCxnSpPr>
        <p:spPr>
          <a:xfrm>
            <a:off x="5540410" y="3425574"/>
            <a:ext cx="3408903" cy="0"/>
          </a:xfrm>
          <a:prstGeom prst="line">
            <a:avLst/>
          </a:prstGeom>
          <a:ln w="19050">
            <a:solidFill>
              <a:schemeClr val="bg1">
                <a:lumMod val="5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CB16ACE7-95A2-42AB-8C5C-0B682A5F4998}"/>
              </a:ext>
            </a:extLst>
          </p:cNvPr>
          <p:cNvSpPr txBox="1"/>
          <p:nvPr/>
        </p:nvSpPr>
        <p:spPr>
          <a:xfrm>
            <a:off x="5893358" y="3581845"/>
            <a:ext cx="2703007" cy="565604"/>
          </a:xfrm>
          <a:prstGeom prst="rect">
            <a:avLst/>
          </a:prstGeom>
          <a:noFill/>
        </p:spPr>
        <p:txBody>
          <a:bodyPr wrap="square" rtlCol="0">
            <a:spAutoFit/>
          </a:bodyPr>
          <a:lstStyle/>
          <a:p>
            <a:pPr algn="ctr">
              <a:lnSpc>
                <a:spcPct val="120000"/>
              </a:lnSpc>
            </a:pPr>
            <a:r>
              <a:rPr lang="zh-CN" altLang="en-US" sz="2800" b="1" spc="600" dirty="0">
                <a:solidFill>
                  <a:schemeClr val="tx1">
                    <a:lumMod val="65000"/>
                    <a:lumOff val="35000"/>
                  </a:schemeClr>
                </a:solidFill>
                <a:latin typeface="+mj-ea"/>
                <a:ea typeface="+mj-ea"/>
                <a:cs typeface="+mn-ea"/>
                <a:sym typeface="+mn-lt"/>
              </a:rPr>
              <a:t>实验目的</a:t>
            </a:r>
          </a:p>
        </p:txBody>
      </p:sp>
    </p:spTree>
    <p:extLst>
      <p:ext uri="{BB962C8B-B14F-4D97-AF65-F5344CB8AC3E}">
        <p14:creationId xmlns:p14="http://schemas.microsoft.com/office/powerpoint/2010/main" val="833129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70000"/>
          </a:schemeClr>
        </a:solidFill>
        <a:effectLst/>
      </p:bgPr>
    </p:bg>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D8C9D45E-3989-4C26-AF31-14FC900F736D}"/>
              </a:ext>
            </a:extLst>
          </p:cNvPr>
          <p:cNvGrpSpPr/>
          <p:nvPr/>
        </p:nvGrpSpPr>
        <p:grpSpPr>
          <a:xfrm>
            <a:off x="3242687" y="2120820"/>
            <a:ext cx="2823587" cy="2497928"/>
            <a:chOff x="2448448" y="2129796"/>
            <a:chExt cx="2823587" cy="2497928"/>
          </a:xfrm>
        </p:grpSpPr>
        <p:sp>
          <p:nvSpPr>
            <p:cNvPr id="2" name="文本框 1">
              <a:extLst>
                <a:ext uri="{FF2B5EF4-FFF2-40B4-BE49-F238E27FC236}">
                  <a16:creationId xmlns:a16="http://schemas.microsoft.com/office/drawing/2014/main" id="{9C0BC994-B8E1-4903-848F-8295767D0AA1}"/>
                </a:ext>
              </a:extLst>
            </p:cNvPr>
            <p:cNvSpPr txBox="1"/>
            <p:nvPr/>
          </p:nvSpPr>
          <p:spPr>
            <a:xfrm>
              <a:off x="2448448" y="2129796"/>
              <a:ext cx="2823587" cy="2497928"/>
            </a:xfrm>
            <a:prstGeom prst="rect">
              <a:avLst/>
            </a:prstGeom>
            <a:noFill/>
          </p:spPr>
          <p:txBody>
            <a:bodyPr wrap="square" rtlCol="0">
              <a:spAutoFit/>
            </a:bodyPr>
            <a:lstStyle/>
            <a:p>
              <a:pPr algn="ctr">
                <a:lnSpc>
                  <a:spcPct val="120000"/>
                </a:lnSpc>
              </a:pPr>
              <a:r>
                <a:rPr lang="en-US" altLang="zh-CN" sz="13800" b="1" spc="100" dirty="0">
                  <a:solidFill>
                    <a:schemeClr val="tx1">
                      <a:lumMod val="65000"/>
                      <a:lumOff val="35000"/>
                    </a:schemeClr>
                  </a:solidFill>
                  <a:latin typeface="+mj-ea"/>
                  <a:ea typeface="+mj-ea"/>
                  <a:cs typeface="+mn-ea"/>
                  <a:sym typeface="+mn-lt"/>
                </a:rPr>
                <a:t>03</a:t>
              </a:r>
              <a:endParaRPr lang="zh-CN" altLang="en-US" sz="13800" b="1" spc="100" dirty="0">
                <a:solidFill>
                  <a:schemeClr val="tx1">
                    <a:lumMod val="65000"/>
                    <a:lumOff val="35000"/>
                  </a:schemeClr>
                </a:solidFill>
                <a:latin typeface="+mj-ea"/>
                <a:ea typeface="+mj-ea"/>
                <a:cs typeface="+mn-ea"/>
                <a:sym typeface="+mn-lt"/>
              </a:endParaRPr>
            </a:p>
          </p:txBody>
        </p:sp>
        <p:sp>
          <p:nvSpPr>
            <p:cNvPr id="3" name="矩形 2">
              <a:extLst>
                <a:ext uri="{FF2B5EF4-FFF2-40B4-BE49-F238E27FC236}">
                  <a16:creationId xmlns:a16="http://schemas.microsoft.com/office/drawing/2014/main" id="{CD2604EF-2C2D-4E2E-9FB3-22DD78184D81}"/>
                </a:ext>
              </a:extLst>
            </p:cNvPr>
            <p:cNvSpPr/>
            <p:nvPr/>
          </p:nvSpPr>
          <p:spPr>
            <a:xfrm>
              <a:off x="2539721" y="3253154"/>
              <a:ext cx="2240782" cy="351692"/>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文本框 3">
              <a:extLst>
                <a:ext uri="{FF2B5EF4-FFF2-40B4-BE49-F238E27FC236}">
                  <a16:creationId xmlns:a16="http://schemas.microsoft.com/office/drawing/2014/main" id="{4AD92628-338D-477C-AF11-DBBE0060B84F}"/>
                </a:ext>
              </a:extLst>
            </p:cNvPr>
            <p:cNvSpPr txBox="1"/>
            <p:nvPr/>
          </p:nvSpPr>
          <p:spPr>
            <a:xfrm>
              <a:off x="2736502" y="3253154"/>
              <a:ext cx="2135274" cy="364395"/>
            </a:xfrm>
            <a:prstGeom prst="rect">
              <a:avLst/>
            </a:prstGeom>
            <a:noFill/>
          </p:spPr>
          <p:txBody>
            <a:bodyPr wrap="square" rtlCol="0">
              <a:spAutoFit/>
            </a:bodyPr>
            <a:lstStyle/>
            <a:p>
              <a:pPr algn="ctr">
                <a:lnSpc>
                  <a:spcPct val="120000"/>
                </a:lnSpc>
              </a:pPr>
              <a:r>
                <a:rPr lang="en-US" altLang="zh-CN" sz="1600" spc="600" dirty="0">
                  <a:solidFill>
                    <a:schemeClr val="bg1">
                      <a:lumMod val="50000"/>
                    </a:schemeClr>
                  </a:solidFill>
                  <a:cs typeface="+mn-ea"/>
                  <a:sym typeface="+mn-lt"/>
                </a:rPr>
                <a:t>PART THREE</a:t>
              </a:r>
              <a:endParaRPr lang="zh-CN" altLang="en-US" sz="1600" spc="600" dirty="0">
                <a:solidFill>
                  <a:schemeClr val="bg1">
                    <a:lumMod val="50000"/>
                  </a:schemeClr>
                </a:solidFill>
                <a:cs typeface="+mn-ea"/>
                <a:sym typeface="+mn-lt"/>
              </a:endParaRPr>
            </a:p>
          </p:txBody>
        </p:sp>
      </p:grpSp>
      <p:sp>
        <p:nvSpPr>
          <p:cNvPr id="6" name="文本框 5">
            <a:extLst>
              <a:ext uri="{FF2B5EF4-FFF2-40B4-BE49-F238E27FC236}">
                <a16:creationId xmlns:a16="http://schemas.microsoft.com/office/drawing/2014/main" id="{5E319587-8E75-42A0-A6CE-EE98DDB28027}"/>
              </a:ext>
            </a:extLst>
          </p:cNvPr>
          <p:cNvSpPr txBox="1"/>
          <p:nvPr/>
        </p:nvSpPr>
        <p:spPr>
          <a:xfrm>
            <a:off x="6530591" y="2838930"/>
            <a:ext cx="1428541" cy="430374"/>
          </a:xfrm>
          <a:prstGeom prst="rect">
            <a:avLst/>
          </a:prstGeom>
          <a:noFill/>
        </p:spPr>
        <p:txBody>
          <a:bodyPr wrap="square" rtlCol="0">
            <a:spAutoFit/>
          </a:bodyPr>
          <a:lstStyle/>
          <a:p>
            <a:pPr algn="ctr">
              <a:lnSpc>
                <a:spcPct val="120000"/>
              </a:lnSpc>
            </a:pPr>
            <a:r>
              <a:rPr lang="zh-CN" altLang="en-US" sz="2000" spc="100" dirty="0">
                <a:solidFill>
                  <a:schemeClr val="tx1">
                    <a:lumMod val="65000"/>
                    <a:lumOff val="35000"/>
                  </a:schemeClr>
                </a:solidFill>
                <a:cs typeface="+mn-ea"/>
                <a:sym typeface="+mn-lt"/>
              </a:rPr>
              <a:t>第三部分</a:t>
            </a:r>
          </a:p>
        </p:txBody>
      </p:sp>
      <p:cxnSp>
        <p:nvCxnSpPr>
          <p:cNvPr id="8" name="直接连接符 7">
            <a:extLst>
              <a:ext uri="{FF2B5EF4-FFF2-40B4-BE49-F238E27FC236}">
                <a16:creationId xmlns:a16="http://schemas.microsoft.com/office/drawing/2014/main" id="{58899516-CA68-4189-B0D0-76AEE528D2D6}"/>
              </a:ext>
            </a:extLst>
          </p:cNvPr>
          <p:cNvCxnSpPr>
            <a:cxnSpLocks/>
          </p:cNvCxnSpPr>
          <p:nvPr/>
        </p:nvCxnSpPr>
        <p:spPr>
          <a:xfrm>
            <a:off x="5540410" y="3425574"/>
            <a:ext cx="3408903" cy="0"/>
          </a:xfrm>
          <a:prstGeom prst="line">
            <a:avLst/>
          </a:prstGeom>
          <a:ln w="19050">
            <a:solidFill>
              <a:schemeClr val="bg1">
                <a:lumMod val="5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CB16ACE7-95A2-42AB-8C5C-0B682A5F4998}"/>
              </a:ext>
            </a:extLst>
          </p:cNvPr>
          <p:cNvSpPr txBox="1"/>
          <p:nvPr/>
        </p:nvSpPr>
        <p:spPr>
          <a:xfrm>
            <a:off x="5893358" y="3581845"/>
            <a:ext cx="2703007" cy="565604"/>
          </a:xfrm>
          <a:prstGeom prst="rect">
            <a:avLst/>
          </a:prstGeom>
          <a:noFill/>
        </p:spPr>
        <p:txBody>
          <a:bodyPr wrap="square" rtlCol="0">
            <a:spAutoFit/>
          </a:bodyPr>
          <a:lstStyle/>
          <a:p>
            <a:pPr algn="ctr">
              <a:lnSpc>
                <a:spcPct val="120000"/>
              </a:lnSpc>
            </a:pPr>
            <a:r>
              <a:rPr lang="zh-CN" altLang="en-US" sz="2800" b="1" spc="600" dirty="0">
                <a:solidFill>
                  <a:schemeClr val="tx1">
                    <a:lumMod val="65000"/>
                    <a:lumOff val="35000"/>
                  </a:schemeClr>
                </a:solidFill>
                <a:latin typeface="+mj-ea"/>
                <a:ea typeface="+mj-ea"/>
                <a:cs typeface="+mn-ea"/>
                <a:sym typeface="+mn-lt"/>
              </a:rPr>
              <a:t>实验方案</a:t>
            </a:r>
          </a:p>
        </p:txBody>
      </p:sp>
    </p:spTree>
    <p:extLst>
      <p:ext uri="{BB962C8B-B14F-4D97-AF65-F5344CB8AC3E}">
        <p14:creationId xmlns:p14="http://schemas.microsoft.com/office/powerpoint/2010/main" val="3142553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70000"/>
          </a:schemeClr>
        </a:solidFill>
        <a:effectLst/>
      </p:bgPr>
    </p:bg>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D8C9D45E-3989-4C26-AF31-14FC900F736D}"/>
              </a:ext>
            </a:extLst>
          </p:cNvPr>
          <p:cNvGrpSpPr/>
          <p:nvPr/>
        </p:nvGrpSpPr>
        <p:grpSpPr>
          <a:xfrm>
            <a:off x="3242687" y="2120820"/>
            <a:ext cx="2823587" cy="2497928"/>
            <a:chOff x="2448448" y="2129796"/>
            <a:chExt cx="2823587" cy="2497928"/>
          </a:xfrm>
        </p:grpSpPr>
        <p:sp>
          <p:nvSpPr>
            <p:cNvPr id="2" name="文本框 1">
              <a:extLst>
                <a:ext uri="{FF2B5EF4-FFF2-40B4-BE49-F238E27FC236}">
                  <a16:creationId xmlns:a16="http://schemas.microsoft.com/office/drawing/2014/main" id="{9C0BC994-B8E1-4903-848F-8295767D0AA1}"/>
                </a:ext>
              </a:extLst>
            </p:cNvPr>
            <p:cNvSpPr txBox="1"/>
            <p:nvPr/>
          </p:nvSpPr>
          <p:spPr>
            <a:xfrm>
              <a:off x="2448448" y="2129796"/>
              <a:ext cx="2823587" cy="2497928"/>
            </a:xfrm>
            <a:prstGeom prst="rect">
              <a:avLst/>
            </a:prstGeom>
            <a:noFill/>
          </p:spPr>
          <p:txBody>
            <a:bodyPr wrap="square" rtlCol="0">
              <a:spAutoFit/>
            </a:bodyPr>
            <a:lstStyle/>
            <a:p>
              <a:pPr algn="ctr">
                <a:lnSpc>
                  <a:spcPct val="120000"/>
                </a:lnSpc>
              </a:pPr>
              <a:r>
                <a:rPr lang="en-US" altLang="zh-CN" sz="13800" b="1" spc="100" dirty="0">
                  <a:solidFill>
                    <a:schemeClr val="tx1">
                      <a:lumMod val="65000"/>
                      <a:lumOff val="35000"/>
                    </a:schemeClr>
                  </a:solidFill>
                  <a:latin typeface="+mj-ea"/>
                  <a:ea typeface="+mj-ea"/>
                  <a:cs typeface="+mn-ea"/>
                  <a:sym typeface="+mn-lt"/>
                </a:rPr>
                <a:t>04</a:t>
              </a:r>
              <a:endParaRPr lang="zh-CN" altLang="en-US" sz="13800" b="1" spc="100" dirty="0">
                <a:solidFill>
                  <a:schemeClr val="tx1">
                    <a:lumMod val="65000"/>
                    <a:lumOff val="35000"/>
                  </a:schemeClr>
                </a:solidFill>
                <a:latin typeface="+mj-ea"/>
                <a:ea typeface="+mj-ea"/>
                <a:cs typeface="+mn-ea"/>
                <a:sym typeface="+mn-lt"/>
              </a:endParaRPr>
            </a:p>
          </p:txBody>
        </p:sp>
        <p:sp>
          <p:nvSpPr>
            <p:cNvPr id="3" name="矩形 2">
              <a:extLst>
                <a:ext uri="{FF2B5EF4-FFF2-40B4-BE49-F238E27FC236}">
                  <a16:creationId xmlns:a16="http://schemas.microsoft.com/office/drawing/2014/main" id="{CD2604EF-2C2D-4E2E-9FB3-22DD78184D81}"/>
                </a:ext>
              </a:extLst>
            </p:cNvPr>
            <p:cNvSpPr/>
            <p:nvPr/>
          </p:nvSpPr>
          <p:spPr>
            <a:xfrm>
              <a:off x="2539721" y="3253154"/>
              <a:ext cx="2240782" cy="351692"/>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文本框 3">
              <a:extLst>
                <a:ext uri="{FF2B5EF4-FFF2-40B4-BE49-F238E27FC236}">
                  <a16:creationId xmlns:a16="http://schemas.microsoft.com/office/drawing/2014/main" id="{4AD92628-338D-477C-AF11-DBBE0060B84F}"/>
                </a:ext>
              </a:extLst>
            </p:cNvPr>
            <p:cNvSpPr txBox="1"/>
            <p:nvPr/>
          </p:nvSpPr>
          <p:spPr>
            <a:xfrm>
              <a:off x="2760993" y="3253154"/>
              <a:ext cx="2105967" cy="364395"/>
            </a:xfrm>
            <a:prstGeom prst="rect">
              <a:avLst/>
            </a:prstGeom>
            <a:noFill/>
          </p:spPr>
          <p:txBody>
            <a:bodyPr wrap="square" rtlCol="0">
              <a:spAutoFit/>
            </a:bodyPr>
            <a:lstStyle/>
            <a:p>
              <a:pPr algn="ctr">
                <a:lnSpc>
                  <a:spcPct val="120000"/>
                </a:lnSpc>
              </a:pPr>
              <a:r>
                <a:rPr lang="en-US" altLang="zh-CN" sz="1600" spc="600" dirty="0">
                  <a:solidFill>
                    <a:schemeClr val="bg1">
                      <a:lumMod val="50000"/>
                    </a:schemeClr>
                  </a:solidFill>
                  <a:cs typeface="+mn-ea"/>
                  <a:sym typeface="+mn-lt"/>
                </a:rPr>
                <a:t>PART FOUR</a:t>
              </a:r>
              <a:endParaRPr lang="zh-CN" altLang="en-US" sz="1600" spc="600" dirty="0">
                <a:solidFill>
                  <a:schemeClr val="bg1">
                    <a:lumMod val="50000"/>
                  </a:schemeClr>
                </a:solidFill>
                <a:cs typeface="+mn-ea"/>
                <a:sym typeface="+mn-lt"/>
              </a:endParaRPr>
            </a:p>
          </p:txBody>
        </p:sp>
      </p:grpSp>
      <p:sp>
        <p:nvSpPr>
          <p:cNvPr id="6" name="文本框 5">
            <a:extLst>
              <a:ext uri="{FF2B5EF4-FFF2-40B4-BE49-F238E27FC236}">
                <a16:creationId xmlns:a16="http://schemas.microsoft.com/office/drawing/2014/main" id="{5E319587-8E75-42A0-A6CE-EE98DDB28027}"/>
              </a:ext>
            </a:extLst>
          </p:cNvPr>
          <p:cNvSpPr txBox="1"/>
          <p:nvPr/>
        </p:nvSpPr>
        <p:spPr>
          <a:xfrm>
            <a:off x="6530591" y="2838930"/>
            <a:ext cx="1428541" cy="430374"/>
          </a:xfrm>
          <a:prstGeom prst="rect">
            <a:avLst/>
          </a:prstGeom>
          <a:noFill/>
        </p:spPr>
        <p:txBody>
          <a:bodyPr wrap="square" rtlCol="0">
            <a:spAutoFit/>
          </a:bodyPr>
          <a:lstStyle/>
          <a:p>
            <a:pPr algn="ctr">
              <a:lnSpc>
                <a:spcPct val="120000"/>
              </a:lnSpc>
            </a:pPr>
            <a:r>
              <a:rPr lang="zh-CN" altLang="en-US" sz="2000" spc="100" dirty="0">
                <a:solidFill>
                  <a:schemeClr val="tx1">
                    <a:lumMod val="65000"/>
                    <a:lumOff val="35000"/>
                  </a:schemeClr>
                </a:solidFill>
                <a:cs typeface="+mn-ea"/>
                <a:sym typeface="+mn-lt"/>
              </a:rPr>
              <a:t>第四部分</a:t>
            </a:r>
          </a:p>
        </p:txBody>
      </p:sp>
      <p:cxnSp>
        <p:nvCxnSpPr>
          <p:cNvPr id="8" name="直接连接符 7">
            <a:extLst>
              <a:ext uri="{FF2B5EF4-FFF2-40B4-BE49-F238E27FC236}">
                <a16:creationId xmlns:a16="http://schemas.microsoft.com/office/drawing/2014/main" id="{58899516-CA68-4189-B0D0-76AEE528D2D6}"/>
              </a:ext>
            </a:extLst>
          </p:cNvPr>
          <p:cNvCxnSpPr>
            <a:cxnSpLocks/>
          </p:cNvCxnSpPr>
          <p:nvPr/>
        </p:nvCxnSpPr>
        <p:spPr>
          <a:xfrm>
            <a:off x="5540410" y="3425574"/>
            <a:ext cx="3408903" cy="0"/>
          </a:xfrm>
          <a:prstGeom prst="line">
            <a:avLst/>
          </a:prstGeom>
          <a:ln w="19050">
            <a:solidFill>
              <a:schemeClr val="bg1">
                <a:lumMod val="5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CB16ACE7-95A2-42AB-8C5C-0B682A5F4998}"/>
              </a:ext>
            </a:extLst>
          </p:cNvPr>
          <p:cNvSpPr txBox="1"/>
          <p:nvPr/>
        </p:nvSpPr>
        <p:spPr>
          <a:xfrm>
            <a:off x="5893358" y="3581845"/>
            <a:ext cx="2703007" cy="565604"/>
          </a:xfrm>
          <a:prstGeom prst="rect">
            <a:avLst/>
          </a:prstGeom>
          <a:noFill/>
        </p:spPr>
        <p:txBody>
          <a:bodyPr wrap="square" rtlCol="0">
            <a:spAutoFit/>
          </a:bodyPr>
          <a:lstStyle/>
          <a:p>
            <a:pPr algn="ctr">
              <a:lnSpc>
                <a:spcPct val="120000"/>
              </a:lnSpc>
            </a:pPr>
            <a:r>
              <a:rPr lang="zh-CN" altLang="en-US" sz="2800" b="1" spc="600" dirty="0">
                <a:solidFill>
                  <a:schemeClr val="tx1">
                    <a:lumMod val="65000"/>
                    <a:lumOff val="35000"/>
                  </a:schemeClr>
                </a:solidFill>
                <a:latin typeface="+mj-ea"/>
                <a:ea typeface="+mj-ea"/>
                <a:cs typeface="+mn-ea"/>
                <a:sym typeface="+mn-lt"/>
              </a:rPr>
              <a:t>实验结果</a:t>
            </a:r>
          </a:p>
        </p:txBody>
      </p:sp>
    </p:spTree>
    <p:extLst>
      <p:ext uri="{BB962C8B-B14F-4D97-AF65-F5344CB8AC3E}">
        <p14:creationId xmlns:p14="http://schemas.microsoft.com/office/powerpoint/2010/main" val="3786133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65000"/>
          </a:schemeClr>
        </a:solidFill>
        <a:effectLst/>
      </p:bgPr>
    </p:bg>
    <p:spTree>
      <p:nvGrpSpPr>
        <p:cNvPr id="1" name=""/>
        <p:cNvGrpSpPr/>
        <p:nvPr/>
      </p:nvGrpSpPr>
      <p:grpSpPr>
        <a:xfrm>
          <a:off x="0" y="0"/>
          <a:ext cx="0" cy="0"/>
          <a:chOff x="0" y="0"/>
          <a:chExt cx="0" cy="0"/>
        </a:xfrm>
      </p:grpSpPr>
      <p:cxnSp>
        <p:nvCxnSpPr>
          <p:cNvPr id="19" name="直接连接符 18">
            <a:extLst>
              <a:ext uri="{FF2B5EF4-FFF2-40B4-BE49-F238E27FC236}">
                <a16:creationId xmlns:a16="http://schemas.microsoft.com/office/drawing/2014/main" id="{F40A8A4D-B30A-4743-899A-3AC7FA43DF83}"/>
              </a:ext>
            </a:extLst>
          </p:cNvPr>
          <p:cNvCxnSpPr>
            <a:cxnSpLocks/>
          </p:cNvCxnSpPr>
          <p:nvPr/>
        </p:nvCxnSpPr>
        <p:spPr>
          <a:xfrm flipH="1">
            <a:off x="5532455" y="1268413"/>
            <a:ext cx="966316" cy="96631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7E1E1C6B-70AB-4F5A-A623-07FDDC02D4ED}"/>
              </a:ext>
            </a:extLst>
          </p:cNvPr>
          <p:cNvSpPr/>
          <p:nvPr/>
        </p:nvSpPr>
        <p:spPr>
          <a:xfrm>
            <a:off x="4880150" y="2415599"/>
            <a:ext cx="2431701" cy="6491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spc="300" dirty="0">
                <a:latin typeface="+mj-ea"/>
                <a:ea typeface="+mj-ea"/>
                <a:cs typeface="+mn-ea"/>
                <a:sym typeface="+mn-lt"/>
              </a:rPr>
              <a:t>PART 1</a:t>
            </a:r>
            <a:endParaRPr lang="zh-CN" altLang="en-US" sz="3200" spc="300" dirty="0">
              <a:latin typeface="+mj-ea"/>
              <a:ea typeface="+mj-ea"/>
              <a:cs typeface="+mn-ea"/>
              <a:sym typeface="+mn-lt"/>
            </a:endParaRPr>
          </a:p>
        </p:txBody>
      </p:sp>
      <p:sp>
        <p:nvSpPr>
          <p:cNvPr id="23" name="文本框 22">
            <a:extLst>
              <a:ext uri="{FF2B5EF4-FFF2-40B4-BE49-F238E27FC236}">
                <a16:creationId xmlns:a16="http://schemas.microsoft.com/office/drawing/2014/main" id="{335C3883-0E25-4978-9F0F-A91E941C9424}"/>
              </a:ext>
            </a:extLst>
          </p:cNvPr>
          <p:cNvSpPr txBox="1"/>
          <p:nvPr/>
        </p:nvSpPr>
        <p:spPr>
          <a:xfrm>
            <a:off x="4804004" y="3155182"/>
            <a:ext cx="2677773" cy="523220"/>
          </a:xfrm>
          <a:prstGeom prst="rect">
            <a:avLst/>
          </a:prstGeom>
          <a:noFill/>
        </p:spPr>
        <p:txBody>
          <a:bodyPr wrap="square" rtlCol="0">
            <a:spAutoFit/>
          </a:bodyPr>
          <a:lstStyle/>
          <a:p>
            <a:pPr algn="dist"/>
            <a:r>
              <a:rPr lang="zh-CN" altLang="en-US" sz="2800" spc="600" dirty="0">
                <a:solidFill>
                  <a:schemeClr val="accent1"/>
                </a:solidFill>
                <a:latin typeface="+mj-ea"/>
                <a:ea typeface="+mj-ea"/>
                <a:cs typeface="+mn-ea"/>
                <a:sym typeface="+mn-lt"/>
              </a:rPr>
              <a:t>实验背景</a:t>
            </a:r>
          </a:p>
        </p:txBody>
      </p:sp>
      <p:sp>
        <p:nvSpPr>
          <p:cNvPr id="26" name="文本框 25">
            <a:extLst>
              <a:ext uri="{FF2B5EF4-FFF2-40B4-BE49-F238E27FC236}">
                <a16:creationId xmlns:a16="http://schemas.microsoft.com/office/drawing/2014/main" id="{6E0244AB-6122-493A-90B0-D916BC29E95F}"/>
              </a:ext>
            </a:extLst>
          </p:cNvPr>
          <p:cNvSpPr txBox="1"/>
          <p:nvPr/>
        </p:nvSpPr>
        <p:spPr>
          <a:xfrm>
            <a:off x="4697716" y="3768837"/>
            <a:ext cx="2830063" cy="307777"/>
          </a:xfrm>
          <a:prstGeom prst="rect">
            <a:avLst/>
          </a:prstGeom>
          <a:noFill/>
        </p:spPr>
        <p:txBody>
          <a:bodyPr wrap="square" rtlCol="0">
            <a:spAutoFit/>
          </a:bodyPr>
          <a:lstStyle/>
          <a:p>
            <a:pPr algn="ctr"/>
            <a:r>
              <a:rPr lang="en-US" altLang="zh-CN" sz="1400" spc="300" dirty="0">
                <a:solidFill>
                  <a:schemeClr val="bg1">
                    <a:lumMod val="85000"/>
                  </a:schemeClr>
                </a:solidFill>
                <a:cs typeface="+mn-ea"/>
                <a:sym typeface="+mn-lt"/>
              </a:rPr>
              <a:t>Research Background</a:t>
            </a:r>
            <a:endParaRPr lang="zh-CN" altLang="en-US" sz="1400" spc="300" dirty="0">
              <a:solidFill>
                <a:schemeClr val="bg1">
                  <a:lumMod val="85000"/>
                </a:schemeClr>
              </a:solidFill>
              <a:cs typeface="+mn-ea"/>
              <a:sym typeface="+mn-lt"/>
            </a:endParaRPr>
          </a:p>
        </p:txBody>
      </p:sp>
      <p:cxnSp>
        <p:nvCxnSpPr>
          <p:cNvPr id="27" name="直接连接符 26">
            <a:extLst>
              <a:ext uri="{FF2B5EF4-FFF2-40B4-BE49-F238E27FC236}">
                <a16:creationId xmlns:a16="http://schemas.microsoft.com/office/drawing/2014/main" id="{246901CB-B019-4E04-B4EB-C40AEFCE8075}"/>
              </a:ext>
            </a:extLst>
          </p:cNvPr>
          <p:cNvCxnSpPr>
            <a:cxnSpLocks/>
          </p:cNvCxnSpPr>
          <p:nvPr/>
        </p:nvCxnSpPr>
        <p:spPr>
          <a:xfrm flipH="1">
            <a:off x="5532455" y="4167049"/>
            <a:ext cx="966316" cy="96631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697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65000"/>
          </a:schemeClr>
        </a:solidFill>
        <a:effectLst/>
      </p:bgPr>
    </p:bg>
    <p:spTree>
      <p:nvGrpSpPr>
        <p:cNvPr id="1" name=""/>
        <p:cNvGrpSpPr/>
        <p:nvPr/>
      </p:nvGrpSpPr>
      <p:grpSpPr>
        <a:xfrm>
          <a:off x="0" y="0"/>
          <a:ext cx="0" cy="0"/>
          <a:chOff x="0" y="0"/>
          <a:chExt cx="0" cy="0"/>
        </a:xfrm>
      </p:grpSpPr>
      <p:cxnSp>
        <p:nvCxnSpPr>
          <p:cNvPr id="19" name="直接连接符 18">
            <a:extLst>
              <a:ext uri="{FF2B5EF4-FFF2-40B4-BE49-F238E27FC236}">
                <a16:creationId xmlns:a16="http://schemas.microsoft.com/office/drawing/2014/main" id="{F40A8A4D-B30A-4743-899A-3AC7FA43DF83}"/>
              </a:ext>
            </a:extLst>
          </p:cNvPr>
          <p:cNvCxnSpPr>
            <a:cxnSpLocks/>
          </p:cNvCxnSpPr>
          <p:nvPr/>
        </p:nvCxnSpPr>
        <p:spPr>
          <a:xfrm flipH="1">
            <a:off x="5532455" y="1268413"/>
            <a:ext cx="966316" cy="96631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7E1E1C6B-70AB-4F5A-A623-07FDDC02D4ED}"/>
              </a:ext>
            </a:extLst>
          </p:cNvPr>
          <p:cNvSpPr/>
          <p:nvPr/>
        </p:nvSpPr>
        <p:spPr>
          <a:xfrm>
            <a:off x="4880150" y="2415599"/>
            <a:ext cx="2431701" cy="6491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spc="300" dirty="0">
                <a:latin typeface="+mj-ea"/>
                <a:ea typeface="+mj-ea"/>
                <a:cs typeface="+mn-ea"/>
                <a:sym typeface="+mn-lt"/>
              </a:rPr>
              <a:t>PART 2</a:t>
            </a:r>
            <a:endParaRPr lang="zh-CN" altLang="en-US" sz="3200" spc="300" dirty="0">
              <a:latin typeface="+mj-ea"/>
              <a:ea typeface="+mj-ea"/>
              <a:cs typeface="+mn-ea"/>
              <a:sym typeface="+mn-lt"/>
            </a:endParaRPr>
          </a:p>
        </p:txBody>
      </p:sp>
      <p:sp>
        <p:nvSpPr>
          <p:cNvPr id="23" name="文本框 22">
            <a:extLst>
              <a:ext uri="{FF2B5EF4-FFF2-40B4-BE49-F238E27FC236}">
                <a16:creationId xmlns:a16="http://schemas.microsoft.com/office/drawing/2014/main" id="{335C3883-0E25-4978-9F0F-A91E941C9424}"/>
              </a:ext>
            </a:extLst>
          </p:cNvPr>
          <p:cNvSpPr txBox="1"/>
          <p:nvPr/>
        </p:nvSpPr>
        <p:spPr>
          <a:xfrm>
            <a:off x="4804004" y="3155182"/>
            <a:ext cx="2677773" cy="523220"/>
          </a:xfrm>
          <a:prstGeom prst="rect">
            <a:avLst/>
          </a:prstGeom>
          <a:noFill/>
        </p:spPr>
        <p:txBody>
          <a:bodyPr wrap="square" rtlCol="0">
            <a:spAutoFit/>
          </a:bodyPr>
          <a:lstStyle/>
          <a:p>
            <a:pPr algn="dist"/>
            <a:r>
              <a:rPr lang="zh-CN" altLang="en-US" sz="2800" spc="600" dirty="0">
                <a:solidFill>
                  <a:schemeClr val="accent1"/>
                </a:solidFill>
                <a:latin typeface="+mj-ea"/>
                <a:ea typeface="+mj-ea"/>
                <a:cs typeface="+mn-ea"/>
                <a:sym typeface="+mn-lt"/>
              </a:rPr>
              <a:t>实验目的</a:t>
            </a:r>
          </a:p>
        </p:txBody>
      </p:sp>
      <p:sp>
        <p:nvSpPr>
          <p:cNvPr id="26" name="文本框 25">
            <a:extLst>
              <a:ext uri="{FF2B5EF4-FFF2-40B4-BE49-F238E27FC236}">
                <a16:creationId xmlns:a16="http://schemas.microsoft.com/office/drawing/2014/main" id="{6E0244AB-6122-493A-90B0-D916BC29E95F}"/>
              </a:ext>
            </a:extLst>
          </p:cNvPr>
          <p:cNvSpPr txBox="1"/>
          <p:nvPr/>
        </p:nvSpPr>
        <p:spPr>
          <a:xfrm>
            <a:off x="4697716" y="3768837"/>
            <a:ext cx="2830063" cy="307777"/>
          </a:xfrm>
          <a:prstGeom prst="rect">
            <a:avLst/>
          </a:prstGeom>
          <a:noFill/>
        </p:spPr>
        <p:txBody>
          <a:bodyPr wrap="square" rtlCol="0">
            <a:spAutoFit/>
          </a:bodyPr>
          <a:lstStyle/>
          <a:p>
            <a:pPr algn="ctr"/>
            <a:r>
              <a:rPr lang="en-US" altLang="zh-CN" sz="1400" spc="300" dirty="0">
                <a:solidFill>
                  <a:schemeClr val="bg1">
                    <a:lumMod val="85000"/>
                  </a:schemeClr>
                </a:solidFill>
                <a:cs typeface="+mn-ea"/>
                <a:sym typeface="+mn-lt"/>
              </a:rPr>
              <a:t>Research Purpose</a:t>
            </a:r>
            <a:endParaRPr lang="zh-CN" altLang="en-US" sz="1400" spc="300" dirty="0">
              <a:solidFill>
                <a:schemeClr val="bg1">
                  <a:lumMod val="85000"/>
                </a:schemeClr>
              </a:solidFill>
              <a:cs typeface="+mn-ea"/>
              <a:sym typeface="+mn-lt"/>
            </a:endParaRPr>
          </a:p>
        </p:txBody>
      </p:sp>
      <p:cxnSp>
        <p:nvCxnSpPr>
          <p:cNvPr id="27" name="直接连接符 26">
            <a:extLst>
              <a:ext uri="{FF2B5EF4-FFF2-40B4-BE49-F238E27FC236}">
                <a16:creationId xmlns:a16="http://schemas.microsoft.com/office/drawing/2014/main" id="{246901CB-B019-4E04-B4EB-C40AEFCE8075}"/>
              </a:ext>
            </a:extLst>
          </p:cNvPr>
          <p:cNvCxnSpPr>
            <a:cxnSpLocks/>
          </p:cNvCxnSpPr>
          <p:nvPr/>
        </p:nvCxnSpPr>
        <p:spPr>
          <a:xfrm flipH="1">
            <a:off x="5532455" y="4167049"/>
            <a:ext cx="966316" cy="96631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5051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65000"/>
          </a:schemeClr>
        </a:solidFill>
        <a:effectLst/>
      </p:bgPr>
    </p:bg>
    <p:spTree>
      <p:nvGrpSpPr>
        <p:cNvPr id="1" name=""/>
        <p:cNvGrpSpPr/>
        <p:nvPr/>
      </p:nvGrpSpPr>
      <p:grpSpPr>
        <a:xfrm>
          <a:off x="0" y="0"/>
          <a:ext cx="0" cy="0"/>
          <a:chOff x="0" y="0"/>
          <a:chExt cx="0" cy="0"/>
        </a:xfrm>
      </p:grpSpPr>
      <p:cxnSp>
        <p:nvCxnSpPr>
          <p:cNvPr id="19" name="直接连接符 18">
            <a:extLst>
              <a:ext uri="{FF2B5EF4-FFF2-40B4-BE49-F238E27FC236}">
                <a16:creationId xmlns:a16="http://schemas.microsoft.com/office/drawing/2014/main" id="{F40A8A4D-B30A-4743-899A-3AC7FA43DF83}"/>
              </a:ext>
            </a:extLst>
          </p:cNvPr>
          <p:cNvCxnSpPr>
            <a:cxnSpLocks/>
          </p:cNvCxnSpPr>
          <p:nvPr/>
        </p:nvCxnSpPr>
        <p:spPr>
          <a:xfrm flipH="1">
            <a:off x="5532455" y="1268413"/>
            <a:ext cx="966316" cy="96631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7E1E1C6B-70AB-4F5A-A623-07FDDC02D4ED}"/>
              </a:ext>
            </a:extLst>
          </p:cNvPr>
          <p:cNvSpPr/>
          <p:nvPr/>
        </p:nvSpPr>
        <p:spPr>
          <a:xfrm>
            <a:off x="4880150" y="2415599"/>
            <a:ext cx="2431701" cy="6491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spc="300" dirty="0">
                <a:latin typeface="+mj-ea"/>
                <a:ea typeface="+mj-ea"/>
                <a:cs typeface="+mn-ea"/>
                <a:sym typeface="+mn-lt"/>
              </a:rPr>
              <a:t>PART 3</a:t>
            </a:r>
            <a:endParaRPr lang="zh-CN" altLang="en-US" sz="3200" spc="300" dirty="0">
              <a:latin typeface="+mj-ea"/>
              <a:ea typeface="+mj-ea"/>
              <a:cs typeface="+mn-ea"/>
              <a:sym typeface="+mn-lt"/>
            </a:endParaRPr>
          </a:p>
        </p:txBody>
      </p:sp>
      <p:sp>
        <p:nvSpPr>
          <p:cNvPr id="23" name="文本框 22">
            <a:extLst>
              <a:ext uri="{FF2B5EF4-FFF2-40B4-BE49-F238E27FC236}">
                <a16:creationId xmlns:a16="http://schemas.microsoft.com/office/drawing/2014/main" id="{335C3883-0E25-4978-9F0F-A91E941C9424}"/>
              </a:ext>
            </a:extLst>
          </p:cNvPr>
          <p:cNvSpPr txBox="1"/>
          <p:nvPr/>
        </p:nvSpPr>
        <p:spPr>
          <a:xfrm>
            <a:off x="4804004" y="3155182"/>
            <a:ext cx="2677773" cy="523220"/>
          </a:xfrm>
          <a:prstGeom prst="rect">
            <a:avLst/>
          </a:prstGeom>
          <a:noFill/>
        </p:spPr>
        <p:txBody>
          <a:bodyPr wrap="square" rtlCol="0">
            <a:spAutoFit/>
          </a:bodyPr>
          <a:lstStyle/>
          <a:p>
            <a:pPr algn="dist"/>
            <a:r>
              <a:rPr lang="zh-CN" altLang="en-US" sz="2800" spc="600" dirty="0">
                <a:solidFill>
                  <a:schemeClr val="accent1"/>
                </a:solidFill>
                <a:latin typeface="+mj-ea"/>
                <a:ea typeface="+mj-ea"/>
                <a:cs typeface="+mn-ea"/>
                <a:sym typeface="+mn-lt"/>
              </a:rPr>
              <a:t>实验方案</a:t>
            </a:r>
          </a:p>
        </p:txBody>
      </p:sp>
      <p:sp>
        <p:nvSpPr>
          <p:cNvPr id="26" name="文本框 25">
            <a:extLst>
              <a:ext uri="{FF2B5EF4-FFF2-40B4-BE49-F238E27FC236}">
                <a16:creationId xmlns:a16="http://schemas.microsoft.com/office/drawing/2014/main" id="{6E0244AB-6122-493A-90B0-D916BC29E95F}"/>
              </a:ext>
            </a:extLst>
          </p:cNvPr>
          <p:cNvSpPr txBox="1"/>
          <p:nvPr/>
        </p:nvSpPr>
        <p:spPr>
          <a:xfrm>
            <a:off x="4697716" y="3768837"/>
            <a:ext cx="2830063" cy="307777"/>
          </a:xfrm>
          <a:prstGeom prst="rect">
            <a:avLst/>
          </a:prstGeom>
          <a:noFill/>
        </p:spPr>
        <p:txBody>
          <a:bodyPr wrap="square" rtlCol="0">
            <a:spAutoFit/>
          </a:bodyPr>
          <a:lstStyle/>
          <a:p>
            <a:pPr algn="ctr"/>
            <a:r>
              <a:rPr lang="en-US" altLang="zh-CN" sz="1400" spc="300" dirty="0">
                <a:solidFill>
                  <a:schemeClr val="bg1">
                    <a:lumMod val="85000"/>
                  </a:schemeClr>
                </a:solidFill>
                <a:cs typeface="+mn-ea"/>
                <a:sym typeface="+mn-lt"/>
              </a:rPr>
              <a:t>Research Program</a:t>
            </a:r>
            <a:endParaRPr lang="zh-CN" altLang="en-US" sz="1400" spc="300" dirty="0">
              <a:solidFill>
                <a:schemeClr val="bg1">
                  <a:lumMod val="85000"/>
                </a:schemeClr>
              </a:solidFill>
              <a:cs typeface="+mn-ea"/>
              <a:sym typeface="+mn-lt"/>
            </a:endParaRPr>
          </a:p>
        </p:txBody>
      </p:sp>
      <p:cxnSp>
        <p:nvCxnSpPr>
          <p:cNvPr id="27" name="直接连接符 26">
            <a:extLst>
              <a:ext uri="{FF2B5EF4-FFF2-40B4-BE49-F238E27FC236}">
                <a16:creationId xmlns:a16="http://schemas.microsoft.com/office/drawing/2014/main" id="{246901CB-B019-4E04-B4EB-C40AEFCE8075}"/>
              </a:ext>
            </a:extLst>
          </p:cNvPr>
          <p:cNvCxnSpPr>
            <a:cxnSpLocks/>
          </p:cNvCxnSpPr>
          <p:nvPr/>
        </p:nvCxnSpPr>
        <p:spPr>
          <a:xfrm flipH="1">
            <a:off x="5532455" y="4167049"/>
            <a:ext cx="966316" cy="96631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4934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65000"/>
          </a:schemeClr>
        </a:solidFill>
        <a:effectLst/>
      </p:bgPr>
    </p:bg>
    <p:spTree>
      <p:nvGrpSpPr>
        <p:cNvPr id="1" name=""/>
        <p:cNvGrpSpPr/>
        <p:nvPr/>
      </p:nvGrpSpPr>
      <p:grpSpPr>
        <a:xfrm>
          <a:off x="0" y="0"/>
          <a:ext cx="0" cy="0"/>
          <a:chOff x="0" y="0"/>
          <a:chExt cx="0" cy="0"/>
        </a:xfrm>
      </p:grpSpPr>
      <p:cxnSp>
        <p:nvCxnSpPr>
          <p:cNvPr id="19" name="直接连接符 18">
            <a:extLst>
              <a:ext uri="{FF2B5EF4-FFF2-40B4-BE49-F238E27FC236}">
                <a16:creationId xmlns:a16="http://schemas.microsoft.com/office/drawing/2014/main" id="{F40A8A4D-B30A-4743-899A-3AC7FA43DF83}"/>
              </a:ext>
            </a:extLst>
          </p:cNvPr>
          <p:cNvCxnSpPr>
            <a:cxnSpLocks/>
          </p:cNvCxnSpPr>
          <p:nvPr/>
        </p:nvCxnSpPr>
        <p:spPr>
          <a:xfrm flipH="1">
            <a:off x="5532455" y="1268413"/>
            <a:ext cx="966316" cy="96631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7E1E1C6B-70AB-4F5A-A623-07FDDC02D4ED}"/>
              </a:ext>
            </a:extLst>
          </p:cNvPr>
          <p:cNvSpPr/>
          <p:nvPr/>
        </p:nvSpPr>
        <p:spPr>
          <a:xfrm>
            <a:off x="4880150" y="2415599"/>
            <a:ext cx="2431701" cy="6491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spc="300" dirty="0">
                <a:latin typeface="+mj-ea"/>
                <a:ea typeface="+mj-ea"/>
                <a:cs typeface="+mn-ea"/>
                <a:sym typeface="+mn-lt"/>
              </a:rPr>
              <a:t>PART 4</a:t>
            </a:r>
            <a:endParaRPr lang="zh-CN" altLang="en-US" sz="3200" spc="300" dirty="0">
              <a:latin typeface="+mj-ea"/>
              <a:ea typeface="+mj-ea"/>
              <a:cs typeface="+mn-ea"/>
              <a:sym typeface="+mn-lt"/>
            </a:endParaRPr>
          </a:p>
        </p:txBody>
      </p:sp>
      <p:sp>
        <p:nvSpPr>
          <p:cNvPr id="23" name="文本框 22">
            <a:extLst>
              <a:ext uri="{FF2B5EF4-FFF2-40B4-BE49-F238E27FC236}">
                <a16:creationId xmlns:a16="http://schemas.microsoft.com/office/drawing/2014/main" id="{335C3883-0E25-4978-9F0F-A91E941C9424}"/>
              </a:ext>
            </a:extLst>
          </p:cNvPr>
          <p:cNvSpPr txBox="1"/>
          <p:nvPr/>
        </p:nvSpPr>
        <p:spPr>
          <a:xfrm>
            <a:off x="4804004" y="3155182"/>
            <a:ext cx="2677773" cy="523220"/>
          </a:xfrm>
          <a:prstGeom prst="rect">
            <a:avLst/>
          </a:prstGeom>
          <a:noFill/>
        </p:spPr>
        <p:txBody>
          <a:bodyPr wrap="square" rtlCol="0">
            <a:spAutoFit/>
          </a:bodyPr>
          <a:lstStyle/>
          <a:p>
            <a:pPr algn="dist"/>
            <a:r>
              <a:rPr lang="zh-CN" altLang="en-US" sz="2800" spc="600" dirty="0">
                <a:solidFill>
                  <a:schemeClr val="accent1"/>
                </a:solidFill>
                <a:latin typeface="+mj-ea"/>
                <a:ea typeface="+mj-ea"/>
                <a:cs typeface="+mn-ea"/>
                <a:sym typeface="+mn-lt"/>
              </a:rPr>
              <a:t>实验结果</a:t>
            </a:r>
          </a:p>
        </p:txBody>
      </p:sp>
      <p:sp>
        <p:nvSpPr>
          <p:cNvPr id="26" name="文本框 25">
            <a:extLst>
              <a:ext uri="{FF2B5EF4-FFF2-40B4-BE49-F238E27FC236}">
                <a16:creationId xmlns:a16="http://schemas.microsoft.com/office/drawing/2014/main" id="{6E0244AB-6122-493A-90B0-D916BC29E95F}"/>
              </a:ext>
            </a:extLst>
          </p:cNvPr>
          <p:cNvSpPr txBox="1"/>
          <p:nvPr/>
        </p:nvSpPr>
        <p:spPr>
          <a:xfrm>
            <a:off x="4697716" y="3768837"/>
            <a:ext cx="2830063" cy="307777"/>
          </a:xfrm>
          <a:prstGeom prst="rect">
            <a:avLst/>
          </a:prstGeom>
          <a:noFill/>
        </p:spPr>
        <p:txBody>
          <a:bodyPr wrap="square" rtlCol="0">
            <a:spAutoFit/>
          </a:bodyPr>
          <a:lstStyle/>
          <a:p>
            <a:pPr algn="ctr"/>
            <a:r>
              <a:rPr lang="en-US" altLang="zh-CN" sz="1400" spc="300" dirty="0">
                <a:solidFill>
                  <a:schemeClr val="bg1">
                    <a:lumMod val="85000"/>
                  </a:schemeClr>
                </a:solidFill>
                <a:cs typeface="+mn-ea"/>
                <a:sym typeface="+mn-lt"/>
              </a:rPr>
              <a:t>Research Result</a:t>
            </a:r>
            <a:endParaRPr lang="zh-CN" altLang="en-US" sz="1400" spc="300" dirty="0">
              <a:solidFill>
                <a:schemeClr val="bg1">
                  <a:lumMod val="85000"/>
                </a:schemeClr>
              </a:solidFill>
              <a:cs typeface="+mn-ea"/>
              <a:sym typeface="+mn-lt"/>
            </a:endParaRPr>
          </a:p>
        </p:txBody>
      </p:sp>
      <p:cxnSp>
        <p:nvCxnSpPr>
          <p:cNvPr id="27" name="直接连接符 26">
            <a:extLst>
              <a:ext uri="{FF2B5EF4-FFF2-40B4-BE49-F238E27FC236}">
                <a16:creationId xmlns:a16="http://schemas.microsoft.com/office/drawing/2014/main" id="{246901CB-B019-4E04-B4EB-C40AEFCE8075}"/>
              </a:ext>
            </a:extLst>
          </p:cNvPr>
          <p:cNvCxnSpPr>
            <a:cxnSpLocks/>
          </p:cNvCxnSpPr>
          <p:nvPr/>
        </p:nvCxnSpPr>
        <p:spPr>
          <a:xfrm flipH="1">
            <a:off x="5532455" y="4167049"/>
            <a:ext cx="966316" cy="96631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8382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形状 9">
            <a:extLst>
              <a:ext uri="{FF2B5EF4-FFF2-40B4-BE49-F238E27FC236}">
                <a16:creationId xmlns:a16="http://schemas.microsoft.com/office/drawing/2014/main" id="{31240889-748C-4E1F-A19A-B01D58F04DE5}"/>
              </a:ext>
            </a:extLst>
          </p:cNvPr>
          <p:cNvSpPr/>
          <p:nvPr/>
        </p:nvSpPr>
        <p:spPr>
          <a:xfrm>
            <a:off x="6238240" y="2105183"/>
            <a:ext cx="4582160" cy="3190240"/>
          </a:xfrm>
          <a:custGeom>
            <a:avLst/>
            <a:gdLst>
              <a:gd name="connsiteX0" fmla="*/ 30480 w 4582160"/>
              <a:gd name="connsiteY0" fmla="*/ 0 h 3190240"/>
              <a:gd name="connsiteX1" fmla="*/ 4582160 w 4582160"/>
              <a:gd name="connsiteY1" fmla="*/ 0 h 3190240"/>
              <a:gd name="connsiteX2" fmla="*/ 4582160 w 4582160"/>
              <a:gd name="connsiteY2" fmla="*/ 3190240 h 3190240"/>
              <a:gd name="connsiteX3" fmla="*/ 0 w 4582160"/>
              <a:gd name="connsiteY3" fmla="*/ 3190240 h 3190240"/>
            </a:gdLst>
            <a:ahLst/>
            <a:cxnLst>
              <a:cxn ang="0">
                <a:pos x="connsiteX0" y="connsiteY0"/>
              </a:cxn>
              <a:cxn ang="0">
                <a:pos x="connsiteX1" y="connsiteY1"/>
              </a:cxn>
              <a:cxn ang="0">
                <a:pos x="connsiteX2" y="connsiteY2"/>
              </a:cxn>
              <a:cxn ang="0">
                <a:pos x="connsiteX3" y="connsiteY3"/>
              </a:cxn>
            </a:cxnLst>
            <a:rect l="l" t="t" r="r" b="b"/>
            <a:pathLst>
              <a:path w="4582160" h="3190240">
                <a:moveTo>
                  <a:pt x="30480" y="0"/>
                </a:moveTo>
                <a:lnTo>
                  <a:pt x="4582160" y="0"/>
                </a:lnTo>
                <a:lnTo>
                  <a:pt x="4582160" y="3190240"/>
                </a:lnTo>
                <a:lnTo>
                  <a:pt x="0" y="3190240"/>
                </a:lnTo>
              </a:path>
            </a:pathLst>
          </a:cu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9" name="图片 8">
            <a:extLst>
              <a:ext uri="{FF2B5EF4-FFF2-40B4-BE49-F238E27FC236}">
                <a16:creationId xmlns:a16="http://schemas.microsoft.com/office/drawing/2014/main" id="{FEFD3573-023C-401E-94C6-E3D225B633C4}"/>
              </a:ext>
            </a:extLst>
          </p:cNvPr>
          <p:cNvPicPr>
            <a:picLocks noChangeAspect="1"/>
          </p:cNvPicPr>
          <p:nvPr/>
        </p:nvPicPr>
        <p:blipFill rotWithShape="1">
          <a:blip r:embed="rId3">
            <a:extLst>
              <a:ext uri="{28A0092B-C50C-407E-A947-70E740481C1C}">
                <a14:useLocalDpi xmlns:a14="http://schemas.microsoft.com/office/drawing/2010/main" val="0"/>
              </a:ext>
            </a:extLst>
          </a:blip>
          <a:srcRect l="10794" t="8475" r="27873" b="9749"/>
          <a:stretch/>
        </p:blipFill>
        <p:spPr>
          <a:xfrm>
            <a:off x="1327576" y="1851184"/>
            <a:ext cx="4930984" cy="3698238"/>
          </a:xfrm>
          <a:prstGeom prst="rect">
            <a:avLst/>
          </a:prstGeom>
        </p:spPr>
      </p:pic>
      <p:sp>
        <p:nvSpPr>
          <p:cNvPr id="12" name="文本框 11">
            <a:extLst>
              <a:ext uri="{FF2B5EF4-FFF2-40B4-BE49-F238E27FC236}">
                <a16:creationId xmlns:a16="http://schemas.microsoft.com/office/drawing/2014/main" id="{04D09520-5C16-44E0-BDDE-BF3FB91A47B0}"/>
              </a:ext>
            </a:extLst>
          </p:cNvPr>
          <p:cNvSpPr txBox="1"/>
          <p:nvPr/>
        </p:nvSpPr>
        <p:spPr>
          <a:xfrm>
            <a:off x="6588760" y="2973863"/>
            <a:ext cx="3876040" cy="2135585"/>
          </a:xfrm>
          <a:prstGeom prst="rect">
            <a:avLst/>
          </a:prstGeom>
          <a:noFill/>
        </p:spPr>
        <p:txBody>
          <a:bodyPr wrap="square" rtlCol="0">
            <a:spAutoFit/>
          </a:bodyPr>
          <a:lstStyle/>
          <a:p>
            <a:pPr algn="just">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南京理工大学，位于江苏省南京市，北依紫金山，西临明城墙，是隶属于工业和信息化部，由工信部、教育部与江苏省人民政府共建的全国重点大学，是国家“世界一流学科建设高校“，是国家“</a:t>
            </a:r>
            <a:r>
              <a:rPr lang="en-US" altLang="zh-CN" sz="1600" spc="100" dirty="0">
                <a:solidFill>
                  <a:schemeClr val="tx1">
                    <a:lumMod val="65000"/>
                    <a:lumOff val="35000"/>
                  </a:schemeClr>
                </a:solidFill>
                <a:cs typeface="+mn-ea"/>
                <a:sym typeface="+mn-lt"/>
              </a:rPr>
              <a:t>211</a:t>
            </a:r>
            <a:r>
              <a:rPr lang="zh-CN" altLang="en-US" sz="1600" spc="100" dirty="0">
                <a:solidFill>
                  <a:schemeClr val="tx1">
                    <a:lumMod val="65000"/>
                    <a:lumOff val="35000"/>
                  </a:schemeClr>
                </a:solidFill>
                <a:cs typeface="+mn-ea"/>
                <a:sym typeface="+mn-lt"/>
              </a:rPr>
              <a:t>工程”、“</a:t>
            </a:r>
            <a:r>
              <a:rPr lang="en-US" altLang="zh-CN" sz="1600" spc="100" dirty="0">
                <a:solidFill>
                  <a:schemeClr val="tx1">
                    <a:lumMod val="65000"/>
                    <a:lumOff val="35000"/>
                  </a:schemeClr>
                </a:solidFill>
                <a:cs typeface="+mn-ea"/>
                <a:sym typeface="+mn-lt"/>
              </a:rPr>
              <a:t>985</a:t>
            </a:r>
            <a:r>
              <a:rPr lang="zh-CN" altLang="en-US" sz="1600" spc="100" dirty="0">
                <a:solidFill>
                  <a:schemeClr val="tx1">
                    <a:lumMod val="65000"/>
                    <a:lumOff val="35000"/>
                  </a:schemeClr>
                </a:solidFill>
                <a:cs typeface="+mn-ea"/>
                <a:sym typeface="+mn-lt"/>
              </a:rPr>
              <a:t>工程优势学科创新平台”重点建设高校</a:t>
            </a:r>
          </a:p>
        </p:txBody>
      </p:sp>
      <p:sp>
        <p:nvSpPr>
          <p:cNvPr id="15" name="任意多边形: 形状 14">
            <a:extLst>
              <a:ext uri="{FF2B5EF4-FFF2-40B4-BE49-F238E27FC236}">
                <a16:creationId xmlns:a16="http://schemas.microsoft.com/office/drawing/2014/main" id="{7E7E2EA1-5E8D-4B35-97FE-59382ECC8980}"/>
              </a:ext>
            </a:extLst>
          </p:cNvPr>
          <p:cNvSpPr/>
          <p:nvPr/>
        </p:nvSpPr>
        <p:spPr>
          <a:xfrm>
            <a:off x="1188720" y="1726723"/>
            <a:ext cx="5273040" cy="3962400"/>
          </a:xfrm>
          <a:custGeom>
            <a:avLst/>
            <a:gdLst>
              <a:gd name="connsiteX0" fmla="*/ 5067300 w 5273040"/>
              <a:gd name="connsiteY0" fmla="*/ 243840 h 3962400"/>
              <a:gd name="connsiteX1" fmla="*/ 5273040 w 5273040"/>
              <a:gd name="connsiteY1" fmla="*/ 243840 h 3962400"/>
              <a:gd name="connsiteX2" fmla="*/ 5273040 w 5273040"/>
              <a:gd name="connsiteY2" fmla="*/ 0 h 3962400"/>
              <a:gd name="connsiteX3" fmla="*/ 0 w 5273040"/>
              <a:gd name="connsiteY3" fmla="*/ 0 h 3962400"/>
              <a:gd name="connsiteX4" fmla="*/ 0 w 5273040"/>
              <a:gd name="connsiteY4" fmla="*/ 3962400 h 3962400"/>
              <a:gd name="connsiteX5" fmla="*/ 5273040 w 5273040"/>
              <a:gd name="connsiteY5" fmla="*/ 3962400 h 3962400"/>
              <a:gd name="connsiteX6" fmla="*/ 5273040 w 5273040"/>
              <a:gd name="connsiteY6" fmla="*/ 3710940 h 3962400"/>
              <a:gd name="connsiteX7" fmla="*/ 5067300 w 5273040"/>
              <a:gd name="connsiteY7" fmla="*/ 3710940 h 39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3040" h="3962400">
                <a:moveTo>
                  <a:pt x="5067300" y="243840"/>
                </a:moveTo>
                <a:lnTo>
                  <a:pt x="5273040" y="243840"/>
                </a:lnTo>
                <a:lnTo>
                  <a:pt x="5273040" y="0"/>
                </a:lnTo>
                <a:lnTo>
                  <a:pt x="0" y="0"/>
                </a:lnTo>
                <a:lnTo>
                  <a:pt x="0" y="3962400"/>
                </a:lnTo>
                <a:lnTo>
                  <a:pt x="5273040" y="3962400"/>
                </a:lnTo>
                <a:lnTo>
                  <a:pt x="5273040" y="3710940"/>
                </a:lnTo>
                <a:lnTo>
                  <a:pt x="5067300" y="371094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矩形 15">
            <a:extLst>
              <a:ext uri="{FF2B5EF4-FFF2-40B4-BE49-F238E27FC236}">
                <a16:creationId xmlns:a16="http://schemas.microsoft.com/office/drawing/2014/main" id="{38353CF0-0D80-49C2-AD8C-F3A0A1482CEC}"/>
              </a:ext>
            </a:extLst>
          </p:cNvPr>
          <p:cNvSpPr/>
          <p:nvPr/>
        </p:nvSpPr>
        <p:spPr>
          <a:xfrm>
            <a:off x="6360478" y="1726723"/>
            <a:ext cx="101600" cy="101600"/>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0" name="矩形 19">
            <a:extLst>
              <a:ext uri="{FF2B5EF4-FFF2-40B4-BE49-F238E27FC236}">
                <a16:creationId xmlns:a16="http://schemas.microsoft.com/office/drawing/2014/main" id="{A294FB24-154E-4BD9-AB54-8680FE5D5545}"/>
              </a:ext>
            </a:extLst>
          </p:cNvPr>
          <p:cNvSpPr/>
          <p:nvPr/>
        </p:nvSpPr>
        <p:spPr>
          <a:xfrm>
            <a:off x="6360478" y="5587523"/>
            <a:ext cx="101600" cy="101600"/>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 name="文本框 1">
            <a:extLst>
              <a:ext uri="{FF2B5EF4-FFF2-40B4-BE49-F238E27FC236}">
                <a16:creationId xmlns:a16="http://schemas.microsoft.com/office/drawing/2014/main" id="{54B7841B-5A3F-4755-B92D-04189E99DFE5}"/>
              </a:ext>
            </a:extLst>
          </p:cNvPr>
          <p:cNvSpPr txBox="1"/>
          <p:nvPr/>
        </p:nvSpPr>
        <p:spPr>
          <a:xfrm>
            <a:off x="6600615" y="2324336"/>
            <a:ext cx="1281743" cy="430374"/>
          </a:xfrm>
          <a:prstGeom prst="rect">
            <a:avLst/>
          </a:prstGeom>
          <a:noFill/>
        </p:spPr>
        <p:txBody>
          <a:bodyPr wrap="square" rtlCol="0">
            <a:spAutoFit/>
          </a:bodyPr>
          <a:lstStyle/>
          <a:p>
            <a:pPr>
              <a:lnSpc>
                <a:spcPct val="120000"/>
              </a:lnSpc>
            </a:pPr>
            <a:r>
              <a:rPr lang="zh-CN" altLang="en-US" sz="2000" b="1" spc="100" dirty="0">
                <a:solidFill>
                  <a:schemeClr val="tx1">
                    <a:lumMod val="65000"/>
                    <a:lumOff val="35000"/>
                  </a:schemeClr>
                </a:solidFill>
                <a:latin typeface="+mj-ea"/>
                <a:ea typeface="+mj-ea"/>
                <a:cs typeface="+mn-ea"/>
                <a:sym typeface="+mn-lt"/>
              </a:rPr>
              <a:t>关键词</a:t>
            </a:r>
          </a:p>
        </p:txBody>
      </p:sp>
      <p:cxnSp>
        <p:nvCxnSpPr>
          <p:cNvPr id="4" name="直接连接符 3">
            <a:extLst>
              <a:ext uri="{FF2B5EF4-FFF2-40B4-BE49-F238E27FC236}">
                <a16:creationId xmlns:a16="http://schemas.microsoft.com/office/drawing/2014/main" id="{54E76CE0-C054-454E-A015-36A68B51C1B5}"/>
              </a:ext>
            </a:extLst>
          </p:cNvPr>
          <p:cNvCxnSpPr/>
          <p:nvPr/>
        </p:nvCxnSpPr>
        <p:spPr>
          <a:xfrm>
            <a:off x="6701741" y="2858947"/>
            <a:ext cx="706056"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713550A1-93FB-4E72-B90B-49BBFEA977B3}"/>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一项内容页</a:t>
            </a:r>
          </a:p>
        </p:txBody>
      </p:sp>
    </p:spTree>
    <p:extLst>
      <p:ext uri="{BB962C8B-B14F-4D97-AF65-F5344CB8AC3E}">
        <p14:creationId xmlns:p14="http://schemas.microsoft.com/office/powerpoint/2010/main" val="4192043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9A209737-04F5-415B-B714-5633922C4092}"/>
              </a:ext>
            </a:extLst>
          </p:cNvPr>
          <p:cNvSpPr txBox="1"/>
          <p:nvPr/>
        </p:nvSpPr>
        <p:spPr>
          <a:xfrm>
            <a:off x="4653280" y="1268413"/>
            <a:ext cx="2885440" cy="430374"/>
          </a:xfrm>
          <a:prstGeom prst="rect">
            <a:avLst/>
          </a:prstGeom>
          <a:noFill/>
        </p:spPr>
        <p:txBody>
          <a:bodyPr wrap="square" rtlCol="0">
            <a:spAutoFit/>
          </a:bodyPr>
          <a:lstStyle/>
          <a:p>
            <a:pPr algn="ctr">
              <a:lnSpc>
                <a:spcPct val="120000"/>
              </a:lnSpc>
            </a:pPr>
            <a:r>
              <a:rPr lang="zh-CN" altLang="en-US" sz="2000" b="1" spc="100" dirty="0">
                <a:solidFill>
                  <a:schemeClr val="tx1">
                    <a:lumMod val="65000"/>
                    <a:lumOff val="35000"/>
                  </a:schemeClr>
                </a:solidFill>
                <a:latin typeface="+mj-ea"/>
                <a:ea typeface="+mj-ea"/>
                <a:cs typeface="+mn-ea"/>
                <a:sym typeface="+mn-lt"/>
              </a:rPr>
              <a:t>输入关键词</a:t>
            </a:r>
          </a:p>
        </p:txBody>
      </p:sp>
      <p:sp>
        <p:nvSpPr>
          <p:cNvPr id="13" name="矩形 12">
            <a:extLst>
              <a:ext uri="{FF2B5EF4-FFF2-40B4-BE49-F238E27FC236}">
                <a16:creationId xmlns:a16="http://schemas.microsoft.com/office/drawing/2014/main" id="{43709231-C198-49B0-AD7A-51FFCE71AE5E}"/>
              </a:ext>
            </a:extLst>
          </p:cNvPr>
          <p:cNvSpPr/>
          <p:nvPr/>
        </p:nvSpPr>
        <p:spPr>
          <a:xfrm>
            <a:off x="5709920" y="1791079"/>
            <a:ext cx="772160" cy="106680"/>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4" name="矩形 13">
            <a:extLst>
              <a:ext uri="{FF2B5EF4-FFF2-40B4-BE49-F238E27FC236}">
                <a16:creationId xmlns:a16="http://schemas.microsoft.com/office/drawing/2014/main" id="{D702B9E8-CFAE-49A2-8FA0-020B905135CB}"/>
              </a:ext>
            </a:extLst>
          </p:cNvPr>
          <p:cNvSpPr/>
          <p:nvPr/>
        </p:nvSpPr>
        <p:spPr>
          <a:xfrm>
            <a:off x="695325" y="2096860"/>
            <a:ext cx="10801350" cy="3598742"/>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6" name="文本框 15">
            <a:extLst>
              <a:ext uri="{FF2B5EF4-FFF2-40B4-BE49-F238E27FC236}">
                <a16:creationId xmlns:a16="http://schemas.microsoft.com/office/drawing/2014/main" id="{E1109821-62BB-4258-980C-E833C057051B}"/>
              </a:ext>
            </a:extLst>
          </p:cNvPr>
          <p:cNvSpPr txBox="1"/>
          <p:nvPr/>
        </p:nvSpPr>
        <p:spPr>
          <a:xfrm>
            <a:off x="1240842" y="2228948"/>
            <a:ext cx="9710316" cy="3334567"/>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pPr>
              <a:lnSpc>
                <a:spcPct val="200000"/>
              </a:lnSpc>
            </a:pPr>
            <a:r>
              <a:rPr lang="zh-CN" altLang="en-US" sz="1800" dirty="0">
                <a:latin typeface="+mn-lt"/>
                <a:ea typeface="+mn-ea"/>
                <a:cs typeface="+mn-ea"/>
                <a:sym typeface="+mn-lt"/>
              </a:rPr>
              <a:t>南京理工大学，位于江苏省南京市，北依紫金山，西临明城墙，是隶属于工业和信息化部，由工信部、教育部与江苏省人民政府共建的全国重点大学，是国家“世界一流学科建设高校“，是国家“</a:t>
            </a:r>
            <a:r>
              <a:rPr lang="en-US" altLang="zh-CN" sz="1800" dirty="0">
                <a:latin typeface="+mn-lt"/>
                <a:ea typeface="+mn-ea"/>
                <a:cs typeface="+mn-ea"/>
                <a:sym typeface="+mn-lt"/>
              </a:rPr>
              <a:t>211</a:t>
            </a:r>
            <a:r>
              <a:rPr lang="zh-CN" altLang="en-US" sz="1800" dirty="0">
                <a:latin typeface="+mn-lt"/>
                <a:ea typeface="+mn-ea"/>
                <a:cs typeface="+mn-ea"/>
                <a:sym typeface="+mn-lt"/>
              </a:rPr>
              <a:t>工程”、“</a:t>
            </a:r>
            <a:r>
              <a:rPr lang="en-US" altLang="zh-CN" sz="1800" dirty="0">
                <a:latin typeface="+mn-lt"/>
                <a:ea typeface="+mn-ea"/>
                <a:cs typeface="+mn-ea"/>
                <a:sym typeface="+mn-lt"/>
              </a:rPr>
              <a:t>985</a:t>
            </a:r>
            <a:r>
              <a:rPr lang="zh-CN" altLang="en-US" sz="1800" dirty="0">
                <a:latin typeface="+mn-lt"/>
                <a:ea typeface="+mn-ea"/>
                <a:cs typeface="+mn-ea"/>
                <a:sym typeface="+mn-lt"/>
              </a:rPr>
              <a:t>工程优势学科创新平台”重点建设高校</a:t>
            </a:r>
            <a:endParaRPr lang="en-US" altLang="zh-CN" sz="1800" dirty="0">
              <a:latin typeface="+mn-lt"/>
              <a:ea typeface="+mn-ea"/>
              <a:cs typeface="+mn-ea"/>
              <a:sym typeface="+mn-lt"/>
            </a:endParaRPr>
          </a:p>
          <a:p>
            <a:pPr>
              <a:lnSpc>
                <a:spcPct val="200000"/>
              </a:lnSpc>
            </a:pPr>
            <a:r>
              <a:rPr lang="zh-CN" altLang="en-US" sz="1800" dirty="0">
                <a:latin typeface="+mn-lt"/>
                <a:ea typeface="+mn-ea"/>
                <a:cs typeface="+mn-ea"/>
                <a:sym typeface="+mn-lt"/>
              </a:rPr>
              <a:t>南京理工大学，位于江苏省南京市，北依紫金山，西临明城墙，是隶属于工业和信息化部，由工信部、教育部与江苏省人民政府共建的全国重点大学，是国家“世界一流学科建设高校“，是国家“</a:t>
            </a:r>
            <a:r>
              <a:rPr lang="en-US" altLang="zh-CN" sz="1800" dirty="0">
                <a:latin typeface="+mn-lt"/>
                <a:ea typeface="+mn-ea"/>
                <a:cs typeface="+mn-ea"/>
                <a:sym typeface="+mn-lt"/>
              </a:rPr>
              <a:t>211</a:t>
            </a:r>
            <a:r>
              <a:rPr lang="zh-CN" altLang="en-US" sz="1800" dirty="0">
                <a:latin typeface="+mn-lt"/>
                <a:ea typeface="+mn-ea"/>
                <a:cs typeface="+mn-ea"/>
                <a:sym typeface="+mn-lt"/>
              </a:rPr>
              <a:t>工程”、“</a:t>
            </a:r>
            <a:r>
              <a:rPr lang="en-US" altLang="zh-CN" sz="1800" dirty="0">
                <a:latin typeface="+mn-lt"/>
                <a:ea typeface="+mn-ea"/>
                <a:cs typeface="+mn-ea"/>
                <a:sym typeface="+mn-lt"/>
              </a:rPr>
              <a:t>985</a:t>
            </a:r>
            <a:r>
              <a:rPr lang="zh-CN" altLang="en-US" sz="1800" dirty="0">
                <a:latin typeface="+mn-lt"/>
                <a:ea typeface="+mn-ea"/>
                <a:cs typeface="+mn-ea"/>
                <a:sym typeface="+mn-lt"/>
              </a:rPr>
              <a:t>工程优势学科创新平台”重点建设高校</a:t>
            </a:r>
          </a:p>
        </p:txBody>
      </p:sp>
      <p:sp>
        <p:nvSpPr>
          <p:cNvPr id="3" name="文本框 2">
            <a:extLst>
              <a:ext uri="{FF2B5EF4-FFF2-40B4-BE49-F238E27FC236}">
                <a16:creationId xmlns:a16="http://schemas.microsoft.com/office/drawing/2014/main" id="{A9F83A49-6959-4FC5-8054-4C8907FA84D0}"/>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一项内容页</a:t>
            </a:r>
          </a:p>
        </p:txBody>
      </p:sp>
    </p:spTree>
    <p:custDataLst>
      <p:tags r:id="rId1"/>
    </p:custDataLst>
    <p:extLst>
      <p:ext uri="{BB962C8B-B14F-4D97-AF65-F5344CB8AC3E}">
        <p14:creationId xmlns:p14="http://schemas.microsoft.com/office/powerpoint/2010/main" val="2052852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D71184C4-94CA-4DB7-B3C9-96BEA47CDF58}"/>
              </a:ext>
            </a:extLst>
          </p:cNvPr>
          <p:cNvSpPr/>
          <p:nvPr/>
        </p:nvSpPr>
        <p:spPr>
          <a:xfrm>
            <a:off x="1353597" y="1798655"/>
            <a:ext cx="9484806" cy="4067070"/>
          </a:xfrm>
          <a:prstGeom prst="roundRect">
            <a:avLst>
              <a:gd name="adj" fmla="val 1720"/>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thumb-tack-black-shape_37206">
            <a:extLst>
              <a:ext uri="{FF2B5EF4-FFF2-40B4-BE49-F238E27FC236}">
                <a16:creationId xmlns:a16="http://schemas.microsoft.com/office/drawing/2014/main" id="{5814D8F4-178F-404C-B8FA-6E9DC6E359B4}"/>
              </a:ext>
            </a:extLst>
          </p:cNvPr>
          <p:cNvSpPr>
            <a:spLocks noChangeAspect="1"/>
          </p:cNvSpPr>
          <p:nvPr/>
        </p:nvSpPr>
        <p:spPr bwMode="auto">
          <a:xfrm>
            <a:off x="1720421" y="2136607"/>
            <a:ext cx="340028" cy="491265"/>
          </a:xfrm>
          <a:custGeom>
            <a:avLst/>
            <a:gdLst>
              <a:gd name="T0" fmla="*/ 6922 w 6922"/>
              <a:gd name="T1" fmla="*/ 6540 h 10000"/>
              <a:gd name="T2" fmla="*/ 6809 w 6922"/>
              <a:gd name="T3" fmla="*/ 6810 h 10000"/>
              <a:gd name="T4" fmla="*/ 6539 w 6922"/>
              <a:gd name="T5" fmla="*/ 6924 h 10000"/>
              <a:gd name="T6" fmla="*/ 3960 w 6922"/>
              <a:gd name="T7" fmla="*/ 6924 h 10000"/>
              <a:gd name="T8" fmla="*/ 3652 w 6922"/>
              <a:gd name="T9" fmla="*/ 9828 h 10000"/>
              <a:gd name="T10" fmla="*/ 3588 w 6922"/>
              <a:gd name="T11" fmla="*/ 9950 h 10000"/>
              <a:gd name="T12" fmla="*/ 3466 w 6922"/>
              <a:gd name="T13" fmla="*/ 10000 h 10000"/>
              <a:gd name="T14" fmla="*/ 3460 w 6922"/>
              <a:gd name="T15" fmla="*/ 10000 h 10000"/>
              <a:gd name="T16" fmla="*/ 3267 w 6922"/>
              <a:gd name="T17" fmla="*/ 9839 h 10000"/>
              <a:gd name="T18" fmla="*/ 2811 w 6922"/>
              <a:gd name="T19" fmla="*/ 6924 h 10000"/>
              <a:gd name="T20" fmla="*/ 384 w 6922"/>
              <a:gd name="T21" fmla="*/ 6924 h 10000"/>
              <a:gd name="T22" fmla="*/ 114 w 6922"/>
              <a:gd name="T23" fmla="*/ 6810 h 10000"/>
              <a:gd name="T24" fmla="*/ 0 w 6922"/>
              <a:gd name="T25" fmla="*/ 6540 h 10000"/>
              <a:gd name="T26" fmla="*/ 471 w 6922"/>
              <a:gd name="T27" fmla="*/ 5209 h 10000"/>
              <a:gd name="T28" fmla="*/ 1537 w 6922"/>
              <a:gd name="T29" fmla="*/ 4617 h 10000"/>
              <a:gd name="T30" fmla="*/ 1537 w 6922"/>
              <a:gd name="T31" fmla="*/ 1540 h 10000"/>
              <a:gd name="T32" fmla="*/ 996 w 6922"/>
              <a:gd name="T33" fmla="*/ 1311 h 10000"/>
              <a:gd name="T34" fmla="*/ 767 w 6922"/>
              <a:gd name="T35" fmla="*/ 770 h 10000"/>
              <a:gd name="T36" fmla="*/ 996 w 6922"/>
              <a:gd name="T37" fmla="*/ 229 h 10000"/>
              <a:gd name="T38" fmla="*/ 1537 w 6922"/>
              <a:gd name="T39" fmla="*/ 0 h 10000"/>
              <a:gd name="T40" fmla="*/ 5384 w 6922"/>
              <a:gd name="T41" fmla="*/ 0 h 10000"/>
              <a:gd name="T42" fmla="*/ 5925 w 6922"/>
              <a:gd name="T43" fmla="*/ 229 h 10000"/>
              <a:gd name="T44" fmla="*/ 6153 w 6922"/>
              <a:gd name="T45" fmla="*/ 770 h 10000"/>
              <a:gd name="T46" fmla="*/ 5925 w 6922"/>
              <a:gd name="T47" fmla="*/ 1311 h 10000"/>
              <a:gd name="T48" fmla="*/ 5384 w 6922"/>
              <a:gd name="T49" fmla="*/ 1540 h 10000"/>
              <a:gd name="T50" fmla="*/ 5384 w 6922"/>
              <a:gd name="T51" fmla="*/ 4616 h 10000"/>
              <a:gd name="T52" fmla="*/ 6450 w 6922"/>
              <a:gd name="T53" fmla="*/ 5207 h 10000"/>
              <a:gd name="T54" fmla="*/ 6922 w 6922"/>
              <a:gd name="T55" fmla="*/ 6540 h 10000"/>
              <a:gd name="T56" fmla="*/ 2884 w 6922"/>
              <a:gd name="T57" fmla="*/ 4424 h 10000"/>
              <a:gd name="T58" fmla="*/ 2884 w 6922"/>
              <a:gd name="T59" fmla="*/ 1731 h 10000"/>
              <a:gd name="T60" fmla="*/ 2830 w 6922"/>
              <a:gd name="T61" fmla="*/ 1594 h 10000"/>
              <a:gd name="T62" fmla="*/ 2692 w 6922"/>
              <a:gd name="T63" fmla="*/ 1540 h 10000"/>
              <a:gd name="T64" fmla="*/ 2555 w 6922"/>
              <a:gd name="T65" fmla="*/ 1594 h 10000"/>
              <a:gd name="T66" fmla="*/ 2501 w 6922"/>
              <a:gd name="T67" fmla="*/ 1731 h 10000"/>
              <a:gd name="T68" fmla="*/ 2501 w 6922"/>
              <a:gd name="T69" fmla="*/ 4424 h 10000"/>
              <a:gd name="T70" fmla="*/ 2555 w 6922"/>
              <a:gd name="T71" fmla="*/ 4561 h 10000"/>
              <a:gd name="T72" fmla="*/ 2692 w 6922"/>
              <a:gd name="T73" fmla="*/ 4615 h 10000"/>
              <a:gd name="T74" fmla="*/ 2830 w 6922"/>
              <a:gd name="T75" fmla="*/ 4561 h 10000"/>
              <a:gd name="T76" fmla="*/ 2884 w 6922"/>
              <a:gd name="T77" fmla="*/ 4424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922" h="10000">
                <a:moveTo>
                  <a:pt x="6922" y="6540"/>
                </a:moveTo>
                <a:cubicBezTo>
                  <a:pt x="6922" y="6644"/>
                  <a:pt x="6885" y="6735"/>
                  <a:pt x="6809" y="6810"/>
                </a:cubicBezTo>
                <a:cubicBezTo>
                  <a:pt x="6732" y="6886"/>
                  <a:pt x="6642" y="6924"/>
                  <a:pt x="6539" y="6924"/>
                </a:cubicBezTo>
                <a:lnTo>
                  <a:pt x="3960" y="6924"/>
                </a:lnTo>
                <a:lnTo>
                  <a:pt x="3652" y="9828"/>
                </a:lnTo>
                <a:cubicBezTo>
                  <a:pt x="3645" y="9875"/>
                  <a:pt x="3624" y="9918"/>
                  <a:pt x="3588" y="9950"/>
                </a:cubicBezTo>
                <a:cubicBezTo>
                  <a:pt x="3555" y="9984"/>
                  <a:pt x="3513" y="10000"/>
                  <a:pt x="3466" y="10000"/>
                </a:cubicBezTo>
                <a:lnTo>
                  <a:pt x="3460" y="10000"/>
                </a:lnTo>
                <a:cubicBezTo>
                  <a:pt x="3351" y="10000"/>
                  <a:pt x="3287" y="9946"/>
                  <a:pt x="3267" y="9839"/>
                </a:cubicBezTo>
                <a:lnTo>
                  <a:pt x="2811" y="6924"/>
                </a:lnTo>
                <a:lnTo>
                  <a:pt x="384" y="6924"/>
                </a:lnTo>
                <a:cubicBezTo>
                  <a:pt x="280" y="6924"/>
                  <a:pt x="189" y="6886"/>
                  <a:pt x="114" y="6810"/>
                </a:cubicBezTo>
                <a:cubicBezTo>
                  <a:pt x="37" y="6734"/>
                  <a:pt x="0" y="6644"/>
                  <a:pt x="0" y="6540"/>
                </a:cubicBezTo>
                <a:cubicBezTo>
                  <a:pt x="0" y="6047"/>
                  <a:pt x="156" y="5604"/>
                  <a:pt x="471" y="5209"/>
                </a:cubicBezTo>
                <a:cubicBezTo>
                  <a:pt x="786" y="4815"/>
                  <a:pt x="1141" y="4617"/>
                  <a:pt x="1537" y="4617"/>
                </a:cubicBezTo>
                <a:lnTo>
                  <a:pt x="1537" y="1540"/>
                </a:lnTo>
                <a:cubicBezTo>
                  <a:pt x="1329" y="1540"/>
                  <a:pt x="1150" y="1464"/>
                  <a:pt x="996" y="1311"/>
                </a:cubicBezTo>
                <a:cubicBezTo>
                  <a:pt x="845" y="1160"/>
                  <a:pt x="767" y="979"/>
                  <a:pt x="767" y="770"/>
                </a:cubicBezTo>
                <a:cubicBezTo>
                  <a:pt x="767" y="561"/>
                  <a:pt x="844" y="382"/>
                  <a:pt x="996" y="229"/>
                </a:cubicBezTo>
                <a:cubicBezTo>
                  <a:pt x="1147" y="77"/>
                  <a:pt x="1329" y="0"/>
                  <a:pt x="1537" y="0"/>
                </a:cubicBezTo>
                <a:lnTo>
                  <a:pt x="5384" y="0"/>
                </a:lnTo>
                <a:cubicBezTo>
                  <a:pt x="5592" y="0"/>
                  <a:pt x="5771" y="76"/>
                  <a:pt x="5925" y="229"/>
                </a:cubicBezTo>
                <a:cubicBezTo>
                  <a:pt x="6076" y="381"/>
                  <a:pt x="6153" y="561"/>
                  <a:pt x="6153" y="770"/>
                </a:cubicBezTo>
                <a:cubicBezTo>
                  <a:pt x="6153" y="979"/>
                  <a:pt x="6077" y="1157"/>
                  <a:pt x="5925" y="1311"/>
                </a:cubicBezTo>
                <a:cubicBezTo>
                  <a:pt x="5772" y="1465"/>
                  <a:pt x="5592" y="1540"/>
                  <a:pt x="5384" y="1540"/>
                </a:cubicBezTo>
                <a:lnTo>
                  <a:pt x="5384" y="4616"/>
                </a:lnTo>
                <a:cubicBezTo>
                  <a:pt x="5780" y="4616"/>
                  <a:pt x="6136" y="4814"/>
                  <a:pt x="6450" y="5207"/>
                </a:cubicBezTo>
                <a:cubicBezTo>
                  <a:pt x="6765" y="5602"/>
                  <a:pt x="6922" y="6046"/>
                  <a:pt x="6922" y="6540"/>
                </a:cubicBezTo>
                <a:close/>
                <a:moveTo>
                  <a:pt x="2884" y="4424"/>
                </a:moveTo>
                <a:lnTo>
                  <a:pt x="2884" y="1731"/>
                </a:lnTo>
                <a:cubicBezTo>
                  <a:pt x="2884" y="1676"/>
                  <a:pt x="2866" y="1629"/>
                  <a:pt x="2830" y="1594"/>
                </a:cubicBezTo>
                <a:cubicBezTo>
                  <a:pt x="2794" y="1558"/>
                  <a:pt x="2747" y="1540"/>
                  <a:pt x="2692" y="1540"/>
                </a:cubicBezTo>
                <a:cubicBezTo>
                  <a:pt x="2637" y="1540"/>
                  <a:pt x="2590" y="1558"/>
                  <a:pt x="2555" y="1594"/>
                </a:cubicBezTo>
                <a:cubicBezTo>
                  <a:pt x="2519" y="1630"/>
                  <a:pt x="2501" y="1676"/>
                  <a:pt x="2501" y="1731"/>
                </a:cubicBezTo>
                <a:lnTo>
                  <a:pt x="2501" y="4424"/>
                </a:lnTo>
                <a:cubicBezTo>
                  <a:pt x="2501" y="4479"/>
                  <a:pt x="2519" y="4526"/>
                  <a:pt x="2555" y="4561"/>
                </a:cubicBezTo>
                <a:cubicBezTo>
                  <a:pt x="2591" y="4597"/>
                  <a:pt x="2637" y="4615"/>
                  <a:pt x="2692" y="4615"/>
                </a:cubicBezTo>
                <a:cubicBezTo>
                  <a:pt x="2747" y="4615"/>
                  <a:pt x="2795" y="4598"/>
                  <a:pt x="2830" y="4561"/>
                </a:cubicBezTo>
                <a:cubicBezTo>
                  <a:pt x="2865" y="4526"/>
                  <a:pt x="2884" y="4480"/>
                  <a:pt x="2884" y="4424"/>
                </a:cubicBezTo>
                <a:close/>
              </a:path>
            </a:pathLst>
          </a:custGeom>
          <a:solidFill>
            <a:schemeClr val="accent1"/>
          </a:solidFill>
          <a:ln>
            <a:noFill/>
          </a:ln>
        </p:spPr>
        <p:txBody>
          <a:bodyPr/>
          <a:lstStyle/>
          <a:p>
            <a:endParaRPr lang="zh-CN" altLang="en-US">
              <a:cs typeface="+mn-ea"/>
              <a:sym typeface="+mn-lt"/>
            </a:endParaRPr>
          </a:p>
        </p:txBody>
      </p:sp>
      <p:cxnSp>
        <p:nvCxnSpPr>
          <p:cNvPr id="6" name="直接连接符 5">
            <a:extLst>
              <a:ext uri="{FF2B5EF4-FFF2-40B4-BE49-F238E27FC236}">
                <a16:creationId xmlns:a16="http://schemas.microsoft.com/office/drawing/2014/main" id="{3F46BC17-8C01-4780-BC23-FA80272D9DF5}"/>
              </a:ext>
            </a:extLst>
          </p:cNvPr>
          <p:cNvCxnSpPr>
            <a:cxnSpLocks/>
          </p:cNvCxnSpPr>
          <p:nvPr/>
        </p:nvCxnSpPr>
        <p:spPr>
          <a:xfrm>
            <a:off x="2225040" y="2511552"/>
            <a:ext cx="8263573"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任意多边形: 形状 11">
            <a:extLst>
              <a:ext uri="{FF2B5EF4-FFF2-40B4-BE49-F238E27FC236}">
                <a16:creationId xmlns:a16="http://schemas.microsoft.com/office/drawing/2014/main" id="{3B9E69E8-C8DA-4615-AFEE-8A48F2425607}"/>
              </a:ext>
            </a:extLst>
          </p:cNvPr>
          <p:cNvSpPr/>
          <p:nvPr/>
        </p:nvSpPr>
        <p:spPr>
          <a:xfrm>
            <a:off x="8635364" y="2136605"/>
            <a:ext cx="1853249" cy="374946"/>
          </a:xfrm>
          <a:custGeom>
            <a:avLst/>
            <a:gdLst>
              <a:gd name="connsiteX0" fmla="*/ 386716 w 1853249"/>
              <a:gd name="connsiteY0" fmla="*/ 2 h 374946"/>
              <a:gd name="connsiteX1" fmla="*/ 1853249 w 1853249"/>
              <a:gd name="connsiteY1" fmla="*/ 2 h 374946"/>
              <a:gd name="connsiteX2" fmla="*/ 1853249 w 1853249"/>
              <a:gd name="connsiteY2" fmla="*/ 374946 h 374946"/>
              <a:gd name="connsiteX3" fmla="*/ 386716 w 1853249"/>
              <a:gd name="connsiteY3" fmla="*/ 374946 h 374946"/>
              <a:gd name="connsiteX4" fmla="*/ 386715 w 1853249"/>
              <a:gd name="connsiteY4" fmla="*/ 0 h 374946"/>
              <a:gd name="connsiteX5" fmla="*/ 386715 w 1853249"/>
              <a:gd name="connsiteY5" fmla="*/ 374945 h 374946"/>
              <a:gd name="connsiteX6" fmla="*/ 0 w 1853249"/>
              <a:gd name="connsiteY6" fmla="*/ 374945 h 374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3249" h="374946">
                <a:moveTo>
                  <a:pt x="386716" y="2"/>
                </a:moveTo>
                <a:lnTo>
                  <a:pt x="1853249" y="2"/>
                </a:lnTo>
                <a:lnTo>
                  <a:pt x="1853249" y="374946"/>
                </a:lnTo>
                <a:lnTo>
                  <a:pt x="386716" y="374946"/>
                </a:lnTo>
                <a:close/>
                <a:moveTo>
                  <a:pt x="386715" y="0"/>
                </a:moveTo>
                <a:lnTo>
                  <a:pt x="386715" y="374945"/>
                </a:lnTo>
                <a:lnTo>
                  <a:pt x="0" y="374945"/>
                </a:lnTo>
                <a:close/>
              </a:path>
            </a:pathLst>
          </a:custGeom>
          <a:solidFill>
            <a:schemeClr val="accent1">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4" name="文本框 13">
            <a:extLst>
              <a:ext uri="{FF2B5EF4-FFF2-40B4-BE49-F238E27FC236}">
                <a16:creationId xmlns:a16="http://schemas.microsoft.com/office/drawing/2014/main" id="{C3F602E0-8EE6-4771-BCCF-5665A0D58847}"/>
              </a:ext>
            </a:extLst>
          </p:cNvPr>
          <p:cNvSpPr txBox="1"/>
          <p:nvPr/>
        </p:nvSpPr>
        <p:spPr>
          <a:xfrm>
            <a:off x="9093071" y="2159598"/>
            <a:ext cx="1747777" cy="364074"/>
          </a:xfrm>
          <a:prstGeom prst="rect">
            <a:avLst/>
          </a:prstGeom>
          <a:noFill/>
        </p:spPr>
        <p:txBody>
          <a:bodyPr wrap="square" rtlCol="0">
            <a:spAutoFit/>
          </a:bodyPr>
          <a:lstStyle/>
          <a:p>
            <a:pPr algn="just">
              <a:lnSpc>
                <a:spcPct val="120000"/>
              </a:lnSpc>
            </a:pPr>
            <a:r>
              <a:rPr lang="en-US" altLang="zh-CN" sz="1600" spc="300" dirty="0">
                <a:solidFill>
                  <a:schemeClr val="bg1"/>
                </a:solidFill>
                <a:cs typeface="+mn-ea"/>
                <a:sym typeface="+mn-lt"/>
              </a:rPr>
              <a:t>Research</a:t>
            </a:r>
            <a:endParaRPr lang="zh-CN" altLang="en-US" sz="1600" spc="100" dirty="0">
              <a:solidFill>
                <a:schemeClr val="bg1"/>
              </a:solidFill>
              <a:cs typeface="+mn-ea"/>
              <a:sym typeface="+mn-lt"/>
            </a:endParaRPr>
          </a:p>
        </p:txBody>
      </p:sp>
      <p:sp>
        <p:nvSpPr>
          <p:cNvPr id="15" name="文本框 14">
            <a:extLst>
              <a:ext uri="{FF2B5EF4-FFF2-40B4-BE49-F238E27FC236}">
                <a16:creationId xmlns:a16="http://schemas.microsoft.com/office/drawing/2014/main" id="{DF5D1E24-3542-4662-A142-DDEDB7BD9624}"/>
              </a:ext>
            </a:extLst>
          </p:cNvPr>
          <p:cNvSpPr txBox="1"/>
          <p:nvPr/>
        </p:nvSpPr>
        <p:spPr>
          <a:xfrm>
            <a:off x="2222595" y="2111736"/>
            <a:ext cx="3643325" cy="430374"/>
          </a:xfrm>
          <a:prstGeom prst="rect">
            <a:avLst/>
          </a:prstGeom>
          <a:noFill/>
        </p:spPr>
        <p:txBody>
          <a:bodyPr wrap="square" rtlCol="0">
            <a:spAutoFit/>
          </a:bodyPr>
          <a:lstStyle/>
          <a:p>
            <a:pPr>
              <a:lnSpc>
                <a:spcPct val="120000"/>
              </a:lnSpc>
            </a:pPr>
            <a:r>
              <a:rPr lang="zh-CN" altLang="en-US" sz="2000" b="1" spc="120" dirty="0">
                <a:solidFill>
                  <a:schemeClr val="tx1">
                    <a:lumMod val="65000"/>
                    <a:lumOff val="35000"/>
                  </a:schemeClr>
                </a:solidFill>
                <a:latin typeface="+mj-ea"/>
                <a:ea typeface="+mj-ea"/>
                <a:cs typeface="+mn-ea"/>
                <a:sym typeface="+mn-lt"/>
              </a:rPr>
              <a:t>输入标题 </a:t>
            </a:r>
            <a:r>
              <a:rPr lang="en-US" altLang="zh-CN" sz="2000" spc="120" dirty="0">
                <a:solidFill>
                  <a:schemeClr val="tx1">
                    <a:lumMod val="65000"/>
                    <a:lumOff val="35000"/>
                  </a:schemeClr>
                </a:solidFill>
                <a:cs typeface="+mn-ea"/>
                <a:sym typeface="+mn-lt"/>
              </a:rPr>
              <a:t>/ </a:t>
            </a:r>
            <a:r>
              <a:rPr lang="zh-CN" altLang="en-US" sz="2000" spc="120" dirty="0">
                <a:solidFill>
                  <a:schemeClr val="bg1">
                    <a:lumMod val="50000"/>
                  </a:schemeClr>
                </a:solidFill>
                <a:cs typeface="+mn-ea"/>
                <a:sym typeface="+mn-lt"/>
              </a:rPr>
              <a:t>标题说明</a:t>
            </a:r>
          </a:p>
        </p:txBody>
      </p:sp>
      <p:sp>
        <p:nvSpPr>
          <p:cNvPr id="17" name="文本框 16">
            <a:extLst>
              <a:ext uri="{FF2B5EF4-FFF2-40B4-BE49-F238E27FC236}">
                <a16:creationId xmlns:a16="http://schemas.microsoft.com/office/drawing/2014/main" id="{A0EED140-C44E-4AF5-B2B3-867A0E3EACB9}"/>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一项内容页</a:t>
            </a:r>
          </a:p>
        </p:txBody>
      </p:sp>
      <p:sp>
        <p:nvSpPr>
          <p:cNvPr id="19" name="文本框 18">
            <a:extLst>
              <a:ext uri="{FF2B5EF4-FFF2-40B4-BE49-F238E27FC236}">
                <a16:creationId xmlns:a16="http://schemas.microsoft.com/office/drawing/2014/main" id="{2E56A97C-2E76-4F8B-9563-45A42F31901A}"/>
              </a:ext>
            </a:extLst>
          </p:cNvPr>
          <p:cNvSpPr txBox="1"/>
          <p:nvPr/>
        </p:nvSpPr>
        <p:spPr>
          <a:xfrm>
            <a:off x="2137586" y="2923488"/>
            <a:ext cx="7916828" cy="2432654"/>
          </a:xfrm>
          <a:prstGeom prst="rect">
            <a:avLst/>
          </a:prstGeom>
          <a:noFill/>
        </p:spPr>
        <p:txBody>
          <a:bodyPr wrap="square" rtlCol="0">
            <a:spAutoFit/>
          </a:bodyPr>
          <a:lstStyle/>
          <a:p>
            <a:pPr algn="just">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南京理工大学，位于江苏省南京市，北依紫金山，西临明城墙，是隶属于工业和信息化部，由工信部、教育部与江苏省人民政府共建的全国重点大学，是国家“世界一流学科建设高校“，是国家“</a:t>
            </a:r>
            <a:r>
              <a:rPr lang="en-US" altLang="zh-CN" sz="1600" spc="100" dirty="0">
                <a:solidFill>
                  <a:schemeClr val="tx1">
                    <a:lumMod val="65000"/>
                    <a:lumOff val="35000"/>
                  </a:schemeClr>
                </a:solidFill>
                <a:cs typeface="+mn-ea"/>
                <a:sym typeface="+mn-lt"/>
              </a:rPr>
              <a:t>211</a:t>
            </a:r>
            <a:r>
              <a:rPr lang="zh-CN" altLang="en-US" sz="1600" spc="100" dirty="0">
                <a:solidFill>
                  <a:schemeClr val="tx1">
                    <a:lumMod val="65000"/>
                    <a:lumOff val="35000"/>
                  </a:schemeClr>
                </a:solidFill>
                <a:cs typeface="+mn-ea"/>
                <a:sym typeface="+mn-lt"/>
              </a:rPr>
              <a:t>工程”、“</a:t>
            </a:r>
            <a:r>
              <a:rPr lang="en-US" altLang="zh-CN" sz="1600" spc="100" dirty="0">
                <a:solidFill>
                  <a:schemeClr val="tx1">
                    <a:lumMod val="65000"/>
                    <a:lumOff val="35000"/>
                  </a:schemeClr>
                </a:solidFill>
                <a:cs typeface="+mn-ea"/>
                <a:sym typeface="+mn-lt"/>
              </a:rPr>
              <a:t>985</a:t>
            </a:r>
            <a:r>
              <a:rPr lang="zh-CN" altLang="en-US" sz="1600" spc="100" dirty="0">
                <a:solidFill>
                  <a:schemeClr val="tx1">
                    <a:lumMod val="65000"/>
                    <a:lumOff val="35000"/>
                  </a:schemeClr>
                </a:solidFill>
                <a:cs typeface="+mn-ea"/>
                <a:sym typeface="+mn-lt"/>
              </a:rPr>
              <a:t>工程优势学科创新平台”重点建设高校</a:t>
            </a:r>
            <a:endParaRPr lang="en-US" altLang="zh-CN" sz="1600" spc="100" dirty="0">
              <a:solidFill>
                <a:schemeClr val="tx1">
                  <a:lumMod val="65000"/>
                  <a:lumOff val="35000"/>
                </a:schemeClr>
              </a:solidFill>
              <a:cs typeface="+mn-ea"/>
              <a:sym typeface="+mn-lt"/>
            </a:endParaRPr>
          </a:p>
          <a:p>
            <a:pPr algn="just">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南京理工大学，位于江苏省南京市，北依紫金山，西临明城墙，是隶属于工业和信息化部，由工信部、教育部与江苏省人民政府共建的全国重点大学，是国家“世界一流学科建设高校“，是国家“</a:t>
            </a:r>
            <a:r>
              <a:rPr lang="en-US" altLang="zh-CN" sz="1600" spc="100" dirty="0">
                <a:solidFill>
                  <a:schemeClr val="tx1">
                    <a:lumMod val="65000"/>
                    <a:lumOff val="35000"/>
                  </a:schemeClr>
                </a:solidFill>
                <a:cs typeface="+mn-ea"/>
                <a:sym typeface="+mn-lt"/>
              </a:rPr>
              <a:t>211</a:t>
            </a:r>
            <a:r>
              <a:rPr lang="zh-CN" altLang="en-US" sz="1600" spc="100" dirty="0">
                <a:solidFill>
                  <a:schemeClr val="tx1">
                    <a:lumMod val="65000"/>
                    <a:lumOff val="35000"/>
                  </a:schemeClr>
                </a:solidFill>
                <a:cs typeface="+mn-ea"/>
                <a:sym typeface="+mn-lt"/>
              </a:rPr>
              <a:t>工程”、“</a:t>
            </a:r>
            <a:r>
              <a:rPr lang="en-US" altLang="zh-CN" sz="1600" spc="100" dirty="0">
                <a:solidFill>
                  <a:schemeClr val="tx1">
                    <a:lumMod val="65000"/>
                    <a:lumOff val="35000"/>
                  </a:schemeClr>
                </a:solidFill>
                <a:cs typeface="+mn-ea"/>
                <a:sym typeface="+mn-lt"/>
              </a:rPr>
              <a:t>985</a:t>
            </a:r>
            <a:r>
              <a:rPr lang="zh-CN" altLang="en-US" sz="1600" spc="100" dirty="0">
                <a:solidFill>
                  <a:schemeClr val="tx1">
                    <a:lumMod val="65000"/>
                    <a:lumOff val="35000"/>
                  </a:schemeClr>
                </a:solidFill>
                <a:cs typeface="+mn-ea"/>
                <a:sym typeface="+mn-lt"/>
              </a:rPr>
              <a:t>工程优势学科创新平台”重点建设高校</a:t>
            </a:r>
          </a:p>
        </p:txBody>
      </p:sp>
      <p:grpSp>
        <p:nvGrpSpPr>
          <p:cNvPr id="22" name="组合 21">
            <a:extLst>
              <a:ext uri="{FF2B5EF4-FFF2-40B4-BE49-F238E27FC236}">
                <a16:creationId xmlns:a16="http://schemas.microsoft.com/office/drawing/2014/main" id="{D12B5CC2-4247-4991-8C71-DFC5CE1D8C7E}"/>
              </a:ext>
            </a:extLst>
          </p:cNvPr>
          <p:cNvGrpSpPr/>
          <p:nvPr/>
        </p:nvGrpSpPr>
        <p:grpSpPr>
          <a:xfrm>
            <a:off x="10024345" y="5160554"/>
            <a:ext cx="422063" cy="516346"/>
            <a:chOff x="10024345" y="5160554"/>
            <a:chExt cx="422063" cy="516346"/>
          </a:xfrm>
        </p:grpSpPr>
        <p:sp>
          <p:nvSpPr>
            <p:cNvPr id="20" name="feather-silhouette-in-diagonal-position_45257">
              <a:extLst>
                <a:ext uri="{FF2B5EF4-FFF2-40B4-BE49-F238E27FC236}">
                  <a16:creationId xmlns:a16="http://schemas.microsoft.com/office/drawing/2014/main" id="{82A8C398-F95B-4CF2-83E3-6B5D7CF6EA09}"/>
                </a:ext>
              </a:extLst>
            </p:cNvPr>
            <p:cNvSpPr>
              <a:spLocks noChangeAspect="1"/>
            </p:cNvSpPr>
            <p:nvPr/>
          </p:nvSpPr>
          <p:spPr bwMode="auto">
            <a:xfrm>
              <a:off x="10024345" y="5160554"/>
              <a:ext cx="422063" cy="464194"/>
            </a:xfrm>
            <a:custGeom>
              <a:avLst/>
              <a:gdLst>
                <a:gd name="T0" fmla="*/ 3626 w 7273"/>
                <a:gd name="T1" fmla="*/ 4726 h 8010"/>
                <a:gd name="T2" fmla="*/ 5453 w 7273"/>
                <a:gd name="T3" fmla="*/ 4488 h 8010"/>
                <a:gd name="T4" fmla="*/ 6292 w 7273"/>
                <a:gd name="T5" fmla="*/ 3316 h 8010"/>
                <a:gd name="T6" fmla="*/ 4955 w 7273"/>
                <a:gd name="T7" fmla="*/ 3192 h 8010"/>
                <a:gd name="T8" fmla="*/ 6717 w 7273"/>
                <a:gd name="T9" fmla="*/ 2398 h 8010"/>
                <a:gd name="T10" fmla="*/ 7192 w 7273"/>
                <a:gd name="T11" fmla="*/ 0 h 8010"/>
                <a:gd name="T12" fmla="*/ 3995 w 7273"/>
                <a:gd name="T13" fmla="*/ 2129 h 8010"/>
                <a:gd name="T14" fmla="*/ 0 w 7273"/>
                <a:gd name="T15" fmla="*/ 8010 h 8010"/>
                <a:gd name="T16" fmla="*/ 1136 w 7273"/>
                <a:gd name="T17" fmla="*/ 7381 h 8010"/>
                <a:gd name="T18" fmla="*/ 1613 w 7273"/>
                <a:gd name="T19" fmla="*/ 6195 h 8010"/>
                <a:gd name="T20" fmla="*/ 3861 w 7273"/>
                <a:gd name="T21" fmla="*/ 5855 h 8010"/>
                <a:gd name="T22" fmla="*/ 4726 w 7273"/>
                <a:gd name="T23" fmla="*/ 5201 h 8010"/>
                <a:gd name="T24" fmla="*/ 3626 w 7273"/>
                <a:gd name="T25" fmla="*/ 4726 h 8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73" h="8010">
                  <a:moveTo>
                    <a:pt x="3626" y="4726"/>
                  </a:moveTo>
                  <a:cubicBezTo>
                    <a:pt x="4205" y="4745"/>
                    <a:pt x="4898" y="4620"/>
                    <a:pt x="5453" y="4488"/>
                  </a:cubicBezTo>
                  <a:cubicBezTo>
                    <a:pt x="5799" y="4099"/>
                    <a:pt x="6074" y="3704"/>
                    <a:pt x="6292" y="3316"/>
                  </a:cubicBezTo>
                  <a:cubicBezTo>
                    <a:pt x="5555" y="3430"/>
                    <a:pt x="4955" y="3192"/>
                    <a:pt x="4955" y="3192"/>
                  </a:cubicBezTo>
                  <a:cubicBezTo>
                    <a:pt x="5546" y="3038"/>
                    <a:pt x="6212" y="2694"/>
                    <a:pt x="6717" y="2398"/>
                  </a:cubicBezTo>
                  <a:cubicBezTo>
                    <a:pt x="7273" y="895"/>
                    <a:pt x="7192" y="0"/>
                    <a:pt x="7192" y="0"/>
                  </a:cubicBezTo>
                  <a:cubicBezTo>
                    <a:pt x="7192" y="0"/>
                    <a:pt x="5373" y="946"/>
                    <a:pt x="3995" y="2129"/>
                  </a:cubicBezTo>
                  <a:cubicBezTo>
                    <a:pt x="896" y="4790"/>
                    <a:pt x="0" y="8010"/>
                    <a:pt x="0" y="8010"/>
                  </a:cubicBezTo>
                  <a:lnTo>
                    <a:pt x="1136" y="7381"/>
                  </a:lnTo>
                  <a:cubicBezTo>
                    <a:pt x="1136" y="7381"/>
                    <a:pt x="1045" y="6960"/>
                    <a:pt x="1613" y="6195"/>
                  </a:cubicBezTo>
                  <a:cubicBezTo>
                    <a:pt x="2257" y="5329"/>
                    <a:pt x="3056" y="6388"/>
                    <a:pt x="3861" y="5855"/>
                  </a:cubicBezTo>
                  <a:cubicBezTo>
                    <a:pt x="4179" y="5643"/>
                    <a:pt x="4466" y="5425"/>
                    <a:pt x="4726" y="5201"/>
                  </a:cubicBezTo>
                  <a:cubicBezTo>
                    <a:pt x="4067" y="5072"/>
                    <a:pt x="3626" y="4726"/>
                    <a:pt x="3626" y="4726"/>
                  </a:cubicBezTo>
                  <a:close/>
                </a:path>
              </a:pathLst>
            </a:custGeom>
            <a:solidFill>
              <a:schemeClr val="accent1"/>
            </a:solidFill>
            <a:ln>
              <a:noFill/>
            </a:ln>
          </p:spPr>
          <p:txBody>
            <a:bodyPr/>
            <a:lstStyle/>
            <a:p>
              <a:endParaRPr lang="zh-CN" altLang="en-US" dirty="0">
                <a:cs typeface="+mn-ea"/>
                <a:sym typeface="+mn-lt"/>
              </a:endParaRPr>
            </a:p>
          </p:txBody>
        </p:sp>
        <p:sp>
          <p:nvSpPr>
            <p:cNvPr id="21" name="椭圆 20">
              <a:extLst>
                <a:ext uri="{FF2B5EF4-FFF2-40B4-BE49-F238E27FC236}">
                  <a16:creationId xmlns:a16="http://schemas.microsoft.com/office/drawing/2014/main" id="{7B5B6218-0B1D-4FD5-A480-488EA9DEDF4A}"/>
                </a:ext>
              </a:extLst>
            </p:cNvPr>
            <p:cNvSpPr/>
            <p:nvPr/>
          </p:nvSpPr>
          <p:spPr>
            <a:xfrm>
              <a:off x="10024345" y="5624749"/>
              <a:ext cx="422063" cy="5215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custDataLst>
      <p:tags r:id="rId1"/>
    </p:custDataLst>
    <p:extLst>
      <p:ext uri="{BB962C8B-B14F-4D97-AF65-F5344CB8AC3E}">
        <p14:creationId xmlns:p14="http://schemas.microsoft.com/office/powerpoint/2010/main" val="2452323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形状 4">
            <a:extLst>
              <a:ext uri="{FF2B5EF4-FFF2-40B4-BE49-F238E27FC236}">
                <a16:creationId xmlns:a16="http://schemas.microsoft.com/office/drawing/2014/main" id="{319400C3-AC34-4962-BCD7-491349A6A21A}"/>
              </a:ext>
            </a:extLst>
          </p:cNvPr>
          <p:cNvSpPr/>
          <p:nvPr/>
        </p:nvSpPr>
        <p:spPr>
          <a:xfrm>
            <a:off x="5765207" y="1518244"/>
            <a:ext cx="4889735" cy="2003830"/>
          </a:xfrm>
          <a:custGeom>
            <a:avLst/>
            <a:gdLst>
              <a:gd name="connsiteX0" fmla="*/ 30480 w 4582160"/>
              <a:gd name="connsiteY0" fmla="*/ 0 h 3190240"/>
              <a:gd name="connsiteX1" fmla="*/ 4582160 w 4582160"/>
              <a:gd name="connsiteY1" fmla="*/ 0 h 3190240"/>
              <a:gd name="connsiteX2" fmla="*/ 4582160 w 4582160"/>
              <a:gd name="connsiteY2" fmla="*/ 3190240 h 3190240"/>
              <a:gd name="connsiteX3" fmla="*/ 0 w 4582160"/>
              <a:gd name="connsiteY3" fmla="*/ 3190240 h 3190240"/>
              <a:gd name="connsiteX0" fmla="*/ 16 w 4582160"/>
              <a:gd name="connsiteY0" fmla="*/ 0 h 3190240"/>
              <a:gd name="connsiteX1" fmla="*/ 4582160 w 4582160"/>
              <a:gd name="connsiteY1" fmla="*/ 0 h 3190240"/>
              <a:gd name="connsiteX2" fmla="*/ 4582160 w 4582160"/>
              <a:gd name="connsiteY2" fmla="*/ 3190240 h 3190240"/>
              <a:gd name="connsiteX3" fmla="*/ 0 w 4582160"/>
              <a:gd name="connsiteY3" fmla="*/ 3190240 h 3190240"/>
            </a:gdLst>
            <a:ahLst/>
            <a:cxnLst>
              <a:cxn ang="0">
                <a:pos x="connsiteX0" y="connsiteY0"/>
              </a:cxn>
              <a:cxn ang="0">
                <a:pos x="connsiteX1" y="connsiteY1"/>
              </a:cxn>
              <a:cxn ang="0">
                <a:pos x="connsiteX2" y="connsiteY2"/>
              </a:cxn>
              <a:cxn ang="0">
                <a:pos x="connsiteX3" y="connsiteY3"/>
              </a:cxn>
            </a:cxnLst>
            <a:rect l="l" t="t" r="r" b="b"/>
            <a:pathLst>
              <a:path w="4582160" h="3190240">
                <a:moveTo>
                  <a:pt x="16" y="0"/>
                </a:moveTo>
                <a:lnTo>
                  <a:pt x="4582160" y="0"/>
                </a:lnTo>
                <a:lnTo>
                  <a:pt x="4582160" y="3190240"/>
                </a:lnTo>
                <a:lnTo>
                  <a:pt x="0" y="3190240"/>
                </a:lnTo>
              </a:path>
            </a:pathLst>
          </a:cu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1" name="文本框 10">
            <a:extLst>
              <a:ext uri="{FF2B5EF4-FFF2-40B4-BE49-F238E27FC236}">
                <a16:creationId xmlns:a16="http://schemas.microsoft.com/office/drawing/2014/main" id="{7F94D767-9C8F-4806-A107-A6CED2D6603B}"/>
              </a:ext>
            </a:extLst>
          </p:cNvPr>
          <p:cNvSpPr txBox="1"/>
          <p:nvPr/>
        </p:nvSpPr>
        <p:spPr>
          <a:xfrm>
            <a:off x="6137107" y="2037625"/>
            <a:ext cx="4396982" cy="1249188"/>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南京理工大学，位于江苏省南京市，北依紫金山，西临明城墙，是隶属于工业和信息化部，由工信部、教育部与江苏省人民政府共建的全国重点大学</a:t>
            </a:r>
          </a:p>
        </p:txBody>
      </p:sp>
      <p:grpSp>
        <p:nvGrpSpPr>
          <p:cNvPr id="19" name="组合 18">
            <a:extLst>
              <a:ext uri="{FF2B5EF4-FFF2-40B4-BE49-F238E27FC236}">
                <a16:creationId xmlns:a16="http://schemas.microsoft.com/office/drawing/2014/main" id="{8BB2435C-4122-491F-8C07-82BDFC12A3C4}"/>
              </a:ext>
            </a:extLst>
          </p:cNvPr>
          <p:cNvGrpSpPr/>
          <p:nvPr/>
        </p:nvGrpSpPr>
        <p:grpSpPr>
          <a:xfrm>
            <a:off x="1537058" y="1275743"/>
            <a:ext cx="4399598" cy="2488833"/>
            <a:chOff x="853440" y="1268413"/>
            <a:chExt cx="4399598" cy="2488833"/>
          </a:xfrm>
        </p:grpSpPr>
        <p:pic>
          <p:nvPicPr>
            <p:cNvPr id="7" name="图片 6">
              <a:extLst>
                <a:ext uri="{FF2B5EF4-FFF2-40B4-BE49-F238E27FC236}">
                  <a16:creationId xmlns:a16="http://schemas.microsoft.com/office/drawing/2014/main" id="{2401B5BA-CDED-4DFF-8E55-1EE7254A1ACE}"/>
                </a:ext>
              </a:extLst>
            </p:cNvPr>
            <p:cNvPicPr>
              <a:picLocks noChangeAspect="1"/>
            </p:cNvPicPr>
            <p:nvPr/>
          </p:nvPicPr>
          <p:blipFill rotWithShape="1">
            <a:blip r:embed="rId3">
              <a:extLst>
                <a:ext uri="{28A0092B-C50C-407E-A947-70E740481C1C}">
                  <a14:useLocalDpi xmlns:a14="http://schemas.microsoft.com/office/drawing/2010/main" val="0"/>
                </a:ext>
              </a:extLst>
            </a:blip>
            <a:srcRect l="3344" t="14124" r="16977" b="6197"/>
            <a:stretch/>
          </p:blipFill>
          <p:spPr>
            <a:xfrm>
              <a:off x="974293" y="1357652"/>
              <a:ext cx="4107296" cy="2310354"/>
            </a:xfrm>
            <a:prstGeom prst="rect">
              <a:avLst/>
            </a:prstGeom>
          </p:spPr>
        </p:pic>
        <p:sp>
          <p:nvSpPr>
            <p:cNvPr id="13" name="任意多边形: 形状 12">
              <a:extLst>
                <a:ext uri="{FF2B5EF4-FFF2-40B4-BE49-F238E27FC236}">
                  <a16:creationId xmlns:a16="http://schemas.microsoft.com/office/drawing/2014/main" id="{1FB4C957-F35B-463A-8D18-4622C046B404}"/>
                </a:ext>
              </a:extLst>
            </p:cNvPr>
            <p:cNvSpPr/>
            <p:nvPr/>
          </p:nvSpPr>
          <p:spPr>
            <a:xfrm>
              <a:off x="853440" y="1268413"/>
              <a:ext cx="4399598" cy="2488833"/>
            </a:xfrm>
            <a:custGeom>
              <a:avLst/>
              <a:gdLst>
                <a:gd name="connsiteX0" fmla="*/ 5067300 w 5273040"/>
                <a:gd name="connsiteY0" fmla="*/ 243840 h 3962400"/>
                <a:gd name="connsiteX1" fmla="*/ 5273040 w 5273040"/>
                <a:gd name="connsiteY1" fmla="*/ 243840 h 3962400"/>
                <a:gd name="connsiteX2" fmla="*/ 5273040 w 5273040"/>
                <a:gd name="connsiteY2" fmla="*/ 0 h 3962400"/>
                <a:gd name="connsiteX3" fmla="*/ 0 w 5273040"/>
                <a:gd name="connsiteY3" fmla="*/ 0 h 3962400"/>
                <a:gd name="connsiteX4" fmla="*/ 0 w 5273040"/>
                <a:gd name="connsiteY4" fmla="*/ 3962400 h 3962400"/>
                <a:gd name="connsiteX5" fmla="*/ 5273040 w 5273040"/>
                <a:gd name="connsiteY5" fmla="*/ 3962400 h 3962400"/>
                <a:gd name="connsiteX6" fmla="*/ 5273040 w 5273040"/>
                <a:gd name="connsiteY6" fmla="*/ 3710940 h 3962400"/>
                <a:gd name="connsiteX7" fmla="*/ 5067300 w 5273040"/>
                <a:gd name="connsiteY7" fmla="*/ 3710940 h 39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3040" h="3962400">
                  <a:moveTo>
                    <a:pt x="5067300" y="243840"/>
                  </a:moveTo>
                  <a:lnTo>
                    <a:pt x="5273040" y="243840"/>
                  </a:lnTo>
                  <a:lnTo>
                    <a:pt x="5273040" y="0"/>
                  </a:lnTo>
                  <a:lnTo>
                    <a:pt x="0" y="0"/>
                  </a:lnTo>
                  <a:lnTo>
                    <a:pt x="0" y="3962400"/>
                  </a:lnTo>
                  <a:lnTo>
                    <a:pt x="5273040" y="3962400"/>
                  </a:lnTo>
                  <a:lnTo>
                    <a:pt x="5273040" y="3710940"/>
                  </a:lnTo>
                  <a:lnTo>
                    <a:pt x="5067300" y="371094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矩形 14">
              <a:extLst>
                <a:ext uri="{FF2B5EF4-FFF2-40B4-BE49-F238E27FC236}">
                  <a16:creationId xmlns:a16="http://schemas.microsoft.com/office/drawing/2014/main" id="{61211BFA-3030-4E6C-BA6D-BED08795CEBB}"/>
                </a:ext>
              </a:extLst>
            </p:cNvPr>
            <p:cNvSpPr/>
            <p:nvPr/>
          </p:nvSpPr>
          <p:spPr>
            <a:xfrm>
              <a:off x="5189222" y="1270318"/>
              <a:ext cx="63816" cy="63816"/>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7" name="矩形 16">
              <a:extLst>
                <a:ext uri="{FF2B5EF4-FFF2-40B4-BE49-F238E27FC236}">
                  <a16:creationId xmlns:a16="http://schemas.microsoft.com/office/drawing/2014/main" id="{BD05C4B8-C896-49E3-A390-545B69515A9C}"/>
                </a:ext>
              </a:extLst>
            </p:cNvPr>
            <p:cNvSpPr/>
            <p:nvPr/>
          </p:nvSpPr>
          <p:spPr>
            <a:xfrm>
              <a:off x="5189222" y="3693430"/>
              <a:ext cx="63816" cy="63816"/>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sp>
        <p:nvSpPr>
          <p:cNvPr id="20" name="文本框 19">
            <a:extLst>
              <a:ext uri="{FF2B5EF4-FFF2-40B4-BE49-F238E27FC236}">
                <a16:creationId xmlns:a16="http://schemas.microsoft.com/office/drawing/2014/main" id="{8050326E-F6CD-4C1E-A41A-08E577603ACE}"/>
              </a:ext>
            </a:extLst>
          </p:cNvPr>
          <p:cNvSpPr txBox="1"/>
          <p:nvPr/>
        </p:nvSpPr>
        <p:spPr>
          <a:xfrm>
            <a:off x="6137107" y="1570643"/>
            <a:ext cx="1341120" cy="362792"/>
          </a:xfrm>
          <a:prstGeom prst="rect">
            <a:avLst/>
          </a:prstGeom>
          <a:noFill/>
        </p:spPr>
        <p:txBody>
          <a:bodyPr wrap="square" rtlCol="0">
            <a:spAutoFit/>
          </a:bodyPr>
          <a:lstStyle/>
          <a:p>
            <a:pPr>
              <a:lnSpc>
                <a:spcPct val="120000"/>
              </a:lnSpc>
            </a:pPr>
            <a:r>
              <a:rPr lang="zh-CN" altLang="en-US" sz="1600" b="1" spc="100" dirty="0">
                <a:solidFill>
                  <a:schemeClr val="tx1">
                    <a:lumMod val="65000"/>
                    <a:lumOff val="35000"/>
                  </a:schemeClr>
                </a:solidFill>
                <a:latin typeface="+mj-ea"/>
                <a:ea typeface="+mj-ea"/>
                <a:cs typeface="+mn-ea"/>
                <a:sym typeface="+mn-lt"/>
              </a:rPr>
              <a:t>关键词</a:t>
            </a:r>
            <a:r>
              <a:rPr lang="en-US" altLang="zh-CN" sz="1600" b="1" spc="100" dirty="0">
                <a:solidFill>
                  <a:schemeClr val="tx1">
                    <a:lumMod val="65000"/>
                    <a:lumOff val="35000"/>
                  </a:schemeClr>
                </a:solidFill>
                <a:latin typeface="+mj-ea"/>
                <a:ea typeface="+mj-ea"/>
                <a:cs typeface="+mn-ea"/>
                <a:sym typeface="+mn-lt"/>
              </a:rPr>
              <a:t>1</a:t>
            </a:r>
            <a:endParaRPr lang="zh-CN" altLang="en-US" sz="1600" b="1" spc="100" dirty="0">
              <a:solidFill>
                <a:schemeClr val="tx1">
                  <a:lumMod val="65000"/>
                  <a:lumOff val="35000"/>
                </a:schemeClr>
              </a:solidFill>
              <a:latin typeface="+mj-ea"/>
              <a:ea typeface="+mj-ea"/>
              <a:cs typeface="+mn-ea"/>
              <a:sym typeface="+mn-lt"/>
            </a:endParaRPr>
          </a:p>
        </p:txBody>
      </p:sp>
      <p:cxnSp>
        <p:nvCxnSpPr>
          <p:cNvPr id="22" name="直接连接符 21">
            <a:extLst>
              <a:ext uri="{FF2B5EF4-FFF2-40B4-BE49-F238E27FC236}">
                <a16:creationId xmlns:a16="http://schemas.microsoft.com/office/drawing/2014/main" id="{AF06D384-279D-49D8-8106-4B7D92B54019}"/>
              </a:ext>
            </a:extLst>
          </p:cNvPr>
          <p:cNvCxnSpPr/>
          <p:nvPr/>
        </p:nvCxnSpPr>
        <p:spPr>
          <a:xfrm>
            <a:off x="6239849" y="1999906"/>
            <a:ext cx="41452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任意多边形: 形状 24">
            <a:extLst>
              <a:ext uri="{FF2B5EF4-FFF2-40B4-BE49-F238E27FC236}">
                <a16:creationId xmlns:a16="http://schemas.microsoft.com/office/drawing/2014/main" id="{CDC19B82-FF6E-4E3A-AB6C-EE05C7859D62}"/>
              </a:ext>
            </a:extLst>
          </p:cNvPr>
          <p:cNvSpPr/>
          <p:nvPr/>
        </p:nvSpPr>
        <p:spPr>
          <a:xfrm flipH="1">
            <a:off x="1537058" y="4030551"/>
            <a:ext cx="4889734" cy="2003830"/>
          </a:xfrm>
          <a:custGeom>
            <a:avLst/>
            <a:gdLst>
              <a:gd name="connsiteX0" fmla="*/ 30480 w 4582160"/>
              <a:gd name="connsiteY0" fmla="*/ 0 h 3190240"/>
              <a:gd name="connsiteX1" fmla="*/ 4582160 w 4582160"/>
              <a:gd name="connsiteY1" fmla="*/ 0 h 3190240"/>
              <a:gd name="connsiteX2" fmla="*/ 4582160 w 4582160"/>
              <a:gd name="connsiteY2" fmla="*/ 3190240 h 3190240"/>
              <a:gd name="connsiteX3" fmla="*/ 0 w 4582160"/>
              <a:gd name="connsiteY3" fmla="*/ 3190240 h 3190240"/>
              <a:gd name="connsiteX0" fmla="*/ 16 w 4582160"/>
              <a:gd name="connsiteY0" fmla="*/ 0 h 3190240"/>
              <a:gd name="connsiteX1" fmla="*/ 4582160 w 4582160"/>
              <a:gd name="connsiteY1" fmla="*/ 0 h 3190240"/>
              <a:gd name="connsiteX2" fmla="*/ 4582160 w 4582160"/>
              <a:gd name="connsiteY2" fmla="*/ 3190240 h 3190240"/>
              <a:gd name="connsiteX3" fmla="*/ 0 w 4582160"/>
              <a:gd name="connsiteY3" fmla="*/ 3190240 h 3190240"/>
            </a:gdLst>
            <a:ahLst/>
            <a:cxnLst>
              <a:cxn ang="0">
                <a:pos x="connsiteX0" y="connsiteY0"/>
              </a:cxn>
              <a:cxn ang="0">
                <a:pos x="connsiteX1" y="connsiteY1"/>
              </a:cxn>
              <a:cxn ang="0">
                <a:pos x="connsiteX2" y="connsiteY2"/>
              </a:cxn>
              <a:cxn ang="0">
                <a:pos x="connsiteX3" y="connsiteY3"/>
              </a:cxn>
            </a:cxnLst>
            <a:rect l="l" t="t" r="r" b="b"/>
            <a:pathLst>
              <a:path w="4582160" h="3190240">
                <a:moveTo>
                  <a:pt x="16" y="0"/>
                </a:moveTo>
                <a:lnTo>
                  <a:pt x="4582160" y="0"/>
                </a:lnTo>
                <a:lnTo>
                  <a:pt x="4582160" y="3190240"/>
                </a:lnTo>
                <a:lnTo>
                  <a:pt x="0" y="3190240"/>
                </a:lnTo>
              </a:path>
            </a:pathLst>
          </a:cu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6" name="文本框 25">
            <a:extLst>
              <a:ext uri="{FF2B5EF4-FFF2-40B4-BE49-F238E27FC236}">
                <a16:creationId xmlns:a16="http://schemas.microsoft.com/office/drawing/2014/main" id="{E36ED975-27EC-4088-A188-63A30B2645C3}"/>
              </a:ext>
            </a:extLst>
          </p:cNvPr>
          <p:cNvSpPr txBox="1"/>
          <p:nvPr/>
        </p:nvSpPr>
        <p:spPr>
          <a:xfrm flipH="1">
            <a:off x="1815625" y="4563267"/>
            <a:ext cx="4226093" cy="1249188"/>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南京理工大学，位于江苏省南京市，北依紫金山，西临明城墙，是隶属于工业和信息化部，由工信部、教育部与江苏省人民政府共建的全国重点大学</a:t>
            </a:r>
          </a:p>
        </p:txBody>
      </p:sp>
      <p:grpSp>
        <p:nvGrpSpPr>
          <p:cNvPr id="27" name="组合 26">
            <a:extLst>
              <a:ext uri="{FF2B5EF4-FFF2-40B4-BE49-F238E27FC236}">
                <a16:creationId xmlns:a16="http://schemas.microsoft.com/office/drawing/2014/main" id="{F219C7C2-93F0-43D1-82B6-C80F6A808040}"/>
              </a:ext>
            </a:extLst>
          </p:cNvPr>
          <p:cNvGrpSpPr/>
          <p:nvPr/>
        </p:nvGrpSpPr>
        <p:grpSpPr>
          <a:xfrm flipH="1">
            <a:off x="6255344" y="3788050"/>
            <a:ext cx="4399598" cy="2488833"/>
            <a:chOff x="853440" y="1268413"/>
            <a:chExt cx="4399598" cy="2488833"/>
          </a:xfrm>
        </p:grpSpPr>
        <p:pic>
          <p:nvPicPr>
            <p:cNvPr id="30" name="图片 29">
              <a:extLst>
                <a:ext uri="{FF2B5EF4-FFF2-40B4-BE49-F238E27FC236}">
                  <a16:creationId xmlns:a16="http://schemas.microsoft.com/office/drawing/2014/main" id="{04EF2830-8216-4A62-82D8-EF911AA4D7AA}"/>
                </a:ext>
              </a:extLst>
            </p:cNvPr>
            <p:cNvPicPr>
              <a:picLocks noChangeAspect="1"/>
            </p:cNvPicPr>
            <p:nvPr/>
          </p:nvPicPr>
          <p:blipFill rotWithShape="1">
            <a:blip r:embed="rId3">
              <a:extLst>
                <a:ext uri="{28A0092B-C50C-407E-A947-70E740481C1C}">
                  <a14:useLocalDpi xmlns:a14="http://schemas.microsoft.com/office/drawing/2010/main" val="0"/>
                </a:ext>
              </a:extLst>
            </a:blip>
            <a:srcRect l="3344" t="14124" r="16977" b="6197"/>
            <a:stretch/>
          </p:blipFill>
          <p:spPr>
            <a:xfrm>
              <a:off x="974293" y="1357652"/>
              <a:ext cx="4107296" cy="2310354"/>
            </a:xfrm>
            <a:prstGeom prst="rect">
              <a:avLst/>
            </a:prstGeom>
          </p:spPr>
        </p:pic>
        <p:sp>
          <p:nvSpPr>
            <p:cNvPr id="31" name="任意多边形: 形状 30">
              <a:extLst>
                <a:ext uri="{FF2B5EF4-FFF2-40B4-BE49-F238E27FC236}">
                  <a16:creationId xmlns:a16="http://schemas.microsoft.com/office/drawing/2014/main" id="{67305766-E59A-4898-A5EA-72F6C4CDEFE4}"/>
                </a:ext>
              </a:extLst>
            </p:cNvPr>
            <p:cNvSpPr/>
            <p:nvPr/>
          </p:nvSpPr>
          <p:spPr>
            <a:xfrm>
              <a:off x="853440" y="1268413"/>
              <a:ext cx="4399598" cy="2488833"/>
            </a:xfrm>
            <a:custGeom>
              <a:avLst/>
              <a:gdLst>
                <a:gd name="connsiteX0" fmla="*/ 5067300 w 5273040"/>
                <a:gd name="connsiteY0" fmla="*/ 243840 h 3962400"/>
                <a:gd name="connsiteX1" fmla="*/ 5273040 w 5273040"/>
                <a:gd name="connsiteY1" fmla="*/ 243840 h 3962400"/>
                <a:gd name="connsiteX2" fmla="*/ 5273040 w 5273040"/>
                <a:gd name="connsiteY2" fmla="*/ 0 h 3962400"/>
                <a:gd name="connsiteX3" fmla="*/ 0 w 5273040"/>
                <a:gd name="connsiteY3" fmla="*/ 0 h 3962400"/>
                <a:gd name="connsiteX4" fmla="*/ 0 w 5273040"/>
                <a:gd name="connsiteY4" fmla="*/ 3962400 h 3962400"/>
                <a:gd name="connsiteX5" fmla="*/ 5273040 w 5273040"/>
                <a:gd name="connsiteY5" fmla="*/ 3962400 h 3962400"/>
                <a:gd name="connsiteX6" fmla="*/ 5273040 w 5273040"/>
                <a:gd name="connsiteY6" fmla="*/ 3710940 h 3962400"/>
                <a:gd name="connsiteX7" fmla="*/ 5067300 w 5273040"/>
                <a:gd name="connsiteY7" fmla="*/ 3710940 h 39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3040" h="3962400">
                  <a:moveTo>
                    <a:pt x="5067300" y="243840"/>
                  </a:moveTo>
                  <a:lnTo>
                    <a:pt x="5273040" y="243840"/>
                  </a:lnTo>
                  <a:lnTo>
                    <a:pt x="5273040" y="0"/>
                  </a:lnTo>
                  <a:lnTo>
                    <a:pt x="0" y="0"/>
                  </a:lnTo>
                  <a:lnTo>
                    <a:pt x="0" y="3962400"/>
                  </a:lnTo>
                  <a:lnTo>
                    <a:pt x="5273040" y="3962400"/>
                  </a:lnTo>
                  <a:lnTo>
                    <a:pt x="5273040" y="3710940"/>
                  </a:lnTo>
                  <a:lnTo>
                    <a:pt x="5067300" y="371094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31">
              <a:extLst>
                <a:ext uri="{FF2B5EF4-FFF2-40B4-BE49-F238E27FC236}">
                  <a16:creationId xmlns:a16="http://schemas.microsoft.com/office/drawing/2014/main" id="{E7841BD7-0EF0-4847-ACB8-889E4087316A}"/>
                </a:ext>
              </a:extLst>
            </p:cNvPr>
            <p:cNvSpPr/>
            <p:nvPr/>
          </p:nvSpPr>
          <p:spPr>
            <a:xfrm>
              <a:off x="5189222" y="1270318"/>
              <a:ext cx="63816" cy="63816"/>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33" name="矩形 32">
              <a:extLst>
                <a:ext uri="{FF2B5EF4-FFF2-40B4-BE49-F238E27FC236}">
                  <a16:creationId xmlns:a16="http://schemas.microsoft.com/office/drawing/2014/main" id="{888F0BE1-C9A1-49A5-958C-5B1C9D38536E}"/>
                </a:ext>
              </a:extLst>
            </p:cNvPr>
            <p:cNvSpPr/>
            <p:nvPr/>
          </p:nvSpPr>
          <p:spPr>
            <a:xfrm>
              <a:off x="5189222" y="3693430"/>
              <a:ext cx="63816" cy="63816"/>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sp>
        <p:nvSpPr>
          <p:cNvPr id="28" name="文本框 27">
            <a:extLst>
              <a:ext uri="{FF2B5EF4-FFF2-40B4-BE49-F238E27FC236}">
                <a16:creationId xmlns:a16="http://schemas.microsoft.com/office/drawing/2014/main" id="{C4131399-6E67-4633-ACE6-2CAADFF05246}"/>
              </a:ext>
            </a:extLst>
          </p:cNvPr>
          <p:cNvSpPr txBox="1"/>
          <p:nvPr/>
        </p:nvSpPr>
        <p:spPr>
          <a:xfrm flipH="1">
            <a:off x="4744720" y="4107936"/>
            <a:ext cx="1341120" cy="362792"/>
          </a:xfrm>
          <a:prstGeom prst="rect">
            <a:avLst/>
          </a:prstGeom>
          <a:noFill/>
        </p:spPr>
        <p:txBody>
          <a:bodyPr wrap="square" rtlCol="0">
            <a:spAutoFit/>
          </a:bodyPr>
          <a:lstStyle/>
          <a:p>
            <a:pPr algn="r">
              <a:lnSpc>
                <a:spcPct val="120000"/>
              </a:lnSpc>
            </a:pPr>
            <a:r>
              <a:rPr lang="zh-CN" altLang="en-US" sz="1600" b="1" spc="100" dirty="0">
                <a:solidFill>
                  <a:schemeClr val="tx1">
                    <a:lumMod val="65000"/>
                    <a:lumOff val="35000"/>
                  </a:schemeClr>
                </a:solidFill>
                <a:latin typeface="+mj-ea"/>
                <a:ea typeface="+mj-ea"/>
                <a:cs typeface="+mn-ea"/>
                <a:sym typeface="+mn-lt"/>
              </a:rPr>
              <a:t>关键词</a:t>
            </a:r>
            <a:r>
              <a:rPr lang="en-US" altLang="zh-CN" sz="1600" b="1" spc="100" dirty="0">
                <a:solidFill>
                  <a:schemeClr val="tx1">
                    <a:lumMod val="65000"/>
                    <a:lumOff val="35000"/>
                  </a:schemeClr>
                </a:solidFill>
                <a:latin typeface="+mj-ea"/>
                <a:ea typeface="+mj-ea"/>
                <a:cs typeface="+mn-ea"/>
                <a:sym typeface="+mn-lt"/>
              </a:rPr>
              <a:t>2</a:t>
            </a:r>
            <a:endParaRPr lang="zh-CN" altLang="en-US" sz="1600" b="1" spc="100" dirty="0">
              <a:solidFill>
                <a:schemeClr val="tx1">
                  <a:lumMod val="65000"/>
                  <a:lumOff val="35000"/>
                </a:schemeClr>
              </a:solidFill>
              <a:latin typeface="+mj-ea"/>
              <a:ea typeface="+mj-ea"/>
              <a:cs typeface="+mn-ea"/>
              <a:sym typeface="+mn-lt"/>
            </a:endParaRPr>
          </a:p>
        </p:txBody>
      </p:sp>
      <p:cxnSp>
        <p:nvCxnSpPr>
          <p:cNvPr id="29" name="直接连接符 28">
            <a:extLst>
              <a:ext uri="{FF2B5EF4-FFF2-40B4-BE49-F238E27FC236}">
                <a16:creationId xmlns:a16="http://schemas.microsoft.com/office/drawing/2014/main" id="{DFAC7743-50C7-44CD-B339-E4A1A8666372}"/>
              </a:ext>
            </a:extLst>
          </p:cNvPr>
          <p:cNvCxnSpPr/>
          <p:nvPr/>
        </p:nvCxnSpPr>
        <p:spPr>
          <a:xfrm flipH="1">
            <a:off x="5501808" y="4522627"/>
            <a:ext cx="41452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578F0628-57F0-4AA9-B116-8D3EB7DDA9A6}"/>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两项内容页</a:t>
            </a:r>
          </a:p>
        </p:txBody>
      </p:sp>
    </p:spTree>
    <p:extLst>
      <p:ext uri="{BB962C8B-B14F-4D97-AF65-F5344CB8AC3E}">
        <p14:creationId xmlns:p14="http://schemas.microsoft.com/office/powerpoint/2010/main" val="2143783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任意多边形: 形状 10">
            <a:extLst>
              <a:ext uri="{FF2B5EF4-FFF2-40B4-BE49-F238E27FC236}">
                <a16:creationId xmlns:a16="http://schemas.microsoft.com/office/drawing/2014/main" id="{6DB86030-DDB5-4F7B-83C5-ECFCEC7760E7}"/>
              </a:ext>
            </a:extLst>
          </p:cNvPr>
          <p:cNvSpPr/>
          <p:nvPr/>
        </p:nvSpPr>
        <p:spPr>
          <a:xfrm>
            <a:off x="2262966" y="2021840"/>
            <a:ext cx="2860675" cy="3445828"/>
          </a:xfrm>
          <a:custGeom>
            <a:avLst/>
            <a:gdLst>
              <a:gd name="connsiteX0" fmla="*/ 0 w 2860675"/>
              <a:gd name="connsiteY0" fmla="*/ 0 h 3445828"/>
              <a:gd name="connsiteX1" fmla="*/ 2860675 w 2860675"/>
              <a:gd name="connsiteY1" fmla="*/ 0 h 3445828"/>
              <a:gd name="connsiteX2" fmla="*/ 2860675 w 2860675"/>
              <a:gd name="connsiteY2" fmla="*/ 3445828 h 3445828"/>
              <a:gd name="connsiteX3" fmla="*/ 2728595 w 2860675"/>
              <a:gd name="connsiteY3" fmla="*/ 3445828 h 3445828"/>
              <a:gd name="connsiteX4" fmla="*/ 2728595 w 2860675"/>
              <a:gd name="connsiteY4" fmla="*/ 132080 h 3445828"/>
              <a:gd name="connsiteX5" fmla="*/ 0 w 2860675"/>
              <a:gd name="connsiteY5" fmla="*/ 132080 h 3445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0675" h="3445828">
                <a:moveTo>
                  <a:pt x="0" y="0"/>
                </a:moveTo>
                <a:lnTo>
                  <a:pt x="2860675" y="0"/>
                </a:lnTo>
                <a:lnTo>
                  <a:pt x="2860675" y="3445828"/>
                </a:lnTo>
                <a:lnTo>
                  <a:pt x="2728595" y="3445828"/>
                </a:lnTo>
                <a:lnTo>
                  <a:pt x="2728595" y="132080"/>
                </a:lnTo>
                <a:lnTo>
                  <a:pt x="0" y="13208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sp>
        <p:nvSpPr>
          <p:cNvPr id="7" name="矩形 6">
            <a:extLst>
              <a:ext uri="{FF2B5EF4-FFF2-40B4-BE49-F238E27FC236}">
                <a16:creationId xmlns:a16="http://schemas.microsoft.com/office/drawing/2014/main" id="{5E2AD84B-505C-45E9-A7EE-5C4156AB9F31}"/>
              </a:ext>
            </a:extLst>
          </p:cNvPr>
          <p:cNvSpPr/>
          <p:nvPr/>
        </p:nvSpPr>
        <p:spPr>
          <a:xfrm>
            <a:off x="2124790" y="2153920"/>
            <a:ext cx="2860675" cy="344582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2" name="文本框 11">
            <a:extLst>
              <a:ext uri="{FF2B5EF4-FFF2-40B4-BE49-F238E27FC236}">
                <a16:creationId xmlns:a16="http://schemas.microsoft.com/office/drawing/2014/main" id="{A5E2CC37-24C6-4255-A63C-0C3B4C177663}"/>
              </a:ext>
            </a:extLst>
          </p:cNvPr>
          <p:cNvSpPr txBox="1"/>
          <p:nvPr/>
        </p:nvSpPr>
        <p:spPr>
          <a:xfrm>
            <a:off x="2332355" y="2336800"/>
            <a:ext cx="1310640" cy="396583"/>
          </a:xfrm>
          <a:prstGeom prst="rect">
            <a:avLst/>
          </a:prstGeom>
          <a:noFill/>
        </p:spPr>
        <p:txBody>
          <a:bodyPr wrap="square" rtlCol="0">
            <a:spAutoFit/>
          </a:bodyPr>
          <a:lstStyle/>
          <a:p>
            <a:pPr>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1</a:t>
            </a:r>
            <a:endParaRPr lang="zh-CN" altLang="en-US" b="1" spc="100" dirty="0">
              <a:solidFill>
                <a:schemeClr val="tx1">
                  <a:lumMod val="65000"/>
                  <a:lumOff val="35000"/>
                </a:schemeClr>
              </a:solidFill>
              <a:latin typeface="+mj-ea"/>
              <a:ea typeface="+mj-ea"/>
              <a:cs typeface="+mn-ea"/>
              <a:sym typeface="+mn-lt"/>
            </a:endParaRPr>
          </a:p>
        </p:txBody>
      </p:sp>
      <p:cxnSp>
        <p:nvCxnSpPr>
          <p:cNvPr id="14" name="直接连接符 13">
            <a:extLst>
              <a:ext uri="{FF2B5EF4-FFF2-40B4-BE49-F238E27FC236}">
                <a16:creationId xmlns:a16="http://schemas.microsoft.com/office/drawing/2014/main" id="{E48D9808-4624-4D94-901D-0594A7672ADD}"/>
              </a:ext>
            </a:extLst>
          </p:cNvPr>
          <p:cNvCxnSpPr/>
          <p:nvPr/>
        </p:nvCxnSpPr>
        <p:spPr>
          <a:xfrm>
            <a:off x="2433955" y="2844800"/>
            <a:ext cx="48768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608BBD98-9A77-4DF4-A800-E0058F0C21A6}"/>
              </a:ext>
            </a:extLst>
          </p:cNvPr>
          <p:cNvSpPr txBox="1"/>
          <p:nvPr/>
        </p:nvSpPr>
        <p:spPr>
          <a:xfrm>
            <a:off x="2332355" y="2926081"/>
            <a:ext cx="2487850" cy="2135585"/>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南京理工大学，位于江苏省南京市，北依紫金山，西临明城墙，是隶属于工业和信息化部，由工信部、教育部与江苏省人民政府共建的全国重点大学</a:t>
            </a:r>
          </a:p>
        </p:txBody>
      </p:sp>
      <p:sp>
        <p:nvSpPr>
          <p:cNvPr id="17" name="任意多边形: 形状 16">
            <a:extLst>
              <a:ext uri="{FF2B5EF4-FFF2-40B4-BE49-F238E27FC236}">
                <a16:creationId xmlns:a16="http://schemas.microsoft.com/office/drawing/2014/main" id="{3E19DC14-B08E-4326-8901-1F0E09A264D0}"/>
              </a:ext>
            </a:extLst>
          </p:cNvPr>
          <p:cNvSpPr/>
          <p:nvPr/>
        </p:nvSpPr>
        <p:spPr>
          <a:xfrm>
            <a:off x="7212631" y="2021840"/>
            <a:ext cx="2860675" cy="3445828"/>
          </a:xfrm>
          <a:custGeom>
            <a:avLst/>
            <a:gdLst>
              <a:gd name="connsiteX0" fmla="*/ 0 w 2860675"/>
              <a:gd name="connsiteY0" fmla="*/ 0 h 3445828"/>
              <a:gd name="connsiteX1" fmla="*/ 2860675 w 2860675"/>
              <a:gd name="connsiteY1" fmla="*/ 0 h 3445828"/>
              <a:gd name="connsiteX2" fmla="*/ 2860675 w 2860675"/>
              <a:gd name="connsiteY2" fmla="*/ 3445828 h 3445828"/>
              <a:gd name="connsiteX3" fmla="*/ 2728595 w 2860675"/>
              <a:gd name="connsiteY3" fmla="*/ 3445828 h 3445828"/>
              <a:gd name="connsiteX4" fmla="*/ 2728595 w 2860675"/>
              <a:gd name="connsiteY4" fmla="*/ 132080 h 3445828"/>
              <a:gd name="connsiteX5" fmla="*/ 0 w 2860675"/>
              <a:gd name="connsiteY5" fmla="*/ 132080 h 3445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0675" h="3445828">
                <a:moveTo>
                  <a:pt x="0" y="0"/>
                </a:moveTo>
                <a:lnTo>
                  <a:pt x="2860675" y="0"/>
                </a:lnTo>
                <a:lnTo>
                  <a:pt x="2860675" y="3445828"/>
                </a:lnTo>
                <a:lnTo>
                  <a:pt x="2728595" y="3445828"/>
                </a:lnTo>
                <a:lnTo>
                  <a:pt x="2728595" y="132080"/>
                </a:lnTo>
                <a:lnTo>
                  <a:pt x="0" y="13208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sp>
        <p:nvSpPr>
          <p:cNvPr id="18" name="矩形 17">
            <a:extLst>
              <a:ext uri="{FF2B5EF4-FFF2-40B4-BE49-F238E27FC236}">
                <a16:creationId xmlns:a16="http://schemas.microsoft.com/office/drawing/2014/main" id="{7DC42FBE-B2B7-4D65-B8CD-0643160CE59A}"/>
              </a:ext>
            </a:extLst>
          </p:cNvPr>
          <p:cNvSpPr/>
          <p:nvPr/>
        </p:nvSpPr>
        <p:spPr>
          <a:xfrm>
            <a:off x="7074455" y="2153920"/>
            <a:ext cx="2860675" cy="344582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9" name="文本框 18">
            <a:extLst>
              <a:ext uri="{FF2B5EF4-FFF2-40B4-BE49-F238E27FC236}">
                <a16:creationId xmlns:a16="http://schemas.microsoft.com/office/drawing/2014/main" id="{76C32391-9D78-4318-8231-7A56C9DB2254}"/>
              </a:ext>
            </a:extLst>
          </p:cNvPr>
          <p:cNvSpPr txBox="1"/>
          <p:nvPr/>
        </p:nvSpPr>
        <p:spPr>
          <a:xfrm>
            <a:off x="7282020" y="2336800"/>
            <a:ext cx="1310640" cy="396583"/>
          </a:xfrm>
          <a:prstGeom prst="rect">
            <a:avLst/>
          </a:prstGeom>
          <a:noFill/>
        </p:spPr>
        <p:txBody>
          <a:bodyPr wrap="square" rtlCol="0">
            <a:spAutoFit/>
          </a:bodyPr>
          <a:lstStyle/>
          <a:p>
            <a:pPr>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2</a:t>
            </a:r>
            <a:endParaRPr lang="zh-CN" altLang="en-US" b="1" spc="100" dirty="0">
              <a:solidFill>
                <a:schemeClr val="tx1">
                  <a:lumMod val="65000"/>
                  <a:lumOff val="35000"/>
                </a:schemeClr>
              </a:solidFill>
              <a:latin typeface="+mj-ea"/>
              <a:ea typeface="+mj-ea"/>
              <a:cs typeface="+mn-ea"/>
              <a:sym typeface="+mn-lt"/>
            </a:endParaRPr>
          </a:p>
        </p:txBody>
      </p:sp>
      <p:cxnSp>
        <p:nvCxnSpPr>
          <p:cNvPr id="20" name="直接连接符 19">
            <a:extLst>
              <a:ext uri="{FF2B5EF4-FFF2-40B4-BE49-F238E27FC236}">
                <a16:creationId xmlns:a16="http://schemas.microsoft.com/office/drawing/2014/main" id="{B0933088-3C0C-4DB0-9D5B-29F709536D0A}"/>
              </a:ext>
            </a:extLst>
          </p:cNvPr>
          <p:cNvCxnSpPr/>
          <p:nvPr/>
        </p:nvCxnSpPr>
        <p:spPr>
          <a:xfrm>
            <a:off x="7383620" y="2844800"/>
            <a:ext cx="48768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9C1E2F3C-91BA-44D4-B462-57EF4E573EBC}"/>
              </a:ext>
            </a:extLst>
          </p:cNvPr>
          <p:cNvSpPr txBox="1"/>
          <p:nvPr/>
        </p:nvSpPr>
        <p:spPr>
          <a:xfrm>
            <a:off x="7282020" y="2926081"/>
            <a:ext cx="2487850" cy="2135585"/>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南京理工大学，位于江苏省南京市，北依紫金山，西临明城墙，是隶属于工业和信息化部，由工信部、教育部与江苏省人民政府共建的全国重点大学</a:t>
            </a:r>
          </a:p>
        </p:txBody>
      </p:sp>
      <p:sp>
        <p:nvSpPr>
          <p:cNvPr id="23" name="bookmark-tag_74392">
            <a:extLst>
              <a:ext uri="{FF2B5EF4-FFF2-40B4-BE49-F238E27FC236}">
                <a16:creationId xmlns:a16="http://schemas.microsoft.com/office/drawing/2014/main" id="{34BF89FF-A185-4CD1-81BF-69286020BC7D}"/>
              </a:ext>
            </a:extLst>
          </p:cNvPr>
          <p:cNvSpPr>
            <a:spLocks noChangeAspect="1"/>
          </p:cNvSpPr>
          <p:nvPr/>
        </p:nvSpPr>
        <p:spPr bwMode="auto">
          <a:xfrm>
            <a:off x="4469471" y="2156104"/>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cs typeface="+mn-ea"/>
              <a:sym typeface="+mn-lt"/>
            </a:endParaRPr>
          </a:p>
        </p:txBody>
      </p:sp>
      <p:sp>
        <p:nvSpPr>
          <p:cNvPr id="24" name="bookmark-tag_74392">
            <a:extLst>
              <a:ext uri="{FF2B5EF4-FFF2-40B4-BE49-F238E27FC236}">
                <a16:creationId xmlns:a16="http://schemas.microsoft.com/office/drawing/2014/main" id="{6E36FD1D-7CBD-45EA-A827-AD9A1A6275DF}"/>
              </a:ext>
            </a:extLst>
          </p:cNvPr>
          <p:cNvSpPr>
            <a:spLocks noChangeAspect="1"/>
          </p:cNvSpPr>
          <p:nvPr/>
        </p:nvSpPr>
        <p:spPr bwMode="auto">
          <a:xfrm>
            <a:off x="9414851" y="2156104"/>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cs typeface="+mn-ea"/>
              <a:sym typeface="+mn-lt"/>
            </a:endParaRPr>
          </a:p>
        </p:txBody>
      </p:sp>
      <p:sp>
        <p:nvSpPr>
          <p:cNvPr id="2" name="文本框 1">
            <a:extLst>
              <a:ext uri="{FF2B5EF4-FFF2-40B4-BE49-F238E27FC236}">
                <a16:creationId xmlns:a16="http://schemas.microsoft.com/office/drawing/2014/main" id="{7C1C1A27-968E-4D6D-ACE8-792746F16353}"/>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两项内容页</a:t>
            </a:r>
          </a:p>
        </p:txBody>
      </p:sp>
    </p:spTree>
    <p:custDataLst>
      <p:tags r:id="rId1"/>
    </p:custDataLst>
    <p:extLst>
      <p:ext uri="{BB962C8B-B14F-4D97-AF65-F5344CB8AC3E}">
        <p14:creationId xmlns:p14="http://schemas.microsoft.com/office/powerpoint/2010/main" val="963204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D71184C4-94CA-4DB7-B3C9-96BEA47CDF58}"/>
              </a:ext>
            </a:extLst>
          </p:cNvPr>
          <p:cNvSpPr/>
          <p:nvPr/>
        </p:nvSpPr>
        <p:spPr>
          <a:xfrm>
            <a:off x="1052926" y="1513966"/>
            <a:ext cx="10113121" cy="4598986"/>
          </a:xfrm>
          <a:prstGeom prst="roundRect">
            <a:avLst>
              <a:gd name="adj" fmla="val 1720"/>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6" name="直接连接符 5">
            <a:extLst>
              <a:ext uri="{FF2B5EF4-FFF2-40B4-BE49-F238E27FC236}">
                <a16:creationId xmlns:a16="http://schemas.microsoft.com/office/drawing/2014/main" id="{3F46BC17-8C01-4780-BC23-FA80272D9DF5}"/>
              </a:ext>
            </a:extLst>
          </p:cNvPr>
          <p:cNvCxnSpPr>
            <a:cxnSpLocks/>
          </p:cNvCxnSpPr>
          <p:nvPr/>
        </p:nvCxnSpPr>
        <p:spPr>
          <a:xfrm>
            <a:off x="1805512" y="1958465"/>
            <a:ext cx="0" cy="3902928"/>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A0EED140-C44E-4AF5-B2B3-867A0E3EACB9}"/>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两项内容页</a:t>
            </a:r>
          </a:p>
        </p:txBody>
      </p:sp>
      <p:sp>
        <p:nvSpPr>
          <p:cNvPr id="7" name="任意多边形: 形状 6">
            <a:extLst>
              <a:ext uri="{FF2B5EF4-FFF2-40B4-BE49-F238E27FC236}">
                <a16:creationId xmlns:a16="http://schemas.microsoft.com/office/drawing/2014/main" id="{D1DDF10B-8B12-4082-BAF1-387B7CDE6DAA}"/>
              </a:ext>
            </a:extLst>
          </p:cNvPr>
          <p:cNvSpPr/>
          <p:nvPr/>
        </p:nvSpPr>
        <p:spPr>
          <a:xfrm>
            <a:off x="2715182" y="1958465"/>
            <a:ext cx="2860675" cy="3445828"/>
          </a:xfrm>
          <a:custGeom>
            <a:avLst/>
            <a:gdLst>
              <a:gd name="connsiteX0" fmla="*/ 0 w 2860675"/>
              <a:gd name="connsiteY0" fmla="*/ 0 h 3445828"/>
              <a:gd name="connsiteX1" fmla="*/ 2860675 w 2860675"/>
              <a:gd name="connsiteY1" fmla="*/ 0 h 3445828"/>
              <a:gd name="connsiteX2" fmla="*/ 2860675 w 2860675"/>
              <a:gd name="connsiteY2" fmla="*/ 3445828 h 3445828"/>
              <a:gd name="connsiteX3" fmla="*/ 2728595 w 2860675"/>
              <a:gd name="connsiteY3" fmla="*/ 3445828 h 3445828"/>
              <a:gd name="connsiteX4" fmla="*/ 2728595 w 2860675"/>
              <a:gd name="connsiteY4" fmla="*/ 132080 h 3445828"/>
              <a:gd name="connsiteX5" fmla="*/ 0 w 2860675"/>
              <a:gd name="connsiteY5" fmla="*/ 132080 h 3445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0675" h="3445828">
                <a:moveTo>
                  <a:pt x="0" y="0"/>
                </a:moveTo>
                <a:lnTo>
                  <a:pt x="2860675" y="0"/>
                </a:lnTo>
                <a:lnTo>
                  <a:pt x="2860675" y="3445828"/>
                </a:lnTo>
                <a:lnTo>
                  <a:pt x="2728595" y="3445828"/>
                </a:lnTo>
                <a:lnTo>
                  <a:pt x="2728595" y="132080"/>
                </a:lnTo>
                <a:lnTo>
                  <a:pt x="0" y="13208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sp>
        <p:nvSpPr>
          <p:cNvPr id="8" name="矩形 7">
            <a:extLst>
              <a:ext uri="{FF2B5EF4-FFF2-40B4-BE49-F238E27FC236}">
                <a16:creationId xmlns:a16="http://schemas.microsoft.com/office/drawing/2014/main" id="{F44E70DA-47B0-41E0-85DE-7DF50B6E3630}"/>
              </a:ext>
            </a:extLst>
          </p:cNvPr>
          <p:cNvSpPr/>
          <p:nvPr/>
        </p:nvSpPr>
        <p:spPr>
          <a:xfrm>
            <a:off x="2577006" y="2090545"/>
            <a:ext cx="2860675" cy="344582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9" name="文本框 8">
            <a:extLst>
              <a:ext uri="{FF2B5EF4-FFF2-40B4-BE49-F238E27FC236}">
                <a16:creationId xmlns:a16="http://schemas.microsoft.com/office/drawing/2014/main" id="{9FBD66D2-6917-420C-9632-3AD4F352F28F}"/>
              </a:ext>
            </a:extLst>
          </p:cNvPr>
          <p:cNvSpPr txBox="1"/>
          <p:nvPr/>
        </p:nvSpPr>
        <p:spPr>
          <a:xfrm>
            <a:off x="2784571" y="2273425"/>
            <a:ext cx="1310640" cy="396583"/>
          </a:xfrm>
          <a:prstGeom prst="rect">
            <a:avLst/>
          </a:prstGeom>
          <a:noFill/>
        </p:spPr>
        <p:txBody>
          <a:bodyPr wrap="square" rtlCol="0">
            <a:spAutoFit/>
          </a:bodyPr>
          <a:lstStyle/>
          <a:p>
            <a:pPr>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1</a:t>
            </a:r>
            <a:endParaRPr lang="zh-CN" altLang="en-US" b="1" spc="100" dirty="0">
              <a:solidFill>
                <a:schemeClr val="tx1">
                  <a:lumMod val="65000"/>
                  <a:lumOff val="35000"/>
                </a:schemeClr>
              </a:solidFill>
              <a:latin typeface="+mj-ea"/>
              <a:ea typeface="+mj-ea"/>
              <a:cs typeface="+mn-ea"/>
              <a:sym typeface="+mn-lt"/>
            </a:endParaRPr>
          </a:p>
        </p:txBody>
      </p:sp>
      <p:cxnSp>
        <p:nvCxnSpPr>
          <p:cNvPr id="10" name="直接连接符 9">
            <a:extLst>
              <a:ext uri="{FF2B5EF4-FFF2-40B4-BE49-F238E27FC236}">
                <a16:creationId xmlns:a16="http://schemas.microsoft.com/office/drawing/2014/main" id="{AA98EC94-8829-4999-8176-B585B1F014C6}"/>
              </a:ext>
            </a:extLst>
          </p:cNvPr>
          <p:cNvCxnSpPr>
            <a:cxnSpLocks/>
          </p:cNvCxnSpPr>
          <p:nvPr/>
        </p:nvCxnSpPr>
        <p:spPr>
          <a:xfrm>
            <a:off x="2886171" y="2781425"/>
            <a:ext cx="48768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ED897824-5F0F-451A-9E18-E1C582BA0A51}"/>
              </a:ext>
            </a:extLst>
          </p:cNvPr>
          <p:cNvSpPr txBox="1"/>
          <p:nvPr/>
        </p:nvSpPr>
        <p:spPr>
          <a:xfrm>
            <a:off x="2784571" y="2862706"/>
            <a:ext cx="2487850" cy="2135585"/>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南京理工大学，位于江苏省南京市，北依紫金山，西临明城墙，是隶属于工业和信息化部，由工信部、教育部与江苏省人民政府共建的全国重点大学</a:t>
            </a:r>
          </a:p>
        </p:txBody>
      </p:sp>
      <p:grpSp>
        <p:nvGrpSpPr>
          <p:cNvPr id="38" name="组合 37">
            <a:extLst>
              <a:ext uri="{FF2B5EF4-FFF2-40B4-BE49-F238E27FC236}">
                <a16:creationId xmlns:a16="http://schemas.microsoft.com/office/drawing/2014/main" id="{F726D16E-4FC7-4D72-8C88-3153FDB5883F}"/>
              </a:ext>
            </a:extLst>
          </p:cNvPr>
          <p:cNvGrpSpPr/>
          <p:nvPr/>
        </p:nvGrpSpPr>
        <p:grpSpPr>
          <a:xfrm>
            <a:off x="6722058" y="1958465"/>
            <a:ext cx="2998851" cy="3577908"/>
            <a:chOff x="6722058" y="2178920"/>
            <a:chExt cx="2998851" cy="3577908"/>
          </a:xfrm>
        </p:grpSpPr>
        <p:sp>
          <p:nvSpPr>
            <p:cNvPr id="27" name="任意多边形: 形状 26">
              <a:extLst>
                <a:ext uri="{FF2B5EF4-FFF2-40B4-BE49-F238E27FC236}">
                  <a16:creationId xmlns:a16="http://schemas.microsoft.com/office/drawing/2014/main" id="{95A9A854-D4A0-41DB-BF7C-C753EE5FD2BC}"/>
                </a:ext>
              </a:extLst>
            </p:cNvPr>
            <p:cNvSpPr/>
            <p:nvPr/>
          </p:nvSpPr>
          <p:spPr>
            <a:xfrm>
              <a:off x="6860234" y="2178920"/>
              <a:ext cx="2860675" cy="3445828"/>
            </a:xfrm>
            <a:custGeom>
              <a:avLst/>
              <a:gdLst>
                <a:gd name="connsiteX0" fmla="*/ 0 w 2860675"/>
                <a:gd name="connsiteY0" fmla="*/ 0 h 3445828"/>
                <a:gd name="connsiteX1" fmla="*/ 2860675 w 2860675"/>
                <a:gd name="connsiteY1" fmla="*/ 0 h 3445828"/>
                <a:gd name="connsiteX2" fmla="*/ 2860675 w 2860675"/>
                <a:gd name="connsiteY2" fmla="*/ 3445828 h 3445828"/>
                <a:gd name="connsiteX3" fmla="*/ 2728595 w 2860675"/>
                <a:gd name="connsiteY3" fmla="*/ 3445828 h 3445828"/>
                <a:gd name="connsiteX4" fmla="*/ 2728595 w 2860675"/>
                <a:gd name="connsiteY4" fmla="*/ 132080 h 3445828"/>
                <a:gd name="connsiteX5" fmla="*/ 0 w 2860675"/>
                <a:gd name="connsiteY5" fmla="*/ 132080 h 3445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0675" h="3445828">
                  <a:moveTo>
                    <a:pt x="0" y="0"/>
                  </a:moveTo>
                  <a:lnTo>
                    <a:pt x="2860675" y="0"/>
                  </a:lnTo>
                  <a:lnTo>
                    <a:pt x="2860675" y="3445828"/>
                  </a:lnTo>
                  <a:lnTo>
                    <a:pt x="2728595" y="3445828"/>
                  </a:lnTo>
                  <a:lnTo>
                    <a:pt x="2728595" y="132080"/>
                  </a:lnTo>
                  <a:lnTo>
                    <a:pt x="0" y="13208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sp>
          <p:nvSpPr>
            <p:cNvPr id="28" name="矩形 27">
              <a:extLst>
                <a:ext uri="{FF2B5EF4-FFF2-40B4-BE49-F238E27FC236}">
                  <a16:creationId xmlns:a16="http://schemas.microsoft.com/office/drawing/2014/main" id="{1174BEAC-7718-4A20-AAA2-9D2CDC7838EE}"/>
                </a:ext>
              </a:extLst>
            </p:cNvPr>
            <p:cNvSpPr/>
            <p:nvPr/>
          </p:nvSpPr>
          <p:spPr>
            <a:xfrm>
              <a:off x="6722058" y="2311000"/>
              <a:ext cx="2860675" cy="344582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9" name="文本框 28">
              <a:extLst>
                <a:ext uri="{FF2B5EF4-FFF2-40B4-BE49-F238E27FC236}">
                  <a16:creationId xmlns:a16="http://schemas.microsoft.com/office/drawing/2014/main" id="{564187B0-C964-4E4E-A258-0C6EB9A25E4F}"/>
                </a:ext>
              </a:extLst>
            </p:cNvPr>
            <p:cNvSpPr txBox="1"/>
            <p:nvPr/>
          </p:nvSpPr>
          <p:spPr>
            <a:xfrm>
              <a:off x="6929623" y="2493880"/>
              <a:ext cx="1310640" cy="396583"/>
            </a:xfrm>
            <a:prstGeom prst="rect">
              <a:avLst/>
            </a:prstGeom>
            <a:noFill/>
          </p:spPr>
          <p:txBody>
            <a:bodyPr wrap="square" rtlCol="0">
              <a:spAutoFit/>
            </a:bodyPr>
            <a:lstStyle/>
            <a:p>
              <a:pPr>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2</a:t>
              </a:r>
              <a:endParaRPr lang="zh-CN" altLang="en-US" b="1" spc="100" dirty="0">
                <a:solidFill>
                  <a:schemeClr val="tx1">
                    <a:lumMod val="65000"/>
                    <a:lumOff val="35000"/>
                  </a:schemeClr>
                </a:solidFill>
                <a:latin typeface="+mj-ea"/>
                <a:ea typeface="+mj-ea"/>
                <a:cs typeface="+mn-ea"/>
                <a:sym typeface="+mn-lt"/>
              </a:endParaRPr>
            </a:p>
          </p:txBody>
        </p:sp>
        <p:cxnSp>
          <p:nvCxnSpPr>
            <p:cNvPr id="30" name="直接连接符 29">
              <a:extLst>
                <a:ext uri="{FF2B5EF4-FFF2-40B4-BE49-F238E27FC236}">
                  <a16:creationId xmlns:a16="http://schemas.microsoft.com/office/drawing/2014/main" id="{D3123772-AE8A-4DC5-9C36-D52D06EC245C}"/>
                </a:ext>
              </a:extLst>
            </p:cNvPr>
            <p:cNvCxnSpPr>
              <a:cxnSpLocks/>
            </p:cNvCxnSpPr>
            <p:nvPr/>
          </p:nvCxnSpPr>
          <p:spPr>
            <a:xfrm>
              <a:off x="7031223" y="3001880"/>
              <a:ext cx="48768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EFEF8F36-C162-4209-B036-03FCB5FBAEFB}"/>
                </a:ext>
              </a:extLst>
            </p:cNvPr>
            <p:cNvSpPr txBox="1"/>
            <p:nvPr/>
          </p:nvSpPr>
          <p:spPr>
            <a:xfrm>
              <a:off x="6929623" y="3083161"/>
              <a:ext cx="2487850" cy="2135585"/>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南京理工大学，位于江苏省南京市，北依紫金山，西临明城墙，是隶属于工业和信息化部，由工信部、教育部与江苏省人民政府共建的全国重点大学</a:t>
              </a:r>
            </a:p>
          </p:txBody>
        </p:sp>
      </p:grpSp>
      <p:sp>
        <p:nvSpPr>
          <p:cNvPr id="34" name="文本框 33">
            <a:extLst>
              <a:ext uri="{FF2B5EF4-FFF2-40B4-BE49-F238E27FC236}">
                <a16:creationId xmlns:a16="http://schemas.microsoft.com/office/drawing/2014/main" id="{43AE6AA7-064D-4171-813F-818FCA9389F1}"/>
              </a:ext>
            </a:extLst>
          </p:cNvPr>
          <p:cNvSpPr txBox="1"/>
          <p:nvPr/>
        </p:nvSpPr>
        <p:spPr>
          <a:xfrm flipV="1">
            <a:off x="1311085" y="4119880"/>
            <a:ext cx="553998" cy="1666240"/>
          </a:xfrm>
          <a:prstGeom prst="rect">
            <a:avLst/>
          </a:prstGeom>
          <a:noFill/>
        </p:spPr>
        <p:txBody>
          <a:bodyPr vert="eaVert" wrap="square" rtlCol="0">
            <a:spAutoFit/>
          </a:bodyPr>
          <a:lstStyle/>
          <a:p>
            <a:pPr algn="just">
              <a:lnSpc>
                <a:spcPct val="120000"/>
              </a:lnSpc>
            </a:pPr>
            <a:r>
              <a:rPr lang="en-US" altLang="zh-CN" sz="2000" spc="300" dirty="0">
                <a:solidFill>
                  <a:schemeClr val="accent1"/>
                </a:solidFill>
                <a:cs typeface="+mn-ea"/>
                <a:sym typeface="+mn-lt"/>
              </a:rPr>
              <a:t>Research</a:t>
            </a:r>
            <a:endParaRPr lang="zh-CN" altLang="en-US" sz="2000" spc="300" dirty="0">
              <a:solidFill>
                <a:schemeClr val="accent1"/>
              </a:solidFill>
              <a:cs typeface="+mn-ea"/>
              <a:sym typeface="+mn-lt"/>
            </a:endParaRPr>
          </a:p>
        </p:txBody>
      </p:sp>
      <p:sp>
        <p:nvSpPr>
          <p:cNvPr id="39" name="iconfont-11145-7055663">
            <a:extLst>
              <a:ext uri="{FF2B5EF4-FFF2-40B4-BE49-F238E27FC236}">
                <a16:creationId xmlns:a16="http://schemas.microsoft.com/office/drawing/2014/main" id="{76F3E6AB-45D8-4D5D-A522-D40BD3A5FC33}"/>
              </a:ext>
            </a:extLst>
          </p:cNvPr>
          <p:cNvSpPr>
            <a:spLocks noChangeAspect="1"/>
          </p:cNvSpPr>
          <p:nvPr/>
        </p:nvSpPr>
        <p:spPr bwMode="auto">
          <a:xfrm>
            <a:off x="4692236" y="2349011"/>
            <a:ext cx="473055" cy="473055"/>
          </a:xfrm>
          <a:custGeom>
            <a:avLst/>
            <a:gdLst>
              <a:gd name="T0" fmla="*/ 9870 w 11200"/>
              <a:gd name="T1" fmla="*/ 8006 h 11200"/>
              <a:gd name="T2" fmla="*/ 9870 w 11200"/>
              <a:gd name="T3" fmla="*/ 6920 h 11200"/>
              <a:gd name="T4" fmla="*/ 9470 w 11200"/>
              <a:gd name="T5" fmla="*/ 6520 h 11200"/>
              <a:gd name="T6" fmla="*/ 7404 w 11200"/>
              <a:gd name="T7" fmla="*/ 6520 h 11200"/>
              <a:gd name="T8" fmla="*/ 7404 w 11200"/>
              <a:gd name="T9" fmla="*/ 4987 h 11200"/>
              <a:gd name="T10" fmla="*/ 8437 w 11200"/>
              <a:gd name="T11" fmla="*/ 2815 h 11200"/>
              <a:gd name="T12" fmla="*/ 5600 w 11200"/>
              <a:gd name="T13" fmla="*/ 0 h 11200"/>
              <a:gd name="T14" fmla="*/ 2763 w 11200"/>
              <a:gd name="T15" fmla="*/ 2815 h 11200"/>
              <a:gd name="T16" fmla="*/ 3797 w 11200"/>
              <a:gd name="T17" fmla="*/ 4987 h 11200"/>
              <a:gd name="T18" fmla="*/ 3797 w 11200"/>
              <a:gd name="T19" fmla="*/ 6520 h 11200"/>
              <a:gd name="T20" fmla="*/ 1730 w 11200"/>
              <a:gd name="T21" fmla="*/ 6520 h 11200"/>
              <a:gd name="T22" fmla="*/ 1330 w 11200"/>
              <a:gd name="T23" fmla="*/ 6920 h 11200"/>
              <a:gd name="T24" fmla="*/ 1330 w 11200"/>
              <a:gd name="T25" fmla="*/ 8006 h 11200"/>
              <a:gd name="T26" fmla="*/ 400 w 11200"/>
              <a:gd name="T27" fmla="*/ 8006 h 11200"/>
              <a:gd name="T28" fmla="*/ 0 w 11200"/>
              <a:gd name="T29" fmla="*/ 8406 h 11200"/>
              <a:gd name="T30" fmla="*/ 0 w 11200"/>
              <a:gd name="T31" fmla="*/ 10800 h 11200"/>
              <a:gd name="T32" fmla="*/ 400 w 11200"/>
              <a:gd name="T33" fmla="*/ 11200 h 11200"/>
              <a:gd name="T34" fmla="*/ 10800 w 11200"/>
              <a:gd name="T35" fmla="*/ 11200 h 11200"/>
              <a:gd name="T36" fmla="*/ 11200 w 11200"/>
              <a:gd name="T37" fmla="*/ 10800 h 11200"/>
              <a:gd name="T38" fmla="*/ 11200 w 11200"/>
              <a:gd name="T39" fmla="*/ 8406 h 11200"/>
              <a:gd name="T40" fmla="*/ 10800 w 11200"/>
              <a:gd name="T41" fmla="*/ 8006 h 11200"/>
              <a:gd name="T42" fmla="*/ 9870 w 11200"/>
              <a:gd name="T43" fmla="*/ 8006 h 11200"/>
              <a:gd name="T44" fmla="*/ 4436 w 11200"/>
              <a:gd name="T45" fmla="*/ 4455 h 11200"/>
              <a:gd name="T46" fmla="*/ 3575 w 11200"/>
              <a:gd name="T47" fmla="*/ 2817 h 11200"/>
              <a:gd name="T48" fmla="*/ 5600 w 11200"/>
              <a:gd name="T49" fmla="*/ 813 h 11200"/>
              <a:gd name="T50" fmla="*/ 7625 w 11200"/>
              <a:gd name="T51" fmla="*/ 2817 h 11200"/>
              <a:gd name="T52" fmla="*/ 6763 w 11200"/>
              <a:gd name="T53" fmla="*/ 4455 h 11200"/>
              <a:gd name="T54" fmla="*/ 6591 w 11200"/>
              <a:gd name="T55" fmla="*/ 4576 h 11200"/>
              <a:gd name="T56" fmla="*/ 6591 w 11200"/>
              <a:gd name="T57" fmla="*/ 6425 h 11200"/>
              <a:gd name="T58" fmla="*/ 6491 w 11200"/>
              <a:gd name="T59" fmla="*/ 6525 h 11200"/>
              <a:gd name="T60" fmla="*/ 4709 w 11200"/>
              <a:gd name="T61" fmla="*/ 6525 h 11200"/>
              <a:gd name="T62" fmla="*/ 4609 w 11200"/>
              <a:gd name="T63" fmla="*/ 6425 h 11200"/>
              <a:gd name="T64" fmla="*/ 4609 w 11200"/>
              <a:gd name="T65" fmla="*/ 4576 h 11200"/>
              <a:gd name="T66" fmla="*/ 4436 w 11200"/>
              <a:gd name="T67" fmla="*/ 4455 h 11200"/>
              <a:gd name="T68" fmla="*/ 2225 w 11200"/>
              <a:gd name="T69" fmla="*/ 7300 h 11200"/>
              <a:gd name="T70" fmla="*/ 8963 w 11200"/>
              <a:gd name="T71" fmla="*/ 7300 h 11200"/>
              <a:gd name="T72" fmla="*/ 9063 w 11200"/>
              <a:gd name="T73" fmla="*/ 7400 h 11200"/>
              <a:gd name="T74" fmla="*/ 9063 w 11200"/>
              <a:gd name="T75" fmla="*/ 7875 h 11200"/>
              <a:gd name="T76" fmla="*/ 8963 w 11200"/>
              <a:gd name="T77" fmla="*/ 7975 h 11200"/>
              <a:gd name="T78" fmla="*/ 2225 w 11200"/>
              <a:gd name="T79" fmla="*/ 7975 h 11200"/>
              <a:gd name="T80" fmla="*/ 2125 w 11200"/>
              <a:gd name="T81" fmla="*/ 7875 h 11200"/>
              <a:gd name="T82" fmla="*/ 2125 w 11200"/>
              <a:gd name="T83" fmla="*/ 7400 h 11200"/>
              <a:gd name="T84" fmla="*/ 2225 w 11200"/>
              <a:gd name="T85" fmla="*/ 7300 h 11200"/>
              <a:gd name="T86" fmla="*/ 10399 w 11200"/>
              <a:gd name="T87" fmla="*/ 10400 h 11200"/>
              <a:gd name="T88" fmla="*/ 900 w 11200"/>
              <a:gd name="T89" fmla="*/ 10400 h 11200"/>
              <a:gd name="T90" fmla="*/ 800 w 11200"/>
              <a:gd name="T91" fmla="*/ 10300 h 11200"/>
              <a:gd name="T92" fmla="*/ 800 w 11200"/>
              <a:gd name="T93" fmla="*/ 8925 h 11200"/>
              <a:gd name="T94" fmla="*/ 900 w 11200"/>
              <a:gd name="T95" fmla="*/ 8825 h 11200"/>
              <a:gd name="T96" fmla="*/ 10300 w 11200"/>
              <a:gd name="T97" fmla="*/ 8825 h 11200"/>
              <a:gd name="T98" fmla="*/ 10400 w 11200"/>
              <a:gd name="T99" fmla="*/ 8925 h 11200"/>
              <a:gd name="T100" fmla="*/ 10400 w 11200"/>
              <a:gd name="T101" fmla="*/ 10399 h 11200"/>
              <a:gd name="T102" fmla="*/ 10399 w 11200"/>
              <a:gd name="T103" fmla="*/ 10400 h 1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200" h="11200">
                <a:moveTo>
                  <a:pt x="9870" y="8006"/>
                </a:moveTo>
                <a:lnTo>
                  <a:pt x="9870" y="6920"/>
                </a:lnTo>
                <a:cubicBezTo>
                  <a:pt x="9870" y="6699"/>
                  <a:pt x="9691" y="6520"/>
                  <a:pt x="9470" y="6520"/>
                </a:cubicBezTo>
                <a:lnTo>
                  <a:pt x="7404" y="6520"/>
                </a:lnTo>
                <a:lnTo>
                  <a:pt x="7404" y="4987"/>
                </a:lnTo>
                <a:cubicBezTo>
                  <a:pt x="8056" y="4455"/>
                  <a:pt x="8436" y="3658"/>
                  <a:pt x="8437" y="2815"/>
                </a:cubicBezTo>
                <a:cubicBezTo>
                  <a:pt x="8437" y="1263"/>
                  <a:pt x="7165" y="0"/>
                  <a:pt x="5600" y="0"/>
                </a:cubicBezTo>
                <a:cubicBezTo>
                  <a:pt x="4035" y="0"/>
                  <a:pt x="2763" y="1263"/>
                  <a:pt x="2763" y="2815"/>
                </a:cubicBezTo>
                <a:cubicBezTo>
                  <a:pt x="2763" y="3657"/>
                  <a:pt x="3145" y="4454"/>
                  <a:pt x="3797" y="4987"/>
                </a:cubicBezTo>
                <a:lnTo>
                  <a:pt x="3797" y="6520"/>
                </a:lnTo>
                <a:lnTo>
                  <a:pt x="1730" y="6520"/>
                </a:lnTo>
                <a:cubicBezTo>
                  <a:pt x="1509" y="6520"/>
                  <a:pt x="1330" y="6699"/>
                  <a:pt x="1330" y="6920"/>
                </a:cubicBezTo>
                <a:lnTo>
                  <a:pt x="1330" y="8006"/>
                </a:lnTo>
                <a:lnTo>
                  <a:pt x="400" y="8006"/>
                </a:lnTo>
                <a:cubicBezTo>
                  <a:pt x="179" y="8006"/>
                  <a:pt x="0" y="8185"/>
                  <a:pt x="0" y="8406"/>
                </a:cubicBezTo>
                <a:lnTo>
                  <a:pt x="0" y="10800"/>
                </a:lnTo>
                <a:cubicBezTo>
                  <a:pt x="0" y="11021"/>
                  <a:pt x="179" y="11200"/>
                  <a:pt x="400" y="11200"/>
                </a:cubicBezTo>
                <a:lnTo>
                  <a:pt x="10800" y="11200"/>
                </a:lnTo>
                <a:cubicBezTo>
                  <a:pt x="11021" y="11200"/>
                  <a:pt x="11200" y="11021"/>
                  <a:pt x="11200" y="10800"/>
                </a:cubicBezTo>
                <a:lnTo>
                  <a:pt x="11200" y="8406"/>
                </a:lnTo>
                <a:cubicBezTo>
                  <a:pt x="11200" y="8185"/>
                  <a:pt x="11021" y="8006"/>
                  <a:pt x="10800" y="8006"/>
                </a:cubicBezTo>
                <a:lnTo>
                  <a:pt x="9870" y="8006"/>
                </a:lnTo>
                <a:close/>
                <a:moveTo>
                  <a:pt x="4436" y="4455"/>
                </a:moveTo>
                <a:cubicBezTo>
                  <a:pt x="3899" y="4083"/>
                  <a:pt x="3577" y="3471"/>
                  <a:pt x="3575" y="2817"/>
                </a:cubicBezTo>
                <a:cubicBezTo>
                  <a:pt x="3575" y="1712"/>
                  <a:pt x="4484" y="813"/>
                  <a:pt x="5600" y="813"/>
                </a:cubicBezTo>
                <a:cubicBezTo>
                  <a:pt x="6717" y="813"/>
                  <a:pt x="7625" y="1712"/>
                  <a:pt x="7625" y="2817"/>
                </a:cubicBezTo>
                <a:cubicBezTo>
                  <a:pt x="7623" y="3471"/>
                  <a:pt x="7301" y="4083"/>
                  <a:pt x="6763" y="4455"/>
                </a:cubicBezTo>
                <a:lnTo>
                  <a:pt x="6591" y="4576"/>
                </a:lnTo>
                <a:lnTo>
                  <a:pt x="6591" y="6425"/>
                </a:lnTo>
                <a:cubicBezTo>
                  <a:pt x="6591" y="6480"/>
                  <a:pt x="6546" y="6525"/>
                  <a:pt x="6491" y="6525"/>
                </a:cubicBezTo>
                <a:lnTo>
                  <a:pt x="4709" y="6525"/>
                </a:lnTo>
                <a:cubicBezTo>
                  <a:pt x="4653" y="6525"/>
                  <a:pt x="4609" y="6480"/>
                  <a:pt x="4609" y="6425"/>
                </a:cubicBezTo>
                <a:lnTo>
                  <a:pt x="4609" y="4576"/>
                </a:lnTo>
                <a:lnTo>
                  <a:pt x="4436" y="4455"/>
                </a:lnTo>
                <a:close/>
                <a:moveTo>
                  <a:pt x="2225" y="7300"/>
                </a:moveTo>
                <a:lnTo>
                  <a:pt x="8963" y="7300"/>
                </a:lnTo>
                <a:cubicBezTo>
                  <a:pt x="9018" y="7300"/>
                  <a:pt x="9063" y="7345"/>
                  <a:pt x="9063" y="7400"/>
                </a:cubicBezTo>
                <a:lnTo>
                  <a:pt x="9063" y="7875"/>
                </a:lnTo>
                <a:cubicBezTo>
                  <a:pt x="9063" y="7930"/>
                  <a:pt x="9018" y="7975"/>
                  <a:pt x="8963" y="7975"/>
                </a:cubicBezTo>
                <a:lnTo>
                  <a:pt x="2225" y="7975"/>
                </a:lnTo>
                <a:cubicBezTo>
                  <a:pt x="2170" y="7975"/>
                  <a:pt x="2125" y="7930"/>
                  <a:pt x="2125" y="7875"/>
                </a:cubicBezTo>
                <a:lnTo>
                  <a:pt x="2125" y="7400"/>
                </a:lnTo>
                <a:cubicBezTo>
                  <a:pt x="2125" y="7345"/>
                  <a:pt x="2170" y="7300"/>
                  <a:pt x="2225" y="7300"/>
                </a:cubicBezTo>
                <a:close/>
                <a:moveTo>
                  <a:pt x="10399" y="10400"/>
                </a:moveTo>
                <a:lnTo>
                  <a:pt x="900" y="10400"/>
                </a:lnTo>
                <a:cubicBezTo>
                  <a:pt x="845" y="10400"/>
                  <a:pt x="800" y="10355"/>
                  <a:pt x="800" y="10300"/>
                </a:cubicBezTo>
                <a:lnTo>
                  <a:pt x="800" y="8925"/>
                </a:lnTo>
                <a:cubicBezTo>
                  <a:pt x="800" y="8870"/>
                  <a:pt x="845" y="8825"/>
                  <a:pt x="900" y="8825"/>
                </a:cubicBezTo>
                <a:lnTo>
                  <a:pt x="10300" y="8825"/>
                </a:lnTo>
                <a:cubicBezTo>
                  <a:pt x="10355" y="8825"/>
                  <a:pt x="10400" y="8870"/>
                  <a:pt x="10400" y="8925"/>
                </a:cubicBezTo>
                <a:lnTo>
                  <a:pt x="10400" y="10399"/>
                </a:lnTo>
                <a:cubicBezTo>
                  <a:pt x="10400" y="10400"/>
                  <a:pt x="10400" y="10400"/>
                  <a:pt x="10399" y="10400"/>
                </a:cubicBezTo>
                <a:close/>
              </a:path>
            </a:pathLst>
          </a:custGeom>
          <a:solidFill>
            <a:schemeClr val="accent1"/>
          </a:solidFill>
          <a:ln>
            <a:noFill/>
          </a:ln>
        </p:spPr>
        <p:txBody>
          <a:bodyPr/>
          <a:lstStyle/>
          <a:p>
            <a:endParaRPr lang="zh-CN" altLang="en-US">
              <a:cs typeface="+mn-ea"/>
              <a:sym typeface="+mn-lt"/>
            </a:endParaRPr>
          </a:p>
        </p:txBody>
      </p:sp>
      <p:sp>
        <p:nvSpPr>
          <p:cNvPr id="40" name="iconfont-11592-5504399">
            <a:extLst>
              <a:ext uri="{FF2B5EF4-FFF2-40B4-BE49-F238E27FC236}">
                <a16:creationId xmlns:a16="http://schemas.microsoft.com/office/drawing/2014/main" id="{58AF56DB-201E-4F41-995A-DC07F3380BEC}"/>
              </a:ext>
            </a:extLst>
          </p:cNvPr>
          <p:cNvSpPr>
            <a:spLocks noChangeAspect="1"/>
          </p:cNvSpPr>
          <p:nvPr/>
        </p:nvSpPr>
        <p:spPr bwMode="auto">
          <a:xfrm>
            <a:off x="8818149" y="2341698"/>
            <a:ext cx="487680" cy="487680"/>
          </a:xfrm>
          <a:custGeom>
            <a:avLst/>
            <a:gdLst>
              <a:gd name="T0" fmla="*/ 9600 w 11734"/>
              <a:gd name="T1" fmla="*/ 2134 h 11734"/>
              <a:gd name="T2" fmla="*/ 10398 w 11734"/>
              <a:gd name="T3" fmla="*/ 2134 h 11734"/>
              <a:gd name="T4" fmla="*/ 11734 w 11734"/>
              <a:gd name="T5" fmla="*/ 3465 h 11734"/>
              <a:gd name="T6" fmla="*/ 11734 w 11734"/>
              <a:gd name="T7" fmla="*/ 7202 h 11734"/>
              <a:gd name="T8" fmla="*/ 10398 w 11734"/>
              <a:gd name="T9" fmla="*/ 8534 h 11734"/>
              <a:gd name="T10" fmla="*/ 9600 w 11734"/>
              <a:gd name="T11" fmla="*/ 8534 h 11734"/>
              <a:gd name="T12" fmla="*/ 9600 w 11734"/>
              <a:gd name="T13" fmla="*/ 10398 h 11734"/>
              <a:gd name="T14" fmla="*/ 8269 w 11734"/>
              <a:gd name="T15" fmla="*/ 11734 h 11734"/>
              <a:gd name="T16" fmla="*/ 3464 w 11734"/>
              <a:gd name="T17" fmla="*/ 11734 h 11734"/>
              <a:gd name="T18" fmla="*/ 2134 w 11734"/>
              <a:gd name="T19" fmla="*/ 10398 h 11734"/>
              <a:gd name="T20" fmla="*/ 2134 w 11734"/>
              <a:gd name="T21" fmla="*/ 8534 h 11734"/>
              <a:gd name="T22" fmla="*/ 1336 w 11734"/>
              <a:gd name="T23" fmla="*/ 8534 h 11734"/>
              <a:gd name="T24" fmla="*/ 0 w 11734"/>
              <a:gd name="T25" fmla="*/ 7202 h 11734"/>
              <a:gd name="T26" fmla="*/ 0 w 11734"/>
              <a:gd name="T27" fmla="*/ 3465 h 11734"/>
              <a:gd name="T28" fmla="*/ 1336 w 11734"/>
              <a:gd name="T29" fmla="*/ 2134 h 11734"/>
              <a:gd name="T30" fmla="*/ 2134 w 11734"/>
              <a:gd name="T31" fmla="*/ 2134 h 11734"/>
              <a:gd name="T32" fmla="*/ 2134 w 11734"/>
              <a:gd name="T33" fmla="*/ 1336 h 11734"/>
              <a:gd name="T34" fmla="*/ 3465 w 11734"/>
              <a:gd name="T35" fmla="*/ 0 h 11734"/>
              <a:gd name="T36" fmla="*/ 8270 w 11734"/>
              <a:gd name="T37" fmla="*/ 0 h 11734"/>
              <a:gd name="T38" fmla="*/ 9600 w 11734"/>
              <a:gd name="T39" fmla="*/ 1336 h 11734"/>
              <a:gd name="T40" fmla="*/ 9600 w 11734"/>
              <a:gd name="T41" fmla="*/ 2134 h 11734"/>
              <a:gd name="T42" fmla="*/ 3200 w 11734"/>
              <a:gd name="T43" fmla="*/ 1336 h 11734"/>
              <a:gd name="T44" fmla="*/ 3200 w 11734"/>
              <a:gd name="T45" fmla="*/ 2134 h 11734"/>
              <a:gd name="T46" fmla="*/ 8534 w 11734"/>
              <a:gd name="T47" fmla="*/ 2134 h 11734"/>
              <a:gd name="T48" fmla="*/ 8534 w 11734"/>
              <a:gd name="T49" fmla="*/ 1336 h 11734"/>
              <a:gd name="T50" fmla="*/ 8269 w 11734"/>
              <a:gd name="T51" fmla="*/ 1067 h 11734"/>
              <a:gd name="T52" fmla="*/ 3465 w 11734"/>
              <a:gd name="T53" fmla="*/ 1067 h 11734"/>
              <a:gd name="T54" fmla="*/ 3200 w 11734"/>
              <a:gd name="T55" fmla="*/ 1336 h 11734"/>
              <a:gd name="T56" fmla="*/ 3200 w 11734"/>
              <a:gd name="T57" fmla="*/ 7202 h 11734"/>
              <a:gd name="T58" fmla="*/ 3200 w 11734"/>
              <a:gd name="T59" fmla="*/ 10398 h 11734"/>
              <a:gd name="T60" fmla="*/ 3465 w 11734"/>
              <a:gd name="T61" fmla="*/ 10667 h 11734"/>
              <a:gd name="T62" fmla="*/ 8269 w 11734"/>
              <a:gd name="T63" fmla="*/ 10667 h 11734"/>
              <a:gd name="T64" fmla="*/ 8534 w 11734"/>
              <a:gd name="T65" fmla="*/ 10398 h 11734"/>
              <a:gd name="T66" fmla="*/ 8534 w 11734"/>
              <a:gd name="T67" fmla="*/ 7202 h 11734"/>
              <a:gd name="T68" fmla="*/ 8269 w 11734"/>
              <a:gd name="T69" fmla="*/ 6934 h 11734"/>
              <a:gd name="T70" fmla="*/ 3465 w 11734"/>
              <a:gd name="T71" fmla="*/ 6934 h 11734"/>
              <a:gd name="T72" fmla="*/ 3200 w 11734"/>
              <a:gd name="T73" fmla="*/ 7202 h 11734"/>
              <a:gd name="T74" fmla="*/ 9600 w 11734"/>
              <a:gd name="T75" fmla="*/ 7467 h 11734"/>
              <a:gd name="T76" fmla="*/ 10398 w 11734"/>
              <a:gd name="T77" fmla="*/ 7467 h 11734"/>
              <a:gd name="T78" fmla="*/ 10667 w 11734"/>
              <a:gd name="T79" fmla="*/ 7202 h 11734"/>
              <a:gd name="T80" fmla="*/ 10667 w 11734"/>
              <a:gd name="T81" fmla="*/ 3465 h 11734"/>
              <a:gd name="T82" fmla="*/ 10398 w 11734"/>
              <a:gd name="T83" fmla="*/ 3200 h 11734"/>
              <a:gd name="T84" fmla="*/ 1336 w 11734"/>
              <a:gd name="T85" fmla="*/ 3200 h 11734"/>
              <a:gd name="T86" fmla="*/ 1067 w 11734"/>
              <a:gd name="T87" fmla="*/ 3465 h 11734"/>
              <a:gd name="T88" fmla="*/ 1067 w 11734"/>
              <a:gd name="T89" fmla="*/ 7202 h 11734"/>
              <a:gd name="T90" fmla="*/ 1336 w 11734"/>
              <a:gd name="T91" fmla="*/ 7467 h 11734"/>
              <a:gd name="T92" fmla="*/ 2134 w 11734"/>
              <a:gd name="T93" fmla="*/ 7467 h 11734"/>
              <a:gd name="T94" fmla="*/ 2134 w 11734"/>
              <a:gd name="T95" fmla="*/ 7202 h 11734"/>
              <a:gd name="T96" fmla="*/ 3465 w 11734"/>
              <a:gd name="T97" fmla="*/ 5867 h 11734"/>
              <a:gd name="T98" fmla="*/ 8270 w 11734"/>
              <a:gd name="T99" fmla="*/ 5867 h 11734"/>
              <a:gd name="T100" fmla="*/ 9600 w 11734"/>
              <a:gd name="T101" fmla="*/ 7202 h 11734"/>
              <a:gd name="T102" fmla="*/ 9600 w 11734"/>
              <a:gd name="T103" fmla="*/ 7467 h 1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734" h="11734">
                <a:moveTo>
                  <a:pt x="9600" y="2134"/>
                </a:moveTo>
                <a:lnTo>
                  <a:pt x="10398" y="2134"/>
                </a:lnTo>
                <a:cubicBezTo>
                  <a:pt x="11135" y="2133"/>
                  <a:pt x="11732" y="2729"/>
                  <a:pt x="11734" y="3465"/>
                </a:cubicBezTo>
                <a:lnTo>
                  <a:pt x="11734" y="7202"/>
                </a:lnTo>
                <a:cubicBezTo>
                  <a:pt x="11733" y="7939"/>
                  <a:pt x="11135" y="8535"/>
                  <a:pt x="10398" y="8534"/>
                </a:cubicBezTo>
                <a:lnTo>
                  <a:pt x="9600" y="8534"/>
                </a:lnTo>
                <a:lnTo>
                  <a:pt x="9600" y="10398"/>
                </a:lnTo>
                <a:cubicBezTo>
                  <a:pt x="9600" y="11135"/>
                  <a:pt x="9005" y="11734"/>
                  <a:pt x="8269" y="11734"/>
                </a:cubicBezTo>
                <a:lnTo>
                  <a:pt x="3464" y="11734"/>
                </a:lnTo>
                <a:cubicBezTo>
                  <a:pt x="2728" y="11733"/>
                  <a:pt x="2132" y="11135"/>
                  <a:pt x="2134" y="10398"/>
                </a:cubicBezTo>
                <a:lnTo>
                  <a:pt x="2134" y="8534"/>
                </a:lnTo>
                <a:lnTo>
                  <a:pt x="1336" y="8534"/>
                </a:lnTo>
                <a:cubicBezTo>
                  <a:pt x="599" y="8534"/>
                  <a:pt x="2" y="7938"/>
                  <a:pt x="0" y="7202"/>
                </a:cubicBezTo>
                <a:lnTo>
                  <a:pt x="0" y="3465"/>
                </a:lnTo>
                <a:cubicBezTo>
                  <a:pt x="1" y="2729"/>
                  <a:pt x="599" y="2132"/>
                  <a:pt x="1336" y="2134"/>
                </a:cubicBezTo>
                <a:lnTo>
                  <a:pt x="2134" y="2134"/>
                </a:lnTo>
                <a:lnTo>
                  <a:pt x="2134" y="1336"/>
                </a:lnTo>
                <a:cubicBezTo>
                  <a:pt x="2134" y="599"/>
                  <a:pt x="2729" y="0"/>
                  <a:pt x="3465" y="0"/>
                </a:cubicBezTo>
                <a:lnTo>
                  <a:pt x="8270" y="0"/>
                </a:lnTo>
                <a:cubicBezTo>
                  <a:pt x="9005" y="0"/>
                  <a:pt x="9600" y="598"/>
                  <a:pt x="9600" y="1336"/>
                </a:cubicBezTo>
                <a:lnTo>
                  <a:pt x="9600" y="2134"/>
                </a:lnTo>
                <a:close/>
                <a:moveTo>
                  <a:pt x="3200" y="1336"/>
                </a:moveTo>
                <a:lnTo>
                  <a:pt x="3200" y="2134"/>
                </a:lnTo>
                <a:lnTo>
                  <a:pt x="8534" y="2134"/>
                </a:lnTo>
                <a:lnTo>
                  <a:pt x="8534" y="1336"/>
                </a:lnTo>
                <a:cubicBezTo>
                  <a:pt x="8536" y="1189"/>
                  <a:pt x="8417" y="1067"/>
                  <a:pt x="8269" y="1067"/>
                </a:cubicBezTo>
                <a:lnTo>
                  <a:pt x="3465" y="1067"/>
                </a:lnTo>
                <a:cubicBezTo>
                  <a:pt x="3322" y="1067"/>
                  <a:pt x="3200" y="1188"/>
                  <a:pt x="3200" y="1336"/>
                </a:cubicBezTo>
                <a:close/>
                <a:moveTo>
                  <a:pt x="3200" y="7202"/>
                </a:moveTo>
                <a:lnTo>
                  <a:pt x="3200" y="10398"/>
                </a:lnTo>
                <a:cubicBezTo>
                  <a:pt x="3199" y="10546"/>
                  <a:pt x="3318" y="10666"/>
                  <a:pt x="3465" y="10667"/>
                </a:cubicBezTo>
                <a:lnTo>
                  <a:pt x="8269" y="10667"/>
                </a:lnTo>
                <a:cubicBezTo>
                  <a:pt x="8412" y="10667"/>
                  <a:pt x="8534" y="10547"/>
                  <a:pt x="8534" y="10398"/>
                </a:cubicBezTo>
                <a:lnTo>
                  <a:pt x="8534" y="7202"/>
                </a:lnTo>
                <a:cubicBezTo>
                  <a:pt x="8535" y="7055"/>
                  <a:pt x="8416" y="6935"/>
                  <a:pt x="8269" y="6934"/>
                </a:cubicBezTo>
                <a:lnTo>
                  <a:pt x="3465" y="6934"/>
                </a:lnTo>
                <a:cubicBezTo>
                  <a:pt x="3322" y="6934"/>
                  <a:pt x="3200" y="7054"/>
                  <a:pt x="3200" y="7202"/>
                </a:cubicBezTo>
                <a:close/>
                <a:moveTo>
                  <a:pt x="9600" y="7467"/>
                </a:moveTo>
                <a:lnTo>
                  <a:pt x="10398" y="7467"/>
                </a:lnTo>
                <a:cubicBezTo>
                  <a:pt x="10546" y="7468"/>
                  <a:pt x="10666" y="7349"/>
                  <a:pt x="10667" y="7202"/>
                </a:cubicBezTo>
                <a:lnTo>
                  <a:pt x="10667" y="3465"/>
                </a:lnTo>
                <a:cubicBezTo>
                  <a:pt x="10667" y="3320"/>
                  <a:pt x="10547" y="3200"/>
                  <a:pt x="10398" y="3200"/>
                </a:cubicBezTo>
                <a:lnTo>
                  <a:pt x="1336" y="3200"/>
                </a:lnTo>
                <a:cubicBezTo>
                  <a:pt x="1188" y="3199"/>
                  <a:pt x="1068" y="3318"/>
                  <a:pt x="1067" y="3465"/>
                </a:cubicBezTo>
                <a:lnTo>
                  <a:pt x="1067" y="7202"/>
                </a:lnTo>
                <a:cubicBezTo>
                  <a:pt x="1067" y="7348"/>
                  <a:pt x="1187" y="7467"/>
                  <a:pt x="1336" y="7467"/>
                </a:cubicBezTo>
                <a:lnTo>
                  <a:pt x="2134" y="7467"/>
                </a:lnTo>
                <a:lnTo>
                  <a:pt x="2134" y="7202"/>
                </a:lnTo>
                <a:cubicBezTo>
                  <a:pt x="2134" y="6465"/>
                  <a:pt x="2729" y="5867"/>
                  <a:pt x="3465" y="5867"/>
                </a:cubicBezTo>
                <a:lnTo>
                  <a:pt x="8270" y="5867"/>
                </a:lnTo>
                <a:cubicBezTo>
                  <a:pt x="9005" y="5867"/>
                  <a:pt x="9600" y="6464"/>
                  <a:pt x="9600" y="7202"/>
                </a:cubicBezTo>
                <a:lnTo>
                  <a:pt x="9600" y="7467"/>
                </a:lnTo>
                <a:close/>
              </a:path>
            </a:pathLst>
          </a:custGeom>
          <a:solidFill>
            <a:schemeClr val="accent1"/>
          </a:solidFill>
          <a:ln>
            <a:noFill/>
          </a:ln>
        </p:spPr>
        <p:txBody>
          <a:bodyPr/>
          <a:lstStyle/>
          <a:p>
            <a:endParaRPr lang="zh-CN" altLang="en-US">
              <a:cs typeface="+mn-ea"/>
              <a:sym typeface="+mn-lt"/>
            </a:endParaRPr>
          </a:p>
        </p:txBody>
      </p:sp>
      <p:sp>
        <p:nvSpPr>
          <p:cNvPr id="5" name="任意多边形: 形状 4">
            <a:extLst>
              <a:ext uri="{FF2B5EF4-FFF2-40B4-BE49-F238E27FC236}">
                <a16:creationId xmlns:a16="http://schemas.microsoft.com/office/drawing/2014/main" id="{A1A0A26E-6259-49DB-829A-0A7E87BDC018}"/>
              </a:ext>
            </a:extLst>
          </p:cNvPr>
          <p:cNvSpPr/>
          <p:nvPr/>
        </p:nvSpPr>
        <p:spPr>
          <a:xfrm>
            <a:off x="1416050" y="4033520"/>
            <a:ext cx="381000" cy="1838960"/>
          </a:xfrm>
          <a:custGeom>
            <a:avLst/>
            <a:gdLst>
              <a:gd name="connsiteX0" fmla="*/ 0 w 386080"/>
              <a:gd name="connsiteY0" fmla="*/ 1838960 h 1838960"/>
              <a:gd name="connsiteX1" fmla="*/ 386080 w 386080"/>
              <a:gd name="connsiteY1" fmla="*/ 1838960 h 1838960"/>
              <a:gd name="connsiteX2" fmla="*/ 386080 w 386080"/>
              <a:gd name="connsiteY2" fmla="*/ 0 h 1838960"/>
              <a:gd name="connsiteX3" fmla="*/ 30480 w 386080"/>
              <a:gd name="connsiteY3" fmla="*/ 355600 h 1838960"/>
              <a:gd name="connsiteX4" fmla="*/ 0 w 386080"/>
              <a:gd name="connsiteY4" fmla="*/ 1838960 h 1838960"/>
              <a:gd name="connsiteX0" fmla="*/ 0 w 386080"/>
              <a:gd name="connsiteY0" fmla="*/ 1838960 h 1838960"/>
              <a:gd name="connsiteX1" fmla="*/ 386080 w 386080"/>
              <a:gd name="connsiteY1" fmla="*/ 1838960 h 1838960"/>
              <a:gd name="connsiteX2" fmla="*/ 386080 w 386080"/>
              <a:gd name="connsiteY2" fmla="*/ 0 h 1838960"/>
              <a:gd name="connsiteX3" fmla="*/ 7620 w 386080"/>
              <a:gd name="connsiteY3" fmla="*/ 383540 h 1838960"/>
              <a:gd name="connsiteX4" fmla="*/ 0 w 386080"/>
              <a:gd name="connsiteY4" fmla="*/ 1838960 h 1838960"/>
              <a:gd name="connsiteX0" fmla="*/ 0 w 381000"/>
              <a:gd name="connsiteY0" fmla="*/ 1838960 h 1838960"/>
              <a:gd name="connsiteX1" fmla="*/ 381000 w 381000"/>
              <a:gd name="connsiteY1" fmla="*/ 1838960 h 1838960"/>
              <a:gd name="connsiteX2" fmla="*/ 381000 w 381000"/>
              <a:gd name="connsiteY2" fmla="*/ 0 h 1838960"/>
              <a:gd name="connsiteX3" fmla="*/ 2540 w 381000"/>
              <a:gd name="connsiteY3" fmla="*/ 383540 h 1838960"/>
              <a:gd name="connsiteX4" fmla="*/ 0 w 381000"/>
              <a:gd name="connsiteY4" fmla="*/ 1838960 h 1838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0" h="1838960">
                <a:moveTo>
                  <a:pt x="0" y="1838960"/>
                </a:moveTo>
                <a:lnTo>
                  <a:pt x="381000" y="1838960"/>
                </a:lnTo>
                <a:lnTo>
                  <a:pt x="381000" y="0"/>
                </a:lnTo>
                <a:lnTo>
                  <a:pt x="2540" y="383540"/>
                </a:lnTo>
                <a:cubicBezTo>
                  <a:pt x="1693" y="868680"/>
                  <a:pt x="847" y="1353820"/>
                  <a:pt x="0" y="1838960"/>
                </a:cubicBezTo>
                <a:close/>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feather-silhouette-in-diagonal-position_45257">
            <a:extLst>
              <a:ext uri="{FF2B5EF4-FFF2-40B4-BE49-F238E27FC236}">
                <a16:creationId xmlns:a16="http://schemas.microsoft.com/office/drawing/2014/main" id="{A2AC5843-CB2B-4F31-896E-DC9E9E6CA9EB}"/>
              </a:ext>
            </a:extLst>
          </p:cNvPr>
          <p:cNvSpPr>
            <a:spLocks noChangeAspect="1"/>
          </p:cNvSpPr>
          <p:nvPr/>
        </p:nvSpPr>
        <p:spPr bwMode="auto">
          <a:xfrm>
            <a:off x="10339372" y="5344034"/>
            <a:ext cx="422063" cy="464194"/>
          </a:xfrm>
          <a:custGeom>
            <a:avLst/>
            <a:gdLst>
              <a:gd name="T0" fmla="*/ 3626 w 7273"/>
              <a:gd name="T1" fmla="*/ 4726 h 8010"/>
              <a:gd name="T2" fmla="*/ 5453 w 7273"/>
              <a:gd name="T3" fmla="*/ 4488 h 8010"/>
              <a:gd name="T4" fmla="*/ 6292 w 7273"/>
              <a:gd name="T5" fmla="*/ 3316 h 8010"/>
              <a:gd name="T6" fmla="*/ 4955 w 7273"/>
              <a:gd name="T7" fmla="*/ 3192 h 8010"/>
              <a:gd name="T8" fmla="*/ 6717 w 7273"/>
              <a:gd name="T9" fmla="*/ 2398 h 8010"/>
              <a:gd name="T10" fmla="*/ 7192 w 7273"/>
              <a:gd name="T11" fmla="*/ 0 h 8010"/>
              <a:gd name="T12" fmla="*/ 3995 w 7273"/>
              <a:gd name="T13" fmla="*/ 2129 h 8010"/>
              <a:gd name="T14" fmla="*/ 0 w 7273"/>
              <a:gd name="T15" fmla="*/ 8010 h 8010"/>
              <a:gd name="T16" fmla="*/ 1136 w 7273"/>
              <a:gd name="T17" fmla="*/ 7381 h 8010"/>
              <a:gd name="T18" fmla="*/ 1613 w 7273"/>
              <a:gd name="T19" fmla="*/ 6195 h 8010"/>
              <a:gd name="T20" fmla="*/ 3861 w 7273"/>
              <a:gd name="T21" fmla="*/ 5855 h 8010"/>
              <a:gd name="T22" fmla="*/ 4726 w 7273"/>
              <a:gd name="T23" fmla="*/ 5201 h 8010"/>
              <a:gd name="T24" fmla="*/ 3626 w 7273"/>
              <a:gd name="T25" fmla="*/ 4726 h 8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73" h="8010">
                <a:moveTo>
                  <a:pt x="3626" y="4726"/>
                </a:moveTo>
                <a:cubicBezTo>
                  <a:pt x="4205" y="4745"/>
                  <a:pt x="4898" y="4620"/>
                  <a:pt x="5453" y="4488"/>
                </a:cubicBezTo>
                <a:cubicBezTo>
                  <a:pt x="5799" y="4099"/>
                  <a:pt x="6074" y="3704"/>
                  <a:pt x="6292" y="3316"/>
                </a:cubicBezTo>
                <a:cubicBezTo>
                  <a:pt x="5555" y="3430"/>
                  <a:pt x="4955" y="3192"/>
                  <a:pt x="4955" y="3192"/>
                </a:cubicBezTo>
                <a:cubicBezTo>
                  <a:pt x="5546" y="3038"/>
                  <a:pt x="6212" y="2694"/>
                  <a:pt x="6717" y="2398"/>
                </a:cubicBezTo>
                <a:cubicBezTo>
                  <a:pt x="7273" y="895"/>
                  <a:pt x="7192" y="0"/>
                  <a:pt x="7192" y="0"/>
                </a:cubicBezTo>
                <a:cubicBezTo>
                  <a:pt x="7192" y="0"/>
                  <a:pt x="5373" y="946"/>
                  <a:pt x="3995" y="2129"/>
                </a:cubicBezTo>
                <a:cubicBezTo>
                  <a:pt x="896" y="4790"/>
                  <a:pt x="0" y="8010"/>
                  <a:pt x="0" y="8010"/>
                </a:cubicBezTo>
                <a:lnTo>
                  <a:pt x="1136" y="7381"/>
                </a:lnTo>
                <a:cubicBezTo>
                  <a:pt x="1136" y="7381"/>
                  <a:pt x="1045" y="6960"/>
                  <a:pt x="1613" y="6195"/>
                </a:cubicBezTo>
                <a:cubicBezTo>
                  <a:pt x="2257" y="5329"/>
                  <a:pt x="3056" y="6388"/>
                  <a:pt x="3861" y="5855"/>
                </a:cubicBezTo>
                <a:cubicBezTo>
                  <a:pt x="4179" y="5643"/>
                  <a:pt x="4466" y="5425"/>
                  <a:pt x="4726" y="5201"/>
                </a:cubicBezTo>
                <a:cubicBezTo>
                  <a:pt x="4067" y="5072"/>
                  <a:pt x="3626" y="4726"/>
                  <a:pt x="3626" y="4726"/>
                </a:cubicBezTo>
                <a:close/>
              </a:path>
            </a:pathLst>
          </a:custGeom>
          <a:noFill/>
          <a:ln>
            <a:solidFill>
              <a:schemeClr val="accent1"/>
            </a:solidFill>
          </a:ln>
        </p:spPr>
        <p:txBody>
          <a:bodyPr/>
          <a:lstStyle/>
          <a:p>
            <a:endParaRPr lang="zh-CN" altLang="en-US" dirty="0">
              <a:cs typeface="+mn-ea"/>
              <a:sym typeface="+mn-lt"/>
            </a:endParaRPr>
          </a:p>
        </p:txBody>
      </p:sp>
      <p:sp>
        <p:nvSpPr>
          <p:cNvPr id="41" name="椭圆 40">
            <a:extLst>
              <a:ext uri="{FF2B5EF4-FFF2-40B4-BE49-F238E27FC236}">
                <a16:creationId xmlns:a16="http://schemas.microsoft.com/office/drawing/2014/main" id="{2128D26E-D56A-4E70-A656-94D4993F55AD}"/>
              </a:ext>
            </a:extLst>
          </p:cNvPr>
          <p:cNvSpPr/>
          <p:nvPr/>
        </p:nvSpPr>
        <p:spPr>
          <a:xfrm>
            <a:off x="10339372" y="5808229"/>
            <a:ext cx="422063" cy="5215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文本框 13">
            <a:extLst>
              <a:ext uri="{FF2B5EF4-FFF2-40B4-BE49-F238E27FC236}">
                <a16:creationId xmlns:a16="http://schemas.microsoft.com/office/drawing/2014/main" id="{FBFE49A3-F871-4A07-AFE6-4F38CB886BFB}"/>
              </a:ext>
            </a:extLst>
          </p:cNvPr>
          <p:cNvSpPr txBox="1"/>
          <p:nvPr/>
        </p:nvSpPr>
        <p:spPr>
          <a:xfrm>
            <a:off x="1327631" y="1869750"/>
            <a:ext cx="553998" cy="1248260"/>
          </a:xfrm>
          <a:prstGeom prst="rect">
            <a:avLst/>
          </a:prstGeom>
          <a:noFill/>
        </p:spPr>
        <p:txBody>
          <a:bodyPr vert="eaVert" wrap="square" rtlCol="0">
            <a:spAutoFit/>
          </a:bodyPr>
          <a:lstStyle/>
          <a:p>
            <a:pPr algn="just">
              <a:lnSpc>
                <a:spcPct val="120000"/>
              </a:lnSpc>
            </a:pPr>
            <a:r>
              <a:rPr lang="zh-CN" altLang="en-US" sz="2000" b="1" spc="100" dirty="0">
                <a:solidFill>
                  <a:schemeClr val="tx1">
                    <a:lumMod val="65000"/>
                    <a:lumOff val="35000"/>
                  </a:schemeClr>
                </a:solidFill>
                <a:cs typeface="+mn-ea"/>
                <a:sym typeface="+mn-lt"/>
              </a:rPr>
              <a:t>输入标题</a:t>
            </a:r>
          </a:p>
        </p:txBody>
      </p:sp>
    </p:spTree>
    <p:custDataLst>
      <p:tags r:id="rId1"/>
    </p:custDataLst>
    <p:extLst>
      <p:ext uri="{BB962C8B-B14F-4D97-AF65-F5344CB8AC3E}">
        <p14:creationId xmlns:p14="http://schemas.microsoft.com/office/powerpoint/2010/main" val="31458594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图片 39">
            <a:extLst>
              <a:ext uri="{FF2B5EF4-FFF2-40B4-BE49-F238E27FC236}">
                <a16:creationId xmlns:a16="http://schemas.microsoft.com/office/drawing/2014/main" id="{9A2389F5-77EB-47F3-B4EA-C500EE3673BE}"/>
              </a:ext>
            </a:extLst>
          </p:cNvPr>
          <p:cNvPicPr>
            <a:picLocks noChangeAspect="1"/>
          </p:cNvPicPr>
          <p:nvPr/>
        </p:nvPicPr>
        <p:blipFill rotWithShape="1">
          <a:blip r:embed="rId3">
            <a:extLst>
              <a:ext uri="{28A0092B-C50C-407E-A947-70E740481C1C}">
                <a14:useLocalDpi xmlns:a14="http://schemas.microsoft.com/office/drawing/2010/main" val="0"/>
              </a:ext>
            </a:extLst>
          </a:blip>
          <a:srcRect l="6472" r="3155" b="9627"/>
          <a:stretch/>
        </p:blipFill>
        <p:spPr>
          <a:xfrm>
            <a:off x="753903" y="1671835"/>
            <a:ext cx="3104515" cy="1746290"/>
          </a:xfrm>
          <a:prstGeom prst="rect">
            <a:avLst/>
          </a:prstGeom>
        </p:spPr>
      </p:pic>
      <p:sp>
        <p:nvSpPr>
          <p:cNvPr id="35" name="矩形 34">
            <a:extLst>
              <a:ext uri="{FF2B5EF4-FFF2-40B4-BE49-F238E27FC236}">
                <a16:creationId xmlns:a16="http://schemas.microsoft.com/office/drawing/2014/main" id="{7D1B687D-F1A4-4978-931A-402DAEBF02C7}"/>
              </a:ext>
            </a:extLst>
          </p:cNvPr>
          <p:cNvSpPr/>
          <p:nvPr/>
        </p:nvSpPr>
        <p:spPr>
          <a:xfrm>
            <a:off x="695325" y="1600715"/>
            <a:ext cx="3221672" cy="426617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37" name="矩形 36">
            <a:extLst>
              <a:ext uri="{FF2B5EF4-FFF2-40B4-BE49-F238E27FC236}">
                <a16:creationId xmlns:a16="http://schemas.microsoft.com/office/drawing/2014/main" id="{AD373CB2-0E38-4A65-8D31-FF53227843D9}"/>
              </a:ext>
            </a:extLst>
          </p:cNvPr>
          <p:cNvSpPr/>
          <p:nvPr/>
        </p:nvSpPr>
        <p:spPr>
          <a:xfrm>
            <a:off x="8275003" y="1600715"/>
            <a:ext cx="3221672" cy="426617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38" name="矩形 37">
            <a:extLst>
              <a:ext uri="{FF2B5EF4-FFF2-40B4-BE49-F238E27FC236}">
                <a16:creationId xmlns:a16="http://schemas.microsoft.com/office/drawing/2014/main" id="{88E6013A-8E8A-4719-8C55-96BA4167567E}"/>
              </a:ext>
            </a:extLst>
          </p:cNvPr>
          <p:cNvSpPr/>
          <p:nvPr/>
        </p:nvSpPr>
        <p:spPr>
          <a:xfrm>
            <a:off x="4489927" y="1600715"/>
            <a:ext cx="3221672" cy="426617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pic>
        <p:nvPicPr>
          <p:cNvPr id="41" name="图片 40">
            <a:extLst>
              <a:ext uri="{FF2B5EF4-FFF2-40B4-BE49-F238E27FC236}">
                <a16:creationId xmlns:a16="http://schemas.microsoft.com/office/drawing/2014/main" id="{AF80B99B-5B56-4D46-9C84-F828876B7A3D}"/>
              </a:ext>
            </a:extLst>
          </p:cNvPr>
          <p:cNvPicPr>
            <a:picLocks noChangeAspect="1"/>
          </p:cNvPicPr>
          <p:nvPr/>
        </p:nvPicPr>
        <p:blipFill rotWithShape="1">
          <a:blip r:embed="rId3">
            <a:extLst>
              <a:ext uri="{28A0092B-C50C-407E-A947-70E740481C1C}">
                <a14:useLocalDpi xmlns:a14="http://schemas.microsoft.com/office/drawing/2010/main" val="0"/>
              </a:ext>
            </a:extLst>
          </a:blip>
          <a:srcRect l="6472" r="3155" b="9627"/>
          <a:stretch/>
        </p:blipFill>
        <p:spPr>
          <a:xfrm>
            <a:off x="4543742" y="1671835"/>
            <a:ext cx="3104515" cy="1746290"/>
          </a:xfrm>
          <a:prstGeom prst="rect">
            <a:avLst/>
          </a:prstGeom>
        </p:spPr>
      </p:pic>
      <p:pic>
        <p:nvPicPr>
          <p:cNvPr id="42" name="图片 41">
            <a:extLst>
              <a:ext uri="{FF2B5EF4-FFF2-40B4-BE49-F238E27FC236}">
                <a16:creationId xmlns:a16="http://schemas.microsoft.com/office/drawing/2014/main" id="{24A8D171-EED2-47CD-B005-38C32516E219}"/>
              </a:ext>
            </a:extLst>
          </p:cNvPr>
          <p:cNvPicPr>
            <a:picLocks noChangeAspect="1"/>
          </p:cNvPicPr>
          <p:nvPr/>
        </p:nvPicPr>
        <p:blipFill rotWithShape="1">
          <a:blip r:embed="rId3">
            <a:extLst>
              <a:ext uri="{28A0092B-C50C-407E-A947-70E740481C1C}">
                <a14:useLocalDpi xmlns:a14="http://schemas.microsoft.com/office/drawing/2010/main" val="0"/>
              </a:ext>
            </a:extLst>
          </a:blip>
          <a:srcRect l="6472" r="3155" b="9627"/>
          <a:stretch/>
        </p:blipFill>
        <p:spPr>
          <a:xfrm>
            <a:off x="8333581" y="1671835"/>
            <a:ext cx="3104515" cy="1746290"/>
          </a:xfrm>
          <a:prstGeom prst="rect">
            <a:avLst/>
          </a:prstGeom>
        </p:spPr>
      </p:pic>
      <p:sp>
        <p:nvSpPr>
          <p:cNvPr id="43" name="文本框 42">
            <a:extLst>
              <a:ext uri="{FF2B5EF4-FFF2-40B4-BE49-F238E27FC236}">
                <a16:creationId xmlns:a16="http://schemas.microsoft.com/office/drawing/2014/main" id="{F39411C1-64A9-444D-9AA3-657CAE7FB433}"/>
              </a:ext>
            </a:extLst>
          </p:cNvPr>
          <p:cNvSpPr txBox="1"/>
          <p:nvPr/>
        </p:nvSpPr>
        <p:spPr>
          <a:xfrm>
            <a:off x="1371440" y="3489245"/>
            <a:ext cx="1869440" cy="396583"/>
          </a:xfrm>
          <a:prstGeom prst="rect">
            <a:avLst/>
          </a:prstGeom>
          <a:noFill/>
        </p:spPr>
        <p:txBody>
          <a:bodyPr wrap="square" rtlCol="0">
            <a:spAutoFit/>
          </a:bodyPr>
          <a:lstStyle/>
          <a:p>
            <a:pPr algn="ctr">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1</a:t>
            </a:r>
            <a:endParaRPr lang="zh-CN" altLang="en-US" b="1" spc="100" dirty="0">
              <a:solidFill>
                <a:schemeClr val="tx1">
                  <a:lumMod val="65000"/>
                  <a:lumOff val="35000"/>
                </a:schemeClr>
              </a:solidFill>
              <a:latin typeface="+mj-ea"/>
              <a:ea typeface="+mj-ea"/>
              <a:cs typeface="+mn-ea"/>
              <a:sym typeface="+mn-lt"/>
            </a:endParaRPr>
          </a:p>
        </p:txBody>
      </p:sp>
      <p:cxnSp>
        <p:nvCxnSpPr>
          <p:cNvPr id="45" name="直接连接符 44">
            <a:extLst>
              <a:ext uri="{FF2B5EF4-FFF2-40B4-BE49-F238E27FC236}">
                <a16:creationId xmlns:a16="http://schemas.microsoft.com/office/drawing/2014/main" id="{9B9135C7-1D28-43AC-A614-946A543BCDBD}"/>
              </a:ext>
            </a:extLst>
          </p:cNvPr>
          <p:cNvCxnSpPr>
            <a:cxnSpLocks/>
          </p:cNvCxnSpPr>
          <p:nvPr/>
        </p:nvCxnSpPr>
        <p:spPr>
          <a:xfrm>
            <a:off x="1975961" y="3986684"/>
            <a:ext cx="64008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5F840046-4093-4536-8AC6-62460A67B9EE}"/>
              </a:ext>
            </a:extLst>
          </p:cNvPr>
          <p:cNvSpPr txBox="1"/>
          <p:nvPr/>
        </p:nvSpPr>
        <p:spPr>
          <a:xfrm>
            <a:off x="753903" y="4076225"/>
            <a:ext cx="3104514" cy="1544654"/>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南京理工大学，位于江苏省南京市，北依紫金山，西临明城墙，是隶属于工业和信息化部，由工信部、教育部与江苏省人民政府共建的全国重点大学</a:t>
            </a:r>
          </a:p>
        </p:txBody>
      </p:sp>
      <p:sp>
        <p:nvSpPr>
          <p:cNvPr id="52" name="文本框 51">
            <a:extLst>
              <a:ext uri="{FF2B5EF4-FFF2-40B4-BE49-F238E27FC236}">
                <a16:creationId xmlns:a16="http://schemas.microsoft.com/office/drawing/2014/main" id="{1DCF0CD6-0CD0-419B-A072-AFDFE48F0B39}"/>
              </a:ext>
            </a:extLst>
          </p:cNvPr>
          <p:cNvSpPr txBox="1"/>
          <p:nvPr/>
        </p:nvSpPr>
        <p:spPr>
          <a:xfrm>
            <a:off x="5168264" y="3489245"/>
            <a:ext cx="1869440" cy="396583"/>
          </a:xfrm>
          <a:prstGeom prst="rect">
            <a:avLst/>
          </a:prstGeom>
          <a:noFill/>
        </p:spPr>
        <p:txBody>
          <a:bodyPr wrap="square" rtlCol="0">
            <a:spAutoFit/>
          </a:bodyPr>
          <a:lstStyle/>
          <a:p>
            <a:pPr algn="ctr">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2</a:t>
            </a:r>
            <a:endParaRPr lang="zh-CN" altLang="en-US" b="1" spc="100" dirty="0">
              <a:solidFill>
                <a:schemeClr val="tx1">
                  <a:lumMod val="65000"/>
                  <a:lumOff val="35000"/>
                </a:schemeClr>
              </a:solidFill>
              <a:latin typeface="+mj-ea"/>
              <a:ea typeface="+mj-ea"/>
              <a:cs typeface="+mn-ea"/>
              <a:sym typeface="+mn-lt"/>
            </a:endParaRPr>
          </a:p>
        </p:txBody>
      </p:sp>
      <p:cxnSp>
        <p:nvCxnSpPr>
          <p:cNvPr id="53" name="直接连接符 52">
            <a:extLst>
              <a:ext uri="{FF2B5EF4-FFF2-40B4-BE49-F238E27FC236}">
                <a16:creationId xmlns:a16="http://schemas.microsoft.com/office/drawing/2014/main" id="{17F1E4E2-F610-4BCF-9267-1ECD68975DFE}"/>
              </a:ext>
            </a:extLst>
          </p:cNvPr>
          <p:cNvCxnSpPr>
            <a:cxnSpLocks/>
          </p:cNvCxnSpPr>
          <p:nvPr/>
        </p:nvCxnSpPr>
        <p:spPr>
          <a:xfrm>
            <a:off x="5772785" y="3977912"/>
            <a:ext cx="64008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4F932DE2-0617-4284-9B43-A962F6CCE32A}"/>
              </a:ext>
            </a:extLst>
          </p:cNvPr>
          <p:cNvSpPr txBox="1"/>
          <p:nvPr/>
        </p:nvSpPr>
        <p:spPr>
          <a:xfrm>
            <a:off x="4550727" y="4073549"/>
            <a:ext cx="3104514" cy="1544654"/>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南京理工大学，位于江苏省南京市，北依紫金山，西临明城墙，是隶属于工业和信息化部，由工信部、教育部与江苏省人民政府共建的全国重点大学</a:t>
            </a:r>
          </a:p>
        </p:txBody>
      </p:sp>
      <p:sp>
        <p:nvSpPr>
          <p:cNvPr id="55" name="文本框 54">
            <a:extLst>
              <a:ext uri="{FF2B5EF4-FFF2-40B4-BE49-F238E27FC236}">
                <a16:creationId xmlns:a16="http://schemas.microsoft.com/office/drawing/2014/main" id="{71E4BEEF-81A9-45EE-9A58-1332ECC4D1B2}"/>
              </a:ext>
            </a:extLst>
          </p:cNvPr>
          <p:cNvSpPr txBox="1"/>
          <p:nvPr/>
        </p:nvSpPr>
        <p:spPr>
          <a:xfrm>
            <a:off x="8950324" y="3489245"/>
            <a:ext cx="1869440" cy="396583"/>
          </a:xfrm>
          <a:prstGeom prst="rect">
            <a:avLst/>
          </a:prstGeom>
          <a:noFill/>
        </p:spPr>
        <p:txBody>
          <a:bodyPr wrap="square" rtlCol="0">
            <a:spAutoFit/>
          </a:bodyPr>
          <a:lstStyle/>
          <a:p>
            <a:pPr algn="ctr">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3</a:t>
            </a:r>
            <a:endParaRPr lang="zh-CN" altLang="en-US" b="1" spc="100" dirty="0">
              <a:solidFill>
                <a:schemeClr val="tx1">
                  <a:lumMod val="65000"/>
                  <a:lumOff val="35000"/>
                </a:schemeClr>
              </a:solidFill>
              <a:latin typeface="+mj-ea"/>
              <a:ea typeface="+mj-ea"/>
              <a:cs typeface="+mn-ea"/>
              <a:sym typeface="+mn-lt"/>
            </a:endParaRPr>
          </a:p>
        </p:txBody>
      </p:sp>
      <p:cxnSp>
        <p:nvCxnSpPr>
          <p:cNvPr id="56" name="直接连接符 55">
            <a:extLst>
              <a:ext uri="{FF2B5EF4-FFF2-40B4-BE49-F238E27FC236}">
                <a16:creationId xmlns:a16="http://schemas.microsoft.com/office/drawing/2014/main" id="{E0D89389-4595-43C2-813A-7A5AD43503CF}"/>
              </a:ext>
            </a:extLst>
          </p:cNvPr>
          <p:cNvCxnSpPr>
            <a:cxnSpLocks/>
          </p:cNvCxnSpPr>
          <p:nvPr/>
        </p:nvCxnSpPr>
        <p:spPr>
          <a:xfrm>
            <a:off x="9554845" y="3977912"/>
            <a:ext cx="64008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221583A4-36FA-4CC9-B52F-9761106F5324}"/>
              </a:ext>
            </a:extLst>
          </p:cNvPr>
          <p:cNvSpPr txBox="1"/>
          <p:nvPr/>
        </p:nvSpPr>
        <p:spPr>
          <a:xfrm>
            <a:off x="8332787" y="4073549"/>
            <a:ext cx="3104514" cy="1544654"/>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南京理工大学，位于江苏省南京市，北依紫金山，西临明城墙，是隶属于工业和信息化部，由工信部、教育部与江苏省人民政府共建的全国重点大学</a:t>
            </a:r>
          </a:p>
        </p:txBody>
      </p:sp>
      <p:cxnSp>
        <p:nvCxnSpPr>
          <p:cNvPr id="71" name="直接连接符 70">
            <a:extLst>
              <a:ext uri="{FF2B5EF4-FFF2-40B4-BE49-F238E27FC236}">
                <a16:creationId xmlns:a16="http://schemas.microsoft.com/office/drawing/2014/main" id="{67672B4F-7B4A-4C22-8828-0CA6F0777EC3}"/>
              </a:ext>
            </a:extLst>
          </p:cNvPr>
          <p:cNvCxnSpPr/>
          <p:nvPr/>
        </p:nvCxnSpPr>
        <p:spPr>
          <a:xfrm>
            <a:off x="695325" y="5729726"/>
            <a:ext cx="137160" cy="1371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E0C0FDE1-C7A0-41DF-AB8A-2FB6049E1D3C}"/>
              </a:ext>
            </a:extLst>
          </p:cNvPr>
          <p:cNvCxnSpPr>
            <a:cxnSpLocks/>
          </p:cNvCxnSpPr>
          <p:nvPr/>
        </p:nvCxnSpPr>
        <p:spPr>
          <a:xfrm flipV="1">
            <a:off x="3779837" y="5729726"/>
            <a:ext cx="137160" cy="1371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991975A6-9B43-420A-8676-7534484C8EB4}"/>
              </a:ext>
            </a:extLst>
          </p:cNvPr>
          <p:cNvCxnSpPr/>
          <p:nvPr/>
        </p:nvCxnSpPr>
        <p:spPr>
          <a:xfrm>
            <a:off x="4482147" y="5729726"/>
            <a:ext cx="137160" cy="1371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57BC56AD-9091-44A5-BFAF-A0A8D71D144A}"/>
              </a:ext>
            </a:extLst>
          </p:cNvPr>
          <p:cNvCxnSpPr>
            <a:cxnSpLocks/>
          </p:cNvCxnSpPr>
          <p:nvPr/>
        </p:nvCxnSpPr>
        <p:spPr>
          <a:xfrm flipV="1">
            <a:off x="7566659" y="5729726"/>
            <a:ext cx="137160" cy="1371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1913BF93-DB54-4192-AEDE-CD43B16F927D}"/>
              </a:ext>
            </a:extLst>
          </p:cNvPr>
          <p:cNvCxnSpPr/>
          <p:nvPr/>
        </p:nvCxnSpPr>
        <p:spPr>
          <a:xfrm>
            <a:off x="8275003" y="5729726"/>
            <a:ext cx="137160" cy="1371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F76A6537-CAA9-4226-9568-AA4963786152}"/>
              </a:ext>
            </a:extLst>
          </p:cNvPr>
          <p:cNvCxnSpPr>
            <a:cxnSpLocks/>
          </p:cNvCxnSpPr>
          <p:nvPr/>
        </p:nvCxnSpPr>
        <p:spPr>
          <a:xfrm flipV="1">
            <a:off x="11359515" y="5729726"/>
            <a:ext cx="137160" cy="1371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D813B5C7-8DEB-47B0-A7AD-8D522FF0D596}"/>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三项内容页</a:t>
            </a:r>
          </a:p>
        </p:txBody>
      </p:sp>
    </p:spTree>
    <p:extLst>
      <p:ext uri="{BB962C8B-B14F-4D97-AF65-F5344CB8AC3E}">
        <p14:creationId xmlns:p14="http://schemas.microsoft.com/office/powerpoint/2010/main" val="26351564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任意多边形: 形状 10">
            <a:extLst>
              <a:ext uri="{FF2B5EF4-FFF2-40B4-BE49-F238E27FC236}">
                <a16:creationId xmlns:a16="http://schemas.microsoft.com/office/drawing/2014/main" id="{6DB86030-DDB5-4F7B-83C5-ECFCEC7760E7}"/>
              </a:ext>
            </a:extLst>
          </p:cNvPr>
          <p:cNvSpPr/>
          <p:nvPr/>
        </p:nvSpPr>
        <p:spPr>
          <a:xfrm>
            <a:off x="1187768" y="2011853"/>
            <a:ext cx="2860675" cy="3445828"/>
          </a:xfrm>
          <a:custGeom>
            <a:avLst/>
            <a:gdLst>
              <a:gd name="connsiteX0" fmla="*/ 0 w 2860675"/>
              <a:gd name="connsiteY0" fmla="*/ 0 h 3445828"/>
              <a:gd name="connsiteX1" fmla="*/ 2860675 w 2860675"/>
              <a:gd name="connsiteY1" fmla="*/ 0 h 3445828"/>
              <a:gd name="connsiteX2" fmla="*/ 2860675 w 2860675"/>
              <a:gd name="connsiteY2" fmla="*/ 3445828 h 3445828"/>
              <a:gd name="connsiteX3" fmla="*/ 2728595 w 2860675"/>
              <a:gd name="connsiteY3" fmla="*/ 3445828 h 3445828"/>
              <a:gd name="connsiteX4" fmla="*/ 2728595 w 2860675"/>
              <a:gd name="connsiteY4" fmla="*/ 132080 h 3445828"/>
              <a:gd name="connsiteX5" fmla="*/ 0 w 2860675"/>
              <a:gd name="connsiteY5" fmla="*/ 132080 h 3445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0675" h="3445828">
                <a:moveTo>
                  <a:pt x="0" y="0"/>
                </a:moveTo>
                <a:lnTo>
                  <a:pt x="2860675" y="0"/>
                </a:lnTo>
                <a:lnTo>
                  <a:pt x="2860675" y="3445828"/>
                </a:lnTo>
                <a:lnTo>
                  <a:pt x="2728595" y="3445828"/>
                </a:lnTo>
                <a:lnTo>
                  <a:pt x="2728595" y="132080"/>
                </a:lnTo>
                <a:lnTo>
                  <a:pt x="0" y="13208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sp>
        <p:nvSpPr>
          <p:cNvPr id="7" name="矩形 6">
            <a:extLst>
              <a:ext uri="{FF2B5EF4-FFF2-40B4-BE49-F238E27FC236}">
                <a16:creationId xmlns:a16="http://schemas.microsoft.com/office/drawing/2014/main" id="{5E2AD84B-505C-45E9-A7EE-5C4156AB9F31}"/>
              </a:ext>
            </a:extLst>
          </p:cNvPr>
          <p:cNvSpPr/>
          <p:nvPr/>
        </p:nvSpPr>
        <p:spPr>
          <a:xfrm>
            <a:off x="1055688" y="2155508"/>
            <a:ext cx="2860675" cy="344582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2" name="文本框 11">
            <a:extLst>
              <a:ext uri="{FF2B5EF4-FFF2-40B4-BE49-F238E27FC236}">
                <a16:creationId xmlns:a16="http://schemas.microsoft.com/office/drawing/2014/main" id="{A5E2CC37-24C6-4255-A63C-0C3B4C177663}"/>
              </a:ext>
            </a:extLst>
          </p:cNvPr>
          <p:cNvSpPr txBox="1"/>
          <p:nvPr/>
        </p:nvSpPr>
        <p:spPr>
          <a:xfrm>
            <a:off x="1263253" y="2338388"/>
            <a:ext cx="1310640" cy="396583"/>
          </a:xfrm>
          <a:prstGeom prst="rect">
            <a:avLst/>
          </a:prstGeom>
          <a:noFill/>
        </p:spPr>
        <p:txBody>
          <a:bodyPr wrap="square" rtlCol="0">
            <a:spAutoFit/>
          </a:bodyPr>
          <a:lstStyle/>
          <a:p>
            <a:pPr>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1</a:t>
            </a:r>
            <a:endParaRPr lang="zh-CN" altLang="en-US" b="1" spc="100" dirty="0">
              <a:solidFill>
                <a:schemeClr val="tx1">
                  <a:lumMod val="65000"/>
                  <a:lumOff val="35000"/>
                </a:schemeClr>
              </a:solidFill>
              <a:latin typeface="+mj-ea"/>
              <a:ea typeface="+mj-ea"/>
              <a:cs typeface="+mn-ea"/>
              <a:sym typeface="+mn-lt"/>
            </a:endParaRPr>
          </a:p>
        </p:txBody>
      </p:sp>
      <p:cxnSp>
        <p:nvCxnSpPr>
          <p:cNvPr id="14" name="直接连接符 13">
            <a:extLst>
              <a:ext uri="{FF2B5EF4-FFF2-40B4-BE49-F238E27FC236}">
                <a16:creationId xmlns:a16="http://schemas.microsoft.com/office/drawing/2014/main" id="{E48D9808-4624-4D94-901D-0594A7672ADD}"/>
              </a:ext>
            </a:extLst>
          </p:cNvPr>
          <p:cNvCxnSpPr/>
          <p:nvPr/>
        </p:nvCxnSpPr>
        <p:spPr>
          <a:xfrm>
            <a:off x="1364853" y="2846388"/>
            <a:ext cx="48768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608BBD98-9A77-4DF4-A800-E0058F0C21A6}"/>
              </a:ext>
            </a:extLst>
          </p:cNvPr>
          <p:cNvSpPr txBox="1"/>
          <p:nvPr/>
        </p:nvSpPr>
        <p:spPr>
          <a:xfrm>
            <a:off x="1263253" y="2927669"/>
            <a:ext cx="2487850" cy="2135585"/>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南京理工大学，位于江苏省南京市，北依紫金山，西临明城墙，是隶属于工业和信息化部，由工信部、教育部与江苏省人民政府共建的全国重点大学</a:t>
            </a:r>
          </a:p>
        </p:txBody>
      </p:sp>
      <p:sp>
        <p:nvSpPr>
          <p:cNvPr id="17" name="任意多边形: 形状 16">
            <a:extLst>
              <a:ext uri="{FF2B5EF4-FFF2-40B4-BE49-F238E27FC236}">
                <a16:creationId xmlns:a16="http://schemas.microsoft.com/office/drawing/2014/main" id="{3E19DC14-B08E-4326-8901-1F0E09A264D0}"/>
              </a:ext>
            </a:extLst>
          </p:cNvPr>
          <p:cNvSpPr/>
          <p:nvPr/>
        </p:nvSpPr>
        <p:spPr>
          <a:xfrm>
            <a:off x="4731702" y="2011853"/>
            <a:ext cx="2860675" cy="3445828"/>
          </a:xfrm>
          <a:custGeom>
            <a:avLst/>
            <a:gdLst>
              <a:gd name="connsiteX0" fmla="*/ 0 w 2860675"/>
              <a:gd name="connsiteY0" fmla="*/ 0 h 3445828"/>
              <a:gd name="connsiteX1" fmla="*/ 2860675 w 2860675"/>
              <a:gd name="connsiteY1" fmla="*/ 0 h 3445828"/>
              <a:gd name="connsiteX2" fmla="*/ 2860675 w 2860675"/>
              <a:gd name="connsiteY2" fmla="*/ 3445828 h 3445828"/>
              <a:gd name="connsiteX3" fmla="*/ 2728595 w 2860675"/>
              <a:gd name="connsiteY3" fmla="*/ 3445828 h 3445828"/>
              <a:gd name="connsiteX4" fmla="*/ 2728595 w 2860675"/>
              <a:gd name="connsiteY4" fmla="*/ 132080 h 3445828"/>
              <a:gd name="connsiteX5" fmla="*/ 0 w 2860675"/>
              <a:gd name="connsiteY5" fmla="*/ 132080 h 3445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0675" h="3445828">
                <a:moveTo>
                  <a:pt x="0" y="0"/>
                </a:moveTo>
                <a:lnTo>
                  <a:pt x="2860675" y="0"/>
                </a:lnTo>
                <a:lnTo>
                  <a:pt x="2860675" y="3445828"/>
                </a:lnTo>
                <a:lnTo>
                  <a:pt x="2728595" y="3445828"/>
                </a:lnTo>
                <a:lnTo>
                  <a:pt x="2728595" y="132080"/>
                </a:lnTo>
                <a:lnTo>
                  <a:pt x="0" y="13208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sp>
        <p:nvSpPr>
          <p:cNvPr id="18" name="矩形 17">
            <a:extLst>
              <a:ext uri="{FF2B5EF4-FFF2-40B4-BE49-F238E27FC236}">
                <a16:creationId xmlns:a16="http://schemas.microsoft.com/office/drawing/2014/main" id="{7DC42FBE-B2B7-4D65-B8CD-0643160CE59A}"/>
              </a:ext>
            </a:extLst>
          </p:cNvPr>
          <p:cNvSpPr/>
          <p:nvPr/>
        </p:nvSpPr>
        <p:spPr>
          <a:xfrm>
            <a:off x="4599622" y="2155508"/>
            <a:ext cx="2860675" cy="344582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9" name="文本框 18">
            <a:extLst>
              <a:ext uri="{FF2B5EF4-FFF2-40B4-BE49-F238E27FC236}">
                <a16:creationId xmlns:a16="http://schemas.microsoft.com/office/drawing/2014/main" id="{76C32391-9D78-4318-8231-7A56C9DB2254}"/>
              </a:ext>
            </a:extLst>
          </p:cNvPr>
          <p:cNvSpPr txBox="1"/>
          <p:nvPr/>
        </p:nvSpPr>
        <p:spPr>
          <a:xfrm>
            <a:off x="4807187" y="2338388"/>
            <a:ext cx="1310640" cy="396583"/>
          </a:xfrm>
          <a:prstGeom prst="rect">
            <a:avLst/>
          </a:prstGeom>
          <a:noFill/>
        </p:spPr>
        <p:txBody>
          <a:bodyPr wrap="square" rtlCol="0">
            <a:spAutoFit/>
          </a:bodyPr>
          <a:lstStyle/>
          <a:p>
            <a:pPr>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2</a:t>
            </a:r>
            <a:endParaRPr lang="zh-CN" altLang="en-US" b="1" spc="100" dirty="0">
              <a:solidFill>
                <a:schemeClr val="tx1">
                  <a:lumMod val="65000"/>
                  <a:lumOff val="35000"/>
                </a:schemeClr>
              </a:solidFill>
              <a:latin typeface="+mj-ea"/>
              <a:ea typeface="+mj-ea"/>
              <a:cs typeface="+mn-ea"/>
              <a:sym typeface="+mn-lt"/>
            </a:endParaRPr>
          </a:p>
        </p:txBody>
      </p:sp>
      <p:cxnSp>
        <p:nvCxnSpPr>
          <p:cNvPr id="20" name="直接连接符 19">
            <a:extLst>
              <a:ext uri="{FF2B5EF4-FFF2-40B4-BE49-F238E27FC236}">
                <a16:creationId xmlns:a16="http://schemas.microsoft.com/office/drawing/2014/main" id="{B0933088-3C0C-4DB0-9D5B-29F709536D0A}"/>
              </a:ext>
            </a:extLst>
          </p:cNvPr>
          <p:cNvCxnSpPr/>
          <p:nvPr/>
        </p:nvCxnSpPr>
        <p:spPr>
          <a:xfrm>
            <a:off x="4908787" y="2846388"/>
            <a:ext cx="48768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9C1E2F3C-91BA-44D4-B462-57EF4E573EBC}"/>
              </a:ext>
            </a:extLst>
          </p:cNvPr>
          <p:cNvSpPr txBox="1"/>
          <p:nvPr/>
        </p:nvSpPr>
        <p:spPr>
          <a:xfrm>
            <a:off x="4807187" y="2927669"/>
            <a:ext cx="2487850" cy="2135585"/>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南京理工大学，位于江苏省南京市，北依紫金山，西临明城墙，是隶属于工业和信息化部，由工信部、教育部与江苏省人民政府共建的全国重点大学</a:t>
            </a:r>
          </a:p>
        </p:txBody>
      </p:sp>
      <p:sp>
        <p:nvSpPr>
          <p:cNvPr id="22" name="任意多边形: 形状 21">
            <a:extLst>
              <a:ext uri="{FF2B5EF4-FFF2-40B4-BE49-F238E27FC236}">
                <a16:creationId xmlns:a16="http://schemas.microsoft.com/office/drawing/2014/main" id="{9A228D1D-EA94-49E2-99A5-698D790FB43E}"/>
              </a:ext>
            </a:extLst>
          </p:cNvPr>
          <p:cNvSpPr/>
          <p:nvPr/>
        </p:nvSpPr>
        <p:spPr>
          <a:xfrm>
            <a:off x="8275637" y="2002895"/>
            <a:ext cx="2860675" cy="3445828"/>
          </a:xfrm>
          <a:custGeom>
            <a:avLst/>
            <a:gdLst>
              <a:gd name="connsiteX0" fmla="*/ 0 w 2860675"/>
              <a:gd name="connsiteY0" fmla="*/ 0 h 3445828"/>
              <a:gd name="connsiteX1" fmla="*/ 2860675 w 2860675"/>
              <a:gd name="connsiteY1" fmla="*/ 0 h 3445828"/>
              <a:gd name="connsiteX2" fmla="*/ 2860675 w 2860675"/>
              <a:gd name="connsiteY2" fmla="*/ 3445828 h 3445828"/>
              <a:gd name="connsiteX3" fmla="*/ 2728595 w 2860675"/>
              <a:gd name="connsiteY3" fmla="*/ 3445828 h 3445828"/>
              <a:gd name="connsiteX4" fmla="*/ 2728595 w 2860675"/>
              <a:gd name="connsiteY4" fmla="*/ 132080 h 3445828"/>
              <a:gd name="connsiteX5" fmla="*/ 0 w 2860675"/>
              <a:gd name="connsiteY5" fmla="*/ 132080 h 3445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0675" h="3445828">
                <a:moveTo>
                  <a:pt x="0" y="0"/>
                </a:moveTo>
                <a:lnTo>
                  <a:pt x="2860675" y="0"/>
                </a:lnTo>
                <a:lnTo>
                  <a:pt x="2860675" y="3445828"/>
                </a:lnTo>
                <a:lnTo>
                  <a:pt x="2728595" y="3445828"/>
                </a:lnTo>
                <a:lnTo>
                  <a:pt x="2728595" y="132080"/>
                </a:lnTo>
                <a:lnTo>
                  <a:pt x="0" y="13208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sp>
        <p:nvSpPr>
          <p:cNvPr id="23" name="矩形 22">
            <a:extLst>
              <a:ext uri="{FF2B5EF4-FFF2-40B4-BE49-F238E27FC236}">
                <a16:creationId xmlns:a16="http://schemas.microsoft.com/office/drawing/2014/main" id="{504137F2-49CC-4800-8376-7EA4F9FEF90A}"/>
              </a:ext>
            </a:extLst>
          </p:cNvPr>
          <p:cNvSpPr/>
          <p:nvPr/>
        </p:nvSpPr>
        <p:spPr>
          <a:xfrm>
            <a:off x="8143557" y="2146550"/>
            <a:ext cx="2860675" cy="344582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4" name="文本框 23">
            <a:extLst>
              <a:ext uri="{FF2B5EF4-FFF2-40B4-BE49-F238E27FC236}">
                <a16:creationId xmlns:a16="http://schemas.microsoft.com/office/drawing/2014/main" id="{C827C45C-925C-464B-94FB-03512582D516}"/>
              </a:ext>
            </a:extLst>
          </p:cNvPr>
          <p:cNvSpPr txBox="1"/>
          <p:nvPr/>
        </p:nvSpPr>
        <p:spPr>
          <a:xfrm>
            <a:off x="8351122" y="2329430"/>
            <a:ext cx="1310640" cy="396583"/>
          </a:xfrm>
          <a:prstGeom prst="rect">
            <a:avLst/>
          </a:prstGeom>
          <a:noFill/>
        </p:spPr>
        <p:txBody>
          <a:bodyPr wrap="square" rtlCol="0">
            <a:spAutoFit/>
          </a:bodyPr>
          <a:lstStyle/>
          <a:p>
            <a:pPr>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3</a:t>
            </a:r>
            <a:endParaRPr lang="zh-CN" altLang="en-US" b="1" spc="100" dirty="0">
              <a:solidFill>
                <a:schemeClr val="tx1">
                  <a:lumMod val="65000"/>
                  <a:lumOff val="35000"/>
                </a:schemeClr>
              </a:solidFill>
              <a:latin typeface="+mj-ea"/>
              <a:ea typeface="+mj-ea"/>
              <a:cs typeface="+mn-ea"/>
              <a:sym typeface="+mn-lt"/>
            </a:endParaRPr>
          </a:p>
        </p:txBody>
      </p:sp>
      <p:cxnSp>
        <p:nvCxnSpPr>
          <p:cNvPr id="25" name="直接连接符 24">
            <a:extLst>
              <a:ext uri="{FF2B5EF4-FFF2-40B4-BE49-F238E27FC236}">
                <a16:creationId xmlns:a16="http://schemas.microsoft.com/office/drawing/2014/main" id="{E0F1DB02-A24E-4BB0-99E2-72DEB4C5962B}"/>
              </a:ext>
            </a:extLst>
          </p:cNvPr>
          <p:cNvCxnSpPr/>
          <p:nvPr/>
        </p:nvCxnSpPr>
        <p:spPr>
          <a:xfrm>
            <a:off x="8452722" y="2837430"/>
            <a:ext cx="48768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DCC33CDE-C54C-43CE-A2F9-A1B691F84DCB}"/>
              </a:ext>
            </a:extLst>
          </p:cNvPr>
          <p:cNvSpPr txBox="1"/>
          <p:nvPr/>
        </p:nvSpPr>
        <p:spPr>
          <a:xfrm>
            <a:off x="8351122" y="2918711"/>
            <a:ext cx="2487850" cy="2135585"/>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南京理工大学，位于江苏省南京市，北依紫金山，西临明城墙，是隶属于工业和信息化部，由工信部、教育部与江苏省人民政府共建的全国重点大学</a:t>
            </a:r>
          </a:p>
        </p:txBody>
      </p:sp>
      <p:sp>
        <p:nvSpPr>
          <p:cNvPr id="5" name="bookmark-tag_74392">
            <a:extLst>
              <a:ext uri="{FF2B5EF4-FFF2-40B4-BE49-F238E27FC236}">
                <a16:creationId xmlns:a16="http://schemas.microsoft.com/office/drawing/2014/main" id="{AFE9DD2C-0989-49F9-ADFF-0C89978F5606}"/>
              </a:ext>
            </a:extLst>
          </p:cNvPr>
          <p:cNvSpPr>
            <a:spLocks noChangeAspect="1"/>
          </p:cNvSpPr>
          <p:nvPr/>
        </p:nvSpPr>
        <p:spPr bwMode="auto">
          <a:xfrm>
            <a:off x="3389232" y="2156104"/>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cs typeface="+mn-ea"/>
              <a:sym typeface="+mn-lt"/>
            </a:endParaRPr>
          </a:p>
        </p:txBody>
      </p:sp>
      <p:sp>
        <p:nvSpPr>
          <p:cNvPr id="28" name="bookmark-tag_74392">
            <a:extLst>
              <a:ext uri="{FF2B5EF4-FFF2-40B4-BE49-F238E27FC236}">
                <a16:creationId xmlns:a16="http://schemas.microsoft.com/office/drawing/2014/main" id="{88142EEB-5270-4C2C-AA7B-CCD61B634662}"/>
              </a:ext>
            </a:extLst>
          </p:cNvPr>
          <p:cNvSpPr>
            <a:spLocks noChangeAspect="1"/>
          </p:cNvSpPr>
          <p:nvPr/>
        </p:nvSpPr>
        <p:spPr bwMode="auto">
          <a:xfrm>
            <a:off x="6933167" y="2156104"/>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cs typeface="+mn-ea"/>
              <a:sym typeface="+mn-lt"/>
            </a:endParaRPr>
          </a:p>
        </p:txBody>
      </p:sp>
      <p:sp>
        <p:nvSpPr>
          <p:cNvPr id="29" name="bookmark-tag_74392">
            <a:extLst>
              <a:ext uri="{FF2B5EF4-FFF2-40B4-BE49-F238E27FC236}">
                <a16:creationId xmlns:a16="http://schemas.microsoft.com/office/drawing/2014/main" id="{E42D0F2D-DC0A-4488-914D-C00A3C8D93CA}"/>
              </a:ext>
            </a:extLst>
          </p:cNvPr>
          <p:cNvSpPr>
            <a:spLocks noChangeAspect="1"/>
          </p:cNvSpPr>
          <p:nvPr/>
        </p:nvSpPr>
        <p:spPr bwMode="auto">
          <a:xfrm>
            <a:off x="10476467" y="2156104"/>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cs typeface="+mn-ea"/>
              <a:sym typeface="+mn-lt"/>
            </a:endParaRPr>
          </a:p>
        </p:txBody>
      </p:sp>
      <p:sp>
        <p:nvSpPr>
          <p:cNvPr id="2" name="文本框 1">
            <a:extLst>
              <a:ext uri="{FF2B5EF4-FFF2-40B4-BE49-F238E27FC236}">
                <a16:creationId xmlns:a16="http://schemas.microsoft.com/office/drawing/2014/main" id="{1DEA5339-E710-4235-A08D-3CBCB3883DBB}"/>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三项内容页</a:t>
            </a:r>
          </a:p>
        </p:txBody>
      </p:sp>
    </p:spTree>
    <p:extLst>
      <p:ext uri="{BB962C8B-B14F-4D97-AF65-F5344CB8AC3E}">
        <p14:creationId xmlns:p14="http://schemas.microsoft.com/office/powerpoint/2010/main" val="33557530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a:extLst>
              <a:ext uri="{FF2B5EF4-FFF2-40B4-BE49-F238E27FC236}">
                <a16:creationId xmlns:a16="http://schemas.microsoft.com/office/drawing/2014/main" id="{222E8CC5-BED2-4C2D-9B0E-64C9B1E33EF2}"/>
              </a:ext>
            </a:extLst>
          </p:cNvPr>
          <p:cNvGrpSpPr/>
          <p:nvPr/>
        </p:nvGrpSpPr>
        <p:grpSpPr>
          <a:xfrm>
            <a:off x="695325" y="1280161"/>
            <a:ext cx="2499995" cy="4876800"/>
            <a:chOff x="695325" y="1280161"/>
            <a:chExt cx="2499995" cy="4876800"/>
          </a:xfrm>
        </p:grpSpPr>
        <p:pic>
          <p:nvPicPr>
            <p:cNvPr id="3" name="图片 2">
              <a:extLst>
                <a:ext uri="{FF2B5EF4-FFF2-40B4-BE49-F238E27FC236}">
                  <a16:creationId xmlns:a16="http://schemas.microsoft.com/office/drawing/2014/main" id="{16425684-A144-4993-9818-72816A0CBF1D}"/>
                </a:ext>
              </a:extLst>
            </p:cNvPr>
            <p:cNvPicPr>
              <a:picLocks noChangeAspect="1"/>
            </p:cNvPicPr>
            <p:nvPr/>
          </p:nvPicPr>
          <p:blipFill rotWithShape="1">
            <a:blip r:embed="rId3">
              <a:extLst>
                <a:ext uri="{28A0092B-C50C-407E-A947-70E740481C1C}">
                  <a14:useLocalDpi xmlns:a14="http://schemas.microsoft.com/office/drawing/2010/main" val="0"/>
                </a:ext>
              </a:extLst>
            </a:blip>
            <a:srcRect l="17769" r="14452" b="9627"/>
            <a:stretch/>
          </p:blipFill>
          <p:spPr>
            <a:xfrm>
              <a:off x="753156" y="1343803"/>
              <a:ext cx="2384333" cy="1788250"/>
            </a:xfrm>
            <a:prstGeom prst="rect">
              <a:avLst/>
            </a:prstGeom>
          </p:spPr>
        </p:pic>
        <p:sp>
          <p:nvSpPr>
            <p:cNvPr id="5" name="矩形 4">
              <a:extLst>
                <a:ext uri="{FF2B5EF4-FFF2-40B4-BE49-F238E27FC236}">
                  <a16:creationId xmlns:a16="http://schemas.microsoft.com/office/drawing/2014/main" id="{046786BB-A084-4C33-970E-51DCDD7BB8E2}"/>
                </a:ext>
              </a:extLst>
            </p:cNvPr>
            <p:cNvSpPr/>
            <p:nvPr/>
          </p:nvSpPr>
          <p:spPr>
            <a:xfrm>
              <a:off x="695325" y="1280161"/>
              <a:ext cx="2499995" cy="487680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7" name="文本框 6">
              <a:extLst>
                <a:ext uri="{FF2B5EF4-FFF2-40B4-BE49-F238E27FC236}">
                  <a16:creationId xmlns:a16="http://schemas.microsoft.com/office/drawing/2014/main" id="{A3910CAA-F0E7-4823-BB45-AEF0FB708664}"/>
                </a:ext>
              </a:extLst>
            </p:cNvPr>
            <p:cNvSpPr txBox="1"/>
            <p:nvPr/>
          </p:nvSpPr>
          <p:spPr>
            <a:xfrm>
              <a:off x="1010602" y="3272098"/>
              <a:ext cx="1869440" cy="396583"/>
            </a:xfrm>
            <a:prstGeom prst="rect">
              <a:avLst/>
            </a:prstGeom>
            <a:noFill/>
          </p:spPr>
          <p:txBody>
            <a:bodyPr wrap="square" rtlCol="0">
              <a:spAutoFit/>
            </a:bodyPr>
            <a:lstStyle/>
            <a:p>
              <a:pPr algn="ctr">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1</a:t>
              </a:r>
              <a:endParaRPr lang="zh-CN" altLang="en-US" b="1" spc="100" dirty="0">
                <a:solidFill>
                  <a:schemeClr val="tx1">
                    <a:lumMod val="65000"/>
                    <a:lumOff val="35000"/>
                  </a:schemeClr>
                </a:solidFill>
                <a:latin typeface="+mj-ea"/>
                <a:ea typeface="+mj-ea"/>
                <a:cs typeface="+mn-ea"/>
                <a:sym typeface="+mn-lt"/>
              </a:endParaRPr>
            </a:p>
          </p:txBody>
        </p:sp>
        <p:cxnSp>
          <p:nvCxnSpPr>
            <p:cNvPr id="9" name="直接连接符 8">
              <a:extLst>
                <a:ext uri="{FF2B5EF4-FFF2-40B4-BE49-F238E27FC236}">
                  <a16:creationId xmlns:a16="http://schemas.microsoft.com/office/drawing/2014/main" id="{31D4276A-F8FB-4665-89C5-87C0689DB13D}"/>
                </a:ext>
              </a:extLst>
            </p:cNvPr>
            <p:cNvCxnSpPr>
              <a:cxnSpLocks/>
            </p:cNvCxnSpPr>
            <p:nvPr/>
          </p:nvCxnSpPr>
          <p:spPr>
            <a:xfrm>
              <a:off x="1625282" y="3718561"/>
              <a:ext cx="64008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F40F1476-2B92-42D5-8577-4F327A2BFB3D}"/>
                </a:ext>
              </a:extLst>
            </p:cNvPr>
            <p:cNvSpPr txBox="1"/>
            <p:nvPr/>
          </p:nvSpPr>
          <p:spPr>
            <a:xfrm>
              <a:off x="753156" y="3750851"/>
              <a:ext cx="2355169" cy="2135585"/>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南京理工大学，位于江苏省南京市，北依紫金山，西临明城墙，是隶属于工业和信息化部，由工信部、教育部与江苏省人民政府共建的全国重点大学</a:t>
              </a:r>
            </a:p>
          </p:txBody>
        </p:sp>
        <p:cxnSp>
          <p:nvCxnSpPr>
            <p:cNvPr id="13" name="直接连接符 12">
              <a:extLst>
                <a:ext uri="{FF2B5EF4-FFF2-40B4-BE49-F238E27FC236}">
                  <a16:creationId xmlns:a16="http://schemas.microsoft.com/office/drawing/2014/main" id="{06380545-B923-4822-875F-0DB51F9DD91D}"/>
                </a:ext>
              </a:extLst>
            </p:cNvPr>
            <p:cNvCxnSpPr>
              <a:cxnSpLocks/>
            </p:cNvCxnSpPr>
            <p:nvPr/>
          </p:nvCxnSpPr>
          <p:spPr>
            <a:xfrm>
              <a:off x="695325" y="6019801"/>
              <a:ext cx="137160" cy="1371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DDE4E1CD-DEEC-4010-B9D6-4FFC875AAFED}"/>
                </a:ext>
              </a:extLst>
            </p:cNvPr>
            <p:cNvCxnSpPr>
              <a:cxnSpLocks/>
            </p:cNvCxnSpPr>
            <p:nvPr/>
          </p:nvCxnSpPr>
          <p:spPr>
            <a:xfrm flipV="1">
              <a:off x="3058160" y="6019801"/>
              <a:ext cx="137160" cy="1371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44" name="组合 43">
            <a:extLst>
              <a:ext uri="{FF2B5EF4-FFF2-40B4-BE49-F238E27FC236}">
                <a16:creationId xmlns:a16="http://schemas.microsoft.com/office/drawing/2014/main" id="{BA8DD73E-BF3A-434C-B8AB-2DD343CCF4EB}"/>
              </a:ext>
            </a:extLst>
          </p:cNvPr>
          <p:cNvGrpSpPr/>
          <p:nvPr/>
        </p:nvGrpSpPr>
        <p:grpSpPr>
          <a:xfrm>
            <a:off x="8996680" y="1280161"/>
            <a:ext cx="2499995" cy="4876800"/>
            <a:chOff x="695325" y="1280161"/>
            <a:chExt cx="2499995" cy="4876800"/>
          </a:xfrm>
        </p:grpSpPr>
        <p:pic>
          <p:nvPicPr>
            <p:cNvPr id="45" name="图片 44">
              <a:extLst>
                <a:ext uri="{FF2B5EF4-FFF2-40B4-BE49-F238E27FC236}">
                  <a16:creationId xmlns:a16="http://schemas.microsoft.com/office/drawing/2014/main" id="{F3C524CF-6B24-4342-86CF-CEC4059F6916}"/>
                </a:ext>
              </a:extLst>
            </p:cNvPr>
            <p:cNvPicPr>
              <a:picLocks noChangeAspect="1"/>
            </p:cNvPicPr>
            <p:nvPr/>
          </p:nvPicPr>
          <p:blipFill rotWithShape="1">
            <a:blip r:embed="rId3">
              <a:extLst>
                <a:ext uri="{28A0092B-C50C-407E-A947-70E740481C1C}">
                  <a14:useLocalDpi xmlns:a14="http://schemas.microsoft.com/office/drawing/2010/main" val="0"/>
                </a:ext>
              </a:extLst>
            </a:blip>
            <a:srcRect l="17769" r="14452" b="9627"/>
            <a:stretch/>
          </p:blipFill>
          <p:spPr>
            <a:xfrm>
              <a:off x="753156" y="1343803"/>
              <a:ext cx="2384333" cy="1788250"/>
            </a:xfrm>
            <a:prstGeom prst="rect">
              <a:avLst/>
            </a:prstGeom>
          </p:spPr>
        </p:pic>
        <p:sp>
          <p:nvSpPr>
            <p:cNvPr id="46" name="矩形 45">
              <a:extLst>
                <a:ext uri="{FF2B5EF4-FFF2-40B4-BE49-F238E27FC236}">
                  <a16:creationId xmlns:a16="http://schemas.microsoft.com/office/drawing/2014/main" id="{7C7EDBBA-8C1F-4A10-89A8-F884E9E41969}"/>
                </a:ext>
              </a:extLst>
            </p:cNvPr>
            <p:cNvSpPr/>
            <p:nvPr/>
          </p:nvSpPr>
          <p:spPr>
            <a:xfrm>
              <a:off x="695325" y="1280161"/>
              <a:ext cx="2499995" cy="487680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47" name="文本框 46">
              <a:extLst>
                <a:ext uri="{FF2B5EF4-FFF2-40B4-BE49-F238E27FC236}">
                  <a16:creationId xmlns:a16="http://schemas.microsoft.com/office/drawing/2014/main" id="{928137EB-CE84-4EBB-B7B8-6704D961EC15}"/>
                </a:ext>
              </a:extLst>
            </p:cNvPr>
            <p:cNvSpPr txBox="1"/>
            <p:nvPr/>
          </p:nvSpPr>
          <p:spPr>
            <a:xfrm>
              <a:off x="1010602" y="3272098"/>
              <a:ext cx="1869440" cy="396583"/>
            </a:xfrm>
            <a:prstGeom prst="rect">
              <a:avLst/>
            </a:prstGeom>
            <a:noFill/>
          </p:spPr>
          <p:txBody>
            <a:bodyPr wrap="square" rtlCol="0">
              <a:spAutoFit/>
            </a:bodyPr>
            <a:lstStyle/>
            <a:p>
              <a:pPr algn="ctr">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1</a:t>
              </a:r>
              <a:endParaRPr lang="zh-CN" altLang="en-US" b="1" spc="100" dirty="0">
                <a:solidFill>
                  <a:schemeClr val="tx1">
                    <a:lumMod val="65000"/>
                    <a:lumOff val="35000"/>
                  </a:schemeClr>
                </a:solidFill>
                <a:latin typeface="+mj-ea"/>
                <a:ea typeface="+mj-ea"/>
                <a:cs typeface="+mn-ea"/>
                <a:sym typeface="+mn-lt"/>
              </a:endParaRPr>
            </a:p>
          </p:txBody>
        </p:sp>
        <p:cxnSp>
          <p:nvCxnSpPr>
            <p:cNvPr id="48" name="直接连接符 47">
              <a:extLst>
                <a:ext uri="{FF2B5EF4-FFF2-40B4-BE49-F238E27FC236}">
                  <a16:creationId xmlns:a16="http://schemas.microsoft.com/office/drawing/2014/main" id="{382EE0EA-4473-4E00-8BE5-AA2044F030B1}"/>
                </a:ext>
              </a:extLst>
            </p:cNvPr>
            <p:cNvCxnSpPr>
              <a:cxnSpLocks/>
            </p:cNvCxnSpPr>
            <p:nvPr/>
          </p:nvCxnSpPr>
          <p:spPr>
            <a:xfrm>
              <a:off x="1625282" y="3718561"/>
              <a:ext cx="64008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4F6EB6D8-30CB-4442-B07F-B2F23263C50C}"/>
                </a:ext>
              </a:extLst>
            </p:cNvPr>
            <p:cNvSpPr txBox="1"/>
            <p:nvPr/>
          </p:nvSpPr>
          <p:spPr>
            <a:xfrm>
              <a:off x="753156" y="3750851"/>
              <a:ext cx="2355169" cy="2135585"/>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南京理工大学，位于江苏省南京市，北依紫金山，西临明城墙，是隶属于工业和信息化部，由工信部、教育部与江苏省人民政府共建的全国重点大学</a:t>
              </a:r>
            </a:p>
          </p:txBody>
        </p:sp>
        <p:cxnSp>
          <p:nvCxnSpPr>
            <p:cNvPr id="50" name="直接连接符 49">
              <a:extLst>
                <a:ext uri="{FF2B5EF4-FFF2-40B4-BE49-F238E27FC236}">
                  <a16:creationId xmlns:a16="http://schemas.microsoft.com/office/drawing/2014/main" id="{CF77F060-C951-4573-B6E4-AC30DBD24ADF}"/>
                </a:ext>
              </a:extLst>
            </p:cNvPr>
            <p:cNvCxnSpPr>
              <a:cxnSpLocks/>
            </p:cNvCxnSpPr>
            <p:nvPr/>
          </p:nvCxnSpPr>
          <p:spPr>
            <a:xfrm>
              <a:off x="695325" y="6019801"/>
              <a:ext cx="137160" cy="1371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C6E54547-46EC-4B80-946A-0A4E3911936B}"/>
                </a:ext>
              </a:extLst>
            </p:cNvPr>
            <p:cNvCxnSpPr>
              <a:cxnSpLocks/>
            </p:cNvCxnSpPr>
            <p:nvPr/>
          </p:nvCxnSpPr>
          <p:spPr>
            <a:xfrm flipV="1">
              <a:off x="3058160" y="6019801"/>
              <a:ext cx="137160" cy="1371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2" name="组合 51">
            <a:extLst>
              <a:ext uri="{FF2B5EF4-FFF2-40B4-BE49-F238E27FC236}">
                <a16:creationId xmlns:a16="http://schemas.microsoft.com/office/drawing/2014/main" id="{FF59F746-B4F7-4CAD-8CA8-B4694E6498A7}"/>
              </a:ext>
            </a:extLst>
          </p:cNvPr>
          <p:cNvGrpSpPr/>
          <p:nvPr/>
        </p:nvGrpSpPr>
        <p:grpSpPr>
          <a:xfrm>
            <a:off x="3462443" y="1280161"/>
            <a:ext cx="2499995" cy="4876800"/>
            <a:chOff x="695325" y="1280161"/>
            <a:chExt cx="2499995" cy="4876800"/>
          </a:xfrm>
        </p:grpSpPr>
        <p:pic>
          <p:nvPicPr>
            <p:cNvPr id="53" name="图片 52">
              <a:extLst>
                <a:ext uri="{FF2B5EF4-FFF2-40B4-BE49-F238E27FC236}">
                  <a16:creationId xmlns:a16="http://schemas.microsoft.com/office/drawing/2014/main" id="{BFCEC9EB-4249-4D10-AF36-3EF4EF8E4D8B}"/>
                </a:ext>
              </a:extLst>
            </p:cNvPr>
            <p:cNvPicPr>
              <a:picLocks noChangeAspect="1"/>
            </p:cNvPicPr>
            <p:nvPr/>
          </p:nvPicPr>
          <p:blipFill rotWithShape="1">
            <a:blip r:embed="rId3">
              <a:extLst>
                <a:ext uri="{28A0092B-C50C-407E-A947-70E740481C1C}">
                  <a14:useLocalDpi xmlns:a14="http://schemas.microsoft.com/office/drawing/2010/main" val="0"/>
                </a:ext>
              </a:extLst>
            </a:blip>
            <a:srcRect l="17769" r="14452" b="9627"/>
            <a:stretch/>
          </p:blipFill>
          <p:spPr>
            <a:xfrm>
              <a:off x="753156" y="1343803"/>
              <a:ext cx="2384333" cy="1788250"/>
            </a:xfrm>
            <a:prstGeom prst="rect">
              <a:avLst/>
            </a:prstGeom>
          </p:spPr>
        </p:pic>
        <p:sp>
          <p:nvSpPr>
            <p:cNvPr id="54" name="矩形 53">
              <a:extLst>
                <a:ext uri="{FF2B5EF4-FFF2-40B4-BE49-F238E27FC236}">
                  <a16:creationId xmlns:a16="http://schemas.microsoft.com/office/drawing/2014/main" id="{54DB5553-74F6-4368-9251-0BAA0BB0651B}"/>
                </a:ext>
              </a:extLst>
            </p:cNvPr>
            <p:cNvSpPr/>
            <p:nvPr/>
          </p:nvSpPr>
          <p:spPr>
            <a:xfrm>
              <a:off x="695325" y="1280161"/>
              <a:ext cx="2499995" cy="487680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55" name="文本框 54">
              <a:extLst>
                <a:ext uri="{FF2B5EF4-FFF2-40B4-BE49-F238E27FC236}">
                  <a16:creationId xmlns:a16="http://schemas.microsoft.com/office/drawing/2014/main" id="{EF321EC1-1116-4D02-8EB2-5F08BAC5F93F}"/>
                </a:ext>
              </a:extLst>
            </p:cNvPr>
            <p:cNvSpPr txBox="1"/>
            <p:nvPr/>
          </p:nvSpPr>
          <p:spPr>
            <a:xfrm>
              <a:off x="1010602" y="3272098"/>
              <a:ext cx="1869440" cy="396583"/>
            </a:xfrm>
            <a:prstGeom prst="rect">
              <a:avLst/>
            </a:prstGeom>
            <a:noFill/>
          </p:spPr>
          <p:txBody>
            <a:bodyPr wrap="square" rtlCol="0">
              <a:spAutoFit/>
            </a:bodyPr>
            <a:lstStyle/>
            <a:p>
              <a:pPr algn="ctr">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1</a:t>
              </a:r>
              <a:endParaRPr lang="zh-CN" altLang="en-US" b="1" spc="100" dirty="0">
                <a:solidFill>
                  <a:schemeClr val="tx1">
                    <a:lumMod val="65000"/>
                    <a:lumOff val="35000"/>
                  </a:schemeClr>
                </a:solidFill>
                <a:latin typeface="+mj-ea"/>
                <a:ea typeface="+mj-ea"/>
                <a:cs typeface="+mn-ea"/>
                <a:sym typeface="+mn-lt"/>
              </a:endParaRPr>
            </a:p>
          </p:txBody>
        </p:sp>
        <p:cxnSp>
          <p:nvCxnSpPr>
            <p:cNvPr id="56" name="直接连接符 55">
              <a:extLst>
                <a:ext uri="{FF2B5EF4-FFF2-40B4-BE49-F238E27FC236}">
                  <a16:creationId xmlns:a16="http://schemas.microsoft.com/office/drawing/2014/main" id="{183E1F26-ED1D-4BB8-8C80-C0DEEE3C7417}"/>
                </a:ext>
              </a:extLst>
            </p:cNvPr>
            <p:cNvCxnSpPr>
              <a:cxnSpLocks/>
            </p:cNvCxnSpPr>
            <p:nvPr/>
          </p:nvCxnSpPr>
          <p:spPr>
            <a:xfrm>
              <a:off x="1625282" y="3718561"/>
              <a:ext cx="64008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17944652-EAD7-41AB-9E97-5C124AF34DA6}"/>
                </a:ext>
              </a:extLst>
            </p:cNvPr>
            <p:cNvSpPr txBox="1"/>
            <p:nvPr/>
          </p:nvSpPr>
          <p:spPr>
            <a:xfrm>
              <a:off x="753156" y="3750851"/>
              <a:ext cx="2355169" cy="2135585"/>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南京理工大学，位于江苏省南京市，北依紫金山，西临明城墙，是隶属于工业和信息化部，由工信部、教育部与江苏省人民政府共建的全国重点大学</a:t>
              </a:r>
            </a:p>
          </p:txBody>
        </p:sp>
        <p:cxnSp>
          <p:nvCxnSpPr>
            <p:cNvPr id="58" name="直接连接符 57">
              <a:extLst>
                <a:ext uri="{FF2B5EF4-FFF2-40B4-BE49-F238E27FC236}">
                  <a16:creationId xmlns:a16="http://schemas.microsoft.com/office/drawing/2014/main" id="{AB0B21A7-8C86-4449-A926-F7A1B31A0B48}"/>
                </a:ext>
              </a:extLst>
            </p:cNvPr>
            <p:cNvCxnSpPr>
              <a:cxnSpLocks/>
            </p:cNvCxnSpPr>
            <p:nvPr/>
          </p:nvCxnSpPr>
          <p:spPr>
            <a:xfrm>
              <a:off x="695325" y="6019801"/>
              <a:ext cx="137160" cy="1371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725D1BA2-BD29-46AE-8E55-8585E5698B96}"/>
                </a:ext>
              </a:extLst>
            </p:cNvPr>
            <p:cNvCxnSpPr>
              <a:cxnSpLocks/>
            </p:cNvCxnSpPr>
            <p:nvPr/>
          </p:nvCxnSpPr>
          <p:spPr>
            <a:xfrm flipV="1">
              <a:off x="3058160" y="6019801"/>
              <a:ext cx="137160" cy="1371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60" name="组合 59">
            <a:extLst>
              <a:ext uri="{FF2B5EF4-FFF2-40B4-BE49-F238E27FC236}">
                <a16:creationId xmlns:a16="http://schemas.microsoft.com/office/drawing/2014/main" id="{D4787EF9-C3E4-4058-BADA-B712DEA7C31F}"/>
              </a:ext>
            </a:extLst>
          </p:cNvPr>
          <p:cNvGrpSpPr/>
          <p:nvPr/>
        </p:nvGrpSpPr>
        <p:grpSpPr>
          <a:xfrm>
            <a:off x="6229561" y="1280161"/>
            <a:ext cx="2499995" cy="4876800"/>
            <a:chOff x="695325" y="1280161"/>
            <a:chExt cx="2499995" cy="4876800"/>
          </a:xfrm>
        </p:grpSpPr>
        <p:pic>
          <p:nvPicPr>
            <p:cNvPr id="61" name="图片 60">
              <a:extLst>
                <a:ext uri="{FF2B5EF4-FFF2-40B4-BE49-F238E27FC236}">
                  <a16:creationId xmlns:a16="http://schemas.microsoft.com/office/drawing/2014/main" id="{9655300E-36A0-4B29-8853-F6319F6194FE}"/>
                </a:ext>
              </a:extLst>
            </p:cNvPr>
            <p:cNvPicPr>
              <a:picLocks noChangeAspect="1"/>
            </p:cNvPicPr>
            <p:nvPr/>
          </p:nvPicPr>
          <p:blipFill rotWithShape="1">
            <a:blip r:embed="rId3">
              <a:extLst>
                <a:ext uri="{28A0092B-C50C-407E-A947-70E740481C1C}">
                  <a14:useLocalDpi xmlns:a14="http://schemas.microsoft.com/office/drawing/2010/main" val="0"/>
                </a:ext>
              </a:extLst>
            </a:blip>
            <a:srcRect l="17769" r="14452" b="9627"/>
            <a:stretch/>
          </p:blipFill>
          <p:spPr>
            <a:xfrm>
              <a:off x="753156" y="1343803"/>
              <a:ext cx="2384333" cy="1788250"/>
            </a:xfrm>
            <a:prstGeom prst="rect">
              <a:avLst/>
            </a:prstGeom>
          </p:spPr>
        </p:pic>
        <p:sp>
          <p:nvSpPr>
            <p:cNvPr id="62" name="矩形 61">
              <a:extLst>
                <a:ext uri="{FF2B5EF4-FFF2-40B4-BE49-F238E27FC236}">
                  <a16:creationId xmlns:a16="http://schemas.microsoft.com/office/drawing/2014/main" id="{D2E35053-641F-43E9-B4FF-1A460D32C1FA}"/>
                </a:ext>
              </a:extLst>
            </p:cNvPr>
            <p:cNvSpPr/>
            <p:nvPr/>
          </p:nvSpPr>
          <p:spPr>
            <a:xfrm>
              <a:off x="695325" y="1280161"/>
              <a:ext cx="2499995" cy="487680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63" name="文本框 62">
              <a:extLst>
                <a:ext uri="{FF2B5EF4-FFF2-40B4-BE49-F238E27FC236}">
                  <a16:creationId xmlns:a16="http://schemas.microsoft.com/office/drawing/2014/main" id="{1C7E1605-6EC8-4517-A02A-6F7F26EE41E1}"/>
                </a:ext>
              </a:extLst>
            </p:cNvPr>
            <p:cNvSpPr txBox="1"/>
            <p:nvPr/>
          </p:nvSpPr>
          <p:spPr>
            <a:xfrm>
              <a:off x="1010602" y="3272098"/>
              <a:ext cx="1869440" cy="396583"/>
            </a:xfrm>
            <a:prstGeom prst="rect">
              <a:avLst/>
            </a:prstGeom>
            <a:noFill/>
          </p:spPr>
          <p:txBody>
            <a:bodyPr wrap="square" rtlCol="0">
              <a:spAutoFit/>
            </a:bodyPr>
            <a:lstStyle/>
            <a:p>
              <a:pPr algn="ctr">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1</a:t>
              </a:r>
              <a:endParaRPr lang="zh-CN" altLang="en-US" b="1" spc="100" dirty="0">
                <a:solidFill>
                  <a:schemeClr val="tx1">
                    <a:lumMod val="65000"/>
                    <a:lumOff val="35000"/>
                  </a:schemeClr>
                </a:solidFill>
                <a:latin typeface="+mj-ea"/>
                <a:ea typeface="+mj-ea"/>
                <a:cs typeface="+mn-ea"/>
                <a:sym typeface="+mn-lt"/>
              </a:endParaRPr>
            </a:p>
          </p:txBody>
        </p:sp>
        <p:cxnSp>
          <p:nvCxnSpPr>
            <p:cNvPr id="64" name="直接连接符 63">
              <a:extLst>
                <a:ext uri="{FF2B5EF4-FFF2-40B4-BE49-F238E27FC236}">
                  <a16:creationId xmlns:a16="http://schemas.microsoft.com/office/drawing/2014/main" id="{51A107A8-A75D-4F5A-815F-3BB61428C6A1}"/>
                </a:ext>
              </a:extLst>
            </p:cNvPr>
            <p:cNvCxnSpPr>
              <a:cxnSpLocks/>
            </p:cNvCxnSpPr>
            <p:nvPr/>
          </p:nvCxnSpPr>
          <p:spPr>
            <a:xfrm>
              <a:off x="1625282" y="3718561"/>
              <a:ext cx="64008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A0954BFD-4FE8-4B70-8051-B4ADDC4807EC}"/>
                </a:ext>
              </a:extLst>
            </p:cNvPr>
            <p:cNvSpPr txBox="1"/>
            <p:nvPr/>
          </p:nvSpPr>
          <p:spPr>
            <a:xfrm>
              <a:off x="753156" y="3750851"/>
              <a:ext cx="2355169" cy="2135585"/>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南京理工大学，位于江苏省南京市，北依紫金山，西临明城墙，是隶属于工业和信息化部，由工信部、教育部与江苏省人民政府共建的全国重点大学</a:t>
              </a:r>
            </a:p>
          </p:txBody>
        </p:sp>
        <p:cxnSp>
          <p:nvCxnSpPr>
            <p:cNvPr id="66" name="直接连接符 65">
              <a:extLst>
                <a:ext uri="{FF2B5EF4-FFF2-40B4-BE49-F238E27FC236}">
                  <a16:creationId xmlns:a16="http://schemas.microsoft.com/office/drawing/2014/main" id="{CAFD9BD3-7F40-44D0-863E-8F332AB52411}"/>
                </a:ext>
              </a:extLst>
            </p:cNvPr>
            <p:cNvCxnSpPr>
              <a:cxnSpLocks/>
            </p:cNvCxnSpPr>
            <p:nvPr/>
          </p:nvCxnSpPr>
          <p:spPr>
            <a:xfrm>
              <a:off x="695325" y="6019801"/>
              <a:ext cx="137160" cy="1371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B587B22B-2110-4FDF-B69B-47036ED6B22D}"/>
                </a:ext>
              </a:extLst>
            </p:cNvPr>
            <p:cNvCxnSpPr>
              <a:cxnSpLocks/>
            </p:cNvCxnSpPr>
            <p:nvPr/>
          </p:nvCxnSpPr>
          <p:spPr>
            <a:xfrm flipV="1">
              <a:off x="3058160" y="6019801"/>
              <a:ext cx="137160" cy="1371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54C7069C-A04C-4F40-915E-AEE1A9B325C2}"/>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四项内容页</a:t>
            </a:r>
          </a:p>
        </p:txBody>
      </p:sp>
    </p:spTree>
    <p:extLst>
      <p:ext uri="{BB962C8B-B14F-4D97-AF65-F5344CB8AC3E}">
        <p14:creationId xmlns:p14="http://schemas.microsoft.com/office/powerpoint/2010/main" val="2969909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形状 11">
            <a:extLst>
              <a:ext uri="{FF2B5EF4-FFF2-40B4-BE49-F238E27FC236}">
                <a16:creationId xmlns:a16="http://schemas.microsoft.com/office/drawing/2014/main" id="{434B86E7-BFEE-45B1-A570-163F30DD3D79}"/>
              </a:ext>
            </a:extLst>
          </p:cNvPr>
          <p:cNvSpPr/>
          <p:nvPr/>
        </p:nvSpPr>
        <p:spPr>
          <a:xfrm>
            <a:off x="807085" y="1584960"/>
            <a:ext cx="2411412" cy="3840480"/>
          </a:xfrm>
          <a:custGeom>
            <a:avLst/>
            <a:gdLst>
              <a:gd name="connsiteX0" fmla="*/ 0 w 2411412"/>
              <a:gd name="connsiteY0" fmla="*/ 0 h 3840480"/>
              <a:gd name="connsiteX1" fmla="*/ 2411412 w 2411412"/>
              <a:gd name="connsiteY1" fmla="*/ 0 h 3840480"/>
              <a:gd name="connsiteX2" fmla="*/ 2411412 w 2411412"/>
              <a:gd name="connsiteY2" fmla="*/ 3840480 h 3840480"/>
              <a:gd name="connsiteX3" fmla="*/ 2309812 w 2411412"/>
              <a:gd name="connsiteY3" fmla="*/ 3840480 h 3840480"/>
              <a:gd name="connsiteX4" fmla="*/ 2309812 w 2411412"/>
              <a:gd name="connsiteY4" fmla="*/ 81280 h 3840480"/>
              <a:gd name="connsiteX5" fmla="*/ 0 w 2411412"/>
              <a:gd name="connsiteY5" fmla="*/ 81280 h 384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1412" h="3840480">
                <a:moveTo>
                  <a:pt x="0" y="0"/>
                </a:moveTo>
                <a:lnTo>
                  <a:pt x="2411412" y="0"/>
                </a:lnTo>
                <a:lnTo>
                  <a:pt x="2411412" y="3840480"/>
                </a:lnTo>
                <a:lnTo>
                  <a:pt x="2309812" y="3840480"/>
                </a:lnTo>
                <a:lnTo>
                  <a:pt x="2309812" y="81280"/>
                </a:lnTo>
                <a:lnTo>
                  <a:pt x="0" y="8128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sp>
        <p:nvSpPr>
          <p:cNvPr id="11" name="矩形 10">
            <a:extLst>
              <a:ext uri="{FF2B5EF4-FFF2-40B4-BE49-F238E27FC236}">
                <a16:creationId xmlns:a16="http://schemas.microsoft.com/office/drawing/2014/main" id="{2F8D9FFC-09B9-41CB-A102-385F8B98A41A}"/>
              </a:ext>
            </a:extLst>
          </p:cNvPr>
          <p:cNvSpPr/>
          <p:nvPr/>
        </p:nvSpPr>
        <p:spPr>
          <a:xfrm>
            <a:off x="696913" y="1666240"/>
            <a:ext cx="2411412" cy="384048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5" name="任意多边形: 形状 14">
            <a:extLst>
              <a:ext uri="{FF2B5EF4-FFF2-40B4-BE49-F238E27FC236}">
                <a16:creationId xmlns:a16="http://schemas.microsoft.com/office/drawing/2014/main" id="{D5B2E234-2060-4489-9D76-4CDA46244A45}"/>
              </a:ext>
            </a:extLst>
          </p:cNvPr>
          <p:cNvSpPr/>
          <p:nvPr/>
        </p:nvSpPr>
        <p:spPr>
          <a:xfrm>
            <a:off x="3569864" y="1584960"/>
            <a:ext cx="2411412" cy="3840480"/>
          </a:xfrm>
          <a:custGeom>
            <a:avLst/>
            <a:gdLst>
              <a:gd name="connsiteX0" fmla="*/ 0 w 2411412"/>
              <a:gd name="connsiteY0" fmla="*/ 0 h 3840480"/>
              <a:gd name="connsiteX1" fmla="*/ 2411412 w 2411412"/>
              <a:gd name="connsiteY1" fmla="*/ 0 h 3840480"/>
              <a:gd name="connsiteX2" fmla="*/ 2411412 w 2411412"/>
              <a:gd name="connsiteY2" fmla="*/ 3840480 h 3840480"/>
              <a:gd name="connsiteX3" fmla="*/ 2309812 w 2411412"/>
              <a:gd name="connsiteY3" fmla="*/ 3840480 h 3840480"/>
              <a:gd name="connsiteX4" fmla="*/ 2309812 w 2411412"/>
              <a:gd name="connsiteY4" fmla="*/ 81280 h 3840480"/>
              <a:gd name="connsiteX5" fmla="*/ 0 w 2411412"/>
              <a:gd name="connsiteY5" fmla="*/ 81280 h 384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1412" h="3840480">
                <a:moveTo>
                  <a:pt x="0" y="0"/>
                </a:moveTo>
                <a:lnTo>
                  <a:pt x="2411412" y="0"/>
                </a:lnTo>
                <a:lnTo>
                  <a:pt x="2411412" y="3840480"/>
                </a:lnTo>
                <a:lnTo>
                  <a:pt x="2309812" y="3840480"/>
                </a:lnTo>
                <a:lnTo>
                  <a:pt x="2309812" y="81280"/>
                </a:lnTo>
                <a:lnTo>
                  <a:pt x="0" y="8128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sp>
        <p:nvSpPr>
          <p:cNvPr id="16" name="矩形 15">
            <a:extLst>
              <a:ext uri="{FF2B5EF4-FFF2-40B4-BE49-F238E27FC236}">
                <a16:creationId xmlns:a16="http://schemas.microsoft.com/office/drawing/2014/main" id="{44DAD1DF-7D03-4532-A018-40CF4F8C8E4B}"/>
              </a:ext>
            </a:extLst>
          </p:cNvPr>
          <p:cNvSpPr/>
          <p:nvPr/>
        </p:nvSpPr>
        <p:spPr>
          <a:xfrm>
            <a:off x="3459692" y="1666240"/>
            <a:ext cx="2411412" cy="384048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8" name="任意多边形: 形状 17">
            <a:extLst>
              <a:ext uri="{FF2B5EF4-FFF2-40B4-BE49-F238E27FC236}">
                <a16:creationId xmlns:a16="http://schemas.microsoft.com/office/drawing/2014/main" id="{544CB02B-9501-4541-8EA9-456ED6ADAF09}"/>
              </a:ext>
            </a:extLst>
          </p:cNvPr>
          <p:cNvSpPr/>
          <p:nvPr/>
        </p:nvSpPr>
        <p:spPr>
          <a:xfrm>
            <a:off x="6332643" y="1584960"/>
            <a:ext cx="2411412" cy="3840480"/>
          </a:xfrm>
          <a:custGeom>
            <a:avLst/>
            <a:gdLst>
              <a:gd name="connsiteX0" fmla="*/ 0 w 2411412"/>
              <a:gd name="connsiteY0" fmla="*/ 0 h 3840480"/>
              <a:gd name="connsiteX1" fmla="*/ 2411412 w 2411412"/>
              <a:gd name="connsiteY1" fmla="*/ 0 h 3840480"/>
              <a:gd name="connsiteX2" fmla="*/ 2411412 w 2411412"/>
              <a:gd name="connsiteY2" fmla="*/ 3840480 h 3840480"/>
              <a:gd name="connsiteX3" fmla="*/ 2309812 w 2411412"/>
              <a:gd name="connsiteY3" fmla="*/ 3840480 h 3840480"/>
              <a:gd name="connsiteX4" fmla="*/ 2309812 w 2411412"/>
              <a:gd name="connsiteY4" fmla="*/ 81280 h 3840480"/>
              <a:gd name="connsiteX5" fmla="*/ 0 w 2411412"/>
              <a:gd name="connsiteY5" fmla="*/ 81280 h 384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1412" h="3840480">
                <a:moveTo>
                  <a:pt x="0" y="0"/>
                </a:moveTo>
                <a:lnTo>
                  <a:pt x="2411412" y="0"/>
                </a:lnTo>
                <a:lnTo>
                  <a:pt x="2411412" y="3840480"/>
                </a:lnTo>
                <a:lnTo>
                  <a:pt x="2309812" y="3840480"/>
                </a:lnTo>
                <a:lnTo>
                  <a:pt x="2309812" y="81280"/>
                </a:lnTo>
                <a:lnTo>
                  <a:pt x="0" y="8128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sp>
        <p:nvSpPr>
          <p:cNvPr id="19" name="矩形 18">
            <a:extLst>
              <a:ext uri="{FF2B5EF4-FFF2-40B4-BE49-F238E27FC236}">
                <a16:creationId xmlns:a16="http://schemas.microsoft.com/office/drawing/2014/main" id="{D227B84D-19C3-4DBB-AF8E-45891B558B8A}"/>
              </a:ext>
            </a:extLst>
          </p:cNvPr>
          <p:cNvSpPr/>
          <p:nvPr/>
        </p:nvSpPr>
        <p:spPr>
          <a:xfrm>
            <a:off x="6222471" y="1666240"/>
            <a:ext cx="2411412" cy="384048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1" name="任意多边形: 形状 20">
            <a:extLst>
              <a:ext uri="{FF2B5EF4-FFF2-40B4-BE49-F238E27FC236}">
                <a16:creationId xmlns:a16="http://schemas.microsoft.com/office/drawing/2014/main" id="{5703E5D9-3804-4AFB-B5F8-0A764A58D6AE}"/>
              </a:ext>
            </a:extLst>
          </p:cNvPr>
          <p:cNvSpPr/>
          <p:nvPr/>
        </p:nvSpPr>
        <p:spPr>
          <a:xfrm>
            <a:off x="9095423" y="1584960"/>
            <a:ext cx="2411412" cy="3840480"/>
          </a:xfrm>
          <a:custGeom>
            <a:avLst/>
            <a:gdLst>
              <a:gd name="connsiteX0" fmla="*/ 0 w 2411412"/>
              <a:gd name="connsiteY0" fmla="*/ 0 h 3840480"/>
              <a:gd name="connsiteX1" fmla="*/ 2411412 w 2411412"/>
              <a:gd name="connsiteY1" fmla="*/ 0 h 3840480"/>
              <a:gd name="connsiteX2" fmla="*/ 2411412 w 2411412"/>
              <a:gd name="connsiteY2" fmla="*/ 3840480 h 3840480"/>
              <a:gd name="connsiteX3" fmla="*/ 2309812 w 2411412"/>
              <a:gd name="connsiteY3" fmla="*/ 3840480 h 3840480"/>
              <a:gd name="connsiteX4" fmla="*/ 2309812 w 2411412"/>
              <a:gd name="connsiteY4" fmla="*/ 81280 h 3840480"/>
              <a:gd name="connsiteX5" fmla="*/ 0 w 2411412"/>
              <a:gd name="connsiteY5" fmla="*/ 81280 h 384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1412" h="3840480">
                <a:moveTo>
                  <a:pt x="0" y="0"/>
                </a:moveTo>
                <a:lnTo>
                  <a:pt x="2411412" y="0"/>
                </a:lnTo>
                <a:lnTo>
                  <a:pt x="2411412" y="3840480"/>
                </a:lnTo>
                <a:lnTo>
                  <a:pt x="2309812" y="3840480"/>
                </a:lnTo>
                <a:lnTo>
                  <a:pt x="2309812" y="81280"/>
                </a:lnTo>
                <a:lnTo>
                  <a:pt x="0" y="8128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sp>
        <p:nvSpPr>
          <p:cNvPr id="22" name="矩形 21">
            <a:extLst>
              <a:ext uri="{FF2B5EF4-FFF2-40B4-BE49-F238E27FC236}">
                <a16:creationId xmlns:a16="http://schemas.microsoft.com/office/drawing/2014/main" id="{E36137D0-5F02-437F-88A2-BA5850B05805}"/>
              </a:ext>
            </a:extLst>
          </p:cNvPr>
          <p:cNvSpPr/>
          <p:nvPr/>
        </p:nvSpPr>
        <p:spPr>
          <a:xfrm>
            <a:off x="8985251" y="1666240"/>
            <a:ext cx="2411412" cy="384048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4" name="bookmark-tag_74392">
            <a:extLst>
              <a:ext uri="{FF2B5EF4-FFF2-40B4-BE49-F238E27FC236}">
                <a16:creationId xmlns:a16="http://schemas.microsoft.com/office/drawing/2014/main" id="{1C01951C-6EB0-4684-9482-1DB8A692FECE}"/>
              </a:ext>
            </a:extLst>
          </p:cNvPr>
          <p:cNvSpPr>
            <a:spLocks noChangeAspect="1"/>
          </p:cNvSpPr>
          <p:nvPr/>
        </p:nvSpPr>
        <p:spPr bwMode="auto">
          <a:xfrm>
            <a:off x="2688192" y="1666240"/>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cs typeface="+mn-ea"/>
              <a:sym typeface="+mn-lt"/>
            </a:endParaRPr>
          </a:p>
        </p:txBody>
      </p:sp>
      <p:sp>
        <p:nvSpPr>
          <p:cNvPr id="26" name="文本框 25">
            <a:extLst>
              <a:ext uri="{FF2B5EF4-FFF2-40B4-BE49-F238E27FC236}">
                <a16:creationId xmlns:a16="http://schemas.microsoft.com/office/drawing/2014/main" id="{2B6921A0-3C70-42E3-905A-9DDCEADCDC99}"/>
              </a:ext>
            </a:extLst>
          </p:cNvPr>
          <p:cNvSpPr txBox="1"/>
          <p:nvPr/>
        </p:nvSpPr>
        <p:spPr>
          <a:xfrm>
            <a:off x="861670" y="2068044"/>
            <a:ext cx="1183574" cy="396583"/>
          </a:xfrm>
          <a:prstGeom prst="rect">
            <a:avLst/>
          </a:prstGeom>
          <a:noFill/>
        </p:spPr>
        <p:txBody>
          <a:bodyPr wrap="square" rtlCol="0">
            <a:spAutoFit/>
          </a:bodyPr>
          <a:lstStyle/>
          <a:p>
            <a:pPr>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1</a:t>
            </a:r>
            <a:endParaRPr lang="zh-CN" altLang="en-US" b="1" spc="100" dirty="0">
              <a:solidFill>
                <a:schemeClr val="tx1">
                  <a:lumMod val="65000"/>
                  <a:lumOff val="35000"/>
                </a:schemeClr>
              </a:solidFill>
              <a:latin typeface="+mj-ea"/>
              <a:ea typeface="+mj-ea"/>
              <a:cs typeface="+mn-ea"/>
              <a:sym typeface="+mn-lt"/>
            </a:endParaRPr>
          </a:p>
        </p:txBody>
      </p:sp>
      <p:cxnSp>
        <p:nvCxnSpPr>
          <p:cNvPr id="28" name="直接连接符 27">
            <a:extLst>
              <a:ext uri="{FF2B5EF4-FFF2-40B4-BE49-F238E27FC236}">
                <a16:creationId xmlns:a16="http://schemas.microsoft.com/office/drawing/2014/main" id="{6609AC1F-30E7-4A6A-BC35-273798D8770A}"/>
              </a:ext>
            </a:extLst>
          </p:cNvPr>
          <p:cNvCxnSpPr>
            <a:cxnSpLocks/>
          </p:cNvCxnSpPr>
          <p:nvPr/>
        </p:nvCxnSpPr>
        <p:spPr>
          <a:xfrm>
            <a:off x="963270" y="2576044"/>
            <a:ext cx="4404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496CE8DD-DC4E-41A2-A8BA-FA8F78632642}"/>
              </a:ext>
            </a:extLst>
          </p:cNvPr>
          <p:cNvSpPr txBox="1"/>
          <p:nvPr/>
        </p:nvSpPr>
        <p:spPr>
          <a:xfrm>
            <a:off x="861670" y="2657325"/>
            <a:ext cx="2073832" cy="2431050"/>
          </a:xfrm>
          <a:prstGeom prst="rect">
            <a:avLst/>
          </a:prstGeom>
          <a:noFill/>
        </p:spPr>
        <p:txBody>
          <a:bodyPr wrap="square" rtlCol="0">
            <a:spAutoFit/>
          </a:bodyPr>
          <a:lstStyle/>
          <a:p>
            <a:pPr algn="just">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a:t>
            </a:r>
          </a:p>
        </p:txBody>
      </p:sp>
      <p:sp>
        <p:nvSpPr>
          <p:cNvPr id="35" name="bookmark-tag_74392">
            <a:extLst>
              <a:ext uri="{FF2B5EF4-FFF2-40B4-BE49-F238E27FC236}">
                <a16:creationId xmlns:a16="http://schemas.microsoft.com/office/drawing/2014/main" id="{7BA26332-6566-49F3-B8C8-767AA2361E31}"/>
              </a:ext>
            </a:extLst>
          </p:cNvPr>
          <p:cNvSpPr>
            <a:spLocks noChangeAspect="1"/>
          </p:cNvSpPr>
          <p:nvPr/>
        </p:nvSpPr>
        <p:spPr bwMode="auto">
          <a:xfrm>
            <a:off x="5404972" y="1666240"/>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cs typeface="+mn-ea"/>
              <a:sym typeface="+mn-lt"/>
            </a:endParaRPr>
          </a:p>
        </p:txBody>
      </p:sp>
      <p:sp>
        <p:nvSpPr>
          <p:cNvPr id="36" name="文本框 35">
            <a:extLst>
              <a:ext uri="{FF2B5EF4-FFF2-40B4-BE49-F238E27FC236}">
                <a16:creationId xmlns:a16="http://schemas.microsoft.com/office/drawing/2014/main" id="{9139F94E-C152-4565-B087-6A5E299E8C95}"/>
              </a:ext>
            </a:extLst>
          </p:cNvPr>
          <p:cNvSpPr txBox="1"/>
          <p:nvPr/>
        </p:nvSpPr>
        <p:spPr>
          <a:xfrm>
            <a:off x="3578450" y="2068044"/>
            <a:ext cx="1183574" cy="396583"/>
          </a:xfrm>
          <a:prstGeom prst="rect">
            <a:avLst/>
          </a:prstGeom>
          <a:noFill/>
        </p:spPr>
        <p:txBody>
          <a:bodyPr wrap="square" rtlCol="0">
            <a:spAutoFit/>
          </a:bodyPr>
          <a:lstStyle/>
          <a:p>
            <a:pPr algn="just">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1</a:t>
            </a:r>
            <a:endParaRPr lang="zh-CN" altLang="en-US" b="1" spc="100" dirty="0">
              <a:solidFill>
                <a:schemeClr val="tx1">
                  <a:lumMod val="65000"/>
                  <a:lumOff val="35000"/>
                </a:schemeClr>
              </a:solidFill>
              <a:latin typeface="+mj-ea"/>
              <a:ea typeface="+mj-ea"/>
              <a:cs typeface="+mn-ea"/>
              <a:sym typeface="+mn-lt"/>
            </a:endParaRPr>
          </a:p>
        </p:txBody>
      </p:sp>
      <p:cxnSp>
        <p:nvCxnSpPr>
          <p:cNvPr id="37" name="直接连接符 36">
            <a:extLst>
              <a:ext uri="{FF2B5EF4-FFF2-40B4-BE49-F238E27FC236}">
                <a16:creationId xmlns:a16="http://schemas.microsoft.com/office/drawing/2014/main" id="{B9998DA4-D3C1-4CCE-95C7-F373B92E75A7}"/>
              </a:ext>
            </a:extLst>
          </p:cNvPr>
          <p:cNvCxnSpPr>
            <a:cxnSpLocks/>
          </p:cNvCxnSpPr>
          <p:nvPr/>
        </p:nvCxnSpPr>
        <p:spPr>
          <a:xfrm>
            <a:off x="3680050" y="2576044"/>
            <a:ext cx="4404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D68CEA69-1160-471D-8D69-97601B5DA96B}"/>
              </a:ext>
            </a:extLst>
          </p:cNvPr>
          <p:cNvSpPr txBox="1"/>
          <p:nvPr/>
        </p:nvSpPr>
        <p:spPr>
          <a:xfrm>
            <a:off x="3578450" y="2657325"/>
            <a:ext cx="2073832" cy="2431050"/>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a:t>
            </a:r>
          </a:p>
        </p:txBody>
      </p:sp>
      <p:sp>
        <p:nvSpPr>
          <p:cNvPr id="39" name="bookmark-tag_74392">
            <a:extLst>
              <a:ext uri="{FF2B5EF4-FFF2-40B4-BE49-F238E27FC236}">
                <a16:creationId xmlns:a16="http://schemas.microsoft.com/office/drawing/2014/main" id="{61E4CE7C-5906-459A-9C5D-251E94DCCA68}"/>
              </a:ext>
            </a:extLst>
          </p:cNvPr>
          <p:cNvSpPr>
            <a:spLocks noChangeAspect="1"/>
          </p:cNvSpPr>
          <p:nvPr/>
        </p:nvSpPr>
        <p:spPr bwMode="auto">
          <a:xfrm>
            <a:off x="8159165" y="1666240"/>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cs typeface="+mn-ea"/>
              <a:sym typeface="+mn-lt"/>
            </a:endParaRPr>
          </a:p>
        </p:txBody>
      </p:sp>
      <p:sp>
        <p:nvSpPr>
          <p:cNvPr id="40" name="文本框 39">
            <a:extLst>
              <a:ext uri="{FF2B5EF4-FFF2-40B4-BE49-F238E27FC236}">
                <a16:creationId xmlns:a16="http://schemas.microsoft.com/office/drawing/2014/main" id="{F6338F24-5C32-4A26-B305-F7DA866333D0}"/>
              </a:ext>
            </a:extLst>
          </p:cNvPr>
          <p:cNvSpPr txBox="1"/>
          <p:nvPr/>
        </p:nvSpPr>
        <p:spPr>
          <a:xfrm>
            <a:off x="6332643" y="2068044"/>
            <a:ext cx="1183574" cy="396583"/>
          </a:xfrm>
          <a:prstGeom prst="rect">
            <a:avLst/>
          </a:prstGeom>
          <a:noFill/>
        </p:spPr>
        <p:txBody>
          <a:bodyPr wrap="square" rtlCol="0">
            <a:spAutoFit/>
          </a:bodyPr>
          <a:lstStyle/>
          <a:p>
            <a:pPr algn="just">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1</a:t>
            </a:r>
            <a:endParaRPr lang="zh-CN" altLang="en-US" b="1" spc="100" dirty="0">
              <a:solidFill>
                <a:schemeClr val="tx1">
                  <a:lumMod val="65000"/>
                  <a:lumOff val="35000"/>
                </a:schemeClr>
              </a:solidFill>
              <a:latin typeface="+mj-ea"/>
              <a:ea typeface="+mj-ea"/>
              <a:cs typeface="+mn-ea"/>
              <a:sym typeface="+mn-lt"/>
            </a:endParaRPr>
          </a:p>
        </p:txBody>
      </p:sp>
      <p:cxnSp>
        <p:nvCxnSpPr>
          <p:cNvPr id="41" name="直接连接符 40">
            <a:extLst>
              <a:ext uri="{FF2B5EF4-FFF2-40B4-BE49-F238E27FC236}">
                <a16:creationId xmlns:a16="http://schemas.microsoft.com/office/drawing/2014/main" id="{A4D31A52-804C-41EE-991F-EB6AEE1048D8}"/>
              </a:ext>
            </a:extLst>
          </p:cNvPr>
          <p:cNvCxnSpPr>
            <a:cxnSpLocks/>
          </p:cNvCxnSpPr>
          <p:nvPr/>
        </p:nvCxnSpPr>
        <p:spPr>
          <a:xfrm>
            <a:off x="6434243" y="2576044"/>
            <a:ext cx="4404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2834651A-0A08-407B-B2D9-755E3BBD53CE}"/>
              </a:ext>
            </a:extLst>
          </p:cNvPr>
          <p:cNvSpPr txBox="1"/>
          <p:nvPr/>
        </p:nvSpPr>
        <p:spPr>
          <a:xfrm>
            <a:off x="6332643" y="2657325"/>
            <a:ext cx="2073832" cy="2431050"/>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a:t>
            </a:r>
          </a:p>
        </p:txBody>
      </p:sp>
      <p:sp>
        <p:nvSpPr>
          <p:cNvPr id="43" name="bookmark-tag_74392">
            <a:extLst>
              <a:ext uri="{FF2B5EF4-FFF2-40B4-BE49-F238E27FC236}">
                <a16:creationId xmlns:a16="http://schemas.microsoft.com/office/drawing/2014/main" id="{CB7814A3-7FB6-4D59-9B09-C581A02D9BB1}"/>
              </a:ext>
            </a:extLst>
          </p:cNvPr>
          <p:cNvSpPr>
            <a:spLocks noChangeAspect="1"/>
          </p:cNvSpPr>
          <p:nvPr/>
        </p:nvSpPr>
        <p:spPr bwMode="auto">
          <a:xfrm>
            <a:off x="10913358" y="1666240"/>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cs typeface="+mn-ea"/>
              <a:sym typeface="+mn-lt"/>
            </a:endParaRPr>
          </a:p>
        </p:txBody>
      </p:sp>
      <p:sp>
        <p:nvSpPr>
          <p:cNvPr id="44" name="文本框 43">
            <a:extLst>
              <a:ext uri="{FF2B5EF4-FFF2-40B4-BE49-F238E27FC236}">
                <a16:creationId xmlns:a16="http://schemas.microsoft.com/office/drawing/2014/main" id="{6061BA96-ED1F-4A5B-A001-6CDD2D22CB89}"/>
              </a:ext>
            </a:extLst>
          </p:cNvPr>
          <p:cNvSpPr txBox="1"/>
          <p:nvPr/>
        </p:nvSpPr>
        <p:spPr>
          <a:xfrm>
            <a:off x="9086836" y="2068044"/>
            <a:ext cx="1183574" cy="396583"/>
          </a:xfrm>
          <a:prstGeom prst="rect">
            <a:avLst/>
          </a:prstGeom>
          <a:noFill/>
        </p:spPr>
        <p:txBody>
          <a:bodyPr wrap="square" rtlCol="0">
            <a:spAutoFit/>
          </a:bodyPr>
          <a:lstStyle/>
          <a:p>
            <a:pPr>
              <a:lnSpc>
                <a:spcPct val="120000"/>
              </a:lnSpc>
            </a:pPr>
            <a:r>
              <a:rPr lang="zh-CN" altLang="en-US" b="1" spc="100" dirty="0">
                <a:solidFill>
                  <a:schemeClr val="tx1">
                    <a:lumMod val="65000"/>
                    <a:lumOff val="35000"/>
                  </a:schemeClr>
                </a:solidFill>
                <a:latin typeface="+mj-ea"/>
                <a:ea typeface="+mj-ea"/>
                <a:cs typeface="+mn-ea"/>
                <a:sym typeface="+mn-lt"/>
              </a:rPr>
              <a:t>关键词</a:t>
            </a:r>
            <a:r>
              <a:rPr lang="en-US" altLang="zh-CN" b="1" spc="100" dirty="0">
                <a:solidFill>
                  <a:schemeClr val="tx1">
                    <a:lumMod val="65000"/>
                    <a:lumOff val="35000"/>
                  </a:schemeClr>
                </a:solidFill>
                <a:latin typeface="+mj-ea"/>
                <a:ea typeface="+mj-ea"/>
                <a:cs typeface="+mn-ea"/>
                <a:sym typeface="+mn-lt"/>
              </a:rPr>
              <a:t>1</a:t>
            </a:r>
            <a:endParaRPr lang="zh-CN" altLang="en-US" b="1" spc="100" dirty="0">
              <a:solidFill>
                <a:schemeClr val="tx1">
                  <a:lumMod val="65000"/>
                  <a:lumOff val="35000"/>
                </a:schemeClr>
              </a:solidFill>
              <a:latin typeface="+mj-ea"/>
              <a:ea typeface="+mj-ea"/>
              <a:cs typeface="+mn-ea"/>
              <a:sym typeface="+mn-lt"/>
            </a:endParaRPr>
          </a:p>
        </p:txBody>
      </p:sp>
      <p:cxnSp>
        <p:nvCxnSpPr>
          <p:cNvPr id="45" name="直接连接符 44">
            <a:extLst>
              <a:ext uri="{FF2B5EF4-FFF2-40B4-BE49-F238E27FC236}">
                <a16:creationId xmlns:a16="http://schemas.microsoft.com/office/drawing/2014/main" id="{7D703893-29F1-45B9-88D0-BB13DEB22BD4}"/>
              </a:ext>
            </a:extLst>
          </p:cNvPr>
          <p:cNvCxnSpPr>
            <a:cxnSpLocks/>
          </p:cNvCxnSpPr>
          <p:nvPr/>
        </p:nvCxnSpPr>
        <p:spPr>
          <a:xfrm>
            <a:off x="9188436" y="2576044"/>
            <a:ext cx="4404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A200D847-2D7F-4438-86EA-413183744E77}"/>
              </a:ext>
            </a:extLst>
          </p:cNvPr>
          <p:cNvSpPr txBox="1"/>
          <p:nvPr/>
        </p:nvSpPr>
        <p:spPr>
          <a:xfrm>
            <a:off x="9086836" y="2657325"/>
            <a:ext cx="2073832" cy="2431050"/>
          </a:xfrm>
          <a:prstGeom prst="rect">
            <a:avLst/>
          </a:prstGeom>
          <a:noFill/>
        </p:spPr>
        <p:txBody>
          <a:bodyPr wrap="square" rtlCol="0">
            <a:spAutoFit/>
          </a:bodyPr>
          <a:lstStyle>
            <a:defPPr>
              <a:defRPr lang="zh-CN"/>
            </a:defPPr>
            <a:lvl1pPr algn="just">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南京理工大学，位于江苏省南京市，北依紫金山，西临明城墙，是隶属于工业和信息化部，由工信部、教育部与江苏省人民政府共建的全国重点大</a:t>
            </a:r>
          </a:p>
        </p:txBody>
      </p:sp>
      <p:sp>
        <p:nvSpPr>
          <p:cNvPr id="2" name="文本框 1">
            <a:extLst>
              <a:ext uri="{FF2B5EF4-FFF2-40B4-BE49-F238E27FC236}">
                <a16:creationId xmlns:a16="http://schemas.microsoft.com/office/drawing/2014/main" id="{93769B12-2D14-4549-AE56-A7F862A3EE6A}"/>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四项内容页</a:t>
            </a:r>
          </a:p>
        </p:txBody>
      </p:sp>
    </p:spTree>
    <p:custDataLst>
      <p:tags r:id="rId1"/>
    </p:custDataLst>
    <p:extLst>
      <p:ext uri="{BB962C8B-B14F-4D97-AF65-F5344CB8AC3E}">
        <p14:creationId xmlns:p14="http://schemas.microsoft.com/office/powerpoint/2010/main" val="21201279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BD14B14F-9B57-4CE7-9571-650BF9317310}"/>
              </a:ext>
            </a:extLst>
          </p:cNvPr>
          <p:cNvSpPr/>
          <p:nvPr/>
        </p:nvSpPr>
        <p:spPr>
          <a:xfrm>
            <a:off x="695325" y="1610360"/>
            <a:ext cx="10801350" cy="3637280"/>
          </a:xfrm>
          <a:prstGeom prst="rect">
            <a:avLst/>
          </a:prstGeom>
          <a:noFill/>
          <a:ln w="28575">
            <a:gradFill>
              <a:gsLst>
                <a:gs pos="0">
                  <a:srgbClr val="632E62"/>
                </a:gs>
                <a:gs pos="17000">
                  <a:schemeClr val="tx2">
                    <a:alpha val="0"/>
                  </a:schemeClr>
                </a:gs>
                <a:gs pos="45000">
                  <a:srgbClr val="632E62">
                    <a:alpha val="0"/>
                  </a:srgbClr>
                </a:gs>
                <a:gs pos="93000">
                  <a:schemeClr val="tx2"/>
                </a:gs>
              </a:gsLst>
              <a:lin ang="15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aphicFrame>
        <p:nvGraphicFramePr>
          <p:cNvPr id="2" name="图示 1">
            <a:extLst>
              <a:ext uri="{FF2B5EF4-FFF2-40B4-BE49-F238E27FC236}">
                <a16:creationId xmlns:a16="http://schemas.microsoft.com/office/drawing/2014/main" id="{444A9CBF-CC81-4A90-9972-4058DDB06B3F}"/>
              </a:ext>
            </a:extLst>
          </p:cNvPr>
          <p:cNvGraphicFramePr/>
          <p:nvPr>
            <p:extLst>
              <p:ext uri="{D42A27DB-BD31-4B8C-83A1-F6EECF244321}">
                <p14:modId xmlns:p14="http://schemas.microsoft.com/office/powerpoint/2010/main" val="4041097553"/>
              </p:ext>
            </p:extLst>
          </p:nvPr>
        </p:nvGraphicFramePr>
        <p:xfrm>
          <a:off x="-274320" y="1040553"/>
          <a:ext cx="7223760" cy="47768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7" name="直接连接符 6">
            <a:extLst>
              <a:ext uri="{FF2B5EF4-FFF2-40B4-BE49-F238E27FC236}">
                <a16:creationId xmlns:a16="http://schemas.microsoft.com/office/drawing/2014/main" id="{E82EB2EB-C13A-4556-90DE-0FAA085D64DA}"/>
              </a:ext>
            </a:extLst>
          </p:cNvPr>
          <p:cNvCxnSpPr>
            <a:cxnSpLocks/>
          </p:cNvCxnSpPr>
          <p:nvPr/>
        </p:nvCxnSpPr>
        <p:spPr>
          <a:xfrm>
            <a:off x="6725920" y="2764454"/>
            <a:ext cx="42672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E45B882-A484-442B-A58F-F63B6D9D3C94}"/>
              </a:ext>
            </a:extLst>
          </p:cNvPr>
          <p:cNvSpPr txBox="1"/>
          <p:nvPr/>
        </p:nvSpPr>
        <p:spPr>
          <a:xfrm>
            <a:off x="6593840" y="2213141"/>
            <a:ext cx="1930400" cy="430374"/>
          </a:xfrm>
          <a:prstGeom prst="rect">
            <a:avLst/>
          </a:prstGeom>
          <a:noFill/>
        </p:spPr>
        <p:txBody>
          <a:bodyPr wrap="square" rtlCol="0">
            <a:spAutoFit/>
          </a:bodyPr>
          <a:lstStyle/>
          <a:p>
            <a:pPr algn="just">
              <a:lnSpc>
                <a:spcPct val="120000"/>
              </a:lnSpc>
            </a:pPr>
            <a:r>
              <a:rPr lang="zh-CN" altLang="en-US" sz="2000" b="1" spc="100" dirty="0">
                <a:solidFill>
                  <a:schemeClr val="tx1">
                    <a:lumMod val="65000"/>
                    <a:lumOff val="35000"/>
                  </a:schemeClr>
                </a:solidFill>
                <a:latin typeface="+mj-ea"/>
                <a:ea typeface="+mj-ea"/>
                <a:cs typeface="+mn-ea"/>
                <a:sym typeface="+mn-lt"/>
              </a:rPr>
              <a:t>此页标题</a:t>
            </a:r>
          </a:p>
        </p:txBody>
      </p:sp>
      <p:sp>
        <p:nvSpPr>
          <p:cNvPr id="10" name="文本框 9">
            <a:extLst>
              <a:ext uri="{FF2B5EF4-FFF2-40B4-BE49-F238E27FC236}">
                <a16:creationId xmlns:a16="http://schemas.microsoft.com/office/drawing/2014/main" id="{5735763F-76FA-4DCB-8751-D6BA3BEF0004}"/>
              </a:ext>
            </a:extLst>
          </p:cNvPr>
          <p:cNvSpPr txBox="1"/>
          <p:nvPr/>
        </p:nvSpPr>
        <p:spPr>
          <a:xfrm>
            <a:off x="6616223" y="2875234"/>
            <a:ext cx="4520090" cy="1840119"/>
          </a:xfrm>
          <a:prstGeom prst="rect">
            <a:avLst/>
          </a:prstGeom>
          <a:noFill/>
        </p:spPr>
        <p:txBody>
          <a:bodyPr wrap="square" rtlCol="0">
            <a:spAutoFit/>
          </a:bodyPr>
          <a:lstStyle/>
          <a:p>
            <a:pPr algn="just">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南京理工大学，位于江苏省南京市，北依紫金山，西临明城墙，是隶属于工业和信息化部，由工信部、教育部与江苏省人民政府共建的全国重点大学，是国家“世界一流学科建设高校“，是国家“</a:t>
            </a:r>
            <a:r>
              <a:rPr lang="en-US" altLang="zh-CN" sz="1600" spc="100" dirty="0">
                <a:solidFill>
                  <a:schemeClr val="tx1">
                    <a:lumMod val="65000"/>
                    <a:lumOff val="35000"/>
                  </a:schemeClr>
                </a:solidFill>
                <a:cs typeface="+mn-ea"/>
                <a:sym typeface="+mn-lt"/>
              </a:rPr>
              <a:t>211</a:t>
            </a:r>
            <a:r>
              <a:rPr lang="zh-CN" altLang="en-US" sz="1600" spc="100" dirty="0">
                <a:solidFill>
                  <a:schemeClr val="tx1">
                    <a:lumMod val="65000"/>
                    <a:lumOff val="35000"/>
                  </a:schemeClr>
                </a:solidFill>
                <a:cs typeface="+mn-ea"/>
                <a:sym typeface="+mn-lt"/>
              </a:rPr>
              <a:t>工程”、“</a:t>
            </a:r>
            <a:r>
              <a:rPr lang="en-US" altLang="zh-CN" sz="1600" spc="100" dirty="0">
                <a:solidFill>
                  <a:schemeClr val="tx1">
                    <a:lumMod val="65000"/>
                    <a:lumOff val="35000"/>
                  </a:schemeClr>
                </a:solidFill>
                <a:cs typeface="+mn-ea"/>
                <a:sym typeface="+mn-lt"/>
              </a:rPr>
              <a:t>985</a:t>
            </a:r>
            <a:r>
              <a:rPr lang="zh-CN" altLang="en-US" sz="1600" spc="100" dirty="0">
                <a:solidFill>
                  <a:schemeClr val="tx1">
                    <a:lumMod val="65000"/>
                    <a:lumOff val="35000"/>
                  </a:schemeClr>
                </a:solidFill>
                <a:cs typeface="+mn-ea"/>
                <a:sym typeface="+mn-lt"/>
              </a:rPr>
              <a:t>工程优势学科创新平台”重点建设高校</a:t>
            </a:r>
          </a:p>
        </p:txBody>
      </p:sp>
      <p:grpSp>
        <p:nvGrpSpPr>
          <p:cNvPr id="15" name="组合 14">
            <a:extLst>
              <a:ext uri="{FF2B5EF4-FFF2-40B4-BE49-F238E27FC236}">
                <a16:creationId xmlns:a16="http://schemas.microsoft.com/office/drawing/2014/main" id="{378DE6AE-5595-4E87-994C-EAB8E32FC802}"/>
              </a:ext>
            </a:extLst>
          </p:cNvPr>
          <p:cNvGrpSpPr/>
          <p:nvPr/>
        </p:nvGrpSpPr>
        <p:grpSpPr>
          <a:xfrm>
            <a:off x="5674201" y="3335020"/>
            <a:ext cx="457200" cy="187960"/>
            <a:chOff x="5415280" y="3058160"/>
            <a:chExt cx="457200" cy="187960"/>
          </a:xfrm>
        </p:grpSpPr>
        <p:sp>
          <p:nvSpPr>
            <p:cNvPr id="12" name="任意多边形: 形状 11">
              <a:extLst>
                <a:ext uri="{FF2B5EF4-FFF2-40B4-BE49-F238E27FC236}">
                  <a16:creationId xmlns:a16="http://schemas.microsoft.com/office/drawing/2014/main" id="{B7D65EDE-7DF9-483C-8558-B754DBBAD191}"/>
                </a:ext>
              </a:extLst>
            </p:cNvPr>
            <p:cNvSpPr/>
            <p:nvPr/>
          </p:nvSpPr>
          <p:spPr>
            <a:xfrm>
              <a:off x="5415280" y="3058160"/>
              <a:ext cx="457200" cy="50800"/>
            </a:xfrm>
            <a:custGeom>
              <a:avLst/>
              <a:gdLst>
                <a:gd name="connsiteX0" fmla="*/ 0 w 457200"/>
                <a:gd name="connsiteY0" fmla="*/ 50800 h 50800"/>
                <a:gd name="connsiteX1" fmla="*/ 457200 w 457200"/>
                <a:gd name="connsiteY1" fmla="*/ 50800 h 50800"/>
                <a:gd name="connsiteX2" fmla="*/ 406400 w 457200"/>
                <a:gd name="connsiteY2" fmla="*/ 0 h 50800"/>
              </a:gdLst>
              <a:ahLst/>
              <a:cxnLst>
                <a:cxn ang="0">
                  <a:pos x="connsiteX0" y="connsiteY0"/>
                </a:cxn>
                <a:cxn ang="0">
                  <a:pos x="connsiteX1" y="connsiteY1"/>
                </a:cxn>
                <a:cxn ang="0">
                  <a:pos x="connsiteX2" y="connsiteY2"/>
                </a:cxn>
              </a:cxnLst>
              <a:rect l="l" t="t" r="r" b="b"/>
              <a:pathLst>
                <a:path w="457200" h="50800">
                  <a:moveTo>
                    <a:pt x="0" y="50800"/>
                  </a:moveTo>
                  <a:lnTo>
                    <a:pt x="457200" y="50800"/>
                  </a:lnTo>
                  <a:lnTo>
                    <a:pt x="406400" y="0"/>
                  </a:lnTo>
                </a:path>
              </a:pathLst>
            </a:custGeom>
            <a:noFill/>
            <a:ln w="28575" cap="rnd">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任意多边形: 形状 13">
              <a:extLst>
                <a:ext uri="{FF2B5EF4-FFF2-40B4-BE49-F238E27FC236}">
                  <a16:creationId xmlns:a16="http://schemas.microsoft.com/office/drawing/2014/main" id="{CB93A621-B58D-47FE-B34F-3973192FC028}"/>
                </a:ext>
              </a:extLst>
            </p:cNvPr>
            <p:cNvSpPr/>
            <p:nvPr/>
          </p:nvSpPr>
          <p:spPr>
            <a:xfrm flipH="1" flipV="1">
              <a:off x="5415280" y="3195320"/>
              <a:ext cx="457200" cy="50800"/>
            </a:xfrm>
            <a:custGeom>
              <a:avLst/>
              <a:gdLst>
                <a:gd name="connsiteX0" fmla="*/ 0 w 457200"/>
                <a:gd name="connsiteY0" fmla="*/ 50800 h 50800"/>
                <a:gd name="connsiteX1" fmla="*/ 457200 w 457200"/>
                <a:gd name="connsiteY1" fmla="*/ 50800 h 50800"/>
                <a:gd name="connsiteX2" fmla="*/ 406400 w 457200"/>
                <a:gd name="connsiteY2" fmla="*/ 0 h 50800"/>
              </a:gdLst>
              <a:ahLst/>
              <a:cxnLst>
                <a:cxn ang="0">
                  <a:pos x="connsiteX0" y="connsiteY0"/>
                </a:cxn>
                <a:cxn ang="0">
                  <a:pos x="connsiteX1" y="connsiteY1"/>
                </a:cxn>
                <a:cxn ang="0">
                  <a:pos x="connsiteX2" y="connsiteY2"/>
                </a:cxn>
              </a:cxnLst>
              <a:rect l="l" t="t" r="r" b="b"/>
              <a:pathLst>
                <a:path w="457200" h="50800">
                  <a:moveTo>
                    <a:pt x="0" y="50800"/>
                  </a:moveTo>
                  <a:lnTo>
                    <a:pt x="457200" y="50800"/>
                  </a:lnTo>
                  <a:lnTo>
                    <a:pt x="406400" y="0"/>
                  </a:lnTo>
                </a:path>
              </a:pathLst>
            </a:custGeom>
            <a:noFill/>
            <a:ln w="28575" cap="rnd">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3" name="文本框 2">
            <a:extLst>
              <a:ext uri="{FF2B5EF4-FFF2-40B4-BE49-F238E27FC236}">
                <a16:creationId xmlns:a16="http://schemas.microsoft.com/office/drawing/2014/main" id="{C1D67215-67CC-4AD8-91D9-AC883904D44D}"/>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多项内容页</a:t>
            </a:r>
          </a:p>
        </p:txBody>
      </p:sp>
    </p:spTree>
    <p:extLst>
      <p:ext uri="{BB962C8B-B14F-4D97-AF65-F5344CB8AC3E}">
        <p14:creationId xmlns:p14="http://schemas.microsoft.com/office/powerpoint/2010/main" val="3220538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a:extLst>
              <a:ext uri="{FF2B5EF4-FFF2-40B4-BE49-F238E27FC236}">
                <a16:creationId xmlns:a16="http://schemas.microsoft.com/office/drawing/2014/main" id="{1347F5F3-ADF4-4204-95E8-4DB83865B8BF}"/>
              </a:ext>
            </a:extLst>
          </p:cNvPr>
          <p:cNvSpPr txBox="1"/>
          <p:nvPr/>
        </p:nvSpPr>
        <p:spPr>
          <a:xfrm>
            <a:off x="6119994" y="4098164"/>
            <a:ext cx="1839531" cy="799706"/>
          </a:xfrm>
          <a:prstGeom prst="rect">
            <a:avLst/>
          </a:prstGeom>
          <a:noFill/>
        </p:spPr>
        <p:txBody>
          <a:bodyPr wrap="square" rtlCol="0">
            <a:spAutoFit/>
          </a:bodyPr>
          <a:lstStyle>
            <a:defPPr>
              <a:defRPr lang="zh-CN"/>
            </a:defPPr>
            <a:lvl1pPr algn="just">
              <a:lnSpc>
                <a:spcPct val="120000"/>
              </a:lnSpc>
              <a:defRPr sz="2000" b="1" spc="100">
                <a:solidFill>
                  <a:schemeClr val="tx1">
                    <a:lumMod val="65000"/>
                    <a:lumOff val="35000"/>
                  </a:schemeClr>
                </a:solidFill>
                <a:latin typeface="+mj-ea"/>
                <a:ea typeface="+mj-ea"/>
                <a:cs typeface="+mn-ea"/>
              </a:defRPr>
            </a:lvl1pPr>
          </a:lstStyle>
          <a:p>
            <a:r>
              <a:rPr lang="zh-CN" altLang="en-US" dirty="0">
                <a:sym typeface="+mn-lt"/>
              </a:rPr>
              <a:t>请输入</a:t>
            </a:r>
            <a:endParaRPr lang="en-US" altLang="zh-CN" dirty="0">
              <a:sym typeface="+mn-lt"/>
            </a:endParaRPr>
          </a:p>
          <a:p>
            <a:r>
              <a:rPr lang="zh-CN" altLang="en-US" dirty="0">
                <a:sym typeface="+mn-lt"/>
              </a:rPr>
              <a:t>第三个标题</a:t>
            </a:r>
          </a:p>
        </p:txBody>
      </p:sp>
      <p:sp>
        <p:nvSpPr>
          <p:cNvPr id="31" name="文本框 30">
            <a:extLst>
              <a:ext uri="{FF2B5EF4-FFF2-40B4-BE49-F238E27FC236}">
                <a16:creationId xmlns:a16="http://schemas.microsoft.com/office/drawing/2014/main" id="{6D898C64-95F3-467F-8584-BF930A062289}"/>
              </a:ext>
            </a:extLst>
          </p:cNvPr>
          <p:cNvSpPr txBox="1"/>
          <p:nvPr/>
        </p:nvSpPr>
        <p:spPr>
          <a:xfrm>
            <a:off x="6119994" y="5008733"/>
            <a:ext cx="2707632" cy="1249188"/>
          </a:xfrm>
          <a:prstGeom prst="rect">
            <a:avLst/>
          </a:prstGeom>
          <a:noFill/>
        </p:spPr>
        <p:txBody>
          <a:bodyPr wrap="square" rtlCol="0">
            <a:spAutoFit/>
          </a:bodyPr>
          <a:lstStyle/>
          <a:p>
            <a:pPr marL="342900" indent="-342900" algn="just">
              <a:lnSpc>
                <a:spcPct val="120000"/>
              </a:lnSpc>
              <a:buFont typeface="Arial" panose="020B0604020202020204" pitchFamily="34" charset="0"/>
              <a:buChar char="•"/>
            </a:pPr>
            <a:r>
              <a:rPr lang="zh-CN" altLang="en-US" sz="1600" spc="100" dirty="0">
                <a:solidFill>
                  <a:schemeClr val="tx1">
                    <a:lumMod val="65000"/>
                    <a:lumOff val="35000"/>
                  </a:schemeClr>
                </a:solidFill>
                <a:cs typeface="+mn-ea"/>
                <a:sym typeface="+mn-lt"/>
              </a:rPr>
              <a:t>请输入第一句文字</a:t>
            </a:r>
            <a:endParaRPr lang="en-US" altLang="zh-CN" sz="1600" spc="100" dirty="0">
              <a:solidFill>
                <a:schemeClr val="tx1">
                  <a:lumMod val="65000"/>
                  <a:lumOff val="35000"/>
                </a:schemeClr>
              </a:solidFill>
              <a:cs typeface="+mn-ea"/>
              <a:sym typeface="+mn-lt"/>
            </a:endParaRPr>
          </a:p>
          <a:p>
            <a:pPr marL="342900" indent="-342900" algn="just">
              <a:lnSpc>
                <a:spcPct val="120000"/>
              </a:lnSpc>
              <a:buFont typeface="Arial" panose="020B0604020202020204" pitchFamily="34" charset="0"/>
              <a:buChar char="•"/>
            </a:pPr>
            <a:r>
              <a:rPr lang="zh-CN" altLang="en-US" sz="1600" spc="100" dirty="0">
                <a:solidFill>
                  <a:schemeClr val="tx1">
                    <a:lumMod val="65000"/>
                    <a:lumOff val="35000"/>
                  </a:schemeClr>
                </a:solidFill>
                <a:cs typeface="+mn-ea"/>
                <a:sym typeface="+mn-lt"/>
              </a:rPr>
              <a:t>请输入第二句文字</a:t>
            </a:r>
            <a:endParaRPr lang="en-US" altLang="zh-CN" sz="1600" spc="100" dirty="0">
              <a:solidFill>
                <a:schemeClr val="tx1">
                  <a:lumMod val="65000"/>
                  <a:lumOff val="35000"/>
                </a:schemeClr>
              </a:solidFill>
              <a:cs typeface="+mn-ea"/>
              <a:sym typeface="+mn-lt"/>
            </a:endParaRPr>
          </a:p>
          <a:p>
            <a:pPr marL="342900" indent="-342900" algn="just">
              <a:lnSpc>
                <a:spcPct val="120000"/>
              </a:lnSpc>
              <a:buFont typeface="Arial" panose="020B0604020202020204" pitchFamily="34" charset="0"/>
              <a:buChar char="•"/>
            </a:pPr>
            <a:r>
              <a:rPr lang="zh-CN" altLang="en-US" sz="1600" spc="100" dirty="0">
                <a:solidFill>
                  <a:schemeClr val="tx1">
                    <a:lumMod val="65000"/>
                    <a:lumOff val="35000"/>
                  </a:schemeClr>
                </a:solidFill>
                <a:cs typeface="+mn-ea"/>
                <a:sym typeface="+mn-lt"/>
              </a:rPr>
              <a:t>请输入第三句文字</a:t>
            </a:r>
            <a:endParaRPr lang="en-US" altLang="zh-CN" sz="1600" spc="100" dirty="0">
              <a:solidFill>
                <a:schemeClr val="tx1">
                  <a:lumMod val="65000"/>
                  <a:lumOff val="35000"/>
                </a:schemeClr>
              </a:solidFill>
              <a:cs typeface="+mn-ea"/>
              <a:sym typeface="+mn-lt"/>
            </a:endParaRPr>
          </a:p>
          <a:p>
            <a:pPr marL="342900" indent="-342900" algn="just">
              <a:lnSpc>
                <a:spcPct val="120000"/>
              </a:lnSpc>
              <a:buFont typeface="Arial" panose="020B0604020202020204" pitchFamily="34" charset="0"/>
              <a:buChar char="•"/>
            </a:pPr>
            <a:r>
              <a:rPr lang="zh-CN" altLang="en-US" sz="1600" spc="100" dirty="0">
                <a:solidFill>
                  <a:schemeClr val="tx1">
                    <a:lumMod val="65000"/>
                    <a:lumOff val="35000"/>
                  </a:schemeClr>
                </a:solidFill>
                <a:cs typeface="+mn-ea"/>
                <a:sym typeface="+mn-lt"/>
              </a:rPr>
              <a:t>请输入第四句文字</a:t>
            </a:r>
          </a:p>
        </p:txBody>
      </p:sp>
      <p:cxnSp>
        <p:nvCxnSpPr>
          <p:cNvPr id="32" name="直接连接符 31">
            <a:extLst>
              <a:ext uri="{FF2B5EF4-FFF2-40B4-BE49-F238E27FC236}">
                <a16:creationId xmlns:a16="http://schemas.microsoft.com/office/drawing/2014/main" id="{36FCBB6B-8752-4812-9FE1-97A8CD1E8EAB}"/>
              </a:ext>
            </a:extLst>
          </p:cNvPr>
          <p:cNvCxnSpPr/>
          <p:nvPr/>
        </p:nvCxnSpPr>
        <p:spPr>
          <a:xfrm>
            <a:off x="6212591" y="4986462"/>
            <a:ext cx="25224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BC76FBAF-AC3D-4CB3-A856-AB179217654F}"/>
              </a:ext>
            </a:extLst>
          </p:cNvPr>
          <p:cNvSpPr/>
          <p:nvPr/>
        </p:nvSpPr>
        <p:spPr>
          <a:xfrm>
            <a:off x="0" y="1354238"/>
            <a:ext cx="12192000" cy="1817225"/>
          </a:xfrm>
          <a:prstGeom prst="rect">
            <a:avLst/>
          </a:prstGeom>
          <a:blipFill dpi="0" rotWithShape="1">
            <a:blip r:embed="rId4"/>
            <a:srcRect/>
            <a:tile tx="0" ty="-34036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5" name="矩形 4">
            <a:extLst>
              <a:ext uri="{FF2B5EF4-FFF2-40B4-BE49-F238E27FC236}">
                <a16:creationId xmlns:a16="http://schemas.microsoft.com/office/drawing/2014/main" id="{C47BF0E9-E03F-4833-93B8-67BB137321BF}"/>
              </a:ext>
            </a:extLst>
          </p:cNvPr>
          <p:cNvSpPr/>
          <p:nvPr/>
        </p:nvSpPr>
        <p:spPr>
          <a:xfrm>
            <a:off x="0" y="1354238"/>
            <a:ext cx="12192000" cy="1817225"/>
          </a:xfrm>
          <a:prstGeom prst="rect">
            <a:avLst/>
          </a:prstGeom>
          <a:gradFill>
            <a:gsLst>
              <a:gs pos="0">
                <a:srgbClr val="632E62">
                  <a:alpha val="86000"/>
                </a:srgbClr>
              </a:gs>
              <a:gs pos="100000">
                <a:schemeClr val="tx2">
                  <a:alpha val="14000"/>
                </a:schemeClr>
              </a:gs>
            </a:gsLst>
            <a:lin ang="15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6" name="文本框 5">
            <a:extLst>
              <a:ext uri="{FF2B5EF4-FFF2-40B4-BE49-F238E27FC236}">
                <a16:creationId xmlns:a16="http://schemas.microsoft.com/office/drawing/2014/main" id="{5DBC9223-85E5-4B8B-AD11-743CEB66FB8E}"/>
              </a:ext>
            </a:extLst>
          </p:cNvPr>
          <p:cNvSpPr txBox="1"/>
          <p:nvPr/>
        </p:nvSpPr>
        <p:spPr>
          <a:xfrm>
            <a:off x="602728" y="1788502"/>
            <a:ext cx="2413000" cy="396583"/>
          </a:xfrm>
          <a:prstGeom prst="rect">
            <a:avLst/>
          </a:prstGeom>
          <a:noFill/>
        </p:spPr>
        <p:txBody>
          <a:bodyPr wrap="square" rtlCol="0">
            <a:spAutoFit/>
          </a:bodyPr>
          <a:lstStyle/>
          <a:p>
            <a:pPr algn="just">
              <a:lnSpc>
                <a:spcPct val="120000"/>
              </a:lnSpc>
            </a:pPr>
            <a:r>
              <a:rPr lang="zh-CN" altLang="en-US" spc="100" dirty="0">
                <a:solidFill>
                  <a:schemeClr val="bg1">
                    <a:lumMod val="75000"/>
                  </a:schemeClr>
                </a:solidFill>
                <a:cs typeface="+mn-ea"/>
                <a:sym typeface="+mn-lt"/>
              </a:rPr>
              <a:t>这是一个副标题</a:t>
            </a:r>
            <a:endParaRPr lang="en-US" altLang="zh-CN" spc="100" dirty="0">
              <a:solidFill>
                <a:schemeClr val="bg1">
                  <a:lumMod val="75000"/>
                </a:schemeClr>
              </a:solidFill>
              <a:cs typeface="+mn-ea"/>
              <a:sym typeface="+mn-lt"/>
            </a:endParaRPr>
          </a:p>
        </p:txBody>
      </p:sp>
      <p:sp>
        <p:nvSpPr>
          <p:cNvPr id="7" name="文本框 6">
            <a:extLst>
              <a:ext uri="{FF2B5EF4-FFF2-40B4-BE49-F238E27FC236}">
                <a16:creationId xmlns:a16="http://schemas.microsoft.com/office/drawing/2014/main" id="{26A974DD-D721-43A3-8C75-C2C5B635D09D}"/>
              </a:ext>
            </a:extLst>
          </p:cNvPr>
          <p:cNvSpPr txBox="1"/>
          <p:nvPr/>
        </p:nvSpPr>
        <p:spPr>
          <a:xfrm>
            <a:off x="602728" y="2185085"/>
            <a:ext cx="6399957" cy="497957"/>
          </a:xfrm>
          <a:prstGeom prst="rect">
            <a:avLst/>
          </a:prstGeom>
          <a:noFill/>
        </p:spPr>
        <p:txBody>
          <a:bodyPr wrap="square" rtlCol="0">
            <a:spAutoFit/>
          </a:bodyPr>
          <a:lstStyle/>
          <a:p>
            <a:pPr algn="just">
              <a:lnSpc>
                <a:spcPct val="120000"/>
              </a:lnSpc>
            </a:pPr>
            <a:r>
              <a:rPr lang="zh-CN" altLang="en-US" sz="2400" b="1" spc="100" dirty="0">
                <a:solidFill>
                  <a:schemeClr val="bg1"/>
                </a:solidFill>
                <a:latin typeface="+mj-ea"/>
                <a:ea typeface="+mj-ea"/>
                <a:cs typeface="+mn-ea"/>
                <a:sym typeface="+mn-lt"/>
              </a:rPr>
              <a:t>请输入此页的主标题请输入此页的主标题</a:t>
            </a:r>
            <a:endParaRPr lang="en-US" altLang="zh-CN" sz="2400" b="1" spc="100" dirty="0">
              <a:solidFill>
                <a:schemeClr val="bg1"/>
              </a:solidFill>
              <a:latin typeface="+mj-ea"/>
              <a:ea typeface="+mj-ea"/>
              <a:cs typeface="+mn-ea"/>
              <a:sym typeface="+mn-lt"/>
            </a:endParaRPr>
          </a:p>
        </p:txBody>
      </p:sp>
      <p:sp>
        <p:nvSpPr>
          <p:cNvPr id="9" name="networking_301615">
            <a:extLst>
              <a:ext uri="{FF2B5EF4-FFF2-40B4-BE49-F238E27FC236}">
                <a16:creationId xmlns:a16="http://schemas.microsoft.com/office/drawing/2014/main" id="{0BA766BB-6959-4383-A6FB-048437266BF4}"/>
              </a:ext>
            </a:extLst>
          </p:cNvPr>
          <p:cNvSpPr>
            <a:spLocks noChangeAspect="1"/>
          </p:cNvSpPr>
          <p:nvPr/>
        </p:nvSpPr>
        <p:spPr bwMode="auto">
          <a:xfrm>
            <a:off x="695325" y="3568046"/>
            <a:ext cx="492459" cy="491715"/>
          </a:xfrm>
          <a:custGeom>
            <a:avLst/>
            <a:gdLst>
              <a:gd name="T0" fmla="*/ 5827 w 6827"/>
              <a:gd name="T1" fmla="*/ 1000 h 6827"/>
              <a:gd name="T2" fmla="*/ 4088 w 6827"/>
              <a:gd name="T3" fmla="*/ 652 h 6827"/>
              <a:gd name="T4" fmla="*/ 1938 w 6827"/>
              <a:gd name="T5" fmla="*/ 984 h 6827"/>
              <a:gd name="T6" fmla="*/ 802 w 6827"/>
              <a:gd name="T7" fmla="*/ 1477 h 6827"/>
              <a:gd name="T8" fmla="*/ 0 w 6827"/>
              <a:gd name="T9" fmla="*/ 3413 h 6827"/>
              <a:gd name="T10" fmla="*/ 1000 w 6827"/>
              <a:gd name="T11" fmla="*/ 5827 h 6827"/>
              <a:gd name="T12" fmla="*/ 2739 w 6827"/>
              <a:gd name="T13" fmla="*/ 6174 h 6827"/>
              <a:gd name="T14" fmla="*/ 4088 w 6827"/>
              <a:gd name="T15" fmla="*/ 6177 h 6827"/>
              <a:gd name="T16" fmla="*/ 5350 w 6827"/>
              <a:gd name="T17" fmla="*/ 6025 h 6827"/>
              <a:gd name="T18" fmla="*/ 5845 w 6827"/>
              <a:gd name="T19" fmla="*/ 4891 h 6827"/>
              <a:gd name="T20" fmla="*/ 6177 w 6827"/>
              <a:gd name="T21" fmla="*/ 2739 h 6827"/>
              <a:gd name="T22" fmla="*/ 4600 w 6827"/>
              <a:gd name="T23" fmla="*/ 3307 h 6827"/>
              <a:gd name="T24" fmla="*/ 5350 w 6827"/>
              <a:gd name="T25" fmla="*/ 2152 h 6827"/>
              <a:gd name="T26" fmla="*/ 5964 w 6827"/>
              <a:gd name="T27" fmla="*/ 2765 h 6827"/>
              <a:gd name="T28" fmla="*/ 2435 w 6827"/>
              <a:gd name="T29" fmla="*/ 3413 h 6827"/>
              <a:gd name="T30" fmla="*/ 5023 w 6827"/>
              <a:gd name="T31" fmla="*/ 1151 h 6827"/>
              <a:gd name="T32" fmla="*/ 5676 w 6827"/>
              <a:gd name="T33" fmla="*/ 1804 h 6827"/>
              <a:gd name="T34" fmla="*/ 5023 w 6827"/>
              <a:gd name="T35" fmla="*/ 1804 h 6827"/>
              <a:gd name="T36" fmla="*/ 4758 w 6827"/>
              <a:gd name="T37" fmla="*/ 1152 h 6827"/>
              <a:gd name="T38" fmla="*/ 3520 w 6827"/>
              <a:gd name="T39" fmla="*/ 2226 h 6827"/>
              <a:gd name="T40" fmla="*/ 3413 w 6827"/>
              <a:gd name="T41" fmla="*/ 213 h 6827"/>
              <a:gd name="T42" fmla="*/ 2952 w 6827"/>
              <a:gd name="T43" fmla="*/ 675 h 6827"/>
              <a:gd name="T44" fmla="*/ 2765 w 6827"/>
              <a:gd name="T45" fmla="*/ 863 h 6827"/>
              <a:gd name="T46" fmla="*/ 2650 w 6827"/>
              <a:gd name="T47" fmla="*/ 2499 h 6827"/>
              <a:gd name="T48" fmla="*/ 2070 w 6827"/>
              <a:gd name="T49" fmla="*/ 1153 h 6827"/>
              <a:gd name="T50" fmla="*/ 1804 w 6827"/>
              <a:gd name="T51" fmla="*/ 1151 h 6827"/>
              <a:gd name="T52" fmla="*/ 1477 w 6827"/>
              <a:gd name="T53" fmla="*/ 1939 h 6827"/>
              <a:gd name="T54" fmla="*/ 1015 w 6827"/>
              <a:gd name="T55" fmla="*/ 1477 h 6827"/>
              <a:gd name="T56" fmla="*/ 1477 w 6827"/>
              <a:gd name="T57" fmla="*/ 2152 h 6827"/>
              <a:gd name="T58" fmla="*/ 2499 w 6827"/>
              <a:gd name="T59" fmla="*/ 2650 h 6827"/>
              <a:gd name="T60" fmla="*/ 865 w 6827"/>
              <a:gd name="T61" fmla="*/ 2766 h 6827"/>
              <a:gd name="T62" fmla="*/ 675 w 6827"/>
              <a:gd name="T63" fmla="*/ 2952 h 6827"/>
              <a:gd name="T64" fmla="*/ 213 w 6827"/>
              <a:gd name="T65" fmla="*/ 3413 h 6827"/>
              <a:gd name="T66" fmla="*/ 2226 w 6827"/>
              <a:gd name="T67" fmla="*/ 3520 h 6827"/>
              <a:gd name="T68" fmla="*/ 1477 w 6827"/>
              <a:gd name="T69" fmla="*/ 4675 h 6827"/>
              <a:gd name="T70" fmla="*/ 1804 w 6827"/>
              <a:gd name="T71" fmla="*/ 5676 h 6827"/>
              <a:gd name="T72" fmla="*/ 1151 w 6827"/>
              <a:gd name="T73" fmla="*/ 5023 h 6827"/>
              <a:gd name="T74" fmla="*/ 1804 w 6827"/>
              <a:gd name="T75" fmla="*/ 5676 h 6827"/>
              <a:gd name="T76" fmla="*/ 2024 w 6827"/>
              <a:gd name="T77" fmla="*/ 4954 h 6827"/>
              <a:gd name="T78" fmla="*/ 3307 w 6827"/>
              <a:gd name="T79" fmla="*/ 5485 h 6827"/>
              <a:gd name="T80" fmla="*/ 3413 w 6827"/>
              <a:gd name="T81" fmla="*/ 6613 h 6827"/>
              <a:gd name="T82" fmla="*/ 3740 w 6827"/>
              <a:gd name="T83" fmla="*/ 5825 h 6827"/>
              <a:gd name="T84" fmla="*/ 4757 w 6827"/>
              <a:gd name="T85" fmla="*/ 5673 h 6827"/>
              <a:gd name="T86" fmla="*/ 3520 w 6827"/>
              <a:gd name="T87" fmla="*/ 5485 h 6827"/>
              <a:gd name="T88" fmla="*/ 4803 w 6827"/>
              <a:gd name="T89" fmla="*/ 4954 h 6827"/>
              <a:gd name="T90" fmla="*/ 5350 w 6827"/>
              <a:gd name="T91" fmla="*/ 5811 h 6827"/>
              <a:gd name="T92" fmla="*/ 5023 w 6827"/>
              <a:gd name="T93" fmla="*/ 5023 h 6827"/>
              <a:gd name="T94" fmla="*/ 5811 w 6827"/>
              <a:gd name="T95" fmla="*/ 5350 h 6827"/>
              <a:gd name="T96" fmla="*/ 5350 w 6827"/>
              <a:gd name="T97" fmla="*/ 4675 h 6827"/>
              <a:gd name="T98" fmla="*/ 4600 w 6827"/>
              <a:gd name="T99" fmla="*/ 3520 h 6827"/>
              <a:gd name="T100" fmla="*/ 5675 w 6827"/>
              <a:gd name="T101" fmla="*/ 4758 h 6827"/>
              <a:gd name="T102" fmla="*/ 6152 w 6827"/>
              <a:gd name="T103" fmla="*/ 2952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827" h="6827">
                <a:moveTo>
                  <a:pt x="6177" y="2739"/>
                </a:moveTo>
                <a:cubicBezTo>
                  <a:pt x="6108" y="2456"/>
                  <a:pt x="5996" y="2187"/>
                  <a:pt x="5843" y="1938"/>
                </a:cubicBezTo>
                <a:cubicBezTo>
                  <a:pt x="6090" y="1674"/>
                  <a:pt x="6085" y="1258"/>
                  <a:pt x="5827" y="1000"/>
                </a:cubicBezTo>
                <a:cubicBezTo>
                  <a:pt x="5699" y="872"/>
                  <a:pt x="5530" y="802"/>
                  <a:pt x="5350" y="802"/>
                </a:cubicBezTo>
                <a:cubicBezTo>
                  <a:pt x="5178" y="802"/>
                  <a:pt x="5016" y="866"/>
                  <a:pt x="4891" y="982"/>
                </a:cubicBezTo>
                <a:cubicBezTo>
                  <a:pt x="4641" y="831"/>
                  <a:pt x="4372" y="720"/>
                  <a:pt x="4088" y="652"/>
                </a:cubicBezTo>
                <a:cubicBezTo>
                  <a:pt x="4076" y="291"/>
                  <a:pt x="3778" y="0"/>
                  <a:pt x="3413" y="0"/>
                </a:cubicBezTo>
                <a:cubicBezTo>
                  <a:pt x="3050" y="0"/>
                  <a:pt x="2752" y="289"/>
                  <a:pt x="2739" y="650"/>
                </a:cubicBezTo>
                <a:cubicBezTo>
                  <a:pt x="2456" y="719"/>
                  <a:pt x="2187" y="831"/>
                  <a:pt x="1938" y="984"/>
                </a:cubicBezTo>
                <a:cubicBezTo>
                  <a:pt x="1812" y="867"/>
                  <a:pt x="1650" y="802"/>
                  <a:pt x="1477" y="802"/>
                </a:cubicBezTo>
                <a:cubicBezTo>
                  <a:pt x="1297" y="802"/>
                  <a:pt x="1127" y="872"/>
                  <a:pt x="1000" y="1000"/>
                </a:cubicBezTo>
                <a:cubicBezTo>
                  <a:pt x="872" y="1127"/>
                  <a:pt x="802" y="1297"/>
                  <a:pt x="802" y="1477"/>
                </a:cubicBezTo>
                <a:cubicBezTo>
                  <a:pt x="802" y="1649"/>
                  <a:pt x="866" y="1811"/>
                  <a:pt x="982" y="1936"/>
                </a:cubicBezTo>
                <a:cubicBezTo>
                  <a:pt x="831" y="2185"/>
                  <a:pt x="720" y="2455"/>
                  <a:pt x="652" y="2739"/>
                </a:cubicBezTo>
                <a:cubicBezTo>
                  <a:pt x="291" y="2751"/>
                  <a:pt x="0" y="3049"/>
                  <a:pt x="0" y="3413"/>
                </a:cubicBezTo>
                <a:cubicBezTo>
                  <a:pt x="0" y="3777"/>
                  <a:pt x="289" y="4074"/>
                  <a:pt x="650" y="4088"/>
                </a:cubicBezTo>
                <a:cubicBezTo>
                  <a:pt x="719" y="4371"/>
                  <a:pt x="831" y="4640"/>
                  <a:pt x="984" y="4889"/>
                </a:cubicBezTo>
                <a:cubicBezTo>
                  <a:pt x="737" y="5153"/>
                  <a:pt x="742" y="5569"/>
                  <a:pt x="1000" y="5827"/>
                </a:cubicBezTo>
                <a:cubicBezTo>
                  <a:pt x="1127" y="5954"/>
                  <a:pt x="1297" y="6025"/>
                  <a:pt x="1477" y="6025"/>
                </a:cubicBezTo>
                <a:cubicBezTo>
                  <a:pt x="1649" y="6025"/>
                  <a:pt x="1811" y="5961"/>
                  <a:pt x="1936" y="5845"/>
                </a:cubicBezTo>
                <a:cubicBezTo>
                  <a:pt x="2185" y="5996"/>
                  <a:pt x="2455" y="6106"/>
                  <a:pt x="2739" y="6174"/>
                </a:cubicBezTo>
                <a:cubicBezTo>
                  <a:pt x="2751" y="6536"/>
                  <a:pt x="3049" y="6827"/>
                  <a:pt x="3413" y="6827"/>
                </a:cubicBezTo>
                <a:cubicBezTo>
                  <a:pt x="3594" y="6827"/>
                  <a:pt x="3763" y="6756"/>
                  <a:pt x="3891" y="6629"/>
                </a:cubicBezTo>
                <a:cubicBezTo>
                  <a:pt x="4012" y="6508"/>
                  <a:pt x="4081" y="6348"/>
                  <a:pt x="4088" y="6177"/>
                </a:cubicBezTo>
                <a:cubicBezTo>
                  <a:pt x="4371" y="6108"/>
                  <a:pt x="4640" y="5996"/>
                  <a:pt x="4889" y="5843"/>
                </a:cubicBezTo>
                <a:cubicBezTo>
                  <a:pt x="5014" y="5960"/>
                  <a:pt x="5177" y="6025"/>
                  <a:pt x="5350" y="6025"/>
                </a:cubicBezTo>
                <a:lnTo>
                  <a:pt x="5350" y="6025"/>
                </a:lnTo>
                <a:cubicBezTo>
                  <a:pt x="5530" y="6025"/>
                  <a:pt x="5699" y="5954"/>
                  <a:pt x="5827" y="5827"/>
                </a:cubicBezTo>
                <a:cubicBezTo>
                  <a:pt x="5954" y="5699"/>
                  <a:pt x="6025" y="5530"/>
                  <a:pt x="6025" y="5350"/>
                </a:cubicBezTo>
                <a:cubicBezTo>
                  <a:pt x="6025" y="5178"/>
                  <a:pt x="5961" y="5016"/>
                  <a:pt x="5845" y="4891"/>
                </a:cubicBezTo>
                <a:cubicBezTo>
                  <a:pt x="5996" y="4641"/>
                  <a:pt x="6106" y="4372"/>
                  <a:pt x="6174" y="4088"/>
                </a:cubicBezTo>
                <a:cubicBezTo>
                  <a:pt x="6536" y="4076"/>
                  <a:pt x="6827" y="3778"/>
                  <a:pt x="6827" y="3413"/>
                </a:cubicBezTo>
                <a:cubicBezTo>
                  <a:pt x="6827" y="3050"/>
                  <a:pt x="6538" y="2752"/>
                  <a:pt x="6177" y="2739"/>
                </a:cubicBezTo>
                <a:close/>
                <a:moveTo>
                  <a:pt x="5964" y="2765"/>
                </a:moveTo>
                <a:cubicBezTo>
                  <a:pt x="5716" y="2837"/>
                  <a:pt x="5526" y="3047"/>
                  <a:pt x="5485" y="3307"/>
                </a:cubicBezTo>
                <a:lnTo>
                  <a:pt x="4600" y="3307"/>
                </a:lnTo>
                <a:cubicBezTo>
                  <a:pt x="4578" y="3058"/>
                  <a:pt x="4480" y="2831"/>
                  <a:pt x="4328" y="2650"/>
                </a:cubicBezTo>
                <a:lnTo>
                  <a:pt x="4954" y="2024"/>
                </a:lnTo>
                <a:cubicBezTo>
                  <a:pt x="5068" y="2107"/>
                  <a:pt x="5205" y="2152"/>
                  <a:pt x="5350" y="2152"/>
                </a:cubicBezTo>
                <a:lnTo>
                  <a:pt x="5350" y="2152"/>
                </a:lnTo>
                <a:cubicBezTo>
                  <a:pt x="5465" y="2152"/>
                  <a:pt x="5575" y="2124"/>
                  <a:pt x="5673" y="2070"/>
                </a:cubicBezTo>
                <a:cubicBezTo>
                  <a:pt x="5804" y="2287"/>
                  <a:pt x="5901" y="2520"/>
                  <a:pt x="5964" y="2765"/>
                </a:cubicBezTo>
                <a:close/>
                <a:moveTo>
                  <a:pt x="4392" y="3413"/>
                </a:moveTo>
                <a:cubicBezTo>
                  <a:pt x="4392" y="3953"/>
                  <a:pt x="3953" y="4392"/>
                  <a:pt x="3413" y="4392"/>
                </a:cubicBezTo>
                <a:cubicBezTo>
                  <a:pt x="2874" y="4392"/>
                  <a:pt x="2435" y="3953"/>
                  <a:pt x="2435" y="3413"/>
                </a:cubicBezTo>
                <a:cubicBezTo>
                  <a:pt x="2435" y="2874"/>
                  <a:pt x="2874" y="2435"/>
                  <a:pt x="3413" y="2435"/>
                </a:cubicBezTo>
                <a:cubicBezTo>
                  <a:pt x="3953" y="2435"/>
                  <a:pt x="4392" y="2874"/>
                  <a:pt x="4392" y="3413"/>
                </a:cubicBezTo>
                <a:close/>
                <a:moveTo>
                  <a:pt x="5023" y="1151"/>
                </a:moveTo>
                <a:cubicBezTo>
                  <a:pt x="5110" y="1063"/>
                  <a:pt x="5226" y="1015"/>
                  <a:pt x="5350" y="1015"/>
                </a:cubicBezTo>
                <a:cubicBezTo>
                  <a:pt x="5473" y="1015"/>
                  <a:pt x="5589" y="1063"/>
                  <a:pt x="5676" y="1151"/>
                </a:cubicBezTo>
                <a:cubicBezTo>
                  <a:pt x="5856" y="1331"/>
                  <a:pt x="5856" y="1624"/>
                  <a:pt x="5676" y="1804"/>
                </a:cubicBezTo>
                <a:cubicBezTo>
                  <a:pt x="5589" y="1891"/>
                  <a:pt x="5473" y="1939"/>
                  <a:pt x="5350" y="1939"/>
                </a:cubicBezTo>
                <a:lnTo>
                  <a:pt x="5350" y="1939"/>
                </a:lnTo>
                <a:cubicBezTo>
                  <a:pt x="5226" y="1939"/>
                  <a:pt x="5110" y="1891"/>
                  <a:pt x="5023" y="1804"/>
                </a:cubicBezTo>
                <a:cubicBezTo>
                  <a:pt x="4843" y="1624"/>
                  <a:pt x="4843" y="1331"/>
                  <a:pt x="5023" y="1151"/>
                </a:cubicBezTo>
                <a:close/>
                <a:moveTo>
                  <a:pt x="4061" y="865"/>
                </a:moveTo>
                <a:cubicBezTo>
                  <a:pt x="4307" y="926"/>
                  <a:pt x="4541" y="1022"/>
                  <a:pt x="4758" y="1152"/>
                </a:cubicBezTo>
                <a:cubicBezTo>
                  <a:pt x="4634" y="1378"/>
                  <a:pt x="4649" y="1660"/>
                  <a:pt x="4803" y="1873"/>
                </a:cubicBezTo>
                <a:lnTo>
                  <a:pt x="4177" y="2499"/>
                </a:lnTo>
                <a:cubicBezTo>
                  <a:pt x="3996" y="2347"/>
                  <a:pt x="3769" y="2248"/>
                  <a:pt x="3520" y="2226"/>
                </a:cubicBezTo>
                <a:lnTo>
                  <a:pt x="3520" y="1342"/>
                </a:lnTo>
                <a:cubicBezTo>
                  <a:pt x="3779" y="1300"/>
                  <a:pt x="3988" y="1112"/>
                  <a:pt x="4061" y="865"/>
                </a:cubicBezTo>
                <a:close/>
                <a:moveTo>
                  <a:pt x="3413" y="213"/>
                </a:moveTo>
                <a:cubicBezTo>
                  <a:pt x="3668" y="213"/>
                  <a:pt x="3875" y="420"/>
                  <a:pt x="3875" y="675"/>
                </a:cubicBezTo>
                <a:cubicBezTo>
                  <a:pt x="3875" y="930"/>
                  <a:pt x="3668" y="1137"/>
                  <a:pt x="3413" y="1137"/>
                </a:cubicBezTo>
                <a:cubicBezTo>
                  <a:pt x="3159" y="1137"/>
                  <a:pt x="2952" y="930"/>
                  <a:pt x="2952" y="675"/>
                </a:cubicBezTo>
                <a:cubicBezTo>
                  <a:pt x="2952" y="420"/>
                  <a:pt x="3159" y="213"/>
                  <a:pt x="3413" y="213"/>
                </a:cubicBezTo>
                <a:close/>
                <a:moveTo>
                  <a:pt x="2070" y="1153"/>
                </a:moveTo>
                <a:cubicBezTo>
                  <a:pt x="2287" y="1023"/>
                  <a:pt x="2520" y="925"/>
                  <a:pt x="2765" y="863"/>
                </a:cubicBezTo>
                <a:cubicBezTo>
                  <a:pt x="2837" y="1111"/>
                  <a:pt x="3047" y="1300"/>
                  <a:pt x="3307" y="1342"/>
                </a:cubicBezTo>
                <a:lnTo>
                  <a:pt x="3307" y="2226"/>
                </a:lnTo>
                <a:cubicBezTo>
                  <a:pt x="3058" y="2248"/>
                  <a:pt x="2831" y="2347"/>
                  <a:pt x="2650" y="2499"/>
                </a:cubicBezTo>
                <a:lnTo>
                  <a:pt x="2024" y="1873"/>
                </a:lnTo>
                <a:cubicBezTo>
                  <a:pt x="2107" y="1759"/>
                  <a:pt x="2152" y="1621"/>
                  <a:pt x="2152" y="1477"/>
                </a:cubicBezTo>
                <a:cubicBezTo>
                  <a:pt x="2152" y="1362"/>
                  <a:pt x="2123" y="1252"/>
                  <a:pt x="2070" y="1153"/>
                </a:cubicBezTo>
                <a:close/>
                <a:moveTo>
                  <a:pt x="1151" y="1151"/>
                </a:moveTo>
                <a:cubicBezTo>
                  <a:pt x="1238" y="1063"/>
                  <a:pt x="1354" y="1015"/>
                  <a:pt x="1477" y="1015"/>
                </a:cubicBezTo>
                <a:cubicBezTo>
                  <a:pt x="1600" y="1015"/>
                  <a:pt x="1716" y="1063"/>
                  <a:pt x="1804" y="1151"/>
                </a:cubicBezTo>
                <a:cubicBezTo>
                  <a:pt x="1891" y="1238"/>
                  <a:pt x="1939" y="1354"/>
                  <a:pt x="1939" y="1477"/>
                </a:cubicBezTo>
                <a:cubicBezTo>
                  <a:pt x="1939" y="1600"/>
                  <a:pt x="1891" y="1716"/>
                  <a:pt x="1804" y="1804"/>
                </a:cubicBezTo>
                <a:cubicBezTo>
                  <a:pt x="1716" y="1891"/>
                  <a:pt x="1600" y="1939"/>
                  <a:pt x="1477" y="1939"/>
                </a:cubicBezTo>
                <a:lnTo>
                  <a:pt x="1477" y="1939"/>
                </a:lnTo>
                <a:cubicBezTo>
                  <a:pt x="1354" y="1939"/>
                  <a:pt x="1238" y="1891"/>
                  <a:pt x="1151" y="1804"/>
                </a:cubicBezTo>
                <a:cubicBezTo>
                  <a:pt x="1063" y="1716"/>
                  <a:pt x="1015" y="1600"/>
                  <a:pt x="1015" y="1477"/>
                </a:cubicBezTo>
                <a:cubicBezTo>
                  <a:pt x="1015" y="1354"/>
                  <a:pt x="1063" y="1238"/>
                  <a:pt x="1151" y="1151"/>
                </a:cubicBezTo>
                <a:close/>
                <a:moveTo>
                  <a:pt x="1151" y="2069"/>
                </a:moveTo>
                <a:cubicBezTo>
                  <a:pt x="1250" y="2123"/>
                  <a:pt x="1361" y="2152"/>
                  <a:pt x="1477" y="2152"/>
                </a:cubicBezTo>
                <a:lnTo>
                  <a:pt x="1477" y="2152"/>
                </a:lnTo>
                <a:cubicBezTo>
                  <a:pt x="1621" y="2152"/>
                  <a:pt x="1759" y="2107"/>
                  <a:pt x="1873" y="2024"/>
                </a:cubicBezTo>
                <a:lnTo>
                  <a:pt x="2499" y="2650"/>
                </a:lnTo>
                <a:cubicBezTo>
                  <a:pt x="2347" y="2831"/>
                  <a:pt x="2248" y="3058"/>
                  <a:pt x="2226" y="3307"/>
                </a:cubicBezTo>
                <a:lnTo>
                  <a:pt x="1342" y="3307"/>
                </a:lnTo>
                <a:cubicBezTo>
                  <a:pt x="1300" y="3048"/>
                  <a:pt x="1112" y="2838"/>
                  <a:pt x="865" y="2766"/>
                </a:cubicBezTo>
                <a:cubicBezTo>
                  <a:pt x="926" y="2520"/>
                  <a:pt x="1022" y="2286"/>
                  <a:pt x="1151" y="2069"/>
                </a:cubicBezTo>
                <a:close/>
                <a:moveTo>
                  <a:pt x="213" y="3413"/>
                </a:moveTo>
                <a:cubicBezTo>
                  <a:pt x="213" y="3159"/>
                  <a:pt x="420" y="2952"/>
                  <a:pt x="675" y="2952"/>
                </a:cubicBezTo>
                <a:cubicBezTo>
                  <a:pt x="930" y="2952"/>
                  <a:pt x="1137" y="3159"/>
                  <a:pt x="1137" y="3413"/>
                </a:cubicBezTo>
                <a:cubicBezTo>
                  <a:pt x="1137" y="3668"/>
                  <a:pt x="930" y="3875"/>
                  <a:pt x="675" y="3875"/>
                </a:cubicBezTo>
                <a:cubicBezTo>
                  <a:pt x="420" y="3875"/>
                  <a:pt x="213" y="3668"/>
                  <a:pt x="213" y="3413"/>
                </a:cubicBezTo>
                <a:close/>
                <a:moveTo>
                  <a:pt x="863" y="4062"/>
                </a:moveTo>
                <a:cubicBezTo>
                  <a:pt x="1111" y="3990"/>
                  <a:pt x="1300" y="3779"/>
                  <a:pt x="1342" y="3520"/>
                </a:cubicBezTo>
                <a:lnTo>
                  <a:pt x="2226" y="3520"/>
                </a:lnTo>
                <a:cubicBezTo>
                  <a:pt x="2248" y="3769"/>
                  <a:pt x="2347" y="3996"/>
                  <a:pt x="2499" y="4177"/>
                </a:cubicBezTo>
                <a:lnTo>
                  <a:pt x="1873" y="4803"/>
                </a:lnTo>
                <a:cubicBezTo>
                  <a:pt x="1759" y="4720"/>
                  <a:pt x="1621" y="4675"/>
                  <a:pt x="1477" y="4675"/>
                </a:cubicBezTo>
                <a:cubicBezTo>
                  <a:pt x="1362" y="4675"/>
                  <a:pt x="1252" y="4703"/>
                  <a:pt x="1153" y="4757"/>
                </a:cubicBezTo>
                <a:cubicBezTo>
                  <a:pt x="1023" y="4540"/>
                  <a:pt x="925" y="4307"/>
                  <a:pt x="863" y="4062"/>
                </a:cubicBezTo>
                <a:close/>
                <a:moveTo>
                  <a:pt x="1804" y="5676"/>
                </a:moveTo>
                <a:cubicBezTo>
                  <a:pt x="1716" y="5763"/>
                  <a:pt x="1600" y="5811"/>
                  <a:pt x="1477" y="5811"/>
                </a:cubicBezTo>
                <a:cubicBezTo>
                  <a:pt x="1354" y="5811"/>
                  <a:pt x="1238" y="5763"/>
                  <a:pt x="1151" y="5676"/>
                </a:cubicBezTo>
                <a:cubicBezTo>
                  <a:pt x="971" y="5496"/>
                  <a:pt x="971" y="5203"/>
                  <a:pt x="1151" y="5023"/>
                </a:cubicBezTo>
                <a:cubicBezTo>
                  <a:pt x="1238" y="4936"/>
                  <a:pt x="1354" y="4888"/>
                  <a:pt x="1477" y="4888"/>
                </a:cubicBezTo>
                <a:cubicBezTo>
                  <a:pt x="1600" y="4888"/>
                  <a:pt x="1716" y="4936"/>
                  <a:pt x="1804" y="5023"/>
                </a:cubicBezTo>
                <a:cubicBezTo>
                  <a:pt x="1984" y="5203"/>
                  <a:pt x="1984" y="5496"/>
                  <a:pt x="1804" y="5676"/>
                </a:cubicBezTo>
                <a:close/>
                <a:moveTo>
                  <a:pt x="2766" y="5961"/>
                </a:moveTo>
                <a:cubicBezTo>
                  <a:pt x="2520" y="5900"/>
                  <a:pt x="2286" y="5804"/>
                  <a:pt x="2068" y="5675"/>
                </a:cubicBezTo>
                <a:cubicBezTo>
                  <a:pt x="2193" y="5449"/>
                  <a:pt x="2178" y="5166"/>
                  <a:pt x="2024" y="4954"/>
                </a:cubicBezTo>
                <a:lnTo>
                  <a:pt x="2650" y="4328"/>
                </a:lnTo>
                <a:cubicBezTo>
                  <a:pt x="2831" y="4480"/>
                  <a:pt x="3058" y="4578"/>
                  <a:pt x="3307" y="4600"/>
                </a:cubicBezTo>
                <a:lnTo>
                  <a:pt x="3307" y="5485"/>
                </a:lnTo>
                <a:cubicBezTo>
                  <a:pt x="3048" y="5526"/>
                  <a:pt x="2838" y="5715"/>
                  <a:pt x="2766" y="5961"/>
                </a:cubicBezTo>
                <a:close/>
                <a:moveTo>
                  <a:pt x="3740" y="6478"/>
                </a:moveTo>
                <a:cubicBezTo>
                  <a:pt x="3653" y="6565"/>
                  <a:pt x="3537" y="6613"/>
                  <a:pt x="3413" y="6613"/>
                </a:cubicBezTo>
                <a:cubicBezTo>
                  <a:pt x="3159" y="6613"/>
                  <a:pt x="2952" y="6406"/>
                  <a:pt x="2952" y="6152"/>
                </a:cubicBezTo>
                <a:cubicBezTo>
                  <a:pt x="2952" y="5897"/>
                  <a:pt x="3159" y="5690"/>
                  <a:pt x="3413" y="5690"/>
                </a:cubicBezTo>
                <a:cubicBezTo>
                  <a:pt x="3537" y="5690"/>
                  <a:pt x="3653" y="5738"/>
                  <a:pt x="3740" y="5825"/>
                </a:cubicBezTo>
                <a:cubicBezTo>
                  <a:pt x="3827" y="5912"/>
                  <a:pt x="3875" y="6028"/>
                  <a:pt x="3875" y="6152"/>
                </a:cubicBezTo>
                <a:cubicBezTo>
                  <a:pt x="3875" y="6275"/>
                  <a:pt x="3827" y="6391"/>
                  <a:pt x="3740" y="6478"/>
                </a:cubicBezTo>
                <a:close/>
                <a:moveTo>
                  <a:pt x="4757" y="5673"/>
                </a:moveTo>
                <a:cubicBezTo>
                  <a:pt x="4540" y="5804"/>
                  <a:pt x="4307" y="5901"/>
                  <a:pt x="4062" y="5964"/>
                </a:cubicBezTo>
                <a:cubicBezTo>
                  <a:pt x="4031" y="5855"/>
                  <a:pt x="3973" y="5756"/>
                  <a:pt x="3891" y="5674"/>
                </a:cubicBezTo>
                <a:cubicBezTo>
                  <a:pt x="3789" y="5572"/>
                  <a:pt x="3660" y="5507"/>
                  <a:pt x="3520" y="5485"/>
                </a:cubicBezTo>
                <a:lnTo>
                  <a:pt x="3520" y="4600"/>
                </a:lnTo>
                <a:cubicBezTo>
                  <a:pt x="3769" y="4578"/>
                  <a:pt x="3996" y="4480"/>
                  <a:pt x="4177" y="4328"/>
                </a:cubicBezTo>
                <a:lnTo>
                  <a:pt x="4803" y="4954"/>
                </a:lnTo>
                <a:cubicBezTo>
                  <a:pt x="4649" y="5166"/>
                  <a:pt x="4634" y="5447"/>
                  <a:pt x="4757" y="5673"/>
                </a:cubicBezTo>
                <a:close/>
                <a:moveTo>
                  <a:pt x="5676" y="5676"/>
                </a:moveTo>
                <a:cubicBezTo>
                  <a:pt x="5589" y="5763"/>
                  <a:pt x="5473" y="5811"/>
                  <a:pt x="5350" y="5811"/>
                </a:cubicBezTo>
                <a:lnTo>
                  <a:pt x="5350" y="5811"/>
                </a:lnTo>
                <a:cubicBezTo>
                  <a:pt x="5226" y="5811"/>
                  <a:pt x="5110" y="5763"/>
                  <a:pt x="5023" y="5676"/>
                </a:cubicBezTo>
                <a:cubicBezTo>
                  <a:pt x="4843" y="5496"/>
                  <a:pt x="4843" y="5203"/>
                  <a:pt x="5023" y="5023"/>
                </a:cubicBezTo>
                <a:cubicBezTo>
                  <a:pt x="5110" y="4936"/>
                  <a:pt x="5226" y="4888"/>
                  <a:pt x="5350" y="4888"/>
                </a:cubicBezTo>
                <a:cubicBezTo>
                  <a:pt x="5473" y="4888"/>
                  <a:pt x="5589" y="4936"/>
                  <a:pt x="5676" y="5023"/>
                </a:cubicBezTo>
                <a:cubicBezTo>
                  <a:pt x="5763" y="5110"/>
                  <a:pt x="5811" y="5226"/>
                  <a:pt x="5811" y="5350"/>
                </a:cubicBezTo>
                <a:cubicBezTo>
                  <a:pt x="5811" y="5473"/>
                  <a:pt x="5763" y="5589"/>
                  <a:pt x="5676" y="5676"/>
                </a:cubicBezTo>
                <a:close/>
                <a:moveTo>
                  <a:pt x="5675" y="4758"/>
                </a:moveTo>
                <a:cubicBezTo>
                  <a:pt x="5577" y="4704"/>
                  <a:pt x="5465" y="4675"/>
                  <a:pt x="5350" y="4675"/>
                </a:cubicBezTo>
                <a:cubicBezTo>
                  <a:pt x="5205" y="4675"/>
                  <a:pt x="5068" y="4720"/>
                  <a:pt x="4954" y="4803"/>
                </a:cubicBezTo>
                <a:lnTo>
                  <a:pt x="4328" y="4177"/>
                </a:lnTo>
                <a:cubicBezTo>
                  <a:pt x="4479" y="3996"/>
                  <a:pt x="4578" y="3769"/>
                  <a:pt x="4600" y="3520"/>
                </a:cubicBezTo>
                <a:lnTo>
                  <a:pt x="5485" y="3520"/>
                </a:lnTo>
                <a:cubicBezTo>
                  <a:pt x="5526" y="3779"/>
                  <a:pt x="5715" y="3988"/>
                  <a:pt x="5961" y="4061"/>
                </a:cubicBezTo>
                <a:cubicBezTo>
                  <a:pt x="5900" y="4307"/>
                  <a:pt x="5804" y="4541"/>
                  <a:pt x="5675" y="4758"/>
                </a:cubicBezTo>
                <a:close/>
                <a:moveTo>
                  <a:pt x="6152" y="3875"/>
                </a:moveTo>
                <a:cubicBezTo>
                  <a:pt x="5897" y="3875"/>
                  <a:pt x="5690" y="3668"/>
                  <a:pt x="5690" y="3413"/>
                </a:cubicBezTo>
                <a:cubicBezTo>
                  <a:pt x="5690" y="3159"/>
                  <a:pt x="5897" y="2952"/>
                  <a:pt x="6152" y="2952"/>
                </a:cubicBezTo>
                <a:cubicBezTo>
                  <a:pt x="6406" y="2952"/>
                  <a:pt x="6613" y="3159"/>
                  <a:pt x="6613" y="3413"/>
                </a:cubicBezTo>
                <a:cubicBezTo>
                  <a:pt x="6613" y="3668"/>
                  <a:pt x="6406" y="3875"/>
                  <a:pt x="6152" y="3875"/>
                </a:cubicBezTo>
                <a:close/>
              </a:path>
            </a:pathLst>
          </a:custGeom>
          <a:solidFill>
            <a:schemeClr val="accent1"/>
          </a:solidFill>
          <a:ln>
            <a:noFill/>
          </a:ln>
        </p:spPr>
        <p:txBody>
          <a:bodyPr/>
          <a:lstStyle/>
          <a:p>
            <a:endParaRPr lang="zh-CN" altLang="en-US">
              <a:cs typeface="+mn-ea"/>
              <a:sym typeface="+mn-lt"/>
            </a:endParaRPr>
          </a:p>
        </p:txBody>
      </p:sp>
      <p:sp>
        <p:nvSpPr>
          <p:cNvPr id="11" name="networking_348221">
            <a:extLst>
              <a:ext uri="{FF2B5EF4-FFF2-40B4-BE49-F238E27FC236}">
                <a16:creationId xmlns:a16="http://schemas.microsoft.com/office/drawing/2014/main" id="{EF19ADDC-3F1F-49D7-B13B-D4208ACC152F}"/>
              </a:ext>
            </a:extLst>
          </p:cNvPr>
          <p:cNvSpPr>
            <a:spLocks noChangeAspect="1"/>
          </p:cNvSpPr>
          <p:nvPr/>
        </p:nvSpPr>
        <p:spPr bwMode="auto">
          <a:xfrm>
            <a:off x="6212591" y="3562153"/>
            <a:ext cx="492459" cy="491717"/>
          </a:xfrm>
          <a:custGeom>
            <a:avLst/>
            <a:gdLst>
              <a:gd name="connsiteX0" fmla="*/ 532355 w 608485"/>
              <a:gd name="connsiteY0" fmla="*/ 531552 h 607568"/>
              <a:gd name="connsiteX1" fmla="*/ 532355 w 608485"/>
              <a:gd name="connsiteY1" fmla="*/ 582260 h 607568"/>
              <a:gd name="connsiteX2" fmla="*/ 583139 w 608485"/>
              <a:gd name="connsiteY2" fmla="*/ 582260 h 607568"/>
              <a:gd name="connsiteX3" fmla="*/ 583139 w 608485"/>
              <a:gd name="connsiteY3" fmla="*/ 531552 h 607568"/>
              <a:gd name="connsiteX4" fmla="*/ 278897 w 608485"/>
              <a:gd name="connsiteY4" fmla="*/ 531552 h 607568"/>
              <a:gd name="connsiteX5" fmla="*/ 278897 w 608485"/>
              <a:gd name="connsiteY5" fmla="*/ 582260 h 607568"/>
              <a:gd name="connsiteX6" fmla="*/ 329588 w 608485"/>
              <a:gd name="connsiteY6" fmla="*/ 582260 h 607568"/>
              <a:gd name="connsiteX7" fmla="*/ 329588 w 608485"/>
              <a:gd name="connsiteY7" fmla="*/ 531552 h 607568"/>
              <a:gd name="connsiteX8" fmla="*/ 25346 w 608485"/>
              <a:gd name="connsiteY8" fmla="*/ 531552 h 607568"/>
              <a:gd name="connsiteX9" fmla="*/ 25346 w 608485"/>
              <a:gd name="connsiteY9" fmla="*/ 582260 h 607568"/>
              <a:gd name="connsiteX10" fmla="*/ 76037 w 608485"/>
              <a:gd name="connsiteY10" fmla="*/ 582260 h 607568"/>
              <a:gd name="connsiteX11" fmla="*/ 76037 w 608485"/>
              <a:gd name="connsiteY11" fmla="*/ 531552 h 607568"/>
              <a:gd name="connsiteX12" fmla="*/ 557701 w 608485"/>
              <a:gd name="connsiteY12" fmla="*/ 291084 h 607568"/>
              <a:gd name="connsiteX13" fmla="*/ 532355 w 608485"/>
              <a:gd name="connsiteY13" fmla="*/ 316391 h 607568"/>
              <a:gd name="connsiteX14" fmla="*/ 557701 w 608485"/>
              <a:gd name="connsiteY14" fmla="*/ 341699 h 607568"/>
              <a:gd name="connsiteX15" fmla="*/ 583139 w 608485"/>
              <a:gd name="connsiteY15" fmla="*/ 316391 h 607568"/>
              <a:gd name="connsiteX16" fmla="*/ 557701 w 608485"/>
              <a:gd name="connsiteY16" fmla="*/ 291084 h 607568"/>
              <a:gd name="connsiteX17" fmla="*/ 50692 w 608485"/>
              <a:gd name="connsiteY17" fmla="*/ 291084 h 607568"/>
              <a:gd name="connsiteX18" fmla="*/ 25346 w 608485"/>
              <a:gd name="connsiteY18" fmla="*/ 316391 h 607568"/>
              <a:gd name="connsiteX19" fmla="*/ 50692 w 608485"/>
              <a:gd name="connsiteY19" fmla="*/ 341699 h 607568"/>
              <a:gd name="connsiteX20" fmla="*/ 76037 w 608485"/>
              <a:gd name="connsiteY20" fmla="*/ 316391 h 607568"/>
              <a:gd name="connsiteX21" fmla="*/ 50692 w 608485"/>
              <a:gd name="connsiteY21" fmla="*/ 291084 h 607568"/>
              <a:gd name="connsiteX22" fmla="*/ 304242 w 608485"/>
              <a:gd name="connsiteY22" fmla="*/ 137007 h 607568"/>
              <a:gd name="connsiteX23" fmla="*/ 245014 w 608485"/>
              <a:gd name="connsiteY23" fmla="*/ 196136 h 607568"/>
              <a:gd name="connsiteX24" fmla="*/ 304242 w 608485"/>
              <a:gd name="connsiteY24" fmla="*/ 255266 h 607568"/>
              <a:gd name="connsiteX25" fmla="*/ 363471 w 608485"/>
              <a:gd name="connsiteY25" fmla="*/ 196136 h 607568"/>
              <a:gd name="connsiteX26" fmla="*/ 304242 w 608485"/>
              <a:gd name="connsiteY26" fmla="*/ 137007 h 607568"/>
              <a:gd name="connsiteX27" fmla="*/ 304242 w 608485"/>
              <a:gd name="connsiteY27" fmla="*/ 111705 h 607568"/>
              <a:gd name="connsiteX28" fmla="*/ 388815 w 608485"/>
              <a:gd name="connsiteY28" fmla="*/ 196136 h 607568"/>
              <a:gd name="connsiteX29" fmla="*/ 304242 w 608485"/>
              <a:gd name="connsiteY29" fmla="*/ 280568 h 607568"/>
              <a:gd name="connsiteX30" fmla="*/ 219670 w 608485"/>
              <a:gd name="connsiteY30" fmla="*/ 196136 h 607568"/>
              <a:gd name="connsiteX31" fmla="*/ 304242 w 608485"/>
              <a:gd name="connsiteY31" fmla="*/ 111705 h 607568"/>
              <a:gd name="connsiteX32" fmla="*/ 462909 w 608485"/>
              <a:gd name="connsiteY32" fmla="*/ 88623 h 607568"/>
              <a:gd name="connsiteX33" fmla="*/ 440627 w 608485"/>
              <a:gd name="connsiteY33" fmla="*/ 119771 h 607568"/>
              <a:gd name="connsiteX34" fmla="*/ 454832 w 608485"/>
              <a:gd name="connsiteY34" fmla="*/ 153885 h 607568"/>
              <a:gd name="connsiteX35" fmla="*/ 500696 w 608485"/>
              <a:gd name="connsiteY35" fmla="*/ 161487 h 607568"/>
              <a:gd name="connsiteX36" fmla="*/ 500696 w 608485"/>
              <a:gd name="connsiteY36" fmla="*/ 230828 h 607568"/>
              <a:gd name="connsiteX37" fmla="*/ 454832 w 608485"/>
              <a:gd name="connsiteY37" fmla="*/ 238429 h 607568"/>
              <a:gd name="connsiteX38" fmla="*/ 440627 w 608485"/>
              <a:gd name="connsiteY38" fmla="*/ 272543 h 607568"/>
              <a:gd name="connsiteX39" fmla="*/ 467737 w 608485"/>
              <a:gd name="connsiteY39" fmla="*/ 310366 h 607568"/>
              <a:gd name="connsiteX40" fmla="*/ 418624 w 608485"/>
              <a:gd name="connsiteY40" fmla="*/ 359405 h 607568"/>
              <a:gd name="connsiteX41" fmla="*/ 380744 w 608485"/>
              <a:gd name="connsiteY41" fmla="*/ 332429 h 607568"/>
              <a:gd name="connsiteX42" fmla="*/ 346578 w 608485"/>
              <a:gd name="connsiteY42" fmla="*/ 346612 h 607568"/>
              <a:gd name="connsiteX43" fmla="*/ 338965 w 608485"/>
              <a:gd name="connsiteY43" fmla="*/ 392407 h 607568"/>
              <a:gd name="connsiteX44" fmla="*/ 316869 w 608485"/>
              <a:gd name="connsiteY44" fmla="*/ 392407 h 607568"/>
              <a:gd name="connsiteX45" fmla="*/ 316869 w 608485"/>
              <a:gd name="connsiteY45" fmla="*/ 506245 h 607568"/>
              <a:gd name="connsiteX46" fmla="*/ 354934 w 608485"/>
              <a:gd name="connsiteY46" fmla="*/ 506245 h 607568"/>
              <a:gd name="connsiteX47" fmla="*/ 354934 w 608485"/>
              <a:gd name="connsiteY47" fmla="*/ 544253 h 607568"/>
              <a:gd name="connsiteX48" fmla="*/ 507009 w 608485"/>
              <a:gd name="connsiteY48" fmla="*/ 544253 h 607568"/>
              <a:gd name="connsiteX49" fmla="*/ 507009 w 608485"/>
              <a:gd name="connsiteY49" fmla="*/ 506245 h 607568"/>
              <a:gd name="connsiteX50" fmla="*/ 545074 w 608485"/>
              <a:gd name="connsiteY50" fmla="*/ 506245 h 607568"/>
              <a:gd name="connsiteX51" fmla="*/ 545074 w 608485"/>
              <a:gd name="connsiteY51" fmla="*/ 365245 h 607568"/>
              <a:gd name="connsiteX52" fmla="*/ 507009 w 608485"/>
              <a:gd name="connsiteY52" fmla="*/ 316391 h 607568"/>
              <a:gd name="connsiteX53" fmla="*/ 545074 w 608485"/>
              <a:gd name="connsiteY53" fmla="*/ 267630 h 607568"/>
              <a:gd name="connsiteX54" fmla="*/ 545074 w 608485"/>
              <a:gd name="connsiteY54" fmla="*/ 88623 h 607568"/>
              <a:gd name="connsiteX55" fmla="*/ 63411 w 608485"/>
              <a:gd name="connsiteY55" fmla="*/ 88623 h 607568"/>
              <a:gd name="connsiteX56" fmla="*/ 63411 w 608485"/>
              <a:gd name="connsiteY56" fmla="*/ 267630 h 607568"/>
              <a:gd name="connsiteX57" fmla="*/ 101383 w 608485"/>
              <a:gd name="connsiteY57" fmla="*/ 316391 h 607568"/>
              <a:gd name="connsiteX58" fmla="*/ 63411 w 608485"/>
              <a:gd name="connsiteY58" fmla="*/ 365245 h 607568"/>
              <a:gd name="connsiteX59" fmla="*/ 63411 w 608485"/>
              <a:gd name="connsiteY59" fmla="*/ 506245 h 607568"/>
              <a:gd name="connsiteX60" fmla="*/ 101383 w 608485"/>
              <a:gd name="connsiteY60" fmla="*/ 506245 h 607568"/>
              <a:gd name="connsiteX61" fmla="*/ 101383 w 608485"/>
              <a:gd name="connsiteY61" fmla="*/ 544253 h 607568"/>
              <a:gd name="connsiteX62" fmla="*/ 253551 w 608485"/>
              <a:gd name="connsiteY62" fmla="*/ 544253 h 607568"/>
              <a:gd name="connsiteX63" fmla="*/ 253551 w 608485"/>
              <a:gd name="connsiteY63" fmla="*/ 506245 h 607568"/>
              <a:gd name="connsiteX64" fmla="*/ 291523 w 608485"/>
              <a:gd name="connsiteY64" fmla="*/ 506245 h 607568"/>
              <a:gd name="connsiteX65" fmla="*/ 291523 w 608485"/>
              <a:gd name="connsiteY65" fmla="*/ 392407 h 607568"/>
              <a:gd name="connsiteX66" fmla="*/ 269520 w 608485"/>
              <a:gd name="connsiteY66" fmla="*/ 392407 h 607568"/>
              <a:gd name="connsiteX67" fmla="*/ 261907 w 608485"/>
              <a:gd name="connsiteY67" fmla="*/ 346612 h 607568"/>
              <a:gd name="connsiteX68" fmla="*/ 227741 w 608485"/>
              <a:gd name="connsiteY68" fmla="*/ 332429 h 607568"/>
              <a:gd name="connsiteX69" fmla="*/ 189861 w 608485"/>
              <a:gd name="connsiteY69" fmla="*/ 359405 h 607568"/>
              <a:gd name="connsiteX70" fmla="*/ 140748 w 608485"/>
              <a:gd name="connsiteY70" fmla="*/ 310366 h 607568"/>
              <a:gd name="connsiteX71" fmla="*/ 167765 w 608485"/>
              <a:gd name="connsiteY71" fmla="*/ 272543 h 607568"/>
              <a:gd name="connsiteX72" fmla="*/ 153653 w 608485"/>
              <a:gd name="connsiteY72" fmla="*/ 238429 h 607568"/>
              <a:gd name="connsiteX73" fmla="*/ 107789 w 608485"/>
              <a:gd name="connsiteY73" fmla="*/ 230828 h 607568"/>
              <a:gd name="connsiteX74" fmla="*/ 107789 w 608485"/>
              <a:gd name="connsiteY74" fmla="*/ 161487 h 607568"/>
              <a:gd name="connsiteX75" fmla="*/ 153653 w 608485"/>
              <a:gd name="connsiteY75" fmla="*/ 153885 h 607568"/>
              <a:gd name="connsiteX76" fmla="*/ 167765 w 608485"/>
              <a:gd name="connsiteY76" fmla="*/ 119771 h 607568"/>
              <a:gd name="connsiteX77" fmla="*/ 145483 w 608485"/>
              <a:gd name="connsiteY77" fmla="*/ 88623 h 607568"/>
              <a:gd name="connsiteX78" fmla="*/ 290966 w 608485"/>
              <a:gd name="connsiteY78" fmla="*/ 25308 h 607568"/>
              <a:gd name="connsiteX79" fmla="*/ 284096 w 608485"/>
              <a:gd name="connsiteY79" fmla="*/ 66560 h 607568"/>
              <a:gd name="connsiteX80" fmla="*/ 275740 w 608485"/>
              <a:gd name="connsiteY80" fmla="*/ 68414 h 607568"/>
              <a:gd name="connsiteX81" fmla="*/ 233868 w 608485"/>
              <a:gd name="connsiteY81" fmla="*/ 85749 h 607568"/>
              <a:gd name="connsiteX82" fmla="*/ 226720 w 608485"/>
              <a:gd name="connsiteY82" fmla="*/ 90384 h 607568"/>
              <a:gd name="connsiteX83" fmla="*/ 192554 w 608485"/>
              <a:gd name="connsiteY83" fmla="*/ 66004 h 607568"/>
              <a:gd name="connsiteX84" fmla="*/ 173893 w 608485"/>
              <a:gd name="connsiteY84" fmla="*/ 84730 h 607568"/>
              <a:gd name="connsiteX85" fmla="*/ 198217 w 608485"/>
              <a:gd name="connsiteY85" fmla="*/ 118751 h 607568"/>
              <a:gd name="connsiteX86" fmla="*/ 193668 w 608485"/>
              <a:gd name="connsiteY86" fmla="*/ 125982 h 607568"/>
              <a:gd name="connsiteX87" fmla="*/ 176214 w 608485"/>
              <a:gd name="connsiteY87" fmla="*/ 167790 h 607568"/>
              <a:gd name="connsiteX88" fmla="*/ 174357 w 608485"/>
              <a:gd name="connsiteY88" fmla="*/ 176134 h 607568"/>
              <a:gd name="connsiteX89" fmla="*/ 133135 w 608485"/>
              <a:gd name="connsiteY89" fmla="*/ 182993 h 607568"/>
              <a:gd name="connsiteX90" fmla="*/ 133135 w 608485"/>
              <a:gd name="connsiteY90" fmla="*/ 209414 h 607568"/>
              <a:gd name="connsiteX91" fmla="*/ 174357 w 608485"/>
              <a:gd name="connsiteY91" fmla="*/ 216273 h 607568"/>
              <a:gd name="connsiteX92" fmla="*/ 176214 w 608485"/>
              <a:gd name="connsiteY92" fmla="*/ 224617 h 607568"/>
              <a:gd name="connsiteX93" fmla="*/ 193668 w 608485"/>
              <a:gd name="connsiteY93" fmla="*/ 266425 h 607568"/>
              <a:gd name="connsiteX94" fmla="*/ 198217 w 608485"/>
              <a:gd name="connsiteY94" fmla="*/ 273563 h 607568"/>
              <a:gd name="connsiteX95" fmla="*/ 173893 w 608485"/>
              <a:gd name="connsiteY95" fmla="*/ 307677 h 607568"/>
              <a:gd name="connsiteX96" fmla="*/ 192554 w 608485"/>
              <a:gd name="connsiteY96" fmla="*/ 326311 h 607568"/>
              <a:gd name="connsiteX97" fmla="*/ 226720 w 608485"/>
              <a:gd name="connsiteY97" fmla="*/ 302023 h 607568"/>
              <a:gd name="connsiteX98" fmla="*/ 233868 w 608485"/>
              <a:gd name="connsiteY98" fmla="*/ 306565 h 607568"/>
              <a:gd name="connsiteX99" fmla="*/ 275740 w 608485"/>
              <a:gd name="connsiteY99" fmla="*/ 323993 h 607568"/>
              <a:gd name="connsiteX100" fmla="*/ 284096 w 608485"/>
              <a:gd name="connsiteY100" fmla="*/ 325847 h 607568"/>
              <a:gd name="connsiteX101" fmla="*/ 290966 w 608485"/>
              <a:gd name="connsiteY101" fmla="*/ 367007 h 607568"/>
              <a:gd name="connsiteX102" fmla="*/ 317426 w 608485"/>
              <a:gd name="connsiteY102" fmla="*/ 367007 h 607568"/>
              <a:gd name="connsiteX103" fmla="*/ 324389 w 608485"/>
              <a:gd name="connsiteY103" fmla="*/ 325847 h 607568"/>
              <a:gd name="connsiteX104" fmla="*/ 332652 w 608485"/>
              <a:gd name="connsiteY104" fmla="*/ 323993 h 607568"/>
              <a:gd name="connsiteX105" fmla="*/ 374524 w 608485"/>
              <a:gd name="connsiteY105" fmla="*/ 306565 h 607568"/>
              <a:gd name="connsiteX106" fmla="*/ 381765 w 608485"/>
              <a:gd name="connsiteY106" fmla="*/ 302023 h 607568"/>
              <a:gd name="connsiteX107" fmla="*/ 415838 w 608485"/>
              <a:gd name="connsiteY107" fmla="*/ 326311 h 607568"/>
              <a:gd name="connsiteX108" fmla="*/ 434592 w 608485"/>
              <a:gd name="connsiteY108" fmla="*/ 307677 h 607568"/>
              <a:gd name="connsiteX109" fmla="*/ 410268 w 608485"/>
              <a:gd name="connsiteY109" fmla="*/ 273563 h 607568"/>
              <a:gd name="connsiteX110" fmla="*/ 414817 w 608485"/>
              <a:gd name="connsiteY110" fmla="*/ 266425 h 607568"/>
              <a:gd name="connsiteX111" fmla="*/ 432178 w 608485"/>
              <a:gd name="connsiteY111" fmla="*/ 224617 h 607568"/>
              <a:gd name="connsiteX112" fmla="*/ 434035 w 608485"/>
              <a:gd name="connsiteY112" fmla="*/ 216273 h 607568"/>
              <a:gd name="connsiteX113" fmla="*/ 475350 w 608485"/>
              <a:gd name="connsiteY113" fmla="*/ 209414 h 607568"/>
              <a:gd name="connsiteX114" fmla="*/ 475350 w 608485"/>
              <a:gd name="connsiteY114" fmla="*/ 182993 h 607568"/>
              <a:gd name="connsiteX115" fmla="*/ 434035 w 608485"/>
              <a:gd name="connsiteY115" fmla="*/ 176134 h 607568"/>
              <a:gd name="connsiteX116" fmla="*/ 432178 w 608485"/>
              <a:gd name="connsiteY116" fmla="*/ 167790 h 607568"/>
              <a:gd name="connsiteX117" fmla="*/ 414817 w 608485"/>
              <a:gd name="connsiteY117" fmla="*/ 125982 h 607568"/>
              <a:gd name="connsiteX118" fmla="*/ 410268 w 608485"/>
              <a:gd name="connsiteY118" fmla="*/ 118751 h 607568"/>
              <a:gd name="connsiteX119" fmla="*/ 434592 w 608485"/>
              <a:gd name="connsiteY119" fmla="*/ 84730 h 607568"/>
              <a:gd name="connsiteX120" fmla="*/ 415838 w 608485"/>
              <a:gd name="connsiteY120" fmla="*/ 66004 h 607568"/>
              <a:gd name="connsiteX121" fmla="*/ 381765 w 608485"/>
              <a:gd name="connsiteY121" fmla="*/ 90384 h 607568"/>
              <a:gd name="connsiteX122" fmla="*/ 374524 w 608485"/>
              <a:gd name="connsiteY122" fmla="*/ 85749 h 607568"/>
              <a:gd name="connsiteX123" fmla="*/ 332652 w 608485"/>
              <a:gd name="connsiteY123" fmla="*/ 68414 h 607568"/>
              <a:gd name="connsiteX124" fmla="*/ 324389 w 608485"/>
              <a:gd name="connsiteY124" fmla="*/ 66560 h 607568"/>
              <a:gd name="connsiteX125" fmla="*/ 317426 w 608485"/>
              <a:gd name="connsiteY125" fmla="*/ 25308 h 607568"/>
              <a:gd name="connsiteX126" fmla="*/ 269520 w 608485"/>
              <a:gd name="connsiteY126" fmla="*/ 0 h 607568"/>
              <a:gd name="connsiteX127" fmla="*/ 338965 w 608485"/>
              <a:gd name="connsiteY127" fmla="*/ 0 h 607568"/>
              <a:gd name="connsiteX128" fmla="*/ 346578 w 608485"/>
              <a:gd name="connsiteY128" fmla="*/ 45795 h 607568"/>
              <a:gd name="connsiteX129" fmla="*/ 380744 w 608485"/>
              <a:gd name="connsiteY129" fmla="*/ 59978 h 607568"/>
              <a:gd name="connsiteX130" fmla="*/ 418624 w 608485"/>
              <a:gd name="connsiteY130" fmla="*/ 32909 h 607568"/>
              <a:gd name="connsiteX131" fmla="*/ 448983 w 608485"/>
              <a:gd name="connsiteY131" fmla="*/ 63315 h 607568"/>
              <a:gd name="connsiteX132" fmla="*/ 570420 w 608485"/>
              <a:gd name="connsiteY132" fmla="*/ 63315 h 607568"/>
              <a:gd name="connsiteX133" fmla="*/ 570420 w 608485"/>
              <a:gd name="connsiteY133" fmla="*/ 267630 h 607568"/>
              <a:gd name="connsiteX134" fmla="*/ 608485 w 608485"/>
              <a:gd name="connsiteY134" fmla="*/ 316391 h 607568"/>
              <a:gd name="connsiteX135" fmla="*/ 570420 w 608485"/>
              <a:gd name="connsiteY135" fmla="*/ 365245 h 607568"/>
              <a:gd name="connsiteX136" fmla="*/ 570420 w 608485"/>
              <a:gd name="connsiteY136" fmla="*/ 506245 h 607568"/>
              <a:gd name="connsiteX137" fmla="*/ 608485 w 608485"/>
              <a:gd name="connsiteY137" fmla="*/ 506245 h 607568"/>
              <a:gd name="connsiteX138" fmla="*/ 608485 w 608485"/>
              <a:gd name="connsiteY138" fmla="*/ 607568 h 607568"/>
              <a:gd name="connsiteX139" fmla="*/ 507009 w 608485"/>
              <a:gd name="connsiteY139" fmla="*/ 607568 h 607568"/>
              <a:gd name="connsiteX140" fmla="*/ 507009 w 608485"/>
              <a:gd name="connsiteY140" fmla="*/ 569560 h 607568"/>
              <a:gd name="connsiteX141" fmla="*/ 354934 w 608485"/>
              <a:gd name="connsiteY141" fmla="*/ 569560 h 607568"/>
              <a:gd name="connsiteX142" fmla="*/ 354934 w 608485"/>
              <a:gd name="connsiteY142" fmla="*/ 607568 h 607568"/>
              <a:gd name="connsiteX143" fmla="*/ 253551 w 608485"/>
              <a:gd name="connsiteY143" fmla="*/ 607568 h 607568"/>
              <a:gd name="connsiteX144" fmla="*/ 253551 w 608485"/>
              <a:gd name="connsiteY144" fmla="*/ 569560 h 607568"/>
              <a:gd name="connsiteX145" fmla="*/ 101383 w 608485"/>
              <a:gd name="connsiteY145" fmla="*/ 569560 h 607568"/>
              <a:gd name="connsiteX146" fmla="*/ 101383 w 608485"/>
              <a:gd name="connsiteY146" fmla="*/ 607568 h 607568"/>
              <a:gd name="connsiteX147" fmla="*/ 0 w 608485"/>
              <a:gd name="connsiteY147" fmla="*/ 607568 h 607568"/>
              <a:gd name="connsiteX148" fmla="*/ 0 w 608485"/>
              <a:gd name="connsiteY148" fmla="*/ 506245 h 607568"/>
              <a:gd name="connsiteX149" fmla="*/ 38065 w 608485"/>
              <a:gd name="connsiteY149" fmla="*/ 506245 h 607568"/>
              <a:gd name="connsiteX150" fmla="*/ 38065 w 608485"/>
              <a:gd name="connsiteY150" fmla="*/ 365245 h 607568"/>
              <a:gd name="connsiteX151" fmla="*/ 0 w 608485"/>
              <a:gd name="connsiteY151" fmla="*/ 316391 h 607568"/>
              <a:gd name="connsiteX152" fmla="*/ 38065 w 608485"/>
              <a:gd name="connsiteY152" fmla="*/ 267630 h 607568"/>
              <a:gd name="connsiteX153" fmla="*/ 38065 w 608485"/>
              <a:gd name="connsiteY153" fmla="*/ 63315 h 607568"/>
              <a:gd name="connsiteX154" fmla="*/ 159409 w 608485"/>
              <a:gd name="connsiteY154" fmla="*/ 63315 h 607568"/>
              <a:gd name="connsiteX155" fmla="*/ 189861 w 608485"/>
              <a:gd name="connsiteY155" fmla="*/ 32909 h 607568"/>
              <a:gd name="connsiteX156" fmla="*/ 227741 w 608485"/>
              <a:gd name="connsiteY156" fmla="*/ 59978 h 607568"/>
              <a:gd name="connsiteX157" fmla="*/ 261907 w 608485"/>
              <a:gd name="connsiteY157" fmla="*/ 45795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608485" h="607568">
                <a:moveTo>
                  <a:pt x="532355" y="531552"/>
                </a:moveTo>
                <a:lnTo>
                  <a:pt x="532355" y="582260"/>
                </a:lnTo>
                <a:lnTo>
                  <a:pt x="583139" y="582260"/>
                </a:lnTo>
                <a:lnTo>
                  <a:pt x="583139" y="531552"/>
                </a:lnTo>
                <a:close/>
                <a:moveTo>
                  <a:pt x="278897" y="531552"/>
                </a:moveTo>
                <a:lnTo>
                  <a:pt x="278897" y="582260"/>
                </a:lnTo>
                <a:lnTo>
                  <a:pt x="329588" y="582260"/>
                </a:lnTo>
                <a:lnTo>
                  <a:pt x="329588" y="531552"/>
                </a:lnTo>
                <a:close/>
                <a:moveTo>
                  <a:pt x="25346" y="531552"/>
                </a:moveTo>
                <a:lnTo>
                  <a:pt x="25346" y="582260"/>
                </a:lnTo>
                <a:lnTo>
                  <a:pt x="76037" y="582260"/>
                </a:lnTo>
                <a:lnTo>
                  <a:pt x="76037" y="531552"/>
                </a:lnTo>
                <a:close/>
                <a:moveTo>
                  <a:pt x="557701" y="291084"/>
                </a:moveTo>
                <a:cubicBezTo>
                  <a:pt x="543774" y="291084"/>
                  <a:pt x="532355" y="302486"/>
                  <a:pt x="532355" y="316391"/>
                </a:cubicBezTo>
                <a:cubicBezTo>
                  <a:pt x="532355" y="330389"/>
                  <a:pt x="543774" y="341699"/>
                  <a:pt x="557701" y="341699"/>
                </a:cubicBezTo>
                <a:cubicBezTo>
                  <a:pt x="571720" y="341699"/>
                  <a:pt x="583139" y="330389"/>
                  <a:pt x="583139" y="316391"/>
                </a:cubicBezTo>
                <a:cubicBezTo>
                  <a:pt x="583139" y="302486"/>
                  <a:pt x="571720" y="291084"/>
                  <a:pt x="557701" y="291084"/>
                </a:cubicBezTo>
                <a:close/>
                <a:moveTo>
                  <a:pt x="50692" y="291084"/>
                </a:moveTo>
                <a:cubicBezTo>
                  <a:pt x="36765" y="291084"/>
                  <a:pt x="25346" y="302486"/>
                  <a:pt x="25346" y="316391"/>
                </a:cubicBezTo>
                <a:cubicBezTo>
                  <a:pt x="25346" y="330389"/>
                  <a:pt x="36765" y="341699"/>
                  <a:pt x="50692" y="341699"/>
                </a:cubicBezTo>
                <a:cubicBezTo>
                  <a:pt x="64711" y="341699"/>
                  <a:pt x="76037" y="330389"/>
                  <a:pt x="76037" y="316391"/>
                </a:cubicBezTo>
                <a:cubicBezTo>
                  <a:pt x="76037" y="302486"/>
                  <a:pt x="64711" y="291084"/>
                  <a:pt x="50692" y="291084"/>
                </a:cubicBezTo>
                <a:close/>
                <a:moveTo>
                  <a:pt x="304242" y="137007"/>
                </a:moveTo>
                <a:cubicBezTo>
                  <a:pt x="271565" y="137007"/>
                  <a:pt x="245014" y="163513"/>
                  <a:pt x="245014" y="196136"/>
                </a:cubicBezTo>
                <a:cubicBezTo>
                  <a:pt x="245014" y="228760"/>
                  <a:pt x="271565" y="255266"/>
                  <a:pt x="304242" y="255266"/>
                </a:cubicBezTo>
                <a:cubicBezTo>
                  <a:pt x="336920" y="255266"/>
                  <a:pt x="363471" y="228760"/>
                  <a:pt x="363471" y="196136"/>
                </a:cubicBezTo>
                <a:cubicBezTo>
                  <a:pt x="363471" y="163513"/>
                  <a:pt x="336920" y="137007"/>
                  <a:pt x="304242" y="137007"/>
                </a:cubicBezTo>
                <a:close/>
                <a:moveTo>
                  <a:pt x="304242" y="111705"/>
                </a:moveTo>
                <a:cubicBezTo>
                  <a:pt x="350846" y="111705"/>
                  <a:pt x="388815" y="149611"/>
                  <a:pt x="388815" y="196136"/>
                </a:cubicBezTo>
                <a:cubicBezTo>
                  <a:pt x="388815" y="242755"/>
                  <a:pt x="350846" y="280568"/>
                  <a:pt x="304242" y="280568"/>
                </a:cubicBezTo>
                <a:cubicBezTo>
                  <a:pt x="257547" y="280568"/>
                  <a:pt x="219670" y="242755"/>
                  <a:pt x="219670" y="196136"/>
                </a:cubicBezTo>
                <a:cubicBezTo>
                  <a:pt x="219670" y="149611"/>
                  <a:pt x="257547" y="111705"/>
                  <a:pt x="304242" y="111705"/>
                </a:cubicBezTo>
                <a:close/>
                <a:moveTo>
                  <a:pt x="462909" y="88623"/>
                </a:moveTo>
                <a:lnTo>
                  <a:pt x="440627" y="119771"/>
                </a:lnTo>
                <a:cubicBezTo>
                  <a:pt x="446755" y="130617"/>
                  <a:pt x="451490" y="142019"/>
                  <a:pt x="454832" y="153885"/>
                </a:cubicBezTo>
                <a:lnTo>
                  <a:pt x="500696" y="161487"/>
                </a:lnTo>
                <a:lnTo>
                  <a:pt x="500696" y="230828"/>
                </a:lnTo>
                <a:lnTo>
                  <a:pt x="454832" y="238429"/>
                </a:lnTo>
                <a:cubicBezTo>
                  <a:pt x="451490" y="250388"/>
                  <a:pt x="446755" y="261790"/>
                  <a:pt x="440627" y="272543"/>
                </a:cubicBezTo>
                <a:lnTo>
                  <a:pt x="467737" y="310366"/>
                </a:lnTo>
                <a:lnTo>
                  <a:pt x="418624" y="359405"/>
                </a:lnTo>
                <a:lnTo>
                  <a:pt x="380744" y="332429"/>
                </a:lnTo>
                <a:cubicBezTo>
                  <a:pt x="369882" y="338454"/>
                  <a:pt x="358462" y="343275"/>
                  <a:pt x="346578" y="346612"/>
                </a:cubicBezTo>
                <a:lnTo>
                  <a:pt x="338965" y="392407"/>
                </a:lnTo>
                <a:lnTo>
                  <a:pt x="316869" y="392407"/>
                </a:lnTo>
                <a:lnTo>
                  <a:pt x="316869" y="506245"/>
                </a:lnTo>
                <a:lnTo>
                  <a:pt x="354934" y="506245"/>
                </a:lnTo>
                <a:lnTo>
                  <a:pt x="354934" y="544253"/>
                </a:lnTo>
                <a:lnTo>
                  <a:pt x="507009" y="544253"/>
                </a:lnTo>
                <a:lnTo>
                  <a:pt x="507009" y="506245"/>
                </a:lnTo>
                <a:lnTo>
                  <a:pt x="545074" y="506245"/>
                </a:lnTo>
                <a:lnTo>
                  <a:pt x="545074" y="365245"/>
                </a:lnTo>
                <a:cubicBezTo>
                  <a:pt x="523256" y="359591"/>
                  <a:pt x="507009" y="339938"/>
                  <a:pt x="507009" y="316391"/>
                </a:cubicBezTo>
                <a:cubicBezTo>
                  <a:pt x="507009" y="292938"/>
                  <a:pt x="523256" y="273285"/>
                  <a:pt x="545074" y="267630"/>
                </a:cubicBezTo>
                <a:lnTo>
                  <a:pt x="545074" y="88623"/>
                </a:lnTo>
                <a:close/>
                <a:moveTo>
                  <a:pt x="63411" y="88623"/>
                </a:moveTo>
                <a:lnTo>
                  <a:pt x="63411" y="267630"/>
                </a:lnTo>
                <a:cubicBezTo>
                  <a:pt x="85229" y="273285"/>
                  <a:pt x="101383" y="292938"/>
                  <a:pt x="101383" y="316391"/>
                </a:cubicBezTo>
                <a:cubicBezTo>
                  <a:pt x="101383" y="339938"/>
                  <a:pt x="85229" y="359591"/>
                  <a:pt x="63411" y="365245"/>
                </a:cubicBezTo>
                <a:lnTo>
                  <a:pt x="63411" y="506245"/>
                </a:lnTo>
                <a:lnTo>
                  <a:pt x="101383" y="506245"/>
                </a:lnTo>
                <a:lnTo>
                  <a:pt x="101383" y="544253"/>
                </a:lnTo>
                <a:lnTo>
                  <a:pt x="253551" y="544253"/>
                </a:lnTo>
                <a:lnTo>
                  <a:pt x="253551" y="506245"/>
                </a:lnTo>
                <a:lnTo>
                  <a:pt x="291523" y="506245"/>
                </a:lnTo>
                <a:lnTo>
                  <a:pt x="291523" y="392407"/>
                </a:lnTo>
                <a:lnTo>
                  <a:pt x="269520" y="392407"/>
                </a:lnTo>
                <a:lnTo>
                  <a:pt x="261907" y="346612"/>
                </a:lnTo>
                <a:cubicBezTo>
                  <a:pt x="250023" y="343275"/>
                  <a:pt x="238511" y="338454"/>
                  <a:pt x="227741" y="332429"/>
                </a:cubicBezTo>
                <a:lnTo>
                  <a:pt x="189861" y="359405"/>
                </a:lnTo>
                <a:lnTo>
                  <a:pt x="140748" y="310366"/>
                </a:lnTo>
                <a:lnTo>
                  <a:pt x="167765" y="272543"/>
                </a:lnTo>
                <a:cubicBezTo>
                  <a:pt x="161730" y="261790"/>
                  <a:pt x="156995" y="250388"/>
                  <a:pt x="153653" y="238429"/>
                </a:cubicBezTo>
                <a:lnTo>
                  <a:pt x="107789" y="230828"/>
                </a:lnTo>
                <a:lnTo>
                  <a:pt x="107789" y="161487"/>
                </a:lnTo>
                <a:lnTo>
                  <a:pt x="153653" y="153885"/>
                </a:lnTo>
                <a:cubicBezTo>
                  <a:pt x="156995" y="142019"/>
                  <a:pt x="161730" y="130617"/>
                  <a:pt x="167765" y="119771"/>
                </a:cubicBezTo>
                <a:lnTo>
                  <a:pt x="145483" y="88623"/>
                </a:lnTo>
                <a:close/>
                <a:moveTo>
                  <a:pt x="290966" y="25308"/>
                </a:moveTo>
                <a:lnTo>
                  <a:pt x="284096" y="66560"/>
                </a:lnTo>
                <a:lnTo>
                  <a:pt x="275740" y="68414"/>
                </a:lnTo>
                <a:cubicBezTo>
                  <a:pt x="260978" y="71659"/>
                  <a:pt x="246866" y="77499"/>
                  <a:pt x="233868" y="85749"/>
                </a:cubicBezTo>
                <a:lnTo>
                  <a:pt x="226720" y="90384"/>
                </a:lnTo>
                <a:lnTo>
                  <a:pt x="192554" y="66004"/>
                </a:lnTo>
                <a:lnTo>
                  <a:pt x="173893" y="84730"/>
                </a:lnTo>
                <a:lnTo>
                  <a:pt x="198217" y="118751"/>
                </a:lnTo>
                <a:lnTo>
                  <a:pt x="193668" y="125982"/>
                </a:lnTo>
                <a:cubicBezTo>
                  <a:pt x="185405" y="138867"/>
                  <a:pt x="179556" y="152958"/>
                  <a:pt x="176214" y="167790"/>
                </a:cubicBezTo>
                <a:lnTo>
                  <a:pt x="174357" y="176134"/>
                </a:lnTo>
                <a:lnTo>
                  <a:pt x="133135" y="182993"/>
                </a:lnTo>
                <a:lnTo>
                  <a:pt x="133135" y="209414"/>
                </a:lnTo>
                <a:lnTo>
                  <a:pt x="174357" y="216273"/>
                </a:lnTo>
                <a:lnTo>
                  <a:pt x="176214" y="224617"/>
                </a:lnTo>
                <a:cubicBezTo>
                  <a:pt x="179556" y="239449"/>
                  <a:pt x="185405" y="253447"/>
                  <a:pt x="193668" y="266425"/>
                </a:cubicBezTo>
                <a:lnTo>
                  <a:pt x="198217" y="273563"/>
                </a:lnTo>
                <a:lnTo>
                  <a:pt x="173893" y="307677"/>
                </a:lnTo>
                <a:lnTo>
                  <a:pt x="192554" y="326311"/>
                </a:lnTo>
                <a:lnTo>
                  <a:pt x="226720" y="302023"/>
                </a:lnTo>
                <a:lnTo>
                  <a:pt x="233868" y="306565"/>
                </a:lnTo>
                <a:cubicBezTo>
                  <a:pt x="246866" y="314816"/>
                  <a:pt x="260978" y="320656"/>
                  <a:pt x="275740" y="323993"/>
                </a:cubicBezTo>
                <a:lnTo>
                  <a:pt x="284096" y="325847"/>
                </a:lnTo>
                <a:lnTo>
                  <a:pt x="290966" y="367007"/>
                </a:lnTo>
                <a:lnTo>
                  <a:pt x="317426" y="367007"/>
                </a:lnTo>
                <a:lnTo>
                  <a:pt x="324389" y="325847"/>
                </a:lnTo>
                <a:lnTo>
                  <a:pt x="332652" y="323993"/>
                </a:lnTo>
                <a:cubicBezTo>
                  <a:pt x="347507" y="320656"/>
                  <a:pt x="361619" y="314816"/>
                  <a:pt x="374524" y="306565"/>
                </a:cubicBezTo>
                <a:lnTo>
                  <a:pt x="381765" y="302023"/>
                </a:lnTo>
                <a:lnTo>
                  <a:pt x="415838" y="326311"/>
                </a:lnTo>
                <a:lnTo>
                  <a:pt x="434592" y="307677"/>
                </a:lnTo>
                <a:lnTo>
                  <a:pt x="410268" y="273563"/>
                </a:lnTo>
                <a:lnTo>
                  <a:pt x="414817" y="266425"/>
                </a:lnTo>
                <a:cubicBezTo>
                  <a:pt x="423080" y="253447"/>
                  <a:pt x="428929" y="239449"/>
                  <a:pt x="432178" y="224617"/>
                </a:cubicBezTo>
                <a:lnTo>
                  <a:pt x="434035" y="216273"/>
                </a:lnTo>
                <a:lnTo>
                  <a:pt x="475350" y="209414"/>
                </a:lnTo>
                <a:lnTo>
                  <a:pt x="475350" y="182993"/>
                </a:lnTo>
                <a:lnTo>
                  <a:pt x="434035" y="176134"/>
                </a:lnTo>
                <a:lnTo>
                  <a:pt x="432178" y="167790"/>
                </a:lnTo>
                <a:cubicBezTo>
                  <a:pt x="428929" y="152958"/>
                  <a:pt x="423080" y="138867"/>
                  <a:pt x="414817" y="125982"/>
                </a:cubicBezTo>
                <a:lnTo>
                  <a:pt x="410268" y="118751"/>
                </a:lnTo>
                <a:lnTo>
                  <a:pt x="434592" y="84730"/>
                </a:lnTo>
                <a:lnTo>
                  <a:pt x="415838" y="66004"/>
                </a:lnTo>
                <a:lnTo>
                  <a:pt x="381765" y="90384"/>
                </a:lnTo>
                <a:lnTo>
                  <a:pt x="374524" y="85749"/>
                </a:lnTo>
                <a:cubicBezTo>
                  <a:pt x="361619" y="77499"/>
                  <a:pt x="347507" y="71659"/>
                  <a:pt x="332652" y="68414"/>
                </a:cubicBezTo>
                <a:lnTo>
                  <a:pt x="324389" y="66560"/>
                </a:lnTo>
                <a:lnTo>
                  <a:pt x="317426" y="25308"/>
                </a:lnTo>
                <a:close/>
                <a:moveTo>
                  <a:pt x="269520" y="0"/>
                </a:moveTo>
                <a:lnTo>
                  <a:pt x="338965" y="0"/>
                </a:lnTo>
                <a:lnTo>
                  <a:pt x="346578" y="45795"/>
                </a:lnTo>
                <a:cubicBezTo>
                  <a:pt x="358462" y="49132"/>
                  <a:pt x="369882" y="53860"/>
                  <a:pt x="380744" y="59978"/>
                </a:cubicBezTo>
                <a:lnTo>
                  <a:pt x="418624" y="32909"/>
                </a:lnTo>
                <a:lnTo>
                  <a:pt x="448983" y="63315"/>
                </a:lnTo>
                <a:lnTo>
                  <a:pt x="570420" y="63315"/>
                </a:lnTo>
                <a:lnTo>
                  <a:pt x="570420" y="267630"/>
                </a:lnTo>
                <a:cubicBezTo>
                  <a:pt x="592238" y="273285"/>
                  <a:pt x="608485" y="292938"/>
                  <a:pt x="608485" y="316391"/>
                </a:cubicBezTo>
                <a:cubicBezTo>
                  <a:pt x="608485" y="339938"/>
                  <a:pt x="592238" y="359591"/>
                  <a:pt x="570420" y="365245"/>
                </a:cubicBezTo>
                <a:lnTo>
                  <a:pt x="570420" y="506245"/>
                </a:lnTo>
                <a:lnTo>
                  <a:pt x="608485" y="506245"/>
                </a:lnTo>
                <a:lnTo>
                  <a:pt x="608485" y="607568"/>
                </a:lnTo>
                <a:lnTo>
                  <a:pt x="507009" y="607568"/>
                </a:lnTo>
                <a:lnTo>
                  <a:pt x="507009" y="569560"/>
                </a:lnTo>
                <a:lnTo>
                  <a:pt x="354934" y="569560"/>
                </a:lnTo>
                <a:lnTo>
                  <a:pt x="354934" y="607568"/>
                </a:lnTo>
                <a:lnTo>
                  <a:pt x="253551" y="607568"/>
                </a:lnTo>
                <a:lnTo>
                  <a:pt x="253551" y="569560"/>
                </a:lnTo>
                <a:lnTo>
                  <a:pt x="101383" y="569560"/>
                </a:lnTo>
                <a:lnTo>
                  <a:pt x="101383" y="607568"/>
                </a:lnTo>
                <a:lnTo>
                  <a:pt x="0" y="607568"/>
                </a:lnTo>
                <a:lnTo>
                  <a:pt x="0" y="506245"/>
                </a:lnTo>
                <a:lnTo>
                  <a:pt x="38065" y="506245"/>
                </a:lnTo>
                <a:lnTo>
                  <a:pt x="38065" y="365245"/>
                </a:lnTo>
                <a:cubicBezTo>
                  <a:pt x="16247" y="359591"/>
                  <a:pt x="0" y="339938"/>
                  <a:pt x="0" y="316391"/>
                </a:cubicBezTo>
                <a:cubicBezTo>
                  <a:pt x="0" y="292938"/>
                  <a:pt x="16247" y="273285"/>
                  <a:pt x="38065" y="267630"/>
                </a:cubicBezTo>
                <a:lnTo>
                  <a:pt x="38065" y="63315"/>
                </a:lnTo>
                <a:lnTo>
                  <a:pt x="159409" y="63315"/>
                </a:lnTo>
                <a:lnTo>
                  <a:pt x="189861" y="32909"/>
                </a:lnTo>
                <a:lnTo>
                  <a:pt x="227741" y="59978"/>
                </a:lnTo>
                <a:cubicBezTo>
                  <a:pt x="238511" y="53860"/>
                  <a:pt x="250023" y="49132"/>
                  <a:pt x="261907" y="45795"/>
                </a:cubicBezTo>
                <a:close/>
              </a:path>
            </a:pathLst>
          </a:custGeom>
          <a:solidFill>
            <a:schemeClr val="accent1"/>
          </a:solidFill>
          <a:ln>
            <a:noFill/>
          </a:ln>
        </p:spPr>
        <p:txBody>
          <a:bodyPr/>
          <a:lstStyle/>
          <a:p>
            <a:endParaRPr lang="zh-CN" altLang="en-US">
              <a:cs typeface="+mn-ea"/>
              <a:sym typeface="+mn-lt"/>
            </a:endParaRPr>
          </a:p>
        </p:txBody>
      </p:sp>
      <p:sp>
        <p:nvSpPr>
          <p:cNvPr id="12" name="domain_367062">
            <a:extLst>
              <a:ext uri="{FF2B5EF4-FFF2-40B4-BE49-F238E27FC236}">
                <a16:creationId xmlns:a16="http://schemas.microsoft.com/office/drawing/2014/main" id="{7E249686-12C3-4BFF-8305-FDF16E0BB81D}"/>
              </a:ext>
            </a:extLst>
          </p:cNvPr>
          <p:cNvSpPr>
            <a:spLocks noChangeAspect="1"/>
          </p:cNvSpPr>
          <p:nvPr/>
        </p:nvSpPr>
        <p:spPr bwMode="auto">
          <a:xfrm>
            <a:off x="8971224" y="3562153"/>
            <a:ext cx="492459" cy="491717"/>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 name="connsiteX99" fmla="*/ 373273 h 605239"/>
              <a:gd name="connsiteY99" fmla="*/ 373273 h 605239"/>
              <a:gd name="connsiteX100" fmla="*/ 373273 h 605239"/>
              <a:gd name="connsiteY100" fmla="*/ 373273 h 605239"/>
              <a:gd name="connsiteX101" fmla="*/ 373273 h 605239"/>
              <a:gd name="connsiteY101" fmla="*/ 373273 h 605239"/>
              <a:gd name="connsiteX102" fmla="*/ 373273 h 605239"/>
              <a:gd name="connsiteY102" fmla="*/ 373273 h 605239"/>
              <a:gd name="connsiteX103" fmla="*/ 373273 h 605239"/>
              <a:gd name="connsiteY103" fmla="*/ 373273 h 605239"/>
              <a:gd name="connsiteX104" fmla="*/ 373273 h 605239"/>
              <a:gd name="connsiteY104" fmla="*/ 373273 h 605239"/>
              <a:gd name="connsiteX105" fmla="*/ 373273 h 605239"/>
              <a:gd name="connsiteY105" fmla="*/ 373273 h 605239"/>
              <a:gd name="connsiteX106" fmla="*/ 373273 h 605239"/>
              <a:gd name="connsiteY106" fmla="*/ 373273 h 605239"/>
              <a:gd name="connsiteX107" fmla="*/ 373273 h 605239"/>
              <a:gd name="connsiteY107" fmla="*/ 373273 h 605239"/>
              <a:gd name="connsiteX108" fmla="*/ 373273 h 605239"/>
              <a:gd name="connsiteY108" fmla="*/ 373273 h 605239"/>
              <a:gd name="connsiteX109" fmla="*/ 373273 h 605239"/>
              <a:gd name="connsiteY109" fmla="*/ 373273 h 605239"/>
              <a:gd name="connsiteX110" fmla="*/ 373273 h 605239"/>
              <a:gd name="connsiteY110" fmla="*/ 373273 h 605239"/>
              <a:gd name="connsiteX111" fmla="*/ 373273 h 605239"/>
              <a:gd name="connsiteY111" fmla="*/ 373273 h 605239"/>
              <a:gd name="connsiteX112" fmla="*/ 373273 h 605239"/>
              <a:gd name="connsiteY112" fmla="*/ 373273 h 605239"/>
              <a:gd name="connsiteX113" fmla="*/ 373273 h 605239"/>
              <a:gd name="connsiteY113" fmla="*/ 373273 h 605239"/>
              <a:gd name="connsiteX114" fmla="*/ 373273 h 605239"/>
              <a:gd name="connsiteY114" fmla="*/ 373273 h 605239"/>
              <a:gd name="connsiteX115" fmla="*/ 373273 h 605239"/>
              <a:gd name="connsiteY115" fmla="*/ 373273 h 605239"/>
              <a:gd name="connsiteX116" fmla="*/ 373273 h 605239"/>
              <a:gd name="connsiteY116" fmla="*/ 373273 h 605239"/>
              <a:gd name="connsiteX117" fmla="*/ 373273 h 605239"/>
              <a:gd name="connsiteY117" fmla="*/ 373273 h 605239"/>
              <a:gd name="connsiteX118" fmla="*/ 373273 h 605239"/>
              <a:gd name="connsiteY118" fmla="*/ 373273 h 605239"/>
              <a:gd name="connsiteX119" fmla="*/ 373273 h 605239"/>
              <a:gd name="connsiteY119" fmla="*/ 373273 h 605239"/>
              <a:gd name="connsiteX120" fmla="*/ 373273 h 605239"/>
              <a:gd name="connsiteY120" fmla="*/ 373273 h 605239"/>
              <a:gd name="connsiteX121" fmla="*/ 373273 h 605239"/>
              <a:gd name="connsiteY121" fmla="*/ 373273 h 605239"/>
              <a:gd name="connsiteX122" fmla="*/ 373273 h 605239"/>
              <a:gd name="connsiteY122" fmla="*/ 373273 h 605239"/>
              <a:gd name="connsiteX123" fmla="*/ 373273 h 605239"/>
              <a:gd name="connsiteY123"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608485" h="607568">
                <a:moveTo>
                  <a:pt x="444805" y="471111"/>
                </a:moveTo>
                <a:cubicBezTo>
                  <a:pt x="429672" y="512642"/>
                  <a:pt x="409061" y="546663"/>
                  <a:pt x="385015" y="570302"/>
                </a:cubicBezTo>
                <a:cubicBezTo>
                  <a:pt x="425215" y="558251"/>
                  <a:pt x="462166" y="536837"/>
                  <a:pt x="493547" y="507543"/>
                </a:cubicBezTo>
                <a:cubicBezTo>
                  <a:pt x="478507" y="493545"/>
                  <a:pt x="462166" y="481308"/>
                  <a:pt x="444805" y="471111"/>
                </a:cubicBezTo>
                <a:close/>
                <a:moveTo>
                  <a:pt x="163680" y="471111"/>
                </a:moveTo>
                <a:cubicBezTo>
                  <a:pt x="146226" y="481308"/>
                  <a:pt x="129979" y="493545"/>
                  <a:pt x="114845" y="507543"/>
                </a:cubicBezTo>
                <a:cubicBezTo>
                  <a:pt x="146319" y="536837"/>
                  <a:pt x="183177" y="558251"/>
                  <a:pt x="223470" y="570302"/>
                </a:cubicBezTo>
                <a:cubicBezTo>
                  <a:pt x="199424" y="546663"/>
                  <a:pt x="178813" y="512642"/>
                  <a:pt x="163680" y="471111"/>
                </a:cubicBezTo>
                <a:close/>
                <a:moveTo>
                  <a:pt x="316869" y="433474"/>
                </a:moveTo>
                <a:lnTo>
                  <a:pt x="316869" y="581055"/>
                </a:lnTo>
                <a:cubicBezTo>
                  <a:pt x="359948" y="573454"/>
                  <a:pt x="398570" y="527752"/>
                  <a:pt x="422337" y="459338"/>
                </a:cubicBezTo>
                <a:cubicBezTo>
                  <a:pt x="389564" y="443949"/>
                  <a:pt x="354006" y="435143"/>
                  <a:pt x="316869" y="433474"/>
                </a:cubicBezTo>
                <a:close/>
                <a:moveTo>
                  <a:pt x="291523" y="433474"/>
                </a:moveTo>
                <a:cubicBezTo>
                  <a:pt x="254479" y="435143"/>
                  <a:pt x="218828" y="443949"/>
                  <a:pt x="186055" y="459338"/>
                </a:cubicBezTo>
                <a:cubicBezTo>
                  <a:pt x="209915" y="527752"/>
                  <a:pt x="248538" y="573454"/>
                  <a:pt x="291523" y="581055"/>
                </a:cubicBezTo>
                <a:close/>
                <a:moveTo>
                  <a:pt x="465045" y="392407"/>
                </a:moveTo>
                <a:cubicBezTo>
                  <a:pt x="461888" y="411226"/>
                  <a:pt x="457896" y="429303"/>
                  <a:pt x="452882" y="446267"/>
                </a:cubicBezTo>
                <a:cubicBezTo>
                  <a:pt x="473957" y="458133"/>
                  <a:pt x="493640" y="472502"/>
                  <a:pt x="511744" y="489373"/>
                </a:cubicBezTo>
                <a:cubicBezTo>
                  <a:pt x="537090" y="461192"/>
                  <a:pt x="556587" y="428097"/>
                  <a:pt x="568563" y="392407"/>
                </a:cubicBezTo>
                <a:close/>
                <a:moveTo>
                  <a:pt x="316869" y="392407"/>
                </a:moveTo>
                <a:lnTo>
                  <a:pt x="316869" y="407888"/>
                </a:lnTo>
                <a:cubicBezTo>
                  <a:pt x="356512" y="409464"/>
                  <a:pt x="394763" y="418642"/>
                  <a:pt x="429950" y="434679"/>
                </a:cubicBezTo>
                <a:cubicBezTo>
                  <a:pt x="433664" y="421237"/>
                  <a:pt x="436821" y="407054"/>
                  <a:pt x="439420" y="392407"/>
                </a:cubicBezTo>
                <a:close/>
                <a:moveTo>
                  <a:pt x="169065" y="392407"/>
                </a:moveTo>
                <a:cubicBezTo>
                  <a:pt x="171665" y="407054"/>
                  <a:pt x="174821" y="421237"/>
                  <a:pt x="178535" y="434679"/>
                </a:cubicBezTo>
                <a:cubicBezTo>
                  <a:pt x="213722" y="418642"/>
                  <a:pt x="251880" y="409464"/>
                  <a:pt x="291523" y="407888"/>
                </a:cubicBezTo>
                <a:lnTo>
                  <a:pt x="291523" y="392407"/>
                </a:lnTo>
                <a:close/>
                <a:moveTo>
                  <a:pt x="39829" y="392407"/>
                </a:moveTo>
                <a:cubicBezTo>
                  <a:pt x="51899" y="428190"/>
                  <a:pt x="71303" y="461192"/>
                  <a:pt x="96741" y="489373"/>
                </a:cubicBezTo>
                <a:cubicBezTo>
                  <a:pt x="114753" y="472502"/>
                  <a:pt x="134528" y="458133"/>
                  <a:pt x="155603" y="446267"/>
                </a:cubicBezTo>
                <a:cubicBezTo>
                  <a:pt x="150589" y="429303"/>
                  <a:pt x="146504" y="411226"/>
                  <a:pt x="143348" y="392407"/>
                </a:cubicBezTo>
                <a:close/>
                <a:moveTo>
                  <a:pt x="418923" y="249519"/>
                </a:moveTo>
                <a:lnTo>
                  <a:pt x="436932" y="310902"/>
                </a:lnTo>
                <a:lnTo>
                  <a:pt x="446772" y="279654"/>
                </a:lnTo>
                <a:lnTo>
                  <a:pt x="471000" y="279654"/>
                </a:lnTo>
                <a:lnTo>
                  <a:pt x="480840" y="310902"/>
                </a:lnTo>
                <a:lnTo>
                  <a:pt x="498850" y="249519"/>
                </a:lnTo>
                <a:lnTo>
                  <a:pt x="523171" y="256659"/>
                </a:lnTo>
                <a:lnTo>
                  <a:pt x="493373" y="357912"/>
                </a:lnTo>
                <a:lnTo>
                  <a:pt x="469144" y="358190"/>
                </a:lnTo>
                <a:lnTo>
                  <a:pt x="458932" y="325645"/>
                </a:lnTo>
                <a:lnTo>
                  <a:pt x="448628" y="358190"/>
                </a:lnTo>
                <a:lnTo>
                  <a:pt x="424400" y="357912"/>
                </a:lnTo>
                <a:lnTo>
                  <a:pt x="394601" y="256659"/>
                </a:lnTo>
                <a:close/>
                <a:moveTo>
                  <a:pt x="264244" y="249519"/>
                </a:moveTo>
                <a:lnTo>
                  <a:pt x="282346" y="310902"/>
                </a:lnTo>
                <a:lnTo>
                  <a:pt x="292186" y="279654"/>
                </a:lnTo>
                <a:lnTo>
                  <a:pt x="316321" y="279654"/>
                </a:lnTo>
                <a:lnTo>
                  <a:pt x="326161" y="310902"/>
                </a:lnTo>
                <a:lnTo>
                  <a:pt x="344263" y="249519"/>
                </a:lnTo>
                <a:lnTo>
                  <a:pt x="368492" y="256659"/>
                </a:lnTo>
                <a:lnTo>
                  <a:pt x="338786" y="357912"/>
                </a:lnTo>
                <a:lnTo>
                  <a:pt x="314465" y="358190"/>
                </a:lnTo>
                <a:lnTo>
                  <a:pt x="304253" y="325645"/>
                </a:lnTo>
                <a:lnTo>
                  <a:pt x="293949" y="358190"/>
                </a:lnTo>
                <a:lnTo>
                  <a:pt x="269721" y="357912"/>
                </a:lnTo>
                <a:lnTo>
                  <a:pt x="239922" y="256659"/>
                </a:lnTo>
                <a:close/>
                <a:moveTo>
                  <a:pt x="109574" y="249519"/>
                </a:moveTo>
                <a:lnTo>
                  <a:pt x="127682" y="310902"/>
                </a:lnTo>
                <a:lnTo>
                  <a:pt x="137526" y="279654"/>
                </a:lnTo>
                <a:lnTo>
                  <a:pt x="161671" y="279654"/>
                </a:lnTo>
                <a:lnTo>
                  <a:pt x="171515" y="310902"/>
                </a:lnTo>
                <a:lnTo>
                  <a:pt x="189623" y="249519"/>
                </a:lnTo>
                <a:lnTo>
                  <a:pt x="213954" y="256659"/>
                </a:lnTo>
                <a:lnTo>
                  <a:pt x="184144" y="357912"/>
                </a:lnTo>
                <a:lnTo>
                  <a:pt x="159907" y="358190"/>
                </a:lnTo>
                <a:lnTo>
                  <a:pt x="149599" y="325645"/>
                </a:lnTo>
                <a:lnTo>
                  <a:pt x="139383" y="358190"/>
                </a:lnTo>
                <a:lnTo>
                  <a:pt x="115053" y="357912"/>
                </a:lnTo>
                <a:lnTo>
                  <a:pt x="85243" y="256659"/>
                </a:lnTo>
                <a:close/>
                <a:moveTo>
                  <a:pt x="25346" y="240469"/>
                </a:moveTo>
                <a:lnTo>
                  <a:pt x="25346" y="367007"/>
                </a:lnTo>
                <a:lnTo>
                  <a:pt x="583139" y="367007"/>
                </a:lnTo>
                <a:lnTo>
                  <a:pt x="583139" y="240469"/>
                </a:lnTo>
                <a:close/>
                <a:moveTo>
                  <a:pt x="429950" y="172889"/>
                </a:moveTo>
                <a:cubicBezTo>
                  <a:pt x="394763" y="188927"/>
                  <a:pt x="356512" y="198011"/>
                  <a:pt x="316869" y="199680"/>
                </a:cubicBezTo>
                <a:lnTo>
                  <a:pt x="316869" y="215161"/>
                </a:lnTo>
                <a:lnTo>
                  <a:pt x="439420" y="215161"/>
                </a:lnTo>
                <a:cubicBezTo>
                  <a:pt x="436821" y="200422"/>
                  <a:pt x="433664" y="186331"/>
                  <a:pt x="429950" y="172889"/>
                </a:cubicBezTo>
                <a:close/>
                <a:moveTo>
                  <a:pt x="178535" y="172889"/>
                </a:moveTo>
                <a:cubicBezTo>
                  <a:pt x="174821" y="186331"/>
                  <a:pt x="171665" y="200422"/>
                  <a:pt x="169065" y="215161"/>
                </a:cubicBezTo>
                <a:lnTo>
                  <a:pt x="291523" y="215161"/>
                </a:lnTo>
                <a:lnTo>
                  <a:pt x="291523" y="199680"/>
                </a:lnTo>
                <a:cubicBezTo>
                  <a:pt x="251880" y="198011"/>
                  <a:pt x="213722" y="188927"/>
                  <a:pt x="178535" y="172889"/>
                </a:cubicBezTo>
                <a:close/>
                <a:moveTo>
                  <a:pt x="511744" y="118102"/>
                </a:moveTo>
                <a:cubicBezTo>
                  <a:pt x="493640" y="134974"/>
                  <a:pt x="473957" y="149436"/>
                  <a:pt x="452882" y="161301"/>
                </a:cubicBezTo>
                <a:cubicBezTo>
                  <a:pt x="457896" y="178266"/>
                  <a:pt x="461888" y="196250"/>
                  <a:pt x="465045" y="215161"/>
                </a:cubicBezTo>
                <a:lnTo>
                  <a:pt x="568563" y="215161"/>
                </a:lnTo>
                <a:cubicBezTo>
                  <a:pt x="556587" y="179378"/>
                  <a:pt x="537090" y="146284"/>
                  <a:pt x="511744" y="118102"/>
                </a:cubicBezTo>
                <a:close/>
                <a:moveTo>
                  <a:pt x="96741" y="118102"/>
                </a:moveTo>
                <a:cubicBezTo>
                  <a:pt x="71303" y="146284"/>
                  <a:pt x="51899" y="179378"/>
                  <a:pt x="39829" y="215161"/>
                </a:cubicBezTo>
                <a:lnTo>
                  <a:pt x="143348" y="215161"/>
                </a:lnTo>
                <a:cubicBezTo>
                  <a:pt x="146504" y="196250"/>
                  <a:pt x="150589" y="178266"/>
                  <a:pt x="155603" y="161301"/>
                </a:cubicBezTo>
                <a:cubicBezTo>
                  <a:pt x="134528" y="149436"/>
                  <a:pt x="114753" y="134974"/>
                  <a:pt x="96741" y="118102"/>
                </a:cubicBezTo>
                <a:close/>
                <a:moveTo>
                  <a:pt x="385015" y="37174"/>
                </a:moveTo>
                <a:cubicBezTo>
                  <a:pt x="409061" y="60905"/>
                  <a:pt x="429672" y="94834"/>
                  <a:pt x="444805" y="136457"/>
                </a:cubicBezTo>
                <a:cubicBezTo>
                  <a:pt x="462166" y="126260"/>
                  <a:pt x="478507" y="114024"/>
                  <a:pt x="493547" y="100026"/>
                </a:cubicBezTo>
                <a:cubicBezTo>
                  <a:pt x="462074" y="70732"/>
                  <a:pt x="425215" y="49318"/>
                  <a:pt x="385015" y="37174"/>
                </a:cubicBezTo>
                <a:close/>
                <a:moveTo>
                  <a:pt x="223470" y="37174"/>
                </a:moveTo>
                <a:cubicBezTo>
                  <a:pt x="183177" y="49318"/>
                  <a:pt x="146319" y="70732"/>
                  <a:pt x="114845" y="100026"/>
                </a:cubicBezTo>
                <a:cubicBezTo>
                  <a:pt x="129979" y="114024"/>
                  <a:pt x="146226" y="126260"/>
                  <a:pt x="163680" y="136457"/>
                </a:cubicBezTo>
                <a:cubicBezTo>
                  <a:pt x="178813" y="94834"/>
                  <a:pt x="199424" y="60813"/>
                  <a:pt x="223470" y="37174"/>
                </a:cubicBezTo>
                <a:close/>
                <a:moveTo>
                  <a:pt x="316869" y="26513"/>
                </a:moveTo>
                <a:lnTo>
                  <a:pt x="316869" y="174002"/>
                </a:lnTo>
                <a:cubicBezTo>
                  <a:pt x="354006" y="172426"/>
                  <a:pt x="389564" y="163619"/>
                  <a:pt x="422337" y="148231"/>
                </a:cubicBezTo>
                <a:cubicBezTo>
                  <a:pt x="398570" y="79817"/>
                  <a:pt x="359948" y="34115"/>
                  <a:pt x="316869" y="26513"/>
                </a:cubicBezTo>
                <a:close/>
                <a:moveTo>
                  <a:pt x="291523" y="26513"/>
                </a:moveTo>
                <a:cubicBezTo>
                  <a:pt x="248538" y="34115"/>
                  <a:pt x="209915" y="79817"/>
                  <a:pt x="186055" y="148231"/>
                </a:cubicBezTo>
                <a:cubicBezTo>
                  <a:pt x="218828" y="163619"/>
                  <a:pt x="254479" y="172426"/>
                  <a:pt x="291523" y="174002"/>
                </a:cubicBezTo>
                <a:close/>
                <a:moveTo>
                  <a:pt x="304243" y="0"/>
                </a:moveTo>
                <a:cubicBezTo>
                  <a:pt x="386593" y="0"/>
                  <a:pt x="463652" y="32353"/>
                  <a:pt x="521214" y="91126"/>
                </a:cubicBezTo>
                <a:cubicBezTo>
                  <a:pt x="555565" y="125889"/>
                  <a:pt x="580911" y="168718"/>
                  <a:pt x="595116" y="215161"/>
                </a:cubicBezTo>
                <a:lnTo>
                  <a:pt x="608485" y="215161"/>
                </a:lnTo>
                <a:lnTo>
                  <a:pt x="608485" y="392407"/>
                </a:lnTo>
                <a:lnTo>
                  <a:pt x="595116" y="392407"/>
                </a:lnTo>
                <a:cubicBezTo>
                  <a:pt x="580911" y="438851"/>
                  <a:pt x="555565" y="481586"/>
                  <a:pt x="521214" y="516442"/>
                </a:cubicBezTo>
                <a:cubicBezTo>
                  <a:pt x="463652" y="575215"/>
                  <a:pt x="386593" y="607568"/>
                  <a:pt x="304243" y="607568"/>
                </a:cubicBezTo>
                <a:cubicBezTo>
                  <a:pt x="221799" y="607568"/>
                  <a:pt x="144740" y="575215"/>
                  <a:pt x="87178" y="516442"/>
                </a:cubicBezTo>
                <a:cubicBezTo>
                  <a:pt x="52920" y="481586"/>
                  <a:pt x="27574" y="438851"/>
                  <a:pt x="13369" y="392407"/>
                </a:cubicBezTo>
                <a:lnTo>
                  <a:pt x="0" y="392407"/>
                </a:lnTo>
                <a:lnTo>
                  <a:pt x="0" y="215161"/>
                </a:lnTo>
                <a:lnTo>
                  <a:pt x="13369" y="215161"/>
                </a:lnTo>
                <a:cubicBezTo>
                  <a:pt x="27574" y="168718"/>
                  <a:pt x="52920" y="125889"/>
                  <a:pt x="87271" y="91126"/>
                </a:cubicBezTo>
                <a:cubicBezTo>
                  <a:pt x="144740" y="32353"/>
                  <a:pt x="221892" y="0"/>
                  <a:pt x="304243" y="0"/>
                </a:cubicBezTo>
                <a:close/>
              </a:path>
            </a:pathLst>
          </a:custGeom>
          <a:solidFill>
            <a:schemeClr val="accent1"/>
          </a:solidFill>
          <a:ln>
            <a:noFill/>
          </a:ln>
        </p:spPr>
        <p:txBody>
          <a:bodyPr/>
          <a:lstStyle/>
          <a:p>
            <a:endParaRPr lang="zh-CN" altLang="en-US">
              <a:cs typeface="+mn-ea"/>
              <a:sym typeface="+mn-lt"/>
            </a:endParaRPr>
          </a:p>
        </p:txBody>
      </p:sp>
      <p:sp>
        <p:nvSpPr>
          <p:cNvPr id="16" name="internet_287713">
            <a:extLst>
              <a:ext uri="{FF2B5EF4-FFF2-40B4-BE49-F238E27FC236}">
                <a16:creationId xmlns:a16="http://schemas.microsoft.com/office/drawing/2014/main" id="{22BE494A-A67F-4FCC-9618-12B2EB2A3891}"/>
              </a:ext>
            </a:extLst>
          </p:cNvPr>
          <p:cNvSpPr>
            <a:spLocks noChangeAspect="1"/>
          </p:cNvSpPr>
          <p:nvPr/>
        </p:nvSpPr>
        <p:spPr bwMode="auto">
          <a:xfrm>
            <a:off x="3453958" y="3562153"/>
            <a:ext cx="492459" cy="491715"/>
          </a:xfrm>
          <a:custGeom>
            <a:avLst/>
            <a:gdLst>
              <a:gd name="T0" fmla="*/ 635 w 6827"/>
              <a:gd name="T1" fmla="*/ 1430 h 6827"/>
              <a:gd name="T2" fmla="*/ 3413 w 6827"/>
              <a:gd name="T3" fmla="*/ 0 h 6827"/>
              <a:gd name="T4" fmla="*/ 6339 w 6827"/>
              <a:gd name="T5" fmla="*/ 2301 h 6827"/>
              <a:gd name="T6" fmla="*/ 6029 w 6827"/>
              <a:gd name="T7" fmla="*/ 2682 h 6827"/>
              <a:gd name="T8" fmla="*/ 5097 w 6827"/>
              <a:gd name="T9" fmla="*/ 2677 h 6827"/>
              <a:gd name="T10" fmla="*/ 5819 w 6827"/>
              <a:gd name="T11" fmla="*/ 3646 h 6827"/>
              <a:gd name="T12" fmla="*/ 4551 w 6827"/>
              <a:gd name="T13" fmla="*/ 3413 h 6827"/>
              <a:gd name="T14" fmla="*/ 5626 w 6827"/>
              <a:gd name="T15" fmla="*/ 1201 h 6827"/>
              <a:gd name="T16" fmla="*/ 3028 w 6827"/>
              <a:gd name="T17" fmla="*/ 3985 h 6827"/>
              <a:gd name="T18" fmla="*/ 2468 w 6827"/>
              <a:gd name="T19" fmla="*/ 2732 h 6827"/>
              <a:gd name="T20" fmla="*/ 3553 w 6827"/>
              <a:gd name="T21" fmla="*/ 3786 h 6827"/>
              <a:gd name="T22" fmla="*/ 3157 w 6827"/>
              <a:gd name="T23" fmla="*/ 2318 h 6827"/>
              <a:gd name="T24" fmla="*/ 4192 w 6827"/>
              <a:gd name="T25" fmla="*/ 2564 h 6827"/>
              <a:gd name="T26" fmla="*/ 3548 w 6827"/>
              <a:gd name="T27" fmla="*/ 3046 h 6827"/>
              <a:gd name="T28" fmla="*/ 3982 w 6827"/>
              <a:gd name="T29" fmla="*/ 3129 h 6827"/>
              <a:gd name="T30" fmla="*/ 4400 w 6827"/>
              <a:gd name="T31" fmla="*/ 3799 h 6827"/>
              <a:gd name="T32" fmla="*/ 5236 w 6827"/>
              <a:gd name="T33" fmla="*/ 5123 h 6827"/>
              <a:gd name="T34" fmla="*/ 4295 w 6827"/>
              <a:gd name="T35" fmla="*/ 5913 h 6827"/>
              <a:gd name="T36" fmla="*/ 3667 w 6827"/>
              <a:gd name="T37" fmla="*/ 4094 h 6827"/>
              <a:gd name="T38" fmla="*/ 4759 w 6827"/>
              <a:gd name="T39" fmla="*/ 588 h 6827"/>
              <a:gd name="T40" fmla="*/ 4146 w 6827"/>
              <a:gd name="T41" fmla="*/ 1722 h 6827"/>
              <a:gd name="T42" fmla="*/ 2996 w 6827"/>
              <a:gd name="T43" fmla="*/ 1604 h 6827"/>
              <a:gd name="T44" fmla="*/ 4503 w 6827"/>
              <a:gd name="T45" fmla="*/ 672 h 6827"/>
              <a:gd name="T46" fmla="*/ 3413 w 6827"/>
              <a:gd name="T47" fmla="*/ 284 h 6827"/>
              <a:gd name="T48" fmla="*/ 2795 w 6827"/>
              <a:gd name="T49" fmla="*/ 1331 h 6827"/>
              <a:gd name="T50" fmla="*/ 3311 w 6827"/>
              <a:gd name="T51" fmla="*/ 1848 h 6827"/>
              <a:gd name="T52" fmla="*/ 4192 w 6827"/>
              <a:gd name="T53" fmla="*/ 2279 h 6827"/>
              <a:gd name="T54" fmla="*/ 3157 w 6827"/>
              <a:gd name="T55" fmla="*/ 2034 h 6827"/>
              <a:gd name="T56" fmla="*/ 1849 w 6827"/>
              <a:gd name="T57" fmla="*/ 1564 h 6827"/>
              <a:gd name="T58" fmla="*/ 2133 w 6827"/>
              <a:gd name="T59" fmla="*/ 2133 h 6827"/>
              <a:gd name="T60" fmla="*/ 2133 w 6827"/>
              <a:gd name="T61" fmla="*/ 2133 h 6827"/>
              <a:gd name="T62" fmla="*/ 844 w 6827"/>
              <a:gd name="T63" fmla="*/ 5199 h 6827"/>
              <a:gd name="T64" fmla="*/ 525 w 6827"/>
              <a:gd name="T65" fmla="*/ 3785 h 6827"/>
              <a:gd name="T66" fmla="*/ 1095 w 6827"/>
              <a:gd name="T67" fmla="*/ 4944 h 6827"/>
              <a:gd name="T68" fmla="*/ 1126 w 6827"/>
              <a:gd name="T69" fmla="*/ 5370 h 6827"/>
              <a:gd name="T70" fmla="*/ 314 w 6827"/>
              <a:gd name="T71" fmla="*/ 2981 h 6827"/>
              <a:gd name="T72" fmla="*/ 1280 w 6827"/>
              <a:gd name="T73" fmla="*/ 2133 h 6827"/>
              <a:gd name="T74" fmla="*/ 2044 w 6827"/>
              <a:gd name="T75" fmla="*/ 3389 h 6827"/>
              <a:gd name="T76" fmla="*/ 3049 w 6827"/>
              <a:gd name="T77" fmla="*/ 4270 h 6827"/>
              <a:gd name="T78" fmla="*/ 1991 w 6827"/>
              <a:gd name="T79" fmla="*/ 5120 h 6827"/>
              <a:gd name="T80" fmla="*/ 2845 w 6827"/>
              <a:gd name="T81" fmla="*/ 5120 h 6827"/>
              <a:gd name="T82" fmla="*/ 2845 w 6827"/>
              <a:gd name="T83" fmla="*/ 5120 h 6827"/>
              <a:gd name="T84" fmla="*/ 3413 w 6827"/>
              <a:gd name="T85" fmla="*/ 6542 h 6827"/>
              <a:gd name="T86" fmla="*/ 2560 w 6827"/>
              <a:gd name="T87" fmla="*/ 5689 h 6827"/>
              <a:gd name="T88" fmla="*/ 3680 w 6827"/>
              <a:gd name="T89" fmla="*/ 4570 h 6827"/>
              <a:gd name="T90" fmla="*/ 4333 w 6827"/>
              <a:gd name="T91" fmla="*/ 6199 h 6827"/>
              <a:gd name="T92" fmla="*/ 5641 w 6827"/>
              <a:gd name="T93" fmla="*/ 4749 h 6827"/>
              <a:gd name="T94" fmla="*/ 6296 w 6827"/>
              <a:gd name="T95" fmla="*/ 4631 h 6827"/>
              <a:gd name="T96" fmla="*/ 5917 w 6827"/>
              <a:gd name="T97" fmla="*/ 3103 h 6827"/>
              <a:gd name="T98" fmla="*/ 5626 w 6827"/>
              <a:gd name="T99" fmla="*/ 2905 h 6827"/>
              <a:gd name="T100" fmla="*/ 6542 w 6827"/>
              <a:gd name="T101" fmla="*/ 341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827" h="6827">
                <a:moveTo>
                  <a:pt x="3413" y="0"/>
                </a:moveTo>
                <a:cubicBezTo>
                  <a:pt x="2319" y="0"/>
                  <a:pt x="1345" y="515"/>
                  <a:pt x="720" y="1316"/>
                </a:cubicBezTo>
                <a:lnTo>
                  <a:pt x="630" y="1427"/>
                </a:lnTo>
                <a:cubicBezTo>
                  <a:pt x="631" y="1427"/>
                  <a:pt x="632" y="1428"/>
                  <a:pt x="635" y="1430"/>
                </a:cubicBezTo>
                <a:cubicBezTo>
                  <a:pt x="235" y="1989"/>
                  <a:pt x="0" y="2674"/>
                  <a:pt x="0" y="3413"/>
                </a:cubicBezTo>
                <a:cubicBezTo>
                  <a:pt x="0" y="5298"/>
                  <a:pt x="1528" y="6827"/>
                  <a:pt x="3413" y="6827"/>
                </a:cubicBezTo>
                <a:cubicBezTo>
                  <a:pt x="5299" y="6827"/>
                  <a:pt x="6827" y="5298"/>
                  <a:pt x="6827" y="3413"/>
                </a:cubicBezTo>
                <a:cubicBezTo>
                  <a:pt x="6827" y="1528"/>
                  <a:pt x="5299" y="0"/>
                  <a:pt x="3413" y="0"/>
                </a:cubicBezTo>
                <a:close/>
                <a:moveTo>
                  <a:pt x="5626" y="1201"/>
                </a:moveTo>
                <a:cubicBezTo>
                  <a:pt x="5711" y="1286"/>
                  <a:pt x="5791" y="1376"/>
                  <a:pt x="5866" y="1470"/>
                </a:cubicBezTo>
                <a:lnTo>
                  <a:pt x="5865" y="1470"/>
                </a:lnTo>
                <a:cubicBezTo>
                  <a:pt x="6064" y="1721"/>
                  <a:pt x="6225" y="2003"/>
                  <a:pt x="6339" y="2301"/>
                </a:cubicBezTo>
                <a:cubicBezTo>
                  <a:pt x="6340" y="2305"/>
                  <a:pt x="6342" y="2309"/>
                  <a:pt x="6343" y="2313"/>
                </a:cubicBezTo>
                <a:cubicBezTo>
                  <a:pt x="6283" y="2346"/>
                  <a:pt x="6232" y="2386"/>
                  <a:pt x="6200" y="2414"/>
                </a:cubicBezTo>
                <a:cubicBezTo>
                  <a:pt x="6143" y="2465"/>
                  <a:pt x="6046" y="2564"/>
                  <a:pt x="6033" y="2663"/>
                </a:cubicBezTo>
                <a:cubicBezTo>
                  <a:pt x="6032" y="2674"/>
                  <a:pt x="6030" y="2679"/>
                  <a:pt x="6029" y="2682"/>
                </a:cubicBezTo>
                <a:cubicBezTo>
                  <a:pt x="6024" y="2684"/>
                  <a:pt x="6012" y="2687"/>
                  <a:pt x="5987" y="2687"/>
                </a:cubicBezTo>
                <a:cubicBezTo>
                  <a:pt x="5913" y="2687"/>
                  <a:pt x="5804" y="2658"/>
                  <a:pt x="5699" y="2630"/>
                </a:cubicBezTo>
                <a:cubicBezTo>
                  <a:pt x="5580" y="2598"/>
                  <a:pt x="5457" y="2565"/>
                  <a:pt x="5351" y="2565"/>
                </a:cubicBezTo>
                <a:cubicBezTo>
                  <a:pt x="5209" y="2565"/>
                  <a:pt x="5134" y="2626"/>
                  <a:pt x="5097" y="2677"/>
                </a:cubicBezTo>
                <a:cubicBezTo>
                  <a:pt x="5035" y="2761"/>
                  <a:pt x="5034" y="2881"/>
                  <a:pt x="5093" y="2998"/>
                </a:cubicBezTo>
                <a:cubicBezTo>
                  <a:pt x="5189" y="3186"/>
                  <a:pt x="5455" y="3387"/>
                  <a:pt x="5917" y="3387"/>
                </a:cubicBezTo>
                <a:lnTo>
                  <a:pt x="5934" y="3387"/>
                </a:lnTo>
                <a:cubicBezTo>
                  <a:pt x="5916" y="3439"/>
                  <a:pt x="5882" y="3521"/>
                  <a:pt x="5819" y="3646"/>
                </a:cubicBezTo>
                <a:cubicBezTo>
                  <a:pt x="5763" y="3756"/>
                  <a:pt x="5699" y="3871"/>
                  <a:pt x="5642" y="3970"/>
                </a:cubicBezTo>
                <a:cubicBezTo>
                  <a:pt x="5343" y="3881"/>
                  <a:pt x="5024" y="3763"/>
                  <a:pt x="4689" y="3617"/>
                </a:cubicBezTo>
                <a:cubicBezTo>
                  <a:pt x="4638" y="3594"/>
                  <a:pt x="4587" y="3571"/>
                  <a:pt x="4535" y="3548"/>
                </a:cubicBezTo>
                <a:cubicBezTo>
                  <a:pt x="4545" y="3505"/>
                  <a:pt x="4551" y="3460"/>
                  <a:pt x="4551" y="3413"/>
                </a:cubicBezTo>
                <a:cubicBezTo>
                  <a:pt x="4551" y="3289"/>
                  <a:pt x="4511" y="3173"/>
                  <a:pt x="4443" y="3079"/>
                </a:cubicBezTo>
                <a:cubicBezTo>
                  <a:pt x="4564" y="2906"/>
                  <a:pt x="4680" y="2731"/>
                  <a:pt x="4790" y="2557"/>
                </a:cubicBezTo>
                <a:cubicBezTo>
                  <a:pt x="5207" y="1894"/>
                  <a:pt x="5442" y="1389"/>
                  <a:pt x="5551" y="1128"/>
                </a:cubicBezTo>
                <a:cubicBezTo>
                  <a:pt x="5576" y="1152"/>
                  <a:pt x="5601" y="1176"/>
                  <a:pt x="5626" y="1201"/>
                </a:cubicBezTo>
                <a:close/>
                <a:moveTo>
                  <a:pt x="3553" y="3786"/>
                </a:moveTo>
                <a:cubicBezTo>
                  <a:pt x="3494" y="3858"/>
                  <a:pt x="3435" y="3929"/>
                  <a:pt x="3375" y="4000"/>
                </a:cubicBezTo>
                <a:cubicBezTo>
                  <a:pt x="3265" y="3985"/>
                  <a:pt x="3153" y="3985"/>
                  <a:pt x="3049" y="3985"/>
                </a:cubicBezTo>
                <a:lnTo>
                  <a:pt x="3028" y="3985"/>
                </a:lnTo>
                <a:cubicBezTo>
                  <a:pt x="2999" y="3985"/>
                  <a:pt x="2969" y="3985"/>
                  <a:pt x="2939" y="3985"/>
                </a:cubicBezTo>
                <a:cubicBezTo>
                  <a:pt x="2756" y="3983"/>
                  <a:pt x="2604" y="3926"/>
                  <a:pt x="2499" y="3821"/>
                </a:cubicBezTo>
                <a:cubicBezTo>
                  <a:pt x="2394" y="3717"/>
                  <a:pt x="2335" y="3564"/>
                  <a:pt x="2329" y="3378"/>
                </a:cubicBezTo>
                <a:cubicBezTo>
                  <a:pt x="2319" y="3120"/>
                  <a:pt x="2366" y="2903"/>
                  <a:pt x="2468" y="2732"/>
                </a:cubicBezTo>
                <a:cubicBezTo>
                  <a:pt x="2529" y="2771"/>
                  <a:pt x="2592" y="2811"/>
                  <a:pt x="2656" y="2850"/>
                </a:cubicBezTo>
                <a:cubicBezTo>
                  <a:pt x="2917" y="3013"/>
                  <a:pt x="3174" y="3164"/>
                  <a:pt x="3424" y="3303"/>
                </a:cubicBezTo>
                <a:cubicBezTo>
                  <a:pt x="3417" y="3339"/>
                  <a:pt x="3413" y="3376"/>
                  <a:pt x="3413" y="3413"/>
                </a:cubicBezTo>
                <a:cubicBezTo>
                  <a:pt x="3413" y="3556"/>
                  <a:pt x="3466" y="3686"/>
                  <a:pt x="3553" y="3786"/>
                </a:cubicBezTo>
                <a:close/>
                <a:moveTo>
                  <a:pt x="3548" y="3046"/>
                </a:moveTo>
                <a:cubicBezTo>
                  <a:pt x="3307" y="2912"/>
                  <a:pt x="3060" y="2767"/>
                  <a:pt x="2809" y="2611"/>
                </a:cubicBezTo>
                <a:cubicBezTo>
                  <a:pt x="2757" y="2579"/>
                  <a:pt x="2707" y="2547"/>
                  <a:pt x="2656" y="2515"/>
                </a:cubicBezTo>
                <a:cubicBezTo>
                  <a:pt x="2854" y="2357"/>
                  <a:pt x="3084" y="2318"/>
                  <a:pt x="3157" y="2318"/>
                </a:cubicBezTo>
                <a:cubicBezTo>
                  <a:pt x="3160" y="2318"/>
                  <a:pt x="3161" y="2318"/>
                  <a:pt x="3162" y="2318"/>
                </a:cubicBezTo>
                <a:lnTo>
                  <a:pt x="3195" y="2324"/>
                </a:lnTo>
                <a:cubicBezTo>
                  <a:pt x="3566" y="2390"/>
                  <a:pt x="3782" y="2440"/>
                  <a:pt x="3839" y="2471"/>
                </a:cubicBezTo>
                <a:cubicBezTo>
                  <a:pt x="3950" y="2533"/>
                  <a:pt x="4069" y="2564"/>
                  <a:pt x="4192" y="2564"/>
                </a:cubicBezTo>
                <a:cubicBezTo>
                  <a:pt x="4294" y="2564"/>
                  <a:pt x="4396" y="2541"/>
                  <a:pt x="4488" y="2501"/>
                </a:cubicBezTo>
                <a:cubicBezTo>
                  <a:pt x="4403" y="2633"/>
                  <a:pt x="4314" y="2766"/>
                  <a:pt x="4223" y="2898"/>
                </a:cubicBezTo>
                <a:cubicBezTo>
                  <a:pt x="4150" y="2864"/>
                  <a:pt x="4068" y="2844"/>
                  <a:pt x="3982" y="2844"/>
                </a:cubicBezTo>
                <a:cubicBezTo>
                  <a:pt x="3808" y="2844"/>
                  <a:pt x="3652" y="2923"/>
                  <a:pt x="3548" y="3046"/>
                </a:cubicBezTo>
                <a:close/>
                <a:moveTo>
                  <a:pt x="4267" y="3413"/>
                </a:moveTo>
                <a:cubicBezTo>
                  <a:pt x="4267" y="3570"/>
                  <a:pt x="4139" y="3698"/>
                  <a:pt x="3982" y="3698"/>
                </a:cubicBezTo>
                <a:cubicBezTo>
                  <a:pt x="3825" y="3698"/>
                  <a:pt x="3698" y="3570"/>
                  <a:pt x="3698" y="3413"/>
                </a:cubicBezTo>
                <a:cubicBezTo>
                  <a:pt x="3698" y="3256"/>
                  <a:pt x="3825" y="3129"/>
                  <a:pt x="3982" y="3129"/>
                </a:cubicBezTo>
                <a:cubicBezTo>
                  <a:pt x="4139" y="3129"/>
                  <a:pt x="4267" y="3256"/>
                  <a:pt x="4267" y="3413"/>
                </a:cubicBezTo>
                <a:close/>
                <a:moveTo>
                  <a:pt x="3787" y="3948"/>
                </a:moveTo>
                <a:cubicBezTo>
                  <a:pt x="3848" y="3970"/>
                  <a:pt x="3914" y="3982"/>
                  <a:pt x="3982" y="3982"/>
                </a:cubicBezTo>
                <a:cubicBezTo>
                  <a:pt x="4148" y="3982"/>
                  <a:pt x="4296" y="3912"/>
                  <a:pt x="4400" y="3799"/>
                </a:cubicBezTo>
                <a:cubicBezTo>
                  <a:pt x="4459" y="3826"/>
                  <a:pt x="4516" y="3852"/>
                  <a:pt x="4574" y="3877"/>
                </a:cubicBezTo>
                <a:cubicBezTo>
                  <a:pt x="4896" y="4017"/>
                  <a:pt x="5205" y="4133"/>
                  <a:pt x="5498" y="4223"/>
                </a:cubicBezTo>
                <a:cubicBezTo>
                  <a:pt x="5421" y="4379"/>
                  <a:pt x="5391" y="4540"/>
                  <a:pt x="5361" y="4697"/>
                </a:cubicBezTo>
                <a:cubicBezTo>
                  <a:pt x="5332" y="4851"/>
                  <a:pt x="5305" y="4996"/>
                  <a:pt x="5236" y="5123"/>
                </a:cubicBezTo>
                <a:cubicBezTo>
                  <a:pt x="5175" y="5234"/>
                  <a:pt x="5082" y="5329"/>
                  <a:pt x="4984" y="5430"/>
                </a:cubicBezTo>
                <a:cubicBezTo>
                  <a:pt x="4934" y="5481"/>
                  <a:pt x="4882" y="5534"/>
                  <a:pt x="4834" y="5590"/>
                </a:cubicBezTo>
                <a:cubicBezTo>
                  <a:pt x="4657" y="5796"/>
                  <a:pt x="4519" y="5915"/>
                  <a:pt x="4333" y="5915"/>
                </a:cubicBezTo>
                <a:cubicBezTo>
                  <a:pt x="4321" y="5915"/>
                  <a:pt x="4308" y="5914"/>
                  <a:pt x="4295" y="5913"/>
                </a:cubicBezTo>
                <a:cubicBezTo>
                  <a:pt x="4198" y="5905"/>
                  <a:pt x="4142" y="5761"/>
                  <a:pt x="4113" y="5641"/>
                </a:cubicBezTo>
                <a:cubicBezTo>
                  <a:pt x="4071" y="5472"/>
                  <a:pt x="4057" y="5300"/>
                  <a:pt x="4044" y="5117"/>
                </a:cubicBezTo>
                <a:cubicBezTo>
                  <a:pt x="4028" y="4914"/>
                  <a:pt x="4012" y="4704"/>
                  <a:pt x="3954" y="4495"/>
                </a:cubicBezTo>
                <a:cubicBezTo>
                  <a:pt x="3903" y="4311"/>
                  <a:pt x="3807" y="4177"/>
                  <a:pt x="3667" y="4094"/>
                </a:cubicBezTo>
                <a:cubicBezTo>
                  <a:pt x="3708" y="4045"/>
                  <a:pt x="3748" y="3997"/>
                  <a:pt x="3787" y="3948"/>
                </a:cubicBezTo>
                <a:close/>
                <a:moveTo>
                  <a:pt x="4609" y="521"/>
                </a:moveTo>
                <a:cubicBezTo>
                  <a:pt x="4610" y="521"/>
                  <a:pt x="4611" y="522"/>
                  <a:pt x="4612" y="522"/>
                </a:cubicBezTo>
                <a:cubicBezTo>
                  <a:pt x="4661" y="543"/>
                  <a:pt x="4710" y="565"/>
                  <a:pt x="4759" y="588"/>
                </a:cubicBezTo>
                <a:lnTo>
                  <a:pt x="4758" y="587"/>
                </a:lnTo>
                <a:cubicBezTo>
                  <a:pt x="4959" y="683"/>
                  <a:pt x="5147" y="799"/>
                  <a:pt x="5322" y="934"/>
                </a:cubicBezTo>
                <a:cubicBezTo>
                  <a:pt x="5255" y="1103"/>
                  <a:pt x="5087" y="1492"/>
                  <a:pt x="4778" y="2027"/>
                </a:cubicBezTo>
                <a:cubicBezTo>
                  <a:pt x="4726" y="1932"/>
                  <a:pt x="4572" y="1839"/>
                  <a:pt x="4146" y="1722"/>
                </a:cubicBezTo>
                <a:cubicBezTo>
                  <a:pt x="3857" y="1643"/>
                  <a:pt x="3524" y="1578"/>
                  <a:pt x="3337" y="1565"/>
                </a:cubicBezTo>
                <a:cubicBezTo>
                  <a:pt x="3329" y="1564"/>
                  <a:pt x="3320" y="1564"/>
                  <a:pt x="3311" y="1564"/>
                </a:cubicBezTo>
                <a:cubicBezTo>
                  <a:pt x="3259" y="1564"/>
                  <a:pt x="3204" y="1574"/>
                  <a:pt x="3145" y="1584"/>
                </a:cubicBezTo>
                <a:cubicBezTo>
                  <a:pt x="3092" y="1594"/>
                  <a:pt x="3038" y="1604"/>
                  <a:pt x="2996" y="1604"/>
                </a:cubicBezTo>
                <a:cubicBezTo>
                  <a:pt x="2985" y="1604"/>
                  <a:pt x="2977" y="1603"/>
                  <a:pt x="2971" y="1602"/>
                </a:cubicBezTo>
                <a:cubicBezTo>
                  <a:pt x="2975" y="1583"/>
                  <a:pt x="2990" y="1545"/>
                  <a:pt x="3022" y="1503"/>
                </a:cubicBezTo>
                <a:cubicBezTo>
                  <a:pt x="3272" y="1173"/>
                  <a:pt x="3649" y="1024"/>
                  <a:pt x="4049" y="865"/>
                </a:cubicBezTo>
                <a:cubicBezTo>
                  <a:pt x="4199" y="806"/>
                  <a:pt x="4355" y="744"/>
                  <a:pt x="4503" y="672"/>
                </a:cubicBezTo>
                <a:cubicBezTo>
                  <a:pt x="4553" y="648"/>
                  <a:pt x="4578" y="609"/>
                  <a:pt x="4609" y="521"/>
                </a:cubicBezTo>
                <a:close/>
                <a:moveTo>
                  <a:pt x="1201" y="1201"/>
                </a:moveTo>
                <a:cubicBezTo>
                  <a:pt x="1488" y="913"/>
                  <a:pt x="1823" y="688"/>
                  <a:pt x="2196" y="530"/>
                </a:cubicBezTo>
                <a:cubicBezTo>
                  <a:pt x="2581" y="367"/>
                  <a:pt x="2991" y="284"/>
                  <a:pt x="3413" y="284"/>
                </a:cubicBezTo>
                <a:cubicBezTo>
                  <a:pt x="3731" y="284"/>
                  <a:pt x="4042" y="331"/>
                  <a:pt x="4341" y="424"/>
                </a:cubicBezTo>
                <a:cubicBezTo>
                  <a:pt x="4340" y="428"/>
                  <a:pt x="4338" y="432"/>
                  <a:pt x="4337" y="436"/>
                </a:cubicBezTo>
                <a:cubicBezTo>
                  <a:pt x="4210" y="495"/>
                  <a:pt x="4075" y="549"/>
                  <a:pt x="3944" y="601"/>
                </a:cubicBezTo>
                <a:cubicBezTo>
                  <a:pt x="3526" y="767"/>
                  <a:pt x="3094" y="938"/>
                  <a:pt x="2795" y="1331"/>
                </a:cubicBezTo>
                <a:cubicBezTo>
                  <a:pt x="2666" y="1502"/>
                  <a:pt x="2651" y="1680"/>
                  <a:pt x="2756" y="1796"/>
                </a:cubicBezTo>
                <a:cubicBezTo>
                  <a:pt x="2812" y="1857"/>
                  <a:pt x="2892" y="1888"/>
                  <a:pt x="2996" y="1888"/>
                </a:cubicBezTo>
                <a:cubicBezTo>
                  <a:pt x="3063" y="1888"/>
                  <a:pt x="3134" y="1876"/>
                  <a:pt x="3196" y="1864"/>
                </a:cubicBezTo>
                <a:cubicBezTo>
                  <a:pt x="3240" y="1856"/>
                  <a:pt x="3285" y="1848"/>
                  <a:pt x="3311" y="1848"/>
                </a:cubicBezTo>
                <a:cubicBezTo>
                  <a:pt x="3313" y="1848"/>
                  <a:pt x="3315" y="1848"/>
                  <a:pt x="3317" y="1849"/>
                </a:cubicBezTo>
                <a:cubicBezTo>
                  <a:pt x="3470" y="1859"/>
                  <a:pt x="3754" y="1914"/>
                  <a:pt x="4009" y="1980"/>
                </a:cubicBezTo>
                <a:cubicBezTo>
                  <a:pt x="4290" y="2053"/>
                  <a:pt x="4438" y="2115"/>
                  <a:pt x="4501" y="2151"/>
                </a:cubicBezTo>
                <a:cubicBezTo>
                  <a:pt x="4459" y="2201"/>
                  <a:pt x="4345" y="2279"/>
                  <a:pt x="4192" y="2279"/>
                </a:cubicBezTo>
                <a:cubicBezTo>
                  <a:pt x="4118" y="2279"/>
                  <a:pt x="4045" y="2260"/>
                  <a:pt x="3976" y="2222"/>
                </a:cubicBezTo>
                <a:cubicBezTo>
                  <a:pt x="3871" y="2164"/>
                  <a:pt x="3608" y="2109"/>
                  <a:pt x="3245" y="2044"/>
                </a:cubicBezTo>
                <a:lnTo>
                  <a:pt x="3210" y="2038"/>
                </a:lnTo>
                <a:cubicBezTo>
                  <a:pt x="3195" y="2035"/>
                  <a:pt x="3177" y="2034"/>
                  <a:pt x="3157" y="2034"/>
                </a:cubicBezTo>
                <a:cubicBezTo>
                  <a:pt x="3010" y="2034"/>
                  <a:pt x="2673" y="2102"/>
                  <a:pt x="2408" y="2355"/>
                </a:cubicBezTo>
                <a:cubicBezTo>
                  <a:pt x="2399" y="2349"/>
                  <a:pt x="2389" y="2343"/>
                  <a:pt x="2380" y="2337"/>
                </a:cubicBezTo>
                <a:cubicBezTo>
                  <a:pt x="2404" y="2274"/>
                  <a:pt x="2418" y="2205"/>
                  <a:pt x="2418" y="2133"/>
                </a:cubicBezTo>
                <a:cubicBezTo>
                  <a:pt x="2418" y="1819"/>
                  <a:pt x="2163" y="1564"/>
                  <a:pt x="1849" y="1564"/>
                </a:cubicBezTo>
                <a:cubicBezTo>
                  <a:pt x="1704" y="1564"/>
                  <a:pt x="1572" y="1619"/>
                  <a:pt x="1471" y="1708"/>
                </a:cubicBezTo>
                <a:cubicBezTo>
                  <a:pt x="1293" y="1578"/>
                  <a:pt x="1144" y="1466"/>
                  <a:pt x="1034" y="1382"/>
                </a:cubicBezTo>
                <a:cubicBezTo>
                  <a:pt x="1087" y="1319"/>
                  <a:pt x="1143" y="1259"/>
                  <a:pt x="1201" y="1201"/>
                </a:cubicBezTo>
                <a:close/>
                <a:moveTo>
                  <a:pt x="2133" y="2133"/>
                </a:moveTo>
                <a:cubicBezTo>
                  <a:pt x="2133" y="2290"/>
                  <a:pt x="2006" y="2418"/>
                  <a:pt x="1849" y="2418"/>
                </a:cubicBezTo>
                <a:cubicBezTo>
                  <a:pt x="1692" y="2418"/>
                  <a:pt x="1565" y="2290"/>
                  <a:pt x="1565" y="2133"/>
                </a:cubicBezTo>
                <a:cubicBezTo>
                  <a:pt x="1565" y="1976"/>
                  <a:pt x="1692" y="1849"/>
                  <a:pt x="1849" y="1849"/>
                </a:cubicBezTo>
                <a:cubicBezTo>
                  <a:pt x="2006" y="1849"/>
                  <a:pt x="2133" y="1976"/>
                  <a:pt x="2133" y="2133"/>
                </a:cubicBezTo>
                <a:close/>
                <a:moveTo>
                  <a:pt x="943" y="5152"/>
                </a:moveTo>
                <a:cubicBezTo>
                  <a:pt x="928" y="5164"/>
                  <a:pt x="895" y="5189"/>
                  <a:pt x="856" y="5217"/>
                </a:cubicBezTo>
                <a:cubicBezTo>
                  <a:pt x="852" y="5211"/>
                  <a:pt x="848" y="5205"/>
                  <a:pt x="844" y="5199"/>
                </a:cubicBezTo>
                <a:lnTo>
                  <a:pt x="844" y="5199"/>
                </a:lnTo>
                <a:cubicBezTo>
                  <a:pt x="720" y="5022"/>
                  <a:pt x="615" y="4832"/>
                  <a:pt x="530" y="4631"/>
                </a:cubicBezTo>
                <a:cubicBezTo>
                  <a:pt x="369" y="4250"/>
                  <a:pt x="286" y="3845"/>
                  <a:pt x="285" y="3428"/>
                </a:cubicBezTo>
                <a:cubicBezTo>
                  <a:pt x="336" y="3503"/>
                  <a:pt x="384" y="3575"/>
                  <a:pt x="424" y="3635"/>
                </a:cubicBezTo>
                <a:cubicBezTo>
                  <a:pt x="467" y="3700"/>
                  <a:pt x="501" y="3752"/>
                  <a:pt x="525" y="3785"/>
                </a:cubicBezTo>
                <a:cubicBezTo>
                  <a:pt x="575" y="3854"/>
                  <a:pt x="626" y="3923"/>
                  <a:pt x="676" y="3988"/>
                </a:cubicBezTo>
                <a:cubicBezTo>
                  <a:pt x="742" y="4075"/>
                  <a:pt x="804" y="4157"/>
                  <a:pt x="861" y="4240"/>
                </a:cubicBezTo>
                <a:cubicBezTo>
                  <a:pt x="959" y="4381"/>
                  <a:pt x="1026" y="4507"/>
                  <a:pt x="1067" y="4622"/>
                </a:cubicBezTo>
                <a:cubicBezTo>
                  <a:pt x="1111" y="4748"/>
                  <a:pt x="1121" y="4856"/>
                  <a:pt x="1095" y="4944"/>
                </a:cubicBezTo>
                <a:cubicBezTo>
                  <a:pt x="1074" y="5013"/>
                  <a:pt x="1023" y="5083"/>
                  <a:pt x="943" y="5152"/>
                </a:cubicBezTo>
                <a:close/>
                <a:moveTo>
                  <a:pt x="1201" y="5626"/>
                </a:moveTo>
                <a:cubicBezTo>
                  <a:pt x="1141" y="5566"/>
                  <a:pt x="1085" y="5505"/>
                  <a:pt x="1031" y="5441"/>
                </a:cubicBezTo>
                <a:cubicBezTo>
                  <a:pt x="1079" y="5406"/>
                  <a:pt x="1117" y="5378"/>
                  <a:pt x="1126" y="5370"/>
                </a:cubicBezTo>
                <a:cubicBezTo>
                  <a:pt x="1235" y="5277"/>
                  <a:pt x="1327" y="5164"/>
                  <a:pt x="1368" y="5024"/>
                </a:cubicBezTo>
                <a:cubicBezTo>
                  <a:pt x="1464" y="4698"/>
                  <a:pt x="1275" y="4340"/>
                  <a:pt x="1095" y="4078"/>
                </a:cubicBezTo>
                <a:cubicBezTo>
                  <a:pt x="989" y="3923"/>
                  <a:pt x="866" y="3773"/>
                  <a:pt x="756" y="3619"/>
                </a:cubicBezTo>
                <a:cubicBezTo>
                  <a:pt x="689" y="3526"/>
                  <a:pt x="493" y="3213"/>
                  <a:pt x="314" y="2981"/>
                </a:cubicBezTo>
                <a:cubicBezTo>
                  <a:pt x="351" y="2711"/>
                  <a:pt x="423" y="2448"/>
                  <a:pt x="530" y="2196"/>
                </a:cubicBezTo>
                <a:cubicBezTo>
                  <a:pt x="619" y="1986"/>
                  <a:pt x="729" y="1789"/>
                  <a:pt x="859" y="1606"/>
                </a:cubicBezTo>
                <a:cubicBezTo>
                  <a:pt x="973" y="1694"/>
                  <a:pt x="1127" y="1810"/>
                  <a:pt x="1312" y="1944"/>
                </a:cubicBezTo>
                <a:cubicBezTo>
                  <a:pt x="1291" y="2004"/>
                  <a:pt x="1280" y="2067"/>
                  <a:pt x="1280" y="2133"/>
                </a:cubicBezTo>
                <a:cubicBezTo>
                  <a:pt x="1280" y="2447"/>
                  <a:pt x="1535" y="2702"/>
                  <a:pt x="1849" y="2702"/>
                </a:cubicBezTo>
                <a:cubicBezTo>
                  <a:pt x="1988" y="2702"/>
                  <a:pt x="2116" y="2652"/>
                  <a:pt x="2215" y="2569"/>
                </a:cubicBezTo>
                <a:cubicBezTo>
                  <a:pt x="2220" y="2572"/>
                  <a:pt x="2224" y="2575"/>
                  <a:pt x="2229" y="2578"/>
                </a:cubicBezTo>
                <a:cubicBezTo>
                  <a:pt x="2094" y="2797"/>
                  <a:pt x="2032" y="3069"/>
                  <a:pt x="2044" y="3389"/>
                </a:cubicBezTo>
                <a:cubicBezTo>
                  <a:pt x="2054" y="3647"/>
                  <a:pt x="2141" y="3866"/>
                  <a:pt x="2298" y="4022"/>
                </a:cubicBezTo>
                <a:cubicBezTo>
                  <a:pt x="2456" y="4181"/>
                  <a:pt x="2677" y="4266"/>
                  <a:pt x="2936" y="4270"/>
                </a:cubicBezTo>
                <a:cubicBezTo>
                  <a:pt x="2967" y="4270"/>
                  <a:pt x="2998" y="4270"/>
                  <a:pt x="3028" y="4270"/>
                </a:cubicBezTo>
                <a:lnTo>
                  <a:pt x="3049" y="4270"/>
                </a:lnTo>
                <a:cubicBezTo>
                  <a:pt x="3079" y="4270"/>
                  <a:pt x="3110" y="4270"/>
                  <a:pt x="3141" y="4270"/>
                </a:cubicBezTo>
                <a:cubicBezTo>
                  <a:pt x="3038" y="4386"/>
                  <a:pt x="2932" y="4502"/>
                  <a:pt x="2824" y="4616"/>
                </a:cubicBezTo>
                <a:cubicBezTo>
                  <a:pt x="2745" y="4575"/>
                  <a:pt x="2655" y="4551"/>
                  <a:pt x="2560" y="4551"/>
                </a:cubicBezTo>
                <a:cubicBezTo>
                  <a:pt x="2246" y="4551"/>
                  <a:pt x="1991" y="4806"/>
                  <a:pt x="1991" y="5120"/>
                </a:cubicBezTo>
                <a:cubicBezTo>
                  <a:pt x="1991" y="5215"/>
                  <a:pt x="2015" y="5304"/>
                  <a:pt x="2056" y="5383"/>
                </a:cubicBezTo>
                <a:cubicBezTo>
                  <a:pt x="1873" y="5553"/>
                  <a:pt x="1686" y="5721"/>
                  <a:pt x="1495" y="5885"/>
                </a:cubicBezTo>
                <a:cubicBezTo>
                  <a:pt x="1392" y="5805"/>
                  <a:pt x="1294" y="5719"/>
                  <a:pt x="1201" y="5626"/>
                </a:cubicBezTo>
                <a:close/>
                <a:moveTo>
                  <a:pt x="2845" y="5120"/>
                </a:moveTo>
                <a:cubicBezTo>
                  <a:pt x="2845" y="5277"/>
                  <a:pt x="2717" y="5405"/>
                  <a:pt x="2560" y="5405"/>
                </a:cubicBezTo>
                <a:cubicBezTo>
                  <a:pt x="2403" y="5405"/>
                  <a:pt x="2276" y="5277"/>
                  <a:pt x="2276" y="5120"/>
                </a:cubicBezTo>
                <a:cubicBezTo>
                  <a:pt x="2276" y="4963"/>
                  <a:pt x="2403" y="4835"/>
                  <a:pt x="2560" y="4835"/>
                </a:cubicBezTo>
                <a:cubicBezTo>
                  <a:pt x="2717" y="4835"/>
                  <a:pt x="2845" y="4963"/>
                  <a:pt x="2845" y="5120"/>
                </a:cubicBezTo>
                <a:close/>
                <a:moveTo>
                  <a:pt x="6296" y="4631"/>
                </a:moveTo>
                <a:cubicBezTo>
                  <a:pt x="6139" y="5004"/>
                  <a:pt x="5913" y="5338"/>
                  <a:pt x="5626" y="5626"/>
                </a:cubicBezTo>
                <a:cubicBezTo>
                  <a:pt x="5338" y="5913"/>
                  <a:pt x="5004" y="6139"/>
                  <a:pt x="4631" y="6296"/>
                </a:cubicBezTo>
                <a:cubicBezTo>
                  <a:pt x="4246" y="6460"/>
                  <a:pt x="3836" y="6542"/>
                  <a:pt x="3413" y="6542"/>
                </a:cubicBezTo>
                <a:cubicBezTo>
                  <a:pt x="2991" y="6542"/>
                  <a:pt x="2581" y="6460"/>
                  <a:pt x="2196" y="6296"/>
                </a:cubicBezTo>
                <a:cubicBezTo>
                  <a:pt x="2035" y="6228"/>
                  <a:pt x="1881" y="6148"/>
                  <a:pt x="1735" y="6055"/>
                </a:cubicBezTo>
                <a:cubicBezTo>
                  <a:pt x="1909" y="5904"/>
                  <a:pt x="2079" y="5750"/>
                  <a:pt x="2246" y="5594"/>
                </a:cubicBezTo>
                <a:cubicBezTo>
                  <a:pt x="2336" y="5654"/>
                  <a:pt x="2444" y="5689"/>
                  <a:pt x="2560" y="5689"/>
                </a:cubicBezTo>
                <a:cubicBezTo>
                  <a:pt x="2874" y="5689"/>
                  <a:pt x="3129" y="5434"/>
                  <a:pt x="3129" y="5120"/>
                </a:cubicBezTo>
                <a:cubicBezTo>
                  <a:pt x="3129" y="5004"/>
                  <a:pt x="3094" y="4897"/>
                  <a:pt x="3035" y="4807"/>
                </a:cubicBezTo>
                <a:cubicBezTo>
                  <a:pt x="3187" y="4645"/>
                  <a:pt x="3335" y="4482"/>
                  <a:pt x="3478" y="4317"/>
                </a:cubicBezTo>
                <a:cubicBezTo>
                  <a:pt x="3549" y="4345"/>
                  <a:pt x="3633" y="4403"/>
                  <a:pt x="3680" y="4570"/>
                </a:cubicBezTo>
                <a:cubicBezTo>
                  <a:pt x="3730" y="4753"/>
                  <a:pt x="3745" y="4940"/>
                  <a:pt x="3760" y="5139"/>
                </a:cubicBezTo>
                <a:cubicBezTo>
                  <a:pt x="3774" y="5325"/>
                  <a:pt x="3789" y="5518"/>
                  <a:pt x="3836" y="5710"/>
                </a:cubicBezTo>
                <a:cubicBezTo>
                  <a:pt x="3931" y="6089"/>
                  <a:pt x="4125" y="6184"/>
                  <a:pt x="4271" y="6197"/>
                </a:cubicBezTo>
                <a:cubicBezTo>
                  <a:pt x="4292" y="6198"/>
                  <a:pt x="4312" y="6199"/>
                  <a:pt x="4333" y="6199"/>
                </a:cubicBezTo>
                <a:cubicBezTo>
                  <a:pt x="4658" y="6199"/>
                  <a:pt x="4874" y="5980"/>
                  <a:pt x="5050" y="5775"/>
                </a:cubicBezTo>
                <a:cubicBezTo>
                  <a:pt x="5092" y="5726"/>
                  <a:pt x="5138" y="5679"/>
                  <a:pt x="5187" y="5629"/>
                </a:cubicBezTo>
                <a:cubicBezTo>
                  <a:pt x="5295" y="5519"/>
                  <a:pt x="5406" y="5405"/>
                  <a:pt x="5485" y="5260"/>
                </a:cubicBezTo>
                <a:cubicBezTo>
                  <a:pt x="5576" y="5093"/>
                  <a:pt x="5609" y="4918"/>
                  <a:pt x="5641" y="4749"/>
                </a:cubicBezTo>
                <a:cubicBezTo>
                  <a:pt x="5671" y="4589"/>
                  <a:pt x="5700" y="4437"/>
                  <a:pt x="5776" y="4305"/>
                </a:cubicBezTo>
                <a:cubicBezTo>
                  <a:pt x="5777" y="4304"/>
                  <a:pt x="5777" y="4304"/>
                  <a:pt x="5778" y="4303"/>
                </a:cubicBezTo>
                <a:cubicBezTo>
                  <a:pt x="5986" y="4357"/>
                  <a:pt x="6186" y="4397"/>
                  <a:pt x="6376" y="4423"/>
                </a:cubicBezTo>
                <a:cubicBezTo>
                  <a:pt x="6352" y="4493"/>
                  <a:pt x="6326" y="4563"/>
                  <a:pt x="6296" y="4631"/>
                </a:cubicBezTo>
                <a:close/>
                <a:moveTo>
                  <a:pt x="5925" y="4047"/>
                </a:moveTo>
                <a:cubicBezTo>
                  <a:pt x="6217" y="3529"/>
                  <a:pt x="6284" y="3319"/>
                  <a:pt x="6211" y="3191"/>
                </a:cubicBezTo>
                <a:cubicBezTo>
                  <a:pt x="6174" y="3127"/>
                  <a:pt x="6106" y="3092"/>
                  <a:pt x="6027" y="3099"/>
                </a:cubicBezTo>
                <a:cubicBezTo>
                  <a:pt x="5990" y="3101"/>
                  <a:pt x="5953" y="3103"/>
                  <a:pt x="5917" y="3103"/>
                </a:cubicBezTo>
                <a:cubicBezTo>
                  <a:pt x="5684" y="3103"/>
                  <a:pt x="5491" y="3039"/>
                  <a:pt x="5388" y="2927"/>
                </a:cubicBezTo>
                <a:cubicBezTo>
                  <a:pt x="5359" y="2895"/>
                  <a:pt x="5345" y="2868"/>
                  <a:pt x="5339" y="2850"/>
                </a:cubicBezTo>
                <a:cubicBezTo>
                  <a:pt x="5342" y="2850"/>
                  <a:pt x="5346" y="2849"/>
                  <a:pt x="5351" y="2849"/>
                </a:cubicBezTo>
                <a:cubicBezTo>
                  <a:pt x="5419" y="2849"/>
                  <a:pt x="5524" y="2878"/>
                  <a:pt x="5626" y="2905"/>
                </a:cubicBezTo>
                <a:cubicBezTo>
                  <a:pt x="5748" y="2938"/>
                  <a:pt x="5875" y="2972"/>
                  <a:pt x="5987" y="2972"/>
                </a:cubicBezTo>
                <a:cubicBezTo>
                  <a:pt x="6169" y="2972"/>
                  <a:pt x="6287" y="2877"/>
                  <a:pt x="6313" y="2712"/>
                </a:cubicBezTo>
                <a:cubicBezTo>
                  <a:pt x="6329" y="2684"/>
                  <a:pt x="6378" y="2631"/>
                  <a:pt x="6433" y="2592"/>
                </a:cubicBezTo>
                <a:cubicBezTo>
                  <a:pt x="6506" y="2858"/>
                  <a:pt x="6542" y="3133"/>
                  <a:pt x="6542" y="3413"/>
                </a:cubicBezTo>
                <a:cubicBezTo>
                  <a:pt x="6542" y="3663"/>
                  <a:pt x="6513" y="3908"/>
                  <a:pt x="6456" y="4147"/>
                </a:cubicBezTo>
                <a:cubicBezTo>
                  <a:pt x="6287" y="4125"/>
                  <a:pt x="6110" y="4092"/>
                  <a:pt x="5925" y="4047"/>
                </a:cubicBezTo>
                <a:close/>
              </a:path>
            </a:pathLst>
          </a:custGeom>
          <a:solidFill>
            <a:schemeClr val="accent1"/>
          </a:solidFill>
          <a:ln>
            <a:noFill/>
          </a:ln>
        </p:spPr>
        <p:txBody>
          <a:bodyPr/>
          <a:lstStyle/>
          <a:p>
            <a:endParaRPr lang="zh-CN" altLang="en-US">
              <a:cs typeface="+mn-ea"/>
              <a:sym typeface="+mn-lt"/>
            </a:endParaRPr>
          </a:p>
        </p:txBody>
      </p:sp>
      <p:sp>
        <p:nvSpPr>
          <p:cNvPr id="8" name="文本框 7">
            <a:extLst>
              <a:ext uri="{FF2B5EF4-FFF2-40B4-BE49-F238E27FC236}">
                <a16:creationId xmlns:a16="http://schemas.microsoft.com/office/drawing/2014/main" id="{56DDE08D-8738-4AF3-BEEA-16949CDDBACA}"/>
              </a:ext>
            </a:extLst>
          </p:cNvPr>
          <p:cNvSpPr txBox="1"/>
          <p:nvPr/>
        </p:nvSpPr>
        <p:spPr>
          <a:xfrm>
            <a:off x="602728" y="4098164"/>
            <a:ext cx="1839531" cy="799706"/>
          </a:xfrm>
          <a:prstGeom prst="rect">
            <a:avLst/>
          </a:prstGeom>
          <a:noFill/>
        </p:spPr>
        <p:txBody>
          <a:bodyPr wrap="square" rtlCol="0">
            <a:spAutoFit/>
          </a:bodyPr>
          <a:lstStyle/>
          <a:p>
            <a:pPr algn="just">
              <a:lnSpc>
                <a:spcPct val="120000"/>
              </a:lnSpc>
            </a:pPr>
            <a:r>
              <a:rPr lang="zh-CN" altLang="en-US" sz="2000" b="1" spc="100" dirty="0">
                <a:solidFill>
                  <a:schemeClr val="tx1">
                    <a:lumMod val="65000"/>
                    <a:lumOff val="35000"/>
                  </a:schemeClr>
                </a:solidFill>
                <a:latin typeface="+mj-ea"/>
                <a:ea typeface="+mj-ea"/>
                <a:cs typeface="+mn-ea"/>
                <a:sym typeface="+mn-lt"/>
              </a:rPr>
              <a:t>请输入</a:t>
            </a:r>
            <a:endParaRPr lang="en-US" altLang="zh-CN" sz="2000" b="1" spc="100" dirty="0">
              <a:solidFill>
                <a:schemeClr val="tx1">
                  <a:lumMod val="65000"/>
                  <a:lumOff val="35000"/>
                </a:schemeClr>
              </a:solidFill>
              <a:latin typeface="+mj-ea"/>
              <a:ea typeface="+mj-ea"/>
              <a:cs typeface="+mn-ea"/>
              <a:sym typeface="+mn-lt"/>
            </a:endParaRPr>
          </a:p>
          <a:p>
            <a:pPr algn="just">
              <a:lnSpc>
                <a:spcPct val="120000"/>
              </a:lnSpc>
            </a:pPr>
            <a:r>
              <a:rPr lang="zh-CN" altLang="en-US" sz="2000" b="1" spc="100" dirty="0">
                <a:solidFill>
                  <a:schemeClr val="tx1">
                    <a:lumMod val="65000"/>
                    <a:lumOff val="35000"/>
                  </a:schemeClr>
                </a:solidFill>
                <a:latin typeface="+mj-ea"/>
                <a:ea typeface="+mj-ea"/>
                <a:cs typeface="+mn-ea"/>
                <a:sym typeface="+mn-lt"/>
              </a:rPr>
              <a:t>第一个标题</a:t>
            </a:r>
          </a:p>
        </p:txBody>
      </p:sp>
      <p:sp>
        <p:nvSpPr>
          <p:cNvPr id="17" name="文本框 16">
            <a:extLst>
              <a:ext uri="{FF2B5EF4-FFF2-40B4-BE49-F238E27FC236}">
                <a16:creationId xmlns:a16="http://schemas.microsoft.com/office/drawing/2014/main" id="{6B1382D9-5B3D-4F65-A6B0-F58861EB25C5}"/>
              </a:ext>
            </a:extLst>
          </p:cNvPr>
          <p:cNvSpPr txBox="1"/>
          <p:nvPr/>
        </p:nvSpPr>
        <p:spPr>
          <a:xfrm>
            <a:off x="602728" y="5008733"/>
            <a:ext cx="2707632" cy="1249188"/>
          </a:xfrm>
          <a:prstGeom prst="rect">
            <a:avLst/>
          </a:prstGeom>
          <a:noFill/>
        </p:spPr>
        <p:txBody>
          <a:bodyPr wrap="square" rtlCol="0">
            <a:spAutoFit/>
          </a:bodyPr>
          <a:lstStyle/>
          <a:p>
            <a:pPr marL="342900" indent="-342900" algn="just">
              <a:lnSpc>
                <a:spcPct val="120000"/>
              </a:lnSpc>
              <a:buFont typeface="Arial" panose="020B0604020202020204" pitchFamily="34" charset="0"/>
              <a:buChar char="•"/>
            </a:pPr>
            <a:r>
              <a:rPr lang="zh-CN" altLang="en-US" sz="1600" spc="100" dirty="0">
                <a:solidFill>
                  <a:schemeClr val="tx1">
                    <a:lumMod val="65000"/>
                    <a:lumOff val="35000"/>
                  </a:schemeClr>
                </a:solidFill>
                <a:cs typeface="+mn-ea"/>
                <a:sym typeface="+mn-lt"/>
              </a:rPr>
              <a:t>请输入第一句文字</a:t>
            </a:r>
            <a:endParaRPr lang="en-US" altLang="zh-CN" sz="1600" spc="100" dirty="0">
              <a:solidFill>
                <a:schemeClr val="tx1">
                  <a:lumMod val="65000"/>
                  <a:lumOff val="35000"/>
                </a:schemeClr>
              </a:solidFill>
              <a:cs typeface="+mn-ea"/>
              <a:sym typeface="+mn-lt"/>
            </a:endParaRPr>
          </a:p>
          <a:p>
            <a:pPr marL="342900" indent="-342900" algn="just">
              <a:lnSpc>
                <a:spcPct val="120000"/>
              </a:lnSpc>
              <a:buFont typeface="Arial" panose="020B0604020202020204" pitchFamily="34" charset="0"/>
              <a:buChar char="•"/>
            </a:pPr>
            <a:r>
              <a:rPr lang="zh-CN" altLang="en-US" sz="1600" spc="100" dirty="0">
                <a:solidFill>
                  <a:schemeClr val="tx1">
                    <a:lumMod val="65000"/>
                    <a:lumOff val="35000"/>
                  </a:schemeClr>
                </a:solidFill>
                <a:cs typeface="+mn-ea"/>
                <a:sym typeface="+mn-lt"/>
              </a:rPr>
              <a:t>请输入第二句文字</a:t>
            </a:r>
            <a:endParaRPr lang="en-US" altLang="zh-CN" sz="1600" spc="100" dirty="0">
              <a:solidFill>
                <a:schemeClr val="tx1">
                  <a:lumMod val="65000"/>
                  <a:lumOff val="35000"/>
                </a:schemeClr>
              </a:solidFill>
              <a:cs typeface="+mn-ea"/>
              <a:sym typeface="+mn-lt"/>
            </a:endParaRPr>
          </a:p>
          <a:p>
            <a:pPr marL="342900" indent="-342900" algn="just">
              <a:lnSpc>
                <a:spcPct val="120000"/>
              </a:lnSpc>
              <a:buFont typeface="Arial" panose="020B0604020202020204" pitchFamily="34" charset="0"/>
              <a:buChar char="•"/>
            </a:pPr>
            <a:r>
              <a:rPr lang="zh-CN" altLang="en-US" sz="1600" spc="100" dirty="0">
                <a:solidFill>
                  <a:schemeClr val="tx1">
                    <a:lumMod val="65000"/>
                    <a:lumOff val="35000"/>
                  </a:schemeClr>
                </a:solidFill>
                <a:cs typeface="+mn-ea"/>
                <a:sym typeface="+mn-lt"/>
              </a:rPr>
              <a:t>请输入第三句文字</a:t>
            </a:r>
            <a:endParaRPr lang="en-US" altLang="zh-CN" sz="1600" spc="100" dirty="0">
              <a:solidFill>
                <a:schemeClr val="tx1">
                  <a:lumMod val="65000"/>
                  <a:lumOff val="35000"/>
                </a:schemeClr>
              </a:solidFill>
              <a:cs typeface="+mn-ea"/>
              <a:sym typeface="+mn-lt"/>
            </a:endParaRPr>
          </a:p>
          <a:p>
            <a:pPr marL="342900" indent="-342900" algn="just">
              <a:lnSpc>
                <a:spcPct val="120000"/>
              </a:lnSpc>
              <a:buFont typeface="Arial" panose="020B0604020202020204" pitchFamily="34" charset="0"/>
              <a:buChar char="•"/>
            </a:pPr>
            <a:r>
              <a:rPr lang="zh-CN" altLang="en-US" sz="1600" spc="100" dirty="0">
                <a:solidFill>
                  <a:schemeClr val="tx1">
                    <a:lumMod val="65000"/>
                    <a:lumOff val="35000"/>
                  </a:schemeClr>
                </a:solidFill>
                <a:cs typeface="+mn-ea"/>
                <a:sym typeface="+mn-lt"/>
              </a:rPr>
              <a:t>请输入第四句文字</a:t>
            </a:r>
          </a:p>
        </p:txBody>
      </p:sp>
      <p:cxnSp>
        <p:nvCxnSpPr>
          <p:cNvPr id="19" name="直接连接符 18">
            <a:extLst>
              <a:ext uri="{FF2B5EF4-FFF2-40B4-BE49-F238E27FC236}">
                <a16:creationId xmlns:a16="http://schemas.microsoft.com/office/drawing/2014/main" id="{218B9CA6-AAAB-4AAC-A39F-37CA0992F6B1}"/>
              </a:ext>
            </a:extLst>
          </p:cNvPr>
          <p:cNvCxnSpPr/>
          <p:nvPr/>
        </p:nvCxnSpPr>
        <p:spPr>
          <a:xfrm>
            <a:off x="695325" y="4986462"/>
            <a:ext cx="25224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7568E6C7-036B-4CD3-B662-E0BF2AA58811}"/>
              </a:ext>
            </a:extLst>
          </p:cNvPr>
          <p:cNvSpPr txBox="1"/>
          <p:nvPr/>
        </p:nvSpPr>
        <p:spPr>
          <a:xfrm>
            <a:off x="8878627" y="4098164"/>
            <a:ext cx="1839531" cy="799706"/>
          </a:xfrm>
          <a:prstGeom prst="rect">
            <a:avLst/>
          </a:prstGeom>
          <a:noFill/>
        </p:spPr>
        <p:txBody>
          <a:bodyPr wrap="square" rtlCol="0">
            <a:spAutoFit/>
          </a:bodyPr>
          <a:lstStyle>
            <a:defPPr>
              <a:defRPr lang="zh-CN"/>
            </a:defPPr>
            <a:lvl1pPr algn="just">
              <a:lnSpc>
                <a:spcPct val="120000"/>
              </a:lnSpc>
              <a:defRPr sz="2000" b="1" spc="100">
                <a:solidFill>
                  <a:schemeClr val="tx1">
                    <a:lumMod val="65000"/>
                    <a:lumOff val="35000"/>
                  </a:schemeClr>
                </a:solidFill>
                <a:latin typeface="+mj-ea"/>
                <a:ea typeface="+mj-ea"/>
                <a:cs typeface="+mn-ea"/>
              </a:defRPr>
            </a:lvl1pPr>
          </a:lstStyle>
          <a:p>
            <a:r>
              <a:rPr lang="zh-CN" altLang="en-US" dirty="0">
                <a:sym typeface="+mn-lt"/>
              </a:rPr>
              <a:t>请输入</a:t>
            </a:r>
            <a:endParaRPr lang="en-US" altLang="zh-CN" dirty="0">
              <a:sym typeface="+mn-lt"/>
            </a:endParaRPr>
          </a:p>
          <a:p>
            <a:r>
              <a:rPr lang="zh-CN" altLang="en-US" dirty="0">
                <a:sym typeface="+mn-lt"/>
              </a:rPr>
              <a:t>第四个标题</a:t>
            </a:r>
          </a:p>
        </p:txBody>
      </p:sp>
      <p:sp>
        <p:nvSpPr>
          <p:cNvPr id="23" name="文本框 22">
            <a:extLst>
              <a:ext uri="{FF2B5EF4-FFF2-40B4-BE49-F238E27FC236}">
                <a16:creationId xmlns:a16="http://schemas.microsoft.com/office/drawing/2014/main" id="{9273D14D-D84F-4203-8F2E-DA368881EFD4}"/>
              </a:ext>
            </a:extLst>
          </p:cNvPr>
          <p:cNvSpPr txBox="1"/>
          <p:nvPr/>
        </p:nvSpPr>
        <p:spPr>
          <a:xfrm>
            <a:off x="8878627" y="5008733"/>
            <a:ext cx="2707632" cy="1249188"/>
          </a:xfrm>
          <a:prstGeom prst="rect">
            <a:avLst/>
          </a:prstGeom>
          <a:noFill/>
        </p:spPr>
        <p:txBody>
          <a:bodyPr wrap="square" rtlCol="0">
            <a:spAutoFit/>
          </a:bodyPr>
          <a:lstStyle/>
          <a:p>
            <a:pPr marL="342900" indent="-342900" algn="just">
              <a:lnSpc>
                <a:spcPct val="120000"/>
              </a:lnSpc>
              <a:buFont typeface="Arial" panose="020B0604020202020204" pitchFamily="34" charset="0"/>
              <a:buChar char="•"/>
            </a:pPr>
            <a:r>
              <a:rPr lang="zh-CN" altLang="en-US" sz="1600" spc="100" dirty="0">
                <a:solidFill>
                  <a:schemeClr val="tx1">
                    <a:lumMod val="65000"/>
                    <a:lumOff val="35000"/>
                  </a:schemeClr>
                </a:solidFill>
                <a:cs typeface="+mn-ea"/>
                <a:sym typeface="+mn-lt"/>
              </a:rPr>
              <a:t>请输入第一句文字</a:t>
            </a:r>
            <a:endParaRPr lang="en-US" altLang="zh-CN" sz="1600" spc="100" dirty="0">
              <a:solidFill>
                <a:schemeClr val="tx1">
                  <a:lumMod val="65000"/>
                  <a:lumOff val="35000"/>
                </a:schemeClr>
              </a:solidFill>
              <a:cs typeface="+mn-ea"/>
              <a:sym typeface="+mn-lt"/>
            </a:endParaRPr>
          </a:p>
          <a:p>
            <a:pPr marL="342900" indent="-342900" algn="just">
              <a:lnSpc>
                <a:spcPct val="120000"/>
              </a:lnSpc>
              <a:buFont typeface="Arial" panose="020B0604020202020204" pitchFamily="34" charset="0"/>
              <a:buChar char="•"/>
            </a:pPr>
            <a:r>
              <a:rPr lang="zh-CN" altLang="en-US" sz="1600" spc="100" dirty="0">
                <a:solidFill>
                  <a:schemeClr val="tx1">
                    <a:lumMod val="65000"/>
                    <a:lumOff val="35000"/>
                  </a:schemeClr>
                </a:solidFill>
                <a:cs typeface="+mn-ea"/>
                <a:sym typeface="+mn-lt"/>
              </a:rPr>
              <a:t>请输入第二句文字</a:t>
            </a:r>
            <a:endParaRPr lang="en-US" altLang="zh-CN" sz="1600" spc="100" dirty="0">
              <a:solidFill>
                <a:schemeClr val="tx1">
                  <a:lumMod val="65000"/>
                  <a:lumOff val="35000"/>
                </a:schemeClr>
              </a:solidFill>
              <a:cs typeface="+mn-ea"/>
              <a:sym typeface="+mn-lt"/>
            </a:endParaRPr>
          </a:p>
          <a:p>
            <a:pPr marL="342900" indent="-342900" algn="just">
              <a:lnSpc>
                <a:spcPct val="120000"/>
              </a:lnSpc>
              <a:buFont typeface="Arial" panose="020B0604020202020204" pitchFamily="34" charset="0"/>
              <a:buChar char="•"/>
            </a:pPr>
            <a:r>
              <a:rPr lang="zh-CN" altLang="en-US" sz="1600" spc="100" dirty="0">
                <a:solidFill>
                  <a:schemeClr val="tx1">
                    <a:lumMod val="65000"/>
                    <a:lumOff val="35000"/>
                  </a:schemeClr>
                </a:solidFill>
                <a:cs typeface="+mn-ea"/>
                <a:sym typeface="+mn-lt"/>
              </a:rPr>
              <a:t>请输入第三句文字</a:t>
            </a:r>
            <a:endParaRPr lang="en-US" altLang="zh-CN" sz="1600" spc="100" dirty="0">
              <a:solidFill>
                <a:schemeClr val="tx1">
                  <a:lumMod val="65000"/>
                  <a:lumOff val="35000"/>
                </a:schemeClr>
              </a:solidFill>
              <a:cs typeface="+mn-ea"/>
              <a:sym typeface="+mn-lt"/>
            </a:endParaRPr>
          </a:p>
          <a:p>
            <a:pPr marL="342900" indent="-342900" algn="just">
              <a:lnSpc>
                <a:spcPct val="120000"/>
              </a:lnSpc>
              <a:buFont typeface="Arial" panose="020B0604020202020204" pitchFamily="34" charset="0"/>
              <a:buChar char="•"/>
            </a:pPr>
            <a:r>
              <a:rPr lang="zh-CN" altLang="en-US" sz="1600" spc="100" dirty="0">
                <a:solidFill>
                  <a:schemeClr val="tx1">
                    <a:lumMod val="65000"/>
                    <a:lumOff val="35000"/>
                  </a:schemeClr>
                </a:solidFill>
                <a:cs typeface="+mn-ea"/>
                <a:sym typeface="+mn-lt"/>
              </a:rPr>
              <a:t>请输入第四句文字</a:t>
            </a:r>
          </a:p>
        </p:txBody>
      </p:sp>
      <p:cxnSp>
        <p:nvCxnSpPr>
          <p:cNvPr id="24" name="直接连接符 23">
            <a:extLst>
              <a:ext uri="{FF2B5EF4-FFF2-40B4-BE49-F238E27FC236}">
                <a16:creationId xmlns:a16="http://schemas.microsoft.com/office/drawing/2014/main" id="{D0BAC972-EE8F-449D-9AFA-61F8E9CA4ABA}"/>
              </a:ext>
            </a:extLst>
          </p:cNvPr>
          <p:cNvCxnSpPr/>
          <p:nvPr/>
        </p:nvCxnSpPr>
        <p:spPr>
          <a:xfrm>
            <a:off x="8971224" y="4986462"/>
            <a:ext cx="25224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5D6B2D64-FA6F-4820-849B-A0C7C4EE88FE}"/>
              </a:ext>
            </a:extLst>
          </p:cNvPr>
          <p:cNvSpPr txBox="1"/>
          <p:nvPr/>
        </p:nvSpPr>
        <p:spPr>
          <a:xfrm>
            <a:off x="3361361" y="4098164"/>
            <a:ext cx="1839531" cy="799706"/>
          </a:xfrm>
          <a:prstGeom prst="rect">
            <a:avLst/>
          </a:prstGeom>
          <a:noFill/>
        </p:spPr>
        <p:txBody>
          <a:bodyPr wrap="square" rtlCol="0">
            <a:spAutoFit/>
          </a:bodyPr>
          <a:lstStyle>
            <a:defPPr>
              <a:defRPr lang="zh-CN"/>
            </a:defPPr>
            <a:lvl1pPr algn="just">
              <a:lnSpc>
                <a:spcPct val="120000"/>
              </a:lnSpc>
              <a:defRPr sz="2000" b="1" spc="100">
                <a:solidFill>
                  <a:schemeClr val="tx1">
                    <a:lumMod val="65000"/>
                    <a:lumOff val="35000"/>
                  </a:schemeClr>
                </a:solidFill>
                <a:latin typeface="+mj-ea"/>
                <a:ea typeface="+mj-ea"/>
                <a:cs typeface="+mn-ea"/>
              </a:defRPr>
            </a:lvl1pPr>
          </a:lstStyle>
          <a:p>
            <a:r>
              <a:rPr lang="zh-CN" altLang="en-US" dirty="0">
                <a:sym typeface="+mn-lt"/>
              </a:rPr>
              <a:t>请输入</a:t>
            </a:r>
            <a:endParaRPr lang="en-US" altLang="zh-CN" dirty="0">
              <a:sym typeface="+mn-lt"/>
            </a:endParaRPr>
          </a:p>
          <a:p>
            <a:r>
              <a:rPr lang="zh-CN" altLang="en-US" dirty="0">
                <a:sym typeface="+mn-lt"/>
              </a:rPr>
              <a:t>第二个标题</a:t>
            </a:r>
          </a:p>
        </p:txBody>
      </p:sp>
      <p:sp>
        <p:nvSpPr>
          <p:cNvPr id="27" name="文本框 26">
            <a:extLst>
              <a:ext uri="{FF2B5EF4-FFF2-40B4-BE49-F238E27FC236}">
                <a16:creationId xmlns:a16="http://schemas.microsoft.com/office/drawing/2014/main" id="{FC554267-461A-40DD-8402-11226FD83CA0}"/>
              </a:ext>
            </a:extLst>
          </p:cNvPr>
          <p:cNvSpPr txBox="1"/>
          <p:nvPr/>
        </p:nvSpPr>
        <p:spPr>
          <a:xfrm>
            <a:off x="3361361" y="5008733"/>
            <a:ext cx="2707632" cy="1249188"/>
          </a:xfrm>
          <a:prstGeom prst="rect">
            <a:avLst/>
          </a:prstGeom>
          <a:noFill/>
        </p:spPr>
        <p:txBody>
          <a:bodyPr wrap="square" rtlCol="0">
            <a:spAutoFit/>
          </a:bodyPr>
          <a:lstStyle/>
          <a:p>
            <a:pPr marL="342900" indent="-342900" algn="just">
              <a:lnSpc>
                <a:spcPct val="120000"/>
              </a:lnSpc>
              <a:buFont typeface="Arial" panose="020B0604020202020204" pitchFamily="34" charset="0"/>
              <a:buChar char="•"/>
            </a:pPr>
            <a:r>
              <a:rPr lang="zh-CN" altLang="en-US" sz="1600" spc="100" dirty="0">
                <a:solidFill>
                  <a:schemeClr val="tx1">
                    <a:lumMod val="65000"/>
                    <a:lumOff val="35000"/>
                  </a:schemeClr>
                </a:solidFill>
                <a:cs typeface="+mn-ea"/>
                <a:sym typeface="+mn-lt"/>
              </a:rPr>
              <a:t>请输入第一句文字</a:t>
            </a:r>
            <a:endParaRPr lang="en-US" altLang="zh-CN" sz="1600" spc="100" dirty="0">
              <a:solidFill>
                <a:schemeClr val="tx1">
                  <a:lumMod val="65000"/>
                  <a:lumOff val="35000"/>
                </a:schemeClr>
              </a:solidFill>
              <a:cs typeface="+mn-ea"/>
              <a:sym typeface="+mn-lt"/>
            </a:endParaRPr>
          </a:p>
          <a:p>
            <a:pPr marL="342900" indent="-342900" algn="just">
              <a:lnSpc>
                <a:spcPct val="120000"/>
              </a:lnSpc>
              <a:buFont typeface="Arial" panose="020B0604020202020204" pitchFamily="34" charset="0"/>
              <a:buChar char="•"/>
            </a:pPr>
            <a:r>
              <a:rPr lang="zh-CN" altLang="en-US" sz="1600" spc="100" dirty="0">
                <a:solidFill>
                  <a:schemeClr val="tx1">
                    <a:lumMod val="65000"/>
                    <a:lumOff val="35000"/>
                  </a:schemeClr>
                </a:solidFill>
                <a:cs typeface="+mn-ea"/>
                <a:sym typeface="+mn-lt"/>
              </a:rPr>
              <a:t>请输入第二句文字</a:t>
            </a:r>
            <a:endParaRPr lang="en-US" altLang="zh-CN" sz="1600" spc="100" dirty="0">
              <a:solidFill>
                <a:schemeClr val="tx1">
                  <a:lumMod val="65000"/>
                  <a:lumOff val="35000"/>
                </a:schemeClr>
              </a:solidFill>
              <a:cs typeface="+mn-ea"/>
              <a:sym typeface="+mn-lt"/>
            </a:endParaRPr>
          </a:p>
          <a:p>
            <a:pPr marL="342900" indent="-342900" algn="just">
              <a:lnSpc>
                <a:spcPct val="120000"/>
              </a:lnSpc>
              <a:buFont typeface="Arial" panose="020B0604020202020204" pitchFamily="34" charset="0"/>
              <a:buChar char="•"/>
            </a:pPr>
            <a:r>
              <a:rPr lang="zh-CN" altLang="en-US" sz="1600" spc="100" dirty="0">
                <a:solidFill>
                  <a:schemeClr val="tx1">
                    <a:lumMod val="65000"/>
                    <a:lumOff val="35000"/>
                  </a:schemeClr>
                </a:solidFill>
                <a:cs typeface="+mn-ea"/>
                <a:sym typeface="+mn-lt"/>
              </a:rPr>
              <a:t>请输入第三句文字</a:t>
            </a:r>
            <a:endParaRPr lang="en-US" altLang="zh-CN" sz="1600" spc="100" dirty="0">
              <a:solidFill>
                <a:schemeClr val="tx1">
                  <a:lumMod val="65000"/>
                  <a:lumOff val="35000"/>
                </a:schemeClr>
              </a:solidFill>
              <a:cs typeface="+mn-ea"/>
              <a:sym typeface="+mn-lt"/>
            </a:endParaRPr>
          </a:p>
          <a:p>
            <a:pPr marL="342900" indent="-342900" algn="just">
              <a:lnSpc>
                <a:spcPct val="120000"/>
              </a:lnSpc>
              <a:buFont typeface="Arial" panose="020B0604020202020204" pitchFamily="34" charset="0"/>
              <a:buChar char="•"/>
            </a:pPr>
            <a:r>
              <a:rPr lang="zh-CN" altLang="en-US" sz="1600" spc="100" dirty="0">
                <a:solidFill>
                  <a:schemeClr val="tx1">
                    <a:lumMod val="65000"/>
                    <a:lumOff val="35000"/>
                  </a:schemeClr>
                </a:solidFill>
                <a:cs typeface="+mn-ea"/>
                <a:sym typeface="+mn-lt"/>
              </a:rPr>
              <a:t>请输入第四句文字</a:t>
            </a:r>
          </a:p>
        </p:txBody>
      </p:sp>
      <p:cxnSp>
        <p:nvCxnSpPr>
          <p:cNvPr id="28" name="直接连接符 27">
            <a:extLst>
              <a:ext uri="{FF2B5EF4-FFF2-40B4-BE49-F238E27FC236}">
                <a16:creationId xmlns:a16="http://schemas.microsoft.com/office/drawing/2014/main" id="{D2983235-9D47-4E9B-90A3-EC3D1ED53791}"/>
              </a:ext>
            </a:extLst>
          </p:cNvPr>
          <p:cNvCxnSpPr/>
          <p:nvPr/>
        </p:nvCxnSpPr>
        <p:spPr>
          <a:xfrm>
            <a:off x="3453958" y="4986462"/>
            <a:ext cx="25224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87EA3F69-4E26-4781-82AE-54C6423275AA}"/>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多项内容页</a:t>
            </a:r>
          </a:p>
        </p:txBody>
      </p:sp>
    </p:spTree>
    <p:custDataLst>
      <p:tags r:id="rId1"/>
    </p:custDataLst>
    <p:extLst>
      <p:ext uri="{BB962C8B-B14F-4D97-AF65-F5344CB8AC3E}">
        <p14:creationId xmlns:p14="http://schemas.microsoft.com/office/powerpoint/2010/main" val="32131498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C16221A-EBE7-4FFB-8631-D184CE29D3A1}"/>
              </a:ext>
            </a:extLst>
          </p:cNvPr>
          <p:cNvGrpSpPr/>
          <p:nvPr/>
        </p:nvGrpSpPr>
        <p:grpSpPr>
          <a:xfrm>
            <a:off x="1417320" y="1742440"/>
            <a:ext cx="9509760" cy="3550920"/>
            <a:chOff x="1417320" y="1742440"/>
            <a:chExt cx="9509760" cy="3550920"/>
          </a:xfrm>
        </p:grpSpPr>
        <p:sp>
          <p:nvSpPr>
            <p:cNvPr id="2" name="矩形 1">
              <a:extLst>
                <a:ext uri="{FF2B5EF4-FFF2-40B4-BE49-F238E27FC236}">
                  <a16:creationId xmlns:a16="http://schemas.microsoft.com/office/drawing/2014/main" id="{EAF11919-B432-49CB-9E21-E91BAC3CA292}"/>
                </a:ext>
              </a:extLst>
            </p:cNvPr>
            <p:cNvSpPr/>
            <p:nvPr/>
          </p:nvSpPr>
          <p:spPr>
            <a:xfrm>
              <a:off x="1417320" y="1920240"/>
              <a:ext cx="9357360" cy="337312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6" name="任意多边形: 形状 5">
              <a:extLst>
                <a:ext uri="{FF2B5EF4-FFF2-40B4-BE49-F238E27FC236}">
                  <a16:creationId xmlns:a16="http://schemas.microsoft.com/office/drawing/2014/main" id="{40047D8C-1A1D-4138-9279-48A130F4780D}"/>
                </a:ext>
              </a:extLst>
            </p:cNvPr>
            <p:cNvSpPr/>
            <p:nvPr/>
          </p:nvSpPr>
          <p:spPr>
            <a:xfrm>
              <a:off x="1569720" y="1742440"/>
              <a:ext cx="9357360" cy="3373120"/>
            </a:xfrm>
            <a:custGeom>
              <a:avLst/>
              <a:gdLst>
                <a:gd name="connsiteX0" fmla="*/ 0 w 9357360"/>
                <a:gd name="connsiteY0" fmla="*/ 0 h 3373120"/>
                <a:gd name="connsiteX1" fmla="*/ 9357360 w 9357360"/>
                <a:gd name="connsiteY1" fmla="*/ 0 h 3373120"/>
                <a:gd name="connsiteX2" fmla="*/ 9357360 w 9357360"/>
                <a:gd name="connsiteY2" fmla="*/ 3373120 h 3373120"/>
                <a:gd name="connsiteX3" fmla="*/ 9204960 w 9357360"/>
                <a:gd name="connsiteY3" fmla="*/ 3373120 h 3373120"/>
                <a:gd name="connsiteX4" fmla="*/ 9204960 w 9357360"/>
                <a:gd name="connsiteY4" fmla="*/ 177800 h 3373120"/>
                <a:gd name="connsiteX5" fmla="*/ 0 w 9357360"/>
                <a:gd name="connsiteY5" fmla="*/ 177800 h 337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57360" h="3373120">
                  <a:moveTo>
                    <a:pt x="0" y="0"/>
                  </a:moveTo>
                  <a:lnTo>
                    <a:pt x="9357360" y="0"/>
                  </a:lnTo>
                  <a:lnTo>
                    <a:pt x="9357360" y="3373120"/>
                  </a:lnTo>
                  <a:lnTo>
                    <a:pt x="9204960" y="3373120"/>
                  </a:lnTo>
                  <a:lnTo>
                    <a:pt x="9204960" y="177800"/>
                  </a:lnTo>
                  <a:lnTo>
                    <a:pt x="0" y="17780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grpSp>
      <p:sp>
        <p:nvSpPr>
          <p:cNvPr id="20" name="Freeform 5">
            <a:extLst>
              <a:ext uri="{FF2B5EF4-FFF2-40B4-BE49-F238E27FC236}">
                <a16:creationId xmlns:a16="http://schemas.microsoft.com/office/drawing/2014/main" id="{5BB9C868-6F00-484A-AEAD-AF3D445227D1}"/>
              </a:ext>
            </a:extLst>
          </p:cNvPr>
          <p:cNvSpPr/>
          <p:nvPr/>
        </p:nvSpPr>
        <p:spPr bwMode="auto">
          <a:xfrm>
            <a:off x="2081018" y="2503098"/>
            <a:ext cx="536820" cy="406524"/>
          </a:xfrm>
          <a:custGeom>
            <a:avLst/>
            <a:gdLst>
              <a:gd name="T0" fmla="*/ 324 w 412"/>
              <a:gd name="T1" fmla="*/ 0 h 312"/>
              <a:gd name="T2" fmla="*/ 412 w 412"/>
              <a:gd name="T3" fmla="*/ 0 h 312"/>
              <a:gd name="T4" fmla="*/ 337 w 412"/>
              <a:gd name="T5" fmla="*/ 312 h 312"/>
              <a:gd name="T6" fmla="*/ 222 w 412"/>
              <a:gd name="T7" fmla="*/ 312 h 312"/>
              <a:gd name="T8" fmla="*/ 324 w 412"/>
              <a:gd name="T9" fmla="*/ 0 h 312"/>
              <a:gd name="T10" fmla="*/ 102 w 412"/>
              <a:gd name="T11" fmla="*/ 0 h 312"/>
              <a:gd name="T12" fmla="*/ 191 w 412"/>
              <a:gd name="T13" fmla="*/ 0 h 312"/>
              <a:gd name="T14" fmla="*/ 115 w 412"/>
              <a:gd name="T15" fmla="*/ 312 h 312"/>
              <a:gd name="T16" fmla="*/ 0 w 412"/>
              <a:gd name="T17" fmla="*/ 312 h 312"/>
              <a:gd name="T18" fmla="*/ 102 w 412"/>
              <a:gd name="T19"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2" h="312">
                <a:moveTo>
                  <a:pt x="324" y="0"/>
                </a:moveTo>
                <a:lnTo>
                  <a:pt x="412" y="0"/>
                </a:lnTo>
                <a:lnTo>
                  <a:pt x="337" y="312"/>
                </a:lnTo>
                <a:lnTo>
                  <a:pt x="222" y="312"/>
                </a:lnTo>
                <a:lnTo>
                  <a:pt x="324" y="0"/>
                </a:lnTo>
                <a:close/>
                <a:moveTo>
                  <a:pt x="102" y="0"/>
                </a:moveTo>
                <a:lnTo>
                  <a:pt x="191" y="0"/>
                </a:lnTo>
                <a:lnTo>
                  <a:pt x="115" y="312"/>
                </a:lnTo>
                <a:lnTo>
                  <a:pt x="0" y="312"/>
                </a:lnTo>
                <a:lnTo>
                  <a:pt x="102" y="0"/>
                </a:lnTo>
                <a:close/>
              </a:path>
            </a:pathLst>
          </a:custGeom>
          <a:solidFill>
            <a:srgbClr val="595959">
              <a:alpha val="20000"/>
            </a:srgb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5">
            <a:extLst>
              <a:ext uri="{FF2B5EF4-FFF2-40B4-BE49-F238E27FC236}">
                <a16:creationId xmlns:a16="http://schemas.microsoft.com/office/drawing/2014/main" id="{9053ECE0-1567-4185-84F5-7A963356274B}"/>
              </a:ext>
            </a:extLst>
          </p:cNvPr>
          <p:cNvSpPr/>
          <p:nvPr/>
        </p:nvSpPr>
        <p:spPr bwMode="auto">
          <a:xfrm>
            <a:off x="9479634" y="4213189"/>
            <a:ext cx="536820" cy="406524"/>
          </a:xfrm>
          <a:custGeom>
            <a:avLst/>
            <a:gdLst>
              <a:gd name="T0" fmla="*/ 324 w 412"/>
              <a:gd name="T1" fmla="*/ 0 h 312"/>
              <a:gd name="T2" fmla="*/ 412 w 412"/>
              <a:gd name="T3" fmla="*/ 0 h 312"/>
              <a:gd name="T4" fmla="*/ 337 w 412"/>
              <a:gd name="T5" fmla="*/ 312 h 312"/>
              <a:gd name="T6" fmla="*/ 222 w 412"/>
              <a:gd name="T7" fmla="*/ 312 h 312"/>
              <a:gd name="T8" fmla="*/ 324 w 412"/>
              <a:gd name="T9" fmla="*/ 0 h 312"/>
              <a:gd name="T10" fmla="*/ 102 w 412"/>
              <a:gd name="T11" fmla="*/ 0 h 312"/>
              <a:gd name="T12" fmla="*/ 191 w 412"/>
              <a:gd name="T13" fmla="*/ 0 h 312"/>
              <a:gd name="T14" fmla="*/ 115 w 412"/>
              <a:gd name="T15" fmla="*/ 312 h 312"/>
              <a:gd name="T16" fmla="*/ 0 w 412"/>
              <a:gd name="T17" fmla="*/ 312 h 312"/>
              <a:gd name="T18" fmla="*/ 102 w 412"/>
              <a:gd name="T19"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2" h="312">
                <a:moveTo>
                  <a:pt x="324" y="0"/>
                </a:moveTo>
                <a:lnTo>
                  <a:pt x="412" y="0"/>
                </a:lnTo>
                <a:lnTo>
                  <a:pt x="337" y="312"/>
                </a:lnTo>
                <a:lnTo>
                  <a:pt x="222" y="312"/>
                </a:lnTo>
                <a:lnTo>
                  <a:pt x="324" y="0"/>
                </a:lnTo>
                <a:close/>
                <a:moveTo>
                  <a:pt x="102" y="0"/>
                </a:moveTo>
                <a:lnTo>
                  <a:pt x="191" y="0"/>
                </a:lnTo>
                <a:lnTo>
                  <a:pt x="115" y="312"/>
                </a:lnTo>
                <a:lnTo>
                  <a:pt x="0" y="312"/>
                </a:lnTo>
                <a:lnTo>
                  <a:pt x="102" y="0"/>
                </a:lnTo>
                <a:close/>
              </a:path>
            </a:pathLst>
          </a:custGeom>
          <a:solidFill>
            <a:srgbClr val="595959">
              <a:alpha val="20000"/>
            </a:srgb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3" name="文本框 22">
            <a:extLst>
              <a:ext uri="{FF2B5EF4-FFF2-40B4-BE49-F238E27FC236}">
                <a16:creationId xmlns:a16="http://schemas.microsoft.com/office/drawing/2014/main" id="{4D9553E0-DF0E-4BAE-8B4D-5917B26A3A34}"/>
              </a:ext>
            </a:extLst>
          </p:cNvPr>
          <p:cNvSpPr txBox="1"/>
          <p:nvPr/>
        </p:nvSpPr>
        <p:spPr>
          <a:xfrm>
            <a:off x="2437094" y="2909622"/>
            <a:ext cx="7397786" cy="805029"/>
          </a:xfrm>
          <a:prstGeom prst="rect">
            <a:avLst/>
          </a:prstGeom>
          <a:noFill/>
        </p:spPr>
        <p:txBody>
          <a:bodyPr wrap="square" rtlCol="0">
            <a:spAutoFit/>
          </a:bodyPr>
          <a:lstStyle/>
          <a:p>
            <a:pPr algn="just">
              <a:lnSpc>
                <a:spcPct val="120000"/>
              </a:lnSpc>
            </a:pPr>
            <a:r>
              <a:rPr lang="zh-CN" altLang="en-US" sz="2000" b="0" i="0" dirty="0">
                <a:solidFill>
                  <a:schemeClr val="bg1">
                    <a:lumMod val="50000"/>
                  </a:schemeClr>
                </a:solidFill>
                <a:effectLst/>
                <a:cs typeface="+mn-ea"/>
                <a:sym typeface="+mn-lt"/>
              </a:rPr>
              <a:t>你以为挑起生活的担子是勇气，其实去过自己真正想要的生活才更需要勇气。</a:t>
            </a:r>
            <a:endParaRPr lang="zh-CN" altLang="en-US" sz="2000" spc="100" dirty="0">
              <a:solidFill>
                <a:schemeClr val="bg1">
                  <a:lumMod val="50000"/>
                </a:schemeClr>
              </a:solidFill>
              <a:cs typeface="+mn-ea"/>
              <a:sym typeface="+mn-lt"/>
            </a:endParaRPr>
          </a:p>
        </p:txBody>
      </p:sp>
      <p:sp>
        <p:nvSpPr>
          <p:cNvPr id="24" name="文本框 23">
            <a:extLst>
              <a:ext uri="{FF2B5EF4-FFF2-40B4-BE49-F238E27FC236}">
                <a16:creationId xmlns:a16="http://schemas.microsoft.com/office/drawing/2014/main" id="{B80690D9-8115-49BE-B599-D6418490922B}"/>
              </a:ext>
            </a:extLst>
          </p:cNvPr>
          <p:cNvSpPr txBox="1"/>
          <p:nvPr/>
        </p:nvSpPr>
        <p:spPr>
          <a:xfrm>
            <a:off x="6899116" y="4062782"/>
            <a:ext cx="2848928" cy="431978"/>
          </a:xfrm>
          <a:prstGeom prst="rect">
            <a:avLst/>
          </a:prstGeom>
          <a:noFill/>
        </p:spPr>
        <p:txBody>
          <a:bodyPr wrap="square" rtlCol="0">
            <a:spAutoFit/>
          </a:bodyPr>
          <a:lstStyle/>
          <a:p>
            <a:pPr algn="r">
              <a:lnSpc>
                <a:spcPct val="120000"/>
              </a:lnSpc>
            </a:pPr>
            <a:r>
              <a:rPr lang="en-US" altLang="zh-CN" sz="2000" b="0" i="0" dirty="0">
                <a:solidFill>
                  <a:schemeClr val="bg1">
                    <a:lumMod val="50000"/>
                  </a:schemeClr>
                </a:solidFill>
                <a:effectLst/>
                <a:cs typeface="+mn-ea"/>
                <a:sym typeface="+mn-lt"/>
              </a:rPr>
              <a:t>——</a:t>
            </a:r>
            <a:r>
              <a:rPr lang="zh-CN" altLang="en-US" sz="2000" b="0" i="0" dirty="0">
                <a:solidFill>
                  <a:schemeClr val="bg1">
                    <a:lumMod val="50000"/>
                  </a:schemeClr>
                </a:solidFill>
                <a:effectLst/>
                <a:cs typeface="+mn-ea"/>
                <a:sym typeface="+mn-lt"/>
              </a:rPr>
              <a:t>萨姆门德斯</a:t>
            </a:r>
            <a:endParaRPr lang="zh-CN" altLang="en-US" sz="2000" spc="100" dirty="0">
              <a:solidFill>
                <a:schemeClr val="tx1">
                  <a:lumMod val="65000"/>
                  <a:lumOff val="35000"/>
                </a:schemeClr>
              </a:solidFill>
              <a:cs typeface="+mn-ea"/>
              <a:sym typeface="+mn-lt"/>
            </a:endParaRPr>
          </a:p>
        </p:txBody>
      </p:sp>
      <p:sp>
        <p:nvSpPr>
          <p:cNvPr id="3" name="文本框 2">
            <a:extLst>
              <a:ext uri="{FF2B5EF4-FFF2-40B4-BE49-F238E27FC236}">
                <a16:creationId xmlns:a16="http://schemas.microsoft.com/office/drawing/2014/main" id="{B17EF33E-05A4-4A19-BEAA-AD1E1996ED93}"/>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名人名言页</a:t>
            </a:r>
          </a:p>
        </p:txBody>
      </p:sp>
    </p:spTree>
    <p:custDataLst>
      <p:tags r:id="rId1"/>
    </p:custDataLst>
    <p:extLst>
      <p:ext uri="{BB962C8B-B14F-4D97-AF65-F5344CB8AC3E}">
        <p14:creationId xmlns:p14="http://schemas.microsoft.com/office/powerpoint/2010/main" val="1171991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示 5">
            <a:extLst>
              <a:ext uri="{FF2B5EF4-FFF2-40B4-BE49-F238E27FC236}">
                <a16:creationId xmlns:a16="http://schemas.microsoft.com/office/drawing/2014/main" id="{07BA497D-A238-43BA-9321-A5D1638A061E}"/>
              </a:ext>
            </a:extLst>
          </p:cNvPr>
          <p:cNvGraphicFramePr/>
          <p:nvPr>
            <p:extLst>
              <p:ext uri="{D42A27DB-BD31-4B8C-83A1-F6EECF244321}">
                <p14:modId xmlns:p14="http://schemas.microsoft.com/office/powerpoint/2010/main" val="1554172340"/>
              </p:ext>
            </p:extLst>
          </p:nvPr>
        </p:nvGraphicFramePr>
        <p:xfrm>
          <a:off x="3327401" y="1227843"/>
          <a:ext cx="5537199" cy="440231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弧形 10">
            <a:extLst>
              <a:ext uri="{FF2B5EF4-FFF2-40B4-BE49-F238E27FC236}">
                <a16:creationId xmlns:a16="http://schemas.microsoft.com/office/drawing/2014/main" id="{EFBC7ABB-2711-476A-8B75-6CC86F090827}"/>
              </a:ext>
            </a:extLst>
          </p:cNvPr>
          <p:cNvSpPr/>
          <p:nvPr/>
        </p:nvSpPr>
        <p:spPr>
          <a:xfrm rot="16200000">
            <a:off x="2601642" y="1964939"/>
            <a:ext cx="3903018" cy="2928121"/>
          </a:xfrm>
          <a:custGeom>
            <a:avLst/>
            <a:gdLst>
              <a:gd name="connsiteX0" fmla="*/ 1 w 4502027"/>
              <a:gd name="connsiteY0" fmla="*/ 2252992 h 4502027"/>
              <a:gd name="connsiteX1" fmla="*/ 1124365 w 4502027"/>
              <a:gd name="connsiteY1" fmla="*/ 302238 h 4502027"/>
              <a:gd name="connsiteX2" fmla="*/ 3375950 w 4502027"/>
              <a:gd name="connsiteY2" fmla="*/ 301248 h 4502027"/>
              <a:gd name="connsiteX3" fmla="*/ 4502028 w 4502027"/>
              <a:gd name="connsiteY3" fmla="*/ 2251013 h 4502027"/>
              <a:gd name="connsiteX4" fmla="*/ 2251014 w 4502027"/>
              <a:gd name="connsiteY4" fmla="*/ 2251014 h 4502027"/>
              <a:gd name="connsiteX5" fmla="*/ 1 w 4502027"/>
              <a:gd name="connsiteY5" fmla="*/ 2252992 h 4502027"/>
              <a:gd name="connsiteX0" fmla="*/ 1 w 4502027"/>
              <a:gd name="connsiteY0" fmla="*/ 2252992 h 4502027"/>
              <a:gd name="connsiteX1" fmla="*/ 1124365 w 4502027"/>
              <a:gd name="connsiteY1" fmla="*/ 302238 h 4502027"/>
              <a:gd name="connsiteX2" fmla="*/ 3375950 w 4502027"/>
              <a:gd name="connsiteY2" fmla="*/ 301248 h 4502027"/>
              <a:gd name="connsiteX3" fmla="*/ 4502028 w 4502027"/>
              <a:gd name="connsiteY3" fmla="*/ 2251013 h 4502027"/>
              <a:gd name="connsiteX0" fmla="*/ 2638742 w 7140769"/>
              <a:gd name="connsiteY0" fmla="*/ 3430978 h 3430978"/>
              <a:gd name="connsiteX1" fmla="*/ 0 w 7140769"/>
              <a:gd name="connsiteY1" fmla="*/ 0 h 3430978"/>
              <a:gd name="connsiteX2" fmla="*/ 3763106 w 7140769"/>
              <a:gd name="connsiteY2" fmla="*/ 1480224 h 3430978"/>
              <a:gd name="connsiteX3" fmla="*/ 6014691 w 7140769"/>
              <a:gd name="connsiteY3" fmla="*/ 1479234 h 3430978"/>
              <a:gd name="connsiteX4" fmla="*/ 7140769 w 7140769"/>
              <a:gd name="connsiteY4" fmla="*/ 3428999 h 3430978"/>
              <a:gd name="connsiteX5" fmla="*/ 4889755 w 7140769"/>
              <a:gd name="connsiteY5" fmla="*/ 3429000 h 3430978"/>
              <a:gd name="connsiteX6" fmla="*/ 2638742 w 7140769"/>
              <a:gd name="connsiteY6" fmla="*/ 3430978 h 3430978"/>
              <a:gd name="connsiteX0" fmla="*/ 2638742 w 7140769"/>
              <a:gd name="connsiteY0" fmla="*/ 3430978 h 3430978"/>
              <a:gd name="connsiteX1" fmla="*/ 3763106 w 7140769"/>
              <a:gd name="connsiteY1" fmla="*/ 1480224 h 3430978"/>
              <a:gd name="connsiteX2" fmla="*/ 6014691 w 7140769"/>
              <a:gd name="connsiteY2" fmla="*/ 1479234 h 3430978"/>
              <a:gd name="connsiteX3" fmla="*/ 7140769 w 7140769"/>
              <a:gd name="connsiteY3" fmla="*/ 3428999 h 3430978"/>
              <a:gd name="connsiteX0" fmla="*/ 1 w 4502028"/>
              <a:gd name="connsiteY0" fmla="*/ 2252993 h 2252993"/>
              <a:gd name="connsiteX1" fmla="*/ 1124365 w 4502028"/>
              <a:gd name="connsiteY1" fmla="*/ 302239 h 2252993"/>
              <a:gd name="connsiteX2" fmla="*/ 3375950 w 4502028"/>
              <a:gd name="connsiteY2" fmla="*/ 301249 h 2252993"/>
              <a:gd name="connsiteX3" fmla="*/ 4502028 w 4502028"/>
              <a:gd name="connsiteY3" fmla="*/ 2251014 h 2252993"/>
              <a:gd name="connsiteX4" fmla="*/ 2251014 w 4502028"/>
              <a:gd name="connsiteY4" fmla="*/ 2251015 h 2252993"/>
              <a:gd name="connsiteX5" fmla="*/ 1 w 4502028"/>
              <a:gd name="connsiteY5" fmla="*/ 2252993 h 2252993"/>
              <a:gd name="connsiteX0" fmla="*/ 1 w 4502028"/>
              <a:gd name="connsiteY0" fmla="*/ 2252993 h 2252993"/>
              <a:gd name="connsiteX1" fmla="*/ 1124365 w 4502028"/>
              <a:gd name="connsiteY1" fmla="*/ 302239 h 2252993"/>
              <a:gd name="connsiteX2" fmla="*/ 3375950 w 4502028"/>
              <a:gd name="connsiteY2" fmla="*/ 301249 h 2252993"/>
              <a:gd name="connsiteX3" fmla="*/ 4502028 w 4502028"/>
              <a:gd name="connsiteY3" fmla="*/ 2251014 h 2252993"/>
              <a:gd name="connsiteX0" fmla="*/ 1 w 4502028"/>
              <a:gd name="connsiteY0" fmla="*/ 2252993 h 3377510"/>
              <a:gd name="connsiteX1" fmla="*/ 3377510 w 4502028"/>
              <a:gd name="connsiteY1" fmla="*/ 3377510 h 3377510"/>
              <a:gd name="connsiteX2" fmla="*/ 1124365 w 4502028"/>
              <a:gd name="connsiteY2" fmla="*/ 302239 h 3377510"/>
              <a:gd name="connsiteX3" fmla="*/ 3375950 w 4502028"/>
              <a:gd name="connsiteY3" fmla="*/ 301249 h 3377510"/>
              <a:gd name="connsiteX4" fmla="*/ 4502028 w 4502028"/>
              <a:gd name="connsiteY4" fmla="*/ 2251014 h 3377510"/>
              <a:gd name="connsiteX5" fmla="*/ 2251014 w 4502028"/>
              <a:gd name="connsiteY5" fmla="*/ 2251015 h 3377510"/>
              <a:gd name="connsiteX6" fmla="*/ 1 w 4502028"/>
              <a:gd name="connsiteY6" fmla="*/ 2252993 h 3377510"/>
              <a:gd name="connsiteX0" fmla="*/ 1 w 4502028"/>
              <a:gd name="connsiteY0" fmla="*/ 2252993 h 3377510"/>
              <a:gd name="connsiteX1" fmla="*/ 1124365 w 4502028"/>
              <a:gd name="connsiteY1" fmla="*/ 302239 h 3377510"/>
              <a:gd name="connsiteX2" fmla="*/ 3375950 w 4502028"/>
              <a:gd name="connsiteY2" fmla="*/ 301249 h 3377510"/>
              <a:gd name="connsiteX3" fmla="*/ 4502028 w 4502028"/>
              <a:gd name="connsiteY3" fmla="*/ 2251014 h 3377510"/>
            </a:gdLst>
            <a:ahLst/>
            <a:cxnLst>
              <a:cxn ang="0">
                <a:pos x="connsiteX0" y="connsiteY0"/>
              </a:cxn>
              <a:cxn ang="0">
                <a:pos x="connsiteX1" y="connsiteY1"/>
              </a:cxn>
              <a:cxn ang="0">
                <a:pos x="connsiteX2" y="connsiteY2"/>
              </a:cxn>
              <a:cxn ang="0">
                <a:pos x="connsiteX3" y="connsiteY3"/>
              </a:cxn>
            </a:cxnLst>
            <a:rect l="l" t="t" r="r" b="b"/>
            <a:pathLst>
              <a:path w="4502028" h="3377510" stroke="0" extrusionOk="0">
                <a:moveTo>
                  <a:pt x="1" y="2252993"/>
                </a:moveTo>
                <a:lnTo>
                  <a:pt x="3377510" y="3377510"/>
                </a:lnTo>
                <a:cubicBezTo>
                  <a:pt x="-706" y="1448548"/>
                  <a:pt x="427930" y="704870"/>
                  <a:pt x="1124365" y="302239"/>
                </a:cubicBezTo>
                <a:cubicBezTo>
                  <a:pt x="1820799" y="-100392"/>
                  <a:pt x="2679162" y="-100769"/>
                  <a:pt x="3375950" y="301249"/>
                </a:cubicBezTo>
                <a:cubicBezTo>
                  <a:pt x="4072738" y="703268"/>
                  <a:pt x="4502028" y="1446568"/>
                  <a:pt x="4502028" y="2251014"/>
                </a:cubicBezTo>
                <a:lnTo>
                  <a:pt x="2251014" y="2251015"/>
                </a:lnTo>
                <a:lnTo>
                  <a:pt x="1" y="2252993"/>
                </a:lnTo>
                <a:close/>
              </a:path>
              <a:path w="4502028" h="3377510" fill="none">
                <a:moveTo>
                  <a:pt x="1" y="2252993"/>
                </a:moveTo>
                <a:cubicBezTo>
                  <a:pt x="-706" y="1448548"/>
                  <a:pt x="427930" y="704870"/>
                  <a:pt x="1124365" y="302239"/>
                </a:cubicBezTo>
                <a:cubicBezTo>
                  <a:pt x="1820799" y="-100392"/>
                  <a:pt x="2679162" y="-100769"/>
                  <a:pt x="3375950" y="301249"/>
                </a:cubicBezTo>
                <a:cubicBezTo>
                  <a:pt x="4072738" y="703268"/>
                  <a:pt x="4502028" y="1446568"/>
                  <a:pt x="4502028" y="2251014"/>
                </a:cubicBezTo>
              </a:path>
            </a:pathLst>
          </a:cu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cs typeface="+mn-ea"/>
              <a:sym typeface="+mn-lt"/>
            </a:endParaRPr>
          </a:p>
        </p:txBody>
      </p:sp>
      <p:sp>
        <p:nvSpPr>
          <p:cNvPr id="14" name="椭圆 13">
            <a:extLst>
              <a:ext uri="{FF2B5EF4-FFF2-40B4-BE49-F238E27FC236}">
                <a16:creationId xmlns:a16="http://schemas.microsoft.com/office/drawing/2014/main" id="{9B051B8A-C1A3-4D74-8D8D-757BC725E2B9}"/>
              </a:ext>
            </a:extLst>
          </p:cNvPr>
          <p:cNvSpPr/>
          <p:nvPr/>
        </p:nvSpPr>
        <p:spPr>
          <a:xfrm>
            <a:off x="3749431" y="1865074"/>
            <a:ext cx="132620" cy="1326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5" name="椭圆 14">
            <a:extLst>
              <a:ext uri="{FF2B5EF4-FFF2-40B4-BE49-F238E27FC236}">
                <a16:creationId xmlns:a16="http://schemas.microsoft.com/office/drawing/2014/main" id="{65785F47-4470-4A8D-B243-5D9E6BCDEB60}"/>
              </a:ext>
            </a:extLst>
          </p:cNvPr>
          <p:cNvSpPr/>
          <p:nvPr/>
        </p:nvSpPr>
        <p:spPr>
          <a:xfrm>
            <a:off x="3217066" y="2508843"/>
            <a:ext cx="132620" cy="1326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6" name="椭圆 15">
            <a:extLst>
              <a:ext uri="{FF2B5EF4-FFF2-40B4-BE49-F238E27FC236}">
                <a16:creationId xmlns:a16="http://schemas.microsoft.com/office/drawing/2014/main" id="{3EF9AA18-BC0E-4D21-AB5E-D00135306CCF}"/>
              </a:ext>
            </a:extLst>
          </p:cNvPr>
          <p:cNvSpPr/>
          <p:nvPr/>
        </p:nvSpPr>
        <p:spPr>
          <a:xfrm>
            <a:off x="3217066" y="4213440"/>
            <a:ext cx="132620" cy="1326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7" name="椭圆 16">
            <a:extLst>
              <a:ext uri="{FF2B5EF4-FFF2-40B4-BE49-F238E27FC236}">
                <a16:creationId xmlns:a16="http://schemas.microsoft.com/office/drawing/2014/main" id="{8A12C158-556C-4E66-B192-F149BA22133F}"/>
              </a:ext>
            </a:extLst>
          </p:cNvPr>
          <p:cNvSpPr/>
          <p:nvPr/>
        </p:nvSpPr>
        <p:spPr>
          <a:xfrm>
            <a:off x="3749431" y="4897535"/>
            <a:ext cx="132620" cy="1326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0" name="椭圆 19">
            <a:extLst>
              <a:ext uri="{FF2B5EF4-FFF2-40B4-BE49-F238E27FC236}">
                <a16:creationId xmlns:a16="http://schemas.microsoft.com/office/drawing/2014/main" id="{F7F227A6-5E25-4D97-A16D-67BE8524FF35}"/>
              </a:ext>
            </a:extLst>
          </p:cNvPr>
          <p:cNvSpPr/>
          <p:nvPr/>
        </p:nvSpPr>
        <p:spPr>
          <a:xfrm>
            <a:off x="3017157" y="3341876"/>
            <a:ext cx="132620" cy="1326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3" name="弧形 10">
            <a:extLst>
              <a:ext uri="{FF2B5EF4-FFF2-40B4-BE49-F238E27FC236}">
                <a16:creationId xmlns:a16="http://schemas.microsoft.com/office/drawing/2014/main" id="{1B2CDC95-CBE7-410D-918C-164689B59834}"/>
              </a:ext>
            </a:extLst>
          </p:cNvPr>
          <p:cNvSpPr/>
          <p:nvPr/>
        </p:nvSpPr>
        <p:spPr>
          <a:xfrm rot="16200000" flipH="1" flipV="1">
            <a:off x="5692964" y="1964938"/>
            <a:ext cx="3903018" cy="2928121"/>
          </a:xfrm>
          <a:custGeom>
            <a:avLst/>
            <a:gdLst>
              <a:gd name="connsiteX0" fmla="*/ 1 w 4502027"/>
              <a:gd name="connsiteY0" fmla="*/ 2252992 h 4502027"/>
              <a:gd name="connsiteX1" fmla="*/ 1124365 w 4502027"/>
              <a:gd name="connsiteY1" fmla="*/ 302238 h 4502027"/>
              <a:gd name="connsiteX2" fmla="*/ 3375950 w 4502027"/>
              <a:gd name="connsiteY2" fmla="*/ 301248 h 4502027"/>
              <a:gd name="connsiteX3" fmla="*/ 4502028 w 4502027"/>
              <a:gd name="connsiteY3" fmla="*/ 2251013 h 4502027"/>
              <a:gd name="connsiteX4" fmla="*/ 2251014 w 4502027"/>
              <a:gd name="connsiteY4" fmla="*/ 2251014 h 4502027"/>
              <a:gd name="connsiteX5" fmla="*/ 1 w 4502027"/>
              <a:gd name="connsiteY5" fmla="*/ 2252992 h 4502027"/>
              <a:gd name="connsiteX0" fmla="*/ 1 w 4502027"/>
              <a:gd name="connsiteY0" fmla="*/ 2252992 h 4502027"/>
              <a:gd name="connsiteX1" fmla="*/ 1124365 w 4502027"/>
              <a:gd name="connsiteY1" fmla="*/ 302238 h 4502027"/>
              <a:gd name="connsiteX2" fmla="*/ 3375950 w 4502027"/>
              <a:gd name="connsiteY2" fmla="*/ 301248 h 4502027"/>
              <a:gd name="connsiteX3" fmla="*/ 4502028 w 4502027"/>
              <a:gd name="connsiteY3" fmla="*/ 2251013 h 4502027"/>
              <a:gd name="connsiteX0" fmla="*/ 2638742 w 7140769"/>
              <a:gd name="connsiteY0" fmla="*/ 3430978 h 3430978"/>
              <a:gd name="connsiteX1" fmla="*/ 0 w 7140769"/>
              <a:gd name="connsiteY1" fmla="*/ 0 h 3430978"/>
              <a:gd name="connsiteX2" fmla="*/ 3763106 w 7140769"/>
              <a:gd name="connsiteY2" fmla="*/ 1480224 h 3430978"/>
              <a:gd name="connsiteX3" fmla="*/ 6014691 w 7140769"/>
              <a:gd name="connsiteY3" fmla="*/ 1479234 h 3430978"/>
              <a:gd name="connsiteX4" fmla="*/ 7140769 w 7140769"/>
              <a:gd name="connsiteY4" fmla="*/ 3428999 h 3430978"/>
              <a:gd name="connsiteX5" fmla="*/ 4889755 w 7140769"/>
              <a:gd name="connsiteY5" fmla="*/ 3429000 h 3430978"/>
              <a:gd name="connsiteX6" fmla="*/ 2638742 w 7140769"/>
              <a:gd name="connsiteY6" fmla="*/ 3430978 h 3430978"/>
              <a:gd name="connsiteX0" fmla="*/ 2638742 w 7140769"/>
              <a:gd name="connsiteY0" fmla="*/ 3430978 h 3430978"/>
              <a:gd name="connsiteX1" fmla="*/ 3763106 w 7140769"/>
              <a:gd name="connsiteY1" fmla="*/ 1480224 h 3430978"/>
              <a:gd name="connsiteX2" fmla="*/ 6014691 w 7140769"/>
              <a:gd name="connsiteY2" fmla="*/ 1479234 h 3430978"/>
              <a:gd name="connsiteX3" fmla="*/ 7140769 w 7140769"/>
              <a:gd name="connsiteY3" fmla="*/ 3428999 h 3430978"/>
              <a:gd name="connsiteX0" fmla="*/ 1 w 4502028"/>
              <a:gd name="connsiteY0" fmla="*/ 2252993 h 2252993"/>
              <a:gd name="connsiteX1" fmla="*/ 1124365 w 4502028"/>
              <a:gd name="connsiteY1" fmla="*/ 302239 h 2252993"/>
              <a:gd name="connsiteX2" fmla="*/ 3375950 w 4502028"/>
              <a:gd name="connsiteY2" fmla="*/ 301249 h 2252993"/>
              <a:gd name="connsiteX3" fmla="*/ 4502028 w 4502028"/>
              <a:gd name="connsiteY3" fmla="*/ 2251014 h 2252993"/>
              <a:gd name="connsiteX4" fmla="*/ 2251014 w 4502028"/>
              <a:gd name="connsiteY4" fmla="*/ 2251015 h 2252993"/>
              <a:gd name="connsiteX5" fmla="*/ 1 w 4502028"/>
              <a:gd name="connsiteY5" fmla="*/ 2252993 h 2252993"/>
              <a:gd name="connsiteX0" fmla="*/ 1 w 4502028"/>
              <a:gd name="connsiteY0" fmla="*/ 2252993 h 2252993"/>
              <a:gd name="connsiteX1" fmla="*/ 1124365 w 4502028"/>
              <a:gd name="connsiteY1" fmla="*/ 302239 h 2252993"/>
              <a:gd name="connsiteX2" fmla="*/ 3375950 w 4502028"/>
              <a:gd name="connsiteY2" fmla="*/ 301249 h 2252993"/>
              <a:gd name="connsiteX3" fmla="*/ 4502028 w 4502028"/>
              <a:gd name="connsiteY3" fmla="*/ 2251014 h 2252993"/>
              <a:gd name="connsiteX0" fmla="*/ 1 w 4502028"/>
              <a:gd name="connsiteY0" fmla="*/ 2252993 h 3377510"/>
              <a:gd name="connsiteX1" fmla="*/ 3377510 w 4502028"/>
              <a:gd name="connsiteY1" fmla="*/ 3377510 h 3377510"/>
              <a:gd name="connsiteX2" fmla="*/ 1124365 w 4502028"/>
              <a:gd name="connsiteY2" fmla="*/ 302239 h 3377510"/>
              <a:gd name="connsiteX3" fmla="*/ 3375950 w 4502028"/>
              <a:gd name="connsiteY3" fmla="*/ 301249 h 3377510"/>
              <a:gd name="connsiteX4" fmla="*/ 4502028 w 4502028"/>
              <a:gd name="connsiteY4" fmla="*/ 2251014 h 3377510"/>
              <a:gd name="connsiteX5" fmla="*/ 2251014 w 4502028"/>
              <a:gd name="connsiteY5" fmla="*/ 2251015 h 3377510"/>
              <a:gd name="connsiteX6" fmla="*/ 1 w 4502028"/>
              <a:gd name="connsiteY6" fmla="*/ 2252993 h 3377510"/>
              <a:gd name="connsiteX0" fmla="*/ 1 w 4502028"/>
              <a:gd name="connsiteY0" fmla="*/ 2252993 h 3377510"/>
              <a:gd name="connsiteX1" fmla="*/ 1124365 w 4502028"/>
              <a:gd name="connsiteY1" fmla="*/ 302239 h 3377510"/>
              <a:gd name="connsiteX2" fmla="*/ 3375950 w 4502028"/>
              <a:gd name="connsiteY2" fmla="*/ 301249 h 3377510"/>
              <a:gd name="connsiteX3" fmla="*/ 4502028 w 4502028"/>
              <a:gd name="connsiteY3" fmla="*/ 2251014 h 3377510"/>
            </a:gdLst>
            <a:ahLst/>
            <a:cxnLst>
              <a:cxn ang="0">
                <a:pos x="connsiteX0" y="connsiteY0"/>
              </a:cxn>
              <a:cxn ang="0">
                <a:pos x="connsiteX1" y="connsiteY1"/>
              </a:cxn>
              <a:cxn ang="0">
                <a:pos x="connsiteX2" y="connsiteY2"/>
              </a:cxn>
              <a:cxn ang="0">
                <a:pos x="connsiteX3" y="connsiteY3"/>
              </a:cxn>
            </a:cxnLst>
            <a:rect l="l" t="t" r="r" b="b"/>
            <a:pathLst>
              <a:path w="4502028" h="3377510" stroke="0" extrusionOk="0">
                <a:moveTo>
                  <a:pt x="1" y="2252993"/>
                </a:moveTo>
                <a:lnTo>
                  <a:pt x="3377510" y="3377510"/>
                </a:lnTo>
                <a:cubicBezTo>
                  <a:pt x="-706" y="1448548"/>
                  <a:pt x="427930" y="704870"/>
                  <a:pt x="1124365" y="302239"/>
                </a:cubicBezTo>
                <a:cubicBezTo>
                  <a:pt x="1820799" y="-100392"/>
                  <a:pt x="2679162" y="-100769"/>
                  <a:pt x="3375950" y="301249"/>
                </a:cubicBezTo>
                <a:cubicBezTo>
                  <a:pt x="4072738" y="703268"/>
                  <a:pt x="4502028" y="1446568"/>
                  <a:pt x="4502028" y="2251014"/>
                </a:cubicBezTo>
                <a:lnTo>
                  <a:pt x="2251014" y="2251015"/>
                </a:lnTo>
                <a:lnTo>
                  <a:pt x="1" y="2252993"/>
                </a:lnTo>
                <a:close/>
              </a:path>
              <a:path w="4502028" h="3377510" fill="none">
                <a:moveTo>
                  <a:pt x="1" y="2252993"/>
                </a:moveTo>
                <a:cubicBezTo>
                  <a:pt x="-706" y="1448548"/>
                  <a:pt x="427930" y="704870"/>
                  <a:pt x="1124365" y="302239"/>
                </a:cubicBezTo>
                <a:cubicBezTo>
                  <a:pt x="1820799" y="-100392"/>
                  <a:pt x="2679162" y="-100769"/>
                  <a:pt x="3375950" y="301249"/>
                </a:cubicBezTo>
                <a:cubicBezTo>
                  <a:pt x="4072738" y="703268"/>
                  <a:pt x="4502028" y="1446568"/>
                  <a:pt x="4502028" y="2251014"/>
                </a:cubicBezTo>
              </a:path>
            </a:pathLst>
          </a:cu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24" name="椭圆 23">
            <a:extLst>
              <a:ext uri="{FF2B5EF4-FFF2-40B4-BE49-F238E27FC236}">
                <a16:creationId xmlns:a16="http://schemas.microsoft.com/office/drawing/2014/main" id="{689580E4-FC38-491F-998B-6733F7571218}"/>
              </a:ext>
            </a:extLst>
          </p:cNvPr>
          <p:cNvSpPr/>
          <p:nvPr/>
        </p:nvSpPr>
        <p:spPr>
          <a:xfrm flipH="1" flipV="1">
            <a:off x="8331468" y="4897535"/>
            <a:ext cx="132620" cy="1326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5" name="椭圆 24">
            <a:extLst>
              <a:ext uri="{FF2B5EF4-FFF2-40B4-BE49-F238E27FC236}">
                <a16:creationId xmlns:a16="http://schemas.microsoft.com/office/drawing/2014/main" id="{90490AB1-63A2-4CFB-B29C-2C4B46C9D614}"/>
              </a:ext>
            </a:extLst>
          </p:cNvPr>
          <p:cNvSpPr/>
          <p:nvPr/>
        </p:nvSpPr>
        <p:spPr>
          <a:xfrm flipH="1" flipV="1">
            <a:off x="8856127" y="4213440"/>
            <a:ext cx="132620" cy="1326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6" name="椭圆 25">
            <a:extLst>
              <a:ext uri="{FF2B5EF4-FFF2-40B4-BE49-F238E27FC236}">
                <a16:creationId xmlns:a16="http://schemas.microsoft.com/office/drawing/2014/main" id="{81FC8517-7767-477F-8B3D-D967305632E0}"/>
              </a:ext>
            </a:extLst>
          </p:cNvPr>
          <p:cNvSpPr/>
          <p:nvPr/>
        </p:nvSpPr>
        <p:spPr>
          <a:xfrm flipH="1" flipV="1">
            <a:off x="8853947" y="2508843"/>
            <a:ext cx="132620" cy="1326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7" name="椭圆 26">
            <a:extLst>
              <a:ext uri="{FF2B5EF4-FFF2-40B4-BE49-F238E27FC236}">
                <a16:creationId xmlns:a16="http://schemas.microsoft.com/office/drawing/2014/main" id="{E227D922-B733-4265-82B8-A0B7E5722CB7}"/>
              </a:ext>
            </a:extLst>
          </p:cNvPr>
          <p:cNvSpPr/>
          <p:nvPr/>
        </p:nvSpPr>
        <p:spPr>
          <a:xfrm flipH="1" flipV="1">
            <a:off x="8331468" y="1868319"/>
            <a:ext cx="132620" cy="1326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8" name="椭圆 27">
            <a:extLst>
              <a:ext uri="{FF2B5EF4-FFF2-40B4-BE49-F238E27FC236}">
                <a16:creationId xmlns:a16="http://schemas.microsoft.com/office/drawing/2014/main" id="{9A4C8795-5ECE-48D1-AB9E-D64945FCE8BA}"/>
              </a:ext>
            </a:extLst>
          </p:cNvPr>
          <p:cNvSpPr/>
          <p:nvPr/>
        </p:nvSpPr>
        <p:spPr>
          <a:xfrm flipH="1" flipV="1">
            <a:off x="9036601" y="3362688"/>
            <a:ext cx="132620" cy="1326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35" name="文本框 34">
            <a:extLst>
              <a:ext uri="{FF2B5EF4-FFF2-40B4-BE49-F238E27FC236}">
                <a16:creationId xmlns:a16="http://schemas.microsoft.com/office/drawing/2014/main" id="{A564FA4F-E15C-43A4-90A5-B74354D3F529}"/>
              </a:ext>
            </a:extLst>
          </p:cNvPr>
          <p:cNvSpPr txBox="1"/>
          <p:nvPr/>
        </p:nvSpPr>
        <p:spPr>
          <a:xfrm>
            <a:off x="2262569" y="1683262"/>
            <a:ext cx="1627587" cy="398379"/>
          </a:xfrm>
          <a:prstGeom prst="rect">
            <a:avLst/>
          </a:prstGeom>
          <a:noFill/>
        </p:spPr>
        <p:txBody>
          <a:bodyPr wrap="square" rtlCol="0">
            <a:spAutoFit/>
          </a:bodyPr>
          <a:lstStyle>
            <a:defPPr>
              <a:defRPr lang="zh-CN"/>
            </a:defPPr>
            <a:lvl1pPr>
              <a:lnSpc>
                <a:spcPct val="120000"/>
              </a:lnSpc>
              <a:defRPr sz="2000" spc="100">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zh-CN" altLang="en-US" sz="1800" dirty="0">
                <a:latin typeface="+mn-lt"/>
                <a:ea typeface="+mn-ea"/>
                <a:cs typeface="+mn-ea"/>
                <a:sym typeface="+mn-lt"/>
              </a:rPr>
              <a:t>请输入内容</a:t>
            </a:r>
          </a:p>
        </p:txBody>
      </p:sp>
      <p:sp>
        <p:nvSpPr>
          <p:cNvPr id="36" name="文本框 35">
            <a:extLst>
              <a:ext uri="{FF2B5EF4-FFF2-40B4-BE49-F238E27FC236}">
                <a16:creationId xmlns:a16="http://schemas.microsoft.com/office/drawing/2014/main" id="{FCDAA1C4-B66A-49E6-9740-36AFBC06DC05}"/>
              </a:ext>
            </a:extLst>
          </p:cNvPr>
          <p:cNvSpPr txBox="1"/>
          <p:nvPr/>
        </p:nvSpPr>
        <p:spPr>
          <a:xfrm>
            <a:off x="1813117" y="2339707"/>
            <a:ext cx="1627585" cy="398379"/>
          </a:xfrm>
          <a:prstGeom prst="rect">
            <a:avLst/>
          </a:prstGeom>
          <a:noFill/>
        </p:spPr>
        <p:txBody>
          <a:bodyPr wrap="square" rtlCol="0">
            <a:spAutoFit/>
          </a:bodyPr>
          <a:lstStyle>
            <a:defPPr>
              <a:defRPr lang="zh-CN"/>
            </a:defPPr>
            <a:lvl1pPr>
              <a:lnSpc>
                <a:spcPct val="120000"/>
              </a:lnSpc>
              <a:defRPr spc="100">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请输入内容</a:t>
            </a:r>
          </a:p>
        </p:txBody>
      </p:sp>
      <p:sp>
        <p:nvSpPr>
          <p:cNvPr id="37" name="文本框 36">
            <a:extLst>
              <a:ext uri="{FF2B5EF4-FFF2-40B4-BE49-F238E27FC236}">
                <a16:creationId xmlns:a16="http://schemas.microsoft.com/office/drawing/2014/main" id="{ED3F6DC9-EA61-472B-980D-E062D8FFEC74}"/>
              </a:ext>
            </a:extLst>
          </p:cNvPr>
          <p:cNvSpPr txBox="1"/>
          <p:nvPr/>
        </p:nvSpPr>
        <p:spPr>
          <a:xfrm>
            <a:off x="1589965" y="3165362"/>
            <a:ext cx="1627585" cy="398379"/>
          </a:xfrm>
          <a:prstGeom prst="rect">
            <a:avLst/>
          </a:prstGeom>
          <a:noFill/>
        </p:spPr>
        <p:txBody>
          <a:bodyPr wrap="square" rtlCol="0">
            <a:spAutoFit/>
          </a:bodyPr>
          <a:lstStyle>
            <a:defPPr>
              <a:defRPr lang="zh-CN"/>
            </a:defPPr>
            <a:lvl1pPr>
              <a:lnSpc>
                <a:spcPct val="120000"/>
              </a:lnSpc>
              <a:defRPr spc="100">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请输入内容</a:t>
            </a:r>
          </a:p>
        </p:txBody>
      </p:sp>
      <p:sp>
        <p:nvSpPr>
          <p:cNvPr id="38" name="文本框 37">
            <a:extLst>
              <a:ext uri="{FF2B5EF4-FFF2-40B4-BE49-F238E27FC236}">
                <a16:creationId xmlns:a16="http://schemas.microsoft.com/office/drawing/2014/main" id="{DDB01BB9-A5EE-4C18-8841-384ECD4A4E95}"/>
              </a:ext>
            </a:extLst>
          </p:cNvPr>
          <p:cNvSpPr txBox="1"/>
          <p:nvPr/>
        </p:nvSpPr>
        <p:spPr>
          <a:xfrm>
            <a:off x="1806264" y="4037988"/>
            <a:ext cx="1627585" cy="398379"/>
          </a:xfrm>
          <a:prstGeom prst="rect">
            <a:avLst/>
          </a:prstGeom>
          <a:noFill/>
        </p:spPr>
        <p:txBody>
          <a:bodyPr wrap="square" rtlCol="0">
            <a:spAutoFit/>
          </a:bodyPr>
          <a:lstStyle>
            <a:defPPr>
              <a:defRPr lang="zh-CN"/>
            </a:defPPr>
            <a:lvl1pPr>
              <a:lnSpc>
                <a:spcPct val="120000"/>
              </a:lnSpc>
              <a:defRPr spc="100">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请输入内容</a:t>
            </a:r>
          </a:p>
        </p:txBody>
      </p:sp>
      <p:sp>
        <p:nvSpPr>
          <p:cNvPr id="39" name="文本框 38">
            <a:extLst>
              <a:ext uri="{FF2B5EF4-FFF2-40B4-BE49-F238E27FC236}">
                <a16:creationId xmlns:a16="http://schemas.microsoft.com/office/drawing/2014/main" id="{381F3280-C2E3-473F-8E08-D369BFEA780F}"/>
              </a:ext>
            </a:extLst>
          </p:cNvPr>
          <p:cNvSpPr txBox="1"/>
          <p:nvPr/>
        </p:nvSpPr>
        <p:spPr>
          <a:xfrm>
            <a:off x="2250306" y="4735283"/>
            <a:ext cx="1627585" cy="398379"/>
          </a:xfrm>
          <a:prstGeom prst="rect">
            <a:avLst/>
          </a:prstGeom>
          <a:noFill/>
        </p:spPr>
        <p:txBody>
          <a:bodyPr wrap="square" rtlCol="0">
            <a:spAutoFit/>
          </a:bodyPr>
          <a:lstStyle>
            <a:defPPr>
              <a:defRPr lang="zh-CN"/>
            </a:defPPr>
            <a:lvl1pPr>
              <a:lnSpc>
                <a:spcPct val="120000"/>
              </a:lnSpc>
              <a:defRPr spc="100">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请输入内容</a:t>
            </a:r>
          </a:p>
        </p:txBody>
      </p:sp>
      <p:sp>
        <p:nvSpPr>
          <p:cNvPr id="40" name="文本框 39">
            <a:extLst>
              <a:ext uri="{FF2B5EF4-FFF2-40B4-BE49-F238E27FC236}">
                <a16:creationId xmlns:a16="http://schemas.microsoft.com/office/drawing/2014/main" id="{247C46E3-BA9E-4098-A03F-613D71D63FB4}"/>
              </a:ext>
            </a:extLst>
          </p:cNvPr>
          <p:cNvSpPr txBox="1"/>
          <p:nvPr/>
        </p:nvSpPr>
        <p:spPr>
          <a:xfrm>
            <a:off x="8547450" y="1633818"/>
            <a:ext cx="1627585" cy="398379"/>
          </a:xfrm>
          <a:prstGeom prst="rect">
            <a:avLst/>
          </a:prstGeom>
          <a:noFill/>
        </p:spPr>
        <p:txBody>
          <a:bodyPr wrap="square" rtlCol="0">
            <a:spAutoFit/>
          </a:bodyPr>
          <a:lstStyle>
            <a:defPPr>
              <a:defRPr lang="zh-CN"/>
            </a:defPPr>
            <a:lvl1pPr>
              <a:lnSpc>
                <a:spcPct val="120000"/>
              </a:lnSpc>
              <a:defRPr spc="100">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请输入内容</a:t>
            </a:r>
          </a:p>
        </p:txBody>
      </p:sp>
      <p:sp>
        <p:nvSpPr>
          <p:cNvPr id="41" name="文本框 40">
            <a:extLst>
              <a:ext uri="{FF2B5EF4-FFF2-40B4-BE49-F238E27FC236}">
                <a16:creationId xmlns:a16="http://schemas.microsoft.com/office/drawing/2014/main" id="{CED2F743-948E-434F-B4B8-D9C6D2F15B7D}"/>
              </a:ext>
            </a:extLst>
          </p:cNvPr>
          <p:cNvSpPr txBox="1"/>
          <p:nvPr/>
        </p:nvSpPr>
        <p:spPr>
          <a:xfrm>
            <a:off x="9081498" y="2339266"/>
            <a:ext cx="1627585" cy="398379"/>
          </a:xfrm>
          <a:prstGeom prst="rect">
            <a:avLst/>
          </a:prstGeom>
          <a:noFill/>
        </p:spPr>
        <p:txBody>
          <a:bodyPr wrap="square" rtlCol="0">
            <a:spAutoFit/>
          </a:bodyPr>
          <a:lstStyle>
            <a:defPPr>
              <a:defRPr lang="zh-CN"/>
            </a:defPPr>
            <a:lvl1pPr>
              <a:lnSpc>
                <a:spcPct val="120000"/>
              </a:lnSpc>
              <a:defRPr spc="100">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请输入内容</a:t>
            </a:r>
          </a:p>
        </p:txBody>
      </p:sp>
      <p:sp>
        <p:nvSpPr>
          <p:cNvPr id="42" name="文本框 41">
            <a:extLst>
              <a:ext uri="{FF2B5EF4-FFF2-40B4-BE49-F238E27FC236}">
                <a16:creationId xmlns:a16="http://schemas.microsoft.com/office/drawing/2014/main" id="{103533E8-C860-458F-9B9E-88F71574FE1D}"/>
              </a:ext>
            </a:extLst>
          </p:cNvPr>
          <p:cNvSpPr txBox="1"/>
          <p:nvPr/>
        </p:nvSpPr>
        <p:spPr>
          <a:xfrm>
            <a:off x="9169221" y="3170639"/>
            <a:ext cx="1627585" cy="398379"/>
          </a:xfrm>
          <a:prstGeom prst="rect">
            <a:avLst/>
          </a:prstGeom>
          <a:noFill/>
        </p:spPr>
        <p:txBody>
          <a:bodyPr wrap="square" rtlCol="0">
            <a:spAutoFit/>
          </a:bodyPr>
          <a:lstStyle>
            <a:defPPr>
              <a:defRPr lang="zh-CN"/>
            </a:defPPr>
            <a:lvl1pPr>
              <a:lnSpc>
                <a:spcPct val="120000"/>
              </a:lnSpc>
              <a:defRPr spc="100">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请输入内容</a:t>
            </a:r>
          </a:p>
        </p:txBody>
      </p:sp>
      <p:sp>
        <p:nvSpPr>
          <p:cNvPr id="43" name="文本框 42">
            <a:extLst>
              <a:ext uri="{FF2B5EF4-FFF2-40B4-BE49-F238E27FC236}">
                <a16:creationId xmlns:a16="http://schemas.microsoft.com/office/drawing/2014/main" id="{302E7B5A-7B3A-40DD-B704-83E64C8BE33B}"/>
              </a:ext>
            </a:extLst>
          </p:cNvPr>
          <p:cNvSpPr txBox="1"/>
          <p:nvPr/>
        </p:nvSpPr>
        <p:spPr>
          <a:xfrm>
            <a:off x="9081497" y="4063569"/>
            <a:ext cx="1627585" cy="398379"/>
          </a:xfrm>
          <a:prstGeom prst="rect">
            <a:avLst/>
          </a:prstGeom>
          <a:noFill/>
        </p:spPr>
        <p:txBody>
          <a:bodyPr wrap="square" rtlCol="0">
            <a:spAutoFit/>
          </a:bodyPr>
          <a:lstStyle>
            <a:defPPr>
              <a:defRPr lang="zh-CN"/>
            </a:defPPr>
            <a:lvl1pPr>
              <a:lnSpc>
                <a:spcPct val="120000"/>
              </a:lnSpc>
              <a:defRPr spc="100">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请输入内容</a:t>
            </a:r>
          </a:p>
        </p:txBody>
      </p:sp>
      <p:sp>
        <p:nvSpPr>
          <p:cNvPr id="44" name="文本框 43">
            <a:extLst>
              <a:ext uri="{FF2B5EF4-FFF2-40B4-BE49-F238E27FC236}">
                <a16:creationId xmlns:a16="http://schemas.microsoft.com/office/drawing/2014/main" id="{8BA8D0B2-51CC-49DD-94C7-D9DF2B3DEE57}"/>
              </a:ext>
            </a:extLst>
          </p:cNvPr>
          <p:cNvSpPr txBox="1"/>
          <p:nvPr/>
        </p:nvSpPr>
        <p:spPr>
          <a:xfrm>
            <a:off x="8584058" y="4732763"/>
            <a:ext cx="1627585" cy="398379"/>
          </a:xfrm>
          <a:prstGeom prst="rect">
            <a:avLst/>
          </a:prstGeom>
          <a:noFill/>
        </p:spPr>
        <p:txBody>
          <a:bodyPr wrap="square" rtlCol="0">
            <a:spAutoFit/>
          </a:bodyPr>
          <a:lstStyle>
            <a:defPPr>
              <a:defRPr lang="zh-CN"/>
            </a:defPPr>
            <a:lvl1pPr>
              <a:lnSpc>
                <a:spcPct val="120000"/>
              </a:lnSpc>
              <a:defRPr spc="100">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请输入内容</a:t>
            </a:r>
          </a:p>
        </p:txBody>
      </p:sp>
      <p:sp>
        <p:nvSpPr>
          <p:cNvPr id="2" name="文本框 1">
            <a:extLst>
              <a:ext uri="{FF2B5EF4-FFF2-40B4-BE49-F238E27FC236}">
                <a16:creationId xmlns:a16="http://schemas.microsoft.com/office/drawing/2014/main" id="{754B41DD-26E5-4789-8B26-AB12E9920358}"/>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对比内容页</a:t>
            </a:r>
          </a:p>
        </p:txBody>
      </p:sp>
    </p:spTree>
    <p:custDataLst>
      <p:tags r:id="rId1"/>
    </p:custDataLst>
    <p:extLst>
      <p:ext uri="{BB962C8B-B14F-4D97-AF65-F5344CB8AC3E}">
        <p14:creationId xmlns:p14="http://schemas.microsoft.com/office/powerpoint/2010/main" val="42926309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图示 17">
            <a:extLst>
              <a:ext uri="{FF2B5EF4-FFF2-40B4-BE49-F238E27FC236}">
                <a16:creationId xmlns:a16="http://schemas.microsoft.com/office/drawing/2014/main" id="{AED179C5-690C-46A9-B31B-91A0966956C8}"/>
              </a:ext>
            </a:extLst>
          </p:cNvPr>
          <p:cNvGraphicFramePr/>
          <p:nvPr>
            <p:extLst>
              <p:ext uri="{D42A27DB-BD31-4B8C-83A1-F6EECF244321}">
                <p14:modId xmlns:p14="http://schemas.microsoft.com/office/powerpoint/2010/main" val="609966801"/>
              </p:ext>
            </p:extLst>
          </p:nvPr>
        </p:nvGraphicFramePr>
        <p:xfrm>
          <a:off x="750309" y="1647103"/>
          <a:ext cx="5345691" cy="356379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1" name="refinery_357831">
            <a:extLst>
              <a:ext uri="{FF2B5EF4-FFF2-40B4-BE49-F238E27FC236}">
                <a16:creationId xmlns:a16="http://schemas.microsoft.com/office/drawing/2014/main" id="{B899C30C-1FCF-45A4-9906-72D89A0EE04E}"/>
              </a:ext>
            </a:extLst>
          </p:cNvPr>
          <p:cNvSpPr>
            <a:spLocks noChangeAspect="1"/>
          </p:cNvSpPr>
          <p:nvPr/>
        </p:nvSpPr>
        <p:spPr bwMode="auto">
          <a:xfrm>
            <a:off x="3146997" y="3346290"/>
            <a:ext cx="552313" cy="551479"/>
          </a:xfrm>
          <a:custGeom>
            <a:avLst/>
            <a:gdLst>
              <a:gd name="connsiteX0" fmla="*/ 516519 w 607639"/>
              <a:gd name="connsiteY0" fmla="*/ 535874 h 606722"/>
              <a:gd name="connsiteX1" fmla="*/ 556994 w 607639"/>
              <a:gd name="connsiteY1" fmla="*/ 535874 h 606722"/>
              <a:gd name="connsiteX2" fmla="*/ 567135 w 607639"/>
              <a:gd name="connsiteY2" fmla="*/ 546035 h 606722"/>
              <a:gd name="connsiteX3" fmla="*/ 556994 w 607639"/>
              <a:gd name="connsiteY3" fmla="*/ 556197 h 606722"/>
              <a:gd name="connsiteX4" fmla="*/ 516519 w 607639"/>
              <a:gd name="connsiteY4" fmla="*/ 556197 h 606722"/>
              <a:gd name="connsiteX5" fmla="*/ 506378 w 607639"/>
              <a:gd name="connsiteY5" fmla="*/ 546035 h 606722"/>
              <a:gd name="connsiteX6" fmla="*/ 516519 w 607639"/>
              <a:gd name="connsiteY6" fmla="*/ 535874 h 606722"/>
              <a:gd name="connsiteX7" fmla="*/ 425348 w 607639"/>
              <a:gd name="connsiteY7" fmla="*/ 535874 h 606722"/>
              <a:gd name="connsiteX8" fmla="*/ 465823 w 607639"/>
              <a:gd name="connsiteY8" fmla="*/ 535874 h 606722"/>
              <a:gd name="connsiteX9" fmla="*/ 475964 w 607639"/>
              <a:gd name="connsiteY9" fmla="*/ 546035 h 606722"/>
              <a:gd name="connsiteX10" fmla="*/ 465823 w 607639"/>
              <a:gd name="connsiteY10" fmla="*/ 556197 h 606722"/>
              <a:gd name="connsiteX11" fmla="*/ 425348 w 607639"/>
              <a:gd name="connsiteY11" fmla="*/ 556197 h 606722"/>
              <a:gd name="connsiteX12" fmla="*/ 415207 w 607639"/>
              <a:gd name="connsiteY12" fmla="*/ 546035 h 606722"/>
              <a:gd name="connsiteX13" fmla="*/ 425348 w 607639"/>
              <a:gd name="connsiteY13" fmla="*/ 535874 h 606722"/>
              <a:gd name="connsiteX14" fmla="*/ 334189 w 607639"/>
              <a:gd name="connsiteY14" fmla="*/ 535874 h 606722"/>
              <a:gd name="connsiteX15" fmla="*/ 374710 w 607639"/>
              <a:gd name="connsiteY15" fmla="*/ 535874 h 606722"/>
              <a:gd name="connsiteX16" fmla="*/ 384863 w 607639"/>
              <a:gd name="connsiteY16" fmla="*/ 546035 h 606722"/>
              <a:gd name="connsiteX17" fmla="*/ 374710 w 607639"/>
              <a:gd name="connsiteY17" fmla="*/ 556197 h 606722"/>
              <a:gd name="connsiteX18" fmla="*/ 334189 w 607639"/>
              <a:gd name="connsiteY18" fmla="*/ 556197 h 606722"/>
              <a:gd name="connsiteX19" fmla="*/ 324036 w 607639"/>
              <a:gd name="connsiteY19" fmla="*/ 546035 h 606722"/>
              <a:gd name="connsiteX20" fmla="*/ 334189 w 607639"/>
              <a:gd name="connsiteY20" fmla="*/ 535874 h 606722"/>
              <a:gd name="connsiteX21" fmla="*/ 243078 w 607639"/>
              <a:gd name="connsiteY21" fmla="*/ 535874 h 606722"/>
              <a:gd name="connsiteX22" fmla="*/ 283553 w 607639"/>
              <a:gd name="connsiteY22" fmla="*/ 535874 h 606722"/>
              <a:gd name="connsiteX23" fmla="*/ 293694 w 607639"/>
              <a:gd name="connsiteY23" fmla="*/ 546035 h 606722"/>
              <a:gd name="connsiteX24" fmla="*/ 283553 w 607639"/>
              <a:gd name="connsiteY24" fmla="*/ 556197 h 606722"/>
              <a:gd name="connsiteX25" fmla="*/ 243078 w 607639"/>
              <a:gd name="connsiteY25" fmla="*/ 556197 h 606722"/>
              <a:gd name="connsiteX26" fmla="*/ 232937 w 607639"/>
              <a:gd name="connsiteY26" fmla="*/ 546035 h 606722"/>
              <a:gd name="connsiteX27" fmla="*/ 243078 w 607639"/>
              <a:gd name="connsiteY27" fmla="*/ 535874 h 606722"/>
              <a:gd name="connsiteX28" fmla="*/ 151919 w 607639"/>
              <a:gd name="connsiteY28" fmla="*/ 535874 h 606722"/>
              <a:gd name="connsiteX29" fmla="*/ 192440 w 607639"/>
              <a:gd name="connsiteY29" fmla="*/ 535874 h 606722"/>
              <a:gd name="connsiteX30" fmla="*/ 202593 w 607639"/>
              <a:gd name="connsiteY30" fmla="*/ 546035 h 606722"/>
              <a:gd name="connsiteX31" fmla="*/ 192440 w 607639"/>
              <a:gd name="connsiteY31" fmla="*/ 556197 h 606722"/>
              <a:gd name="connsiteX32" fmla="*/ 151919 w 607639"/>
              <a:gd name="connsiteY32" fmla="*/ 556197 h 606722"/>
              <a:gd name="connsiteX33" fmla="*/ 141766 w 607639"/>
              <a:gd name="connsiteY33" fmla="*/ 546035 h 606722"/>
              <a:gd name="connsiteX34" fmla="*/ 151919 w 607639"/>
              <a:gd name="connsiteY34" fmla="*/ 535874 h 606722"/>
              <a:gd name="connsiteX35" fmla="*/ 60807 w 607639"/>
              <a:gd name="connsiteY35" fmla="*/ 535874 h 606722"/>
              <a:gd name="connsiteX36" fmla="*/ 101282 w 607639"/>
              <a:gd name="connsiteY36" fmla="*/ 535874 h 606722"/>
              <a:gd name="connsiteX37" fmla="*/ 111423 w 607639"/>
              <a:gd name="connsiteY37" fmla="*/ 546035 h 606722"/>
              <a:gd name="connsiteX38" fmla="*/ 101282 w 607639"/>
              <a:gd name="connsiteY38" fmla="*/ 556197 h 606722"/>
              <a:gd name="connsiteX39" fmla="*/ 60807 w 607639"/>
              <a:gd name="connsiteY39" fmla="*/ 556197 h 606722"/>
              <a:gd name="connsiteX40" fmla="*/ 50666 w 607639"/>
              <a:gd name="connsiteY40" fmla="*/ 546035 h 606722"/>
              <a:gd name="connsiteX41" fmla="*/ 60807 w 607639"/>
              <a:gd name="connsiteY41" fmla="*/ 535874 h 606722"/>
              <a:gd name="connsiteX42" fmla="*/ 526571 w 607639"/>
              <a:gd name="connsiteY42" fmla="*/ 475288 h 606722"/>
              <a:gd name="connsiteX43" fmla="*/ 526571 w 607639"/>
              <a:gd name="connsiteY43" fmla="*/ 495481 h 606722"/>
              <a:gd name="connsiteX44" fmla="*/ 546853 w 607639"/>
              <a:gd name="connsiteY44" fmla="*/ 495481 h 606722"/>
              <a:gd name="connsiteX45" fmla="*/ 546853 w 607639"/>
              <a:gd name="connsiteY45" fmla="*/ 475288 h 606722"/>
              <a:gd name="connsiteX46" fmla="*/ 435400 w 607639"/>
              <a:gd name="connsiteY46" fmla="*/ 475288 h 606722"/>
              <a:gd name="connsiteX47" fmla="*/ 435400 w 607639"/>
              <a:gd name="connsiteY47" fmla="*/ 495481 h 606722"/>
              <a:gd name="connsiteX48" fmla="*/ 455682 w 607639"/>
              <a:gd name="connsiteY48" fmla="*/ 495481 h 606722"/>
              <a:gd name="connsiteX49" fmla="*/ 455682 w 607639"/>
              <a:gd name="connsiteY49" fmla="*/ 475288 h 606722"/>
              <a:gd name="connsiteX50" fmla="*/ 344252 w 607639"/>
              <a:gd name="connsiteY50" fmla="*/ 475288 h 606722"/>
              <a:gd name="connsiteX51" fmla="*/ 344252 w 607639"/>
              <a:gd name="connsiteY51" fmla="*/ 495481 h 606722"/>
              <a:gd name="connsiteX52" fmla="*/ 364558 w 607639"/>
              <a:gd name="connsiteY52" fmla="*/ 495481 h 606722"/>
              <a:gd name="connsiteX53" fmla="*/ 364558 w 607639"/>
              <a:gd name="connsiteY53" fmla="*/ 475288 h 606722"/>
              <a:gd name="connsiteX54" fmla="*/ 253130 w 607639"/>
              <a:gd name="connsiteY54" fmla="*/ 475288 h 606722"/>
              <a:gd name="connsiteX55" fmla="*/ 253130 w 607639"/>
              <a:gd name="connsiteY55" fmla="*/ 495481 h 606722"/>
              <a:gd name="connsiteX56" fmla="*/ 273412 w 607639"/>
              <a:gd name="connsiteY56" fmla="*/ 495481 h 606722"/>
              <a:gd name="connsiteX57" fmla="*/ 273412 w 607639"/>
              <a:gd name="connsiteY57" fmla="*/ 475288 h 606722"/>
              <a:gd name="connsiteX58" fmla="*/ 161982 w 607639"/>
              <a:gd name="connsiteY58" fmla="*/ 475288 h 606722"/>
              <a:gd name="connsiteX59" fmla="*/ 161982 w 607639"/>
              <a:gd name="connsiteY59" fmla="*/ 495481 h 606722"/>
              <a:gd name="connsiteX60" fmla="*/ 182288 w 607639"/>
              <a:gd name="connsiteY60" fmla="*/ 495481 h 606722"/>
              <a:gd name="connsiteX61" fmla="*/ 182288 w 607639"/>
              <a:gd name="connsiteY61" fmla="*/ 475288 h 606722"/>
              <a:gd name="connsiteX62" fmla="*/ 70859 w 607639"/>
              <a:gd name="connsiteY62" fmla="*/ 475288 h 606722"/>
              <a:gd name="connsiteX63" fmla="*/ 70859 w 607639"/>
              <a:gd name="connsiteY63" fmla="*/ 495481 h 606722"/>
              <a:gd name="connsiteX64" fmla="*/ 91141 w 607639"/>
              <a:gd name="connsiteY64" fmla="*/ 495481 h 606722"/>
              <a:gd name="connsiteX65" fmla="*/ 91141 w 607639"/>
              <a:gd name="connsiteY65" fmla="*/ 475288 h 606722"/>
              <a:gd name="connsiteX66" fmla="*/ 516519 w 607639"/>
              <a:gd name="connsiteY66" fmla="*/ 455006 h 606722"/>
              <a:gd name="connsiteX67" fmla="*/ 556994 w 607639"/>
              <a:gd name="connsiteY67" fmla="*/ 455006 h 606722"/>
              <a:gd name="connsiteX68" fmla="*/ 567135 w 607639"/>
              <a:gd name="connsiteY68" fmla="*/ 465147 h 606722"/>
              <a:gd name="connsiteX69" fmla="*/ 567135 w 607639"/>
              <a:gd name="connsiteY69" fmla="*/ 505622 h 606722"/>
              <a:gd name="connsiteX70" fmla="*/ 556994 w 607639"/>
              <a:gd name="connsiteY70" fmla="*/ 515763 h 606722"/>
              <a:gd name="connsiteX71" fmla="*/ 516519 w 607639"/>
              <a:gd name="connsiteY71" fmla="*/ 515763 h 606722"/>
              <a:gd name="connsiteX72" fmla="*/ 506378 w 607639"/>
              <a:gd name="connsiteY72" fmla="*/ 505622 h 606722"/>
              <a:gd name="connsiteX73" fmla="*/ 506378 w 607639"/>
              <a:gd name="connsiteY73" fmla="*/ 465147 h 606722"/>
              <a:gd name="connsiteX74" fmla="*/ 516519 w 607639"/>
              <a:gd name="connsiteY74" fmla="*/ 455006 h 606722"/>
              <a:gd name="connsiteX75" fmla="*/ 425348 w 607639"/>
              <a:gd name="connsiteY75" fmla="*/ 455006 h 606722"/>
              <a:gd name="connsiteX76" fmla="*/ 465823 w 607639"/>
              <a:gd name="connsiteY76" fmla="*/ 455006 h 606722"/>
              <a:gd name="connsiteX77" fmla="*/ 475964 w 607639"/>
              <a:gd name="connsiteY77" fmla="*/ 465147 h 606722"/>
              <a:gd name="connsiteX78" fmla="*/ 475964 w 607639"/>
              <a:gd name="connsiteY78" fmla="*/ 505622 h 606722"/>
              <a:gd name="connsiteX79" fmla="*/ 465823 w 607639"/>
              <a:gd name="connsiteY79" fmla="*/ 515763 h 606722"/>
              <a:gd name="connsiteX80" fmla="*/ 425348 w 607639"/>
              <a:gd name="connsiteY80" fmla="*/ 515763 h 606722"/>
              <a:gd name="connsiteX81" fmla="*/ 415207 w 607639"/>
              <a:gd name="connsiteY81" fmla="*/ 505622 h 606722"/>
              <a:gd name="connsiteX82" fmla="*/ 415207 w 607639"/>
              <a:gd name="connsiteY82" fmla="*/ 465147 h 606722"/>
              <a:gd name="connsiteX83" fmla="*/ 425348 w 607639"/>
              <a:gd name="connsiteY83" fmla="*/ 455006 h 606722"/>
              <a:gd name="connsiteX84" fmla="*/ 334189 w 607639"/>
              <a:gd name="connsiteY84" fmla="*/ 455006 h 606722"/>
              <a:gd name="connsiteX85" fmla="*/ 374710 w 607639"/>
              <a:gd name="connsiteY85" fmla="*/ 455006 h 606722"/>
              <a:gd name="connsiteX86" fmla="*/ 384863 w 607639"/>
              <a:gd name="connsiteY86" fmla="*/ 465147 h 606722"/>
              <a:gd name="connsiteX87" fmla="*/ 384863 w 607639"/>
              <a:gd name="connsiteY87" fmla="*/ 505622 h 606722"/>
              <a:gd name="connsiteX88" fmla="*/ 374710 w 607639"/>
              <a:gd name="connsiteY88" fmla="*/ 515763 h 606722"/>
              <a:gd name="connsiteX89" fmla="*/ 334189 w 607639"/>
              <a:gd name="connsiteY89" fmla="*/ 515763 h 606722"/>
              <a:gd name="connsiteX90" fmla="*/ 324036 w 607639"/>
              <a:gd name="connsiteY90" fmla="*/ 505622 h 606722"/>
              <a:gd name="connsiteX91" fmla="*/ 324036 w 607639"/>
              <a:gd name="connsiteY91" fmla="*/ 465147 h 606722"/>
              <a:gd name="connsiteX92" fmla="*/ 334189 w 607639"/>
              <a:gd name="connsiteY92" fmla="*/ 455006 h 606722"/>
              <a:gd name="connsiteX93" fmla="*/ 243078 w 607639"/>
              <a:gd name="connsiteY93" fmla="*/ 455006 h 606722"/>
              <a:gd name="connsiteX94" fmla="*/ 283553 w 607639"/>
              <a:gd name="connsiteY94" fmla="*/ 455006 h 606722"/>
              <a:gd name="connsiteX95" fmla="*/ 293694 w 607639"/>
              <a:gd name="connsiteY95" fmla="*/ 465147 h 606722"/>
              <a:gd name="connsiteX96" fmla="*/ 293694 w 607639"/>
              <a:gd name="connsiteY96" fmla="*/ 505622 h 606722"/>
              <a:gd name="connsiteX97" fmla="*/ 283553 w 607639"/>
              <a:gd name="connsiteY97" fmla="*/ 515763 h 606722"/>
              <a:gd name="connsiteX98" fmla="*/ 243078 w 607639"/>
              <a:gd name="connsiteY98" fmla="*/ 515763 h 606722"/>
              <a:gd name="connsiteX99" fmla="*/ 232937 w 607639"/>
              <a:gd name="connsiteY99" fmla="*/ 505622 h 606722"/>
              <a:gd name="connsiteX100" fmla="*/ 232937 w 607639"/>
              <a:gd name="connsiteY100" fmla="*/ 465147 h 606722"/>
              <a:gd name="connsiteX101" fmla="*/ 243078 w 607639"/>
              <a:gd name="connsiteY101" fmla="*/ 455006 h 606722"/>
              <a:gd name="connsiteX102" fmla="*/ 151919 w 607639"/>
              <a:gd name="connsiteY102" fmla="*/ 455006 h 606722"/>
              <a:gd name="connsiteX103" fmla="*/ 192440 w 607639"/>
              <a:gd name="connsiteY103" fmla="*/ 455006 h 606722"/>
              <a:gd name="connsiteX104" fmla="*/ 202593 w 607639"/>
              <a:gd name="connsiteY104" fmla="*/ 465147 h 606722"/>
              <a:gd name="connsiteX105" fmla="*/ 202593 w 607639"/>
              <a:gd name="connsiteY105" fmla="*/ 505622 h 606722"/>
              <a:gd name="connsiteX106" fmla="*/ 192440 w 607639"/>
              <a:gd name="connsiteY106" fmla="*/ 515763 h 606722"/>
              <a:gd name="connsiteX107" fmla="*/ 151919 w 607639"/>
              <a:gd name="connsiteY107" fmla="*/ 515763 h 606722"/>
              <a:gd name="connsiteX108" fmla="*/ 141766 w 607639"/>
              <a:gd name="connsiteY108" fmla="*/ 505622 h 606722"/>
              <a:gd name="connsiteX109" fmla="*/ 141766 w 607639"/>
              <a:gd name="connsiteY109" fmla="*/ 465147 h 606722"/>
              <a:gd name="connsiteX110" fmla="*/ 151919 w 607639"/>
              <a:gd name="connsiteY110" fmla="*/ 455006 h 606722"/>
              <a:gd name="connsiteX111" fmla="*/ 60807 w 607639"/>
              <a:gd name="connsiteY111" fmla="*/ 455006 h 606722"/>
              <a:gd name="connsiteX112" fmla="*/ 101282 w 607639"/>
              <a:gd name="connsiteY112" fmla="*/ 455006 h 606722"/>
              <a:gd name="connsiteX113" fmla="*/ 111423 w 607639"/>
              <a:gd name="connsiteY113" fmla="*/ 465147 h 606722"/>
              <a:gd name="connsiteX114" fmla="*/ 111423 w 607639"/>
              <a:gd name="connsiteY114" fmla="*/ 505622 h 606722"/>
              <a:gd name="connsiteX115" fmla="*/ 101282 w 607639"/>
              <a:gd name="connsiteY115" fmla="*/ 515763 h 606722"/>
              <a:gd name="connsiteX116" fmla="*/ 60807 w 607639"/>
              <a:gd name="connsiteY116" fmla="*/ 515763 h 606722"/>
              <a:gd name="connsiteX117" fmla="*/ 50666 w 607639"/>
              <a:gd name="connsiteY117" fmla="*/ 505622 h 606722"/>
              <a:gd name="connsiteX118" fmla="*/ 50666 w 607639"/>
              <a:gd name="connsiteY118" fmla="*/ 465147 h 606722"/>
              <a:gd name="connsiteX119" fmla="*/ 60807 w 607639"/>
              <a:gd name="connsiteY119" fmla="*/ 455006 h 606722"/>
              <a:gd name="connsiteX120" fmla="*/ 20293 w 607639"/>
              <a:gd name="connsiteY120" fmla="*/ 424714 h 606722"/>
              <a:gd name="connsiteX121" fmla="*/ 20293 w 607639"/>
              <a:gd name="connsiteY121" fmla="*/ 586459 h 606722"/>
              <a:gd name="connsiteX122" fmla="*/ 587346 w 607639"/>
              <a:gd name="connsiteY122" fmla="*/ 586459 h 606722"/>
              <a:gd name="connsiteX123" fmla="*/ 587346 w 607639"/>
              <a:gd name="connsiteY123" fmla="*/ 424714 h 606722"/>
              <a:gd name="connsiteX124" fmla="*/ 567142 w 607639"/>
              <a:gd name="connsiteY124" fmla="*/ 424714 h 606722"/>
              <a:gd name="connsiteX125" fmla="*/ 364566 w 607639"/>
              <a:gd name="connsiteY125" fmla="*/ 424714 h 606722"/>
              <a:gd name="connsiteX126" fmla="*/ 243073 w 607639"/>
              <a:gd name="connsiteY126" fmla="*/ 424714 h 606722"/>
              <a:gd name="connsiteX127" fmla="*/ 40497 w 607639"/>
              <a:gd name="connsiteY127" fmla="*/ 424714 h 606722"/>
              <a:gd name="connsiteX128" fmla="*/ 384859 w 607639"/>
              <a:gd name="connsiteY128" fmla="*/ 343753 h 606722"/>
              <a:gd name="connsiteX129" fmla="*/ 384859 w 607639"/>
              <a:gd name="connsiteY129" fmla="*/ 404452 h 606722"/>
              <a:gd name="connsiteX130" fmla="*/ 546848 w 607639"/>
              <a:gd name="connsiteY130" fmla="*/ 404452 h 606722"/>
              <a:gd name="connsiteX131" fmla="*/ 546848 w 607639"/>
              <a:gd name="connsiteY131" fmla="*/ 343753 h 606722"/>
              <a:gd name="connsiteX132" fmla="*/ 60791 w 607639"/>
              <a:gd name="connsiteY132" fmla="*/ 343753 h 606722"/>
              <a:gd name="connsiteX133" fmla="*/ 60791 w 607639"/>
              <a:gd name="connsiteY133" fmla="*/ 404452 h 606722"/>
              <a:gd name="connsiteX134" fmla="*/ 222780 w 607639"/>
              <a:gd name="connsiteY134" fmla="*/ 404452 h 606722"/>
              <a:gd name="connsiteX135" fmla="*/ 222780 w 607639"/>
              <a:gd name="connsiteY135" fmla="*/ 343753 h 606722"/>
              <a:gd name="connsiteX136" fmla="*/ 364566 w 607639"/>
              <a:gd name="connsiteY136" fmla="*/ 303317 h 606722"/>
              <a:gd name="connsiteX137" fmla="*/ 354419 w 607639"/>
              <a:gd name="connsiteY137" fmla="*/ 313448 h 606722"/>
              <a:gd name="connsiteX138" fmla="*/ 364566 w 607639"/>
              <a:gd name="connsiteY138" fmla="*/ 323579 h 606722"/>
              <a:gd name="connsiteX139" fmla="*/ 567142 w 607639"/>
              <a:gd name="connsiteY139" fmla="*/ 323579 h 606722"/>
              <a:gd name="connsiteX140" fmla="*/ 577199 w 607639"/>
              <a:gd name="connsiteY140" fmla="*/ 313448 h 606722"/>
              <a:gd name="connsiteX141" fmla="*/ 567142 w 607639"/>
              <a:gd name="connsiteY141" fmla="*/ 303317 h 606722"/>
              <a:gd name="connsiteX142" fmla="*/ 40497 w 607639"/>
              <a:gd name="connsiteY142" fmla="*/ 303317 h 606722"/>
              <a:gd name="connsiteX143" fmla="*/ 30351 w 607639"/>
              <a:gd name="connsiteY143" fmla="*/ 313448 h 606722"/>
              <a:gd name="connsiteX144" fmla="*/ 40497 w 607639"/>
              <a:gd name="connsiteY144" fmla="*/ 323579 h 606722"/>
              <a:gd name="connsiteX145" fmla="*/ 243073 w 607639"/>
              <a:gd name="connsiteY145" fmla="*/ 323579 h 606722"/>
              <a:gd name="connsiteX146" fmla="*/ 253131 w 607639"/>
              <a:gd name="connsiteY146" fmla="*/ 313448 h 606722"/>
              <a:gd name="connsiteX147" fmla="*/ 243073 w 607639"/>
              <a:gd name="connsiteY147" fmla="*/ 303317 h 606722"/>
              <a:gd name="connsiteX148" fmla="*/ 384859 w 607639"/>
              <a:gd name="connsiteY148" fmla="*/ 212313 h 606722"/>
              <a:gd name="connsiteX149" fmla="*/ 384859 w 607639"/>
              <a:gd name="connsiteY149" fmla="*/ 283143 h 606722"/>
              <a:gd name="connsiteX150" fmla="*/ 546848 w 607639"/>
              <a:gd name="connsiteY150" fmla="*/ 283143 h 606722"/>
              <a:gd name="connsiteX151" fmla="*/ 546848 w 607639"/>
              <a:gd name="connsiteY151" fmla="*/ 212313 h 606722"/>
              <a:gd name="connsiteX152" fmla="*/ 60791 w 607639"/>
              <a:gd name="connsiteY152" fmla="*/ 212313 h 606722"/>
              <a:gd name="connsiteX153" fmla="*/ 60791 w 607639"/>
              <a:gd name="connsiteY153" fmla="*/ 283143 h 606722"/>
              <a:gd name="connsiteX154" fmla="*/ 222780 w 607639"/>
              <a:gd name="connsiteY154" fmla="*/ 283143 h 606722"/>
              <a:gd name="connsiteX155" fmla="*/ 222780 w 607639"/>
              <a:gd name="connsiteY155" fmla="*/ 212313 h 606722"/>
              <a:gd name="connsiteX156" fmla="*/ 364566 w 607639"/>
              <a:gd name="connsiteY156" fmla="*/ 171876 h 606722"/>
              <a:gd name="connsiteX157" fmla="*/ 354419 w 607639"/>
              <a:gd name="connsiteY157" fmla="*/ 182008 h 606722"/>
              <a:gd name="connsiteX158" fmla="*/ 364566 w 607639"/>
              <a:gd name="connsiteY158" fmla="*/ 192139 h 606722"/>
              <a:gd name="connsiteX159" fmla="*/ 567142 w 607639"/>
              <a:gd name="connsiteY159" fmla="*/ 192139 h 606722"/>
              <a:gd name="connsiteX160" fmla="*/ 577199 w 607639"/>
              <a:gd name="connsiteY160" fmla="*/ 182008 h 606722"/>
              <a:gd name="connsiteX161" fmla="*/ 567142 w 607639"/>
              <a:gd name="connsiteY161" fmla="*/ 171876 h 606722"/>
              <a:gd name="connsiteX162" fmla="*/ 40497 w 607639"/>
              <a:gd name="connsiteY162" fmla="*/ 171876 h 606722"/>
              <a:gd name="connsiteX163" fmla="*/ 30351 w 607639"/>
              <a:gd name="connsiteY163" fmla="*/ 182008 h 606722"/>
              <a:gd name="connsiteX164" fmla="*/ 40497 w 607639"/>
              <a:gd name="connsiteY164" fmla="*/ 192139 h 606722"/>
              <a:gd name="connsiteX165" fmla="*/ 243073 w 607639"/>
              <a:gd name="connsiteY165" fmla="*/ 192139 h 606722"/>
              <a:gd name="connsiteX166" fmla="*/ 253131 w 607639"/>
              <a:gd name="connsiteY166" fmla="*/ 182008 h 606722"/>
              <a:gd name="connsiteX167" fmla="*/ 243073 w 607639"/>
              <a:gd name="connsiteY167" fmla="*/ 171876 h 606722"/>
              <a:gd name="connsiteX168" fmla="*/ 443869 w 607639"/>
              <a:gd name="connsiteY168" fmla="*/ 80873 h 606722"/>
              <a:gd name="connsiteX169" fmla="*/ 384859 w 607639"/>
              <a:gd name="connsiteY169" fmla="*/ 139794 h 606722"/>
              <a:gd name="connsiteX170" fmla="*/ 384859 w 607639"/>
              <a:gd name="connsiteY170" fmla="*/ 151703 h 606722"/>
              <a:gd name="connsiteX171" fmla="*/ 546848 w 607639"/>
              <a:gd name="connsiteY171" fmla="*/ 151703 h 606722"/>
              <a:gd name="connsiteX172" fmla="*/ 546848 w 607639"/>
              <a:gd name="connsiteY172" fmla="*/ 139794 h 606722"/>
              <a:gd name="connsiteX173" fmla="*/ 487838 w 607639"/>
              <a:gd name="connsiteY173" fmla="*/ 80873 h 606722"/>
              <a:gd name="connsiteX174" fmla="*/ 119801 w 607639"/>
              <a:gd name="connsiteY174" fmla="*/ 80873 h 606722"/>
              <a:gd name="connsiteX175" fmla="*/ 60791 w 607639"/>
              <a:gd name="connsiteY175" fmla="*/ 139794 h 606722"/>
              <a:gd name="connsiteX176" fmla="*/ 60791 w 607639"/>
              <a:gd name="connsiteY176" fmla="*/ 151703 h 606722"/>
              <a:gd name="connsiteX177" fmla="*/ 222780 w 607639"/>
              <a:gd name="connsiteY177" fmla="*/ 151703 h 606722"/>
              <a:gd name="connsiteX178" fmla="*/ 222780 w 607639"/>
              <a:gd name="connsiteY178" fmla="*/ 139794 h 606722"/>
              <a:gd name="connsiteX179" fmla="*/ 163770 w 607639"/>
              <a:gd name="connsiteY179" fmla="*/ 80873 h 606722"/>
              <a:gd name="connsiteX180" fmla="*/ 202576 w 607639"/>
              <a:gd name="connsiteY180" fmla="*/ 20263 h 606722"/>
              <a:gd name="connsiteX181" fmla="*/ 152911 w 607639"/>
              <a:gd name="connsiteY181" fmla="*/ 60699 h 606722"/>
              <a:gd name="connsiteX182" fmla="*/ 163770 w 607639"/>
              <a:gd name="connsiteY182" fmla="*/ 60699 h 606722"/>
              <a:gd name="connsiteX183" fmla="*/ 243073 w 607639"/>
              <a:gd name="connsiteY183" fmla="*/ 139794 h 606722"/>
              <a:gd name="connsiteX184" fmla="*/ 243073 w 607639"/>
              <a:gd name="connsiteY184" fmla="*/ 151703 h 606722"/>
              <a:gd name="connsiteX185" fmla="*/ 273424 w 607639"/>
              <a:gd name="connsiteY185" fmla="*/ 182008 h 606722"/>
              <a:gd name="connsiteX186" fmla="*/ 243073 w 607639"/>
              <a:gd name="connsiteY186" fmla="*/ 212313 h 606722"/>
              <a:gd name="connsiteX187" fmla="*/ 243073 w 607639"/>
              <a:gd name="connsiteY187" fmla="*/ 283143 h 606722"/>
              <a:gd name="connsiteX188" fmla="*/ 273424 w 607639"/>
              <a:gd name="connsiteY188" fmla="*/ 313448 h 606722"/>
              <a:gd name="connsiteX189" fmla="*/ 243073 w 607639"/>
              <a:gd name="connsiteY189" fmla="*/ 343753 h 606722"/>
              <a:gd name="connsiteX190" fmla="*/ 243073 w 607639"/>
              <a:gd name="connsiteY190" fmla="*/ 404452 h 606722"/>
              <a:gd name="connsiteX191" fmla="*/ 364566 w 607639"/>
              <a:gd name="connsiteY191" fmla="*/ 404452 h 606722"/>
              <a:gd name="connsiteX192" fmla="*/ 364566 w 607639"/>
              <a:gd name="connsiteY192" fmla="*/ 343753 h 606722"/>
              <a:gd name="connsiteX193" fmla="*/ 334215 w 607639"/>
              <a:gd name="connsiteY193" fmla="*/ 313448 h 606722"/>
              <a:gd name="connsiteX194" fmla="*/ 364566 w 607639"/>
              <a:gd name="connsiteY194" fmla="*/ 283143 h 606722"/>
              <a:gd name="connsiteX195" fmla="*/ 364566 w 607639"/>
              <a:gd name="connsiteY195" fmla="*/ 212313 h 606722"/>
              <a:gd name="connsiteX196" fmla="*/ 334215 w 607639"/>
              <a:gd name="connsiteY196" fmla="*/ 182008 h 606722"/>
              <a:gd name="connsiteX197" fmla="*/ 364566 w 607639"/>
              <a:gd name="connsiteY197" fmla="*/ 151703 h 606722"/>
              <a:gd name="connsiteX198" fmla="*/ 364566 w 607639"/>
              <a:gd name="connsiteY198" fmla="*/ 139794 h 606722"/>
              <a:gd name="connsiteX199" fmla="*/ 443869 w 607639"/>
              <a:gd name="connsiteY199" fmla="*/ 60699 h 606722"/>
              <a:gd name="connsiteX200" fmla="*/ 454728 w 607639"/>
              <a:gd name="connsiteY200" fmla="*/ 60699 h 606722"/>
              <a:gd name="connsiteX201" fmla="*/ 405063 w 607639"/>
              <a:gd name="connsiteY201" fmla="*/ 20263 h 606722"/>
              <a:gd name="connsiteX202" fmla="*/ 202576 w 607639"/>
              <a:gd name="connsiteY202" fmla="*/ 0 h 606722"/>
              <a:gd name="connsiteX203" fmla="*/ 405063 w 607639"/>
              <a:gd name="connsiteY203" fmla="*/ 0 h 606722"/>
              <a:gd name="connsiteX204" fmla="*/ 475199 w 607639"/>
              <a:gd name="connsiteY204" fmla="*/ 60699 h 606722"/>
              <a:gd name="connsiteX205" fmla="*/ 487838 w 607639"/>
              <a:gd name="connsiteY205" fmla="*/ 60699 h 606722"/>
              <a:gd name="connsiteX206" fmla="*/ 567142 w 607639"/>
              <a:gd name="connsiteY206" fmla="*/ 139794 h 606722"/>
              <a:gd name="connsiteX207" fmla="*/ 567142 w 607639"/>
              <a:gd name="connsiteY207" fmla="*/ 151703 h 606722"/>
              <a:gd name="connsiteX208" fmla="*/ 597492 w 607639"/>
              <a:gd name="connsiteY208" fmla="*/ 182008 h 606722"/>
              <a:gd name="connsiteX209" fmla="*/ 567142 w 607639"/>
              <a:gd name="connsiteY209" fmla="*/ 212313 h 606722"/>
              <a:gd name="connsiteX210" fmla="*/ 567142 w 607639"/>
              <a:gd name="connsiteY210" fmla="*/ 283143 h 606722"/>
              <a:gd name="connsiteX211" fmla="*/ 597492 w 607639"/>
              <a:gd name="connsiteY211" fmla="*/ 313448 h 606722"/>
              <a:gd name="connsiteX212" fmla="*/ 567142 w 607639"/>
              <a:gd name="connsiteY212" fmla="*/ 343753 h 606722"/>
              <a:gd name="connsiteX213" fmla="*/ 567142 w 607639"/>
              <a:gd name="connsiteY213" fmla="*/ 404452 h 606722"/>
              <a:gd name="connsiteX214" fmla="*/ 597492 w 607639"/>
              <a:gd name="connsiteY214" fmla="*/ 404452 h 606722"/>
              <a:gd name="connsiteX215" fmla="*/ 607639 w 607639"/>
              <a:gd name="connsiteY215" fmla="*/ 414583 h 606722"/>
              <a:gd name="connsiteX216" fmla="*/ 607639 w 607639"/>
              <a:gd name="connsiteY216" fmla="*/ 596591 h 606722"/>
              <a:gd name="connsiteX217" fmla="*/ 597492 w 607639"/>
              <a:gd name="connsiteY217" fmla="*/ 606722 h 606722"/>
              <a:gd name="connsiteX218" fmla="*/ 10147 w 607639"/>
              <a:gd name="connsiteY218" fmla="*/ 606722 h 606722"/>
              <a:gd name="connsiteX219" fmla="*/ 0 w 607639"/>
              <a:gd name="connsiteY219" fmla="*/ 596591 h 606722"/>
              <a:gd name="connsiteX220" fmla="*/ 0 w 607639"/>
              <a:gd name="connsiteY220" fmla="*/ 414583 h 606722"/>
              <a:gd name="connsiteX221" fmla="*/ 10147 w 607639"/>
              <a:gd name="connsiteY221" fmla="*/ 404452 h 606722"/>
              <a:gd name="connsiteX222" fmla="*/ 40497 w 607639"/>
              <a:gd name="connsiteY222" fmla="*/ 404452 h 606722"/>
              <a:gd name="connsiteX223" fmla="*/ 40497 w 607639"/>
              <a:gd name="connsiteY223" fmla="*/ 343753 h 606722"/>
              <a:gd name="connsiteX224" fmla="*/ 10147 w 607639"/>
              <a:gd name="connsiteY224" fmla="*/ 313448 h 606722"/>
              <a:gd name="connsiteX225" fmla="*/ 40497 w 607639"/>
              <a:gd name="connsiteY225" fmla="*/ 283143 h 606722"/>
              <a:gd name="connsiteX226" fmla="*/ 40497 w 607639"/>
              <a:gd name="connsiteY226" fmla="*/ 212313 h 606722"/>
              <a:gd name="connsiteX227" fmla="*/ 10147 w 607639"/>
              <a:gd name="connsiteY227" fmla="*/ 182008 h 606722"/>
              <a:gd name="connsiteX228" fmla="*/ 40497 w 607639"/>
              <a:gd name="connsiteY228" fmla="*/ 151703 h 606722"/>
              <a:gd name="connsiteX229" fmla="*/ 40497 w 607639"/>
              <a:gd name="connsiteY229" fmla="*/ 139794 h 606722"/>
              <a:gd name="connsiteX230" fmla="*/ 119801 w 607639"/>
              <a:gd name="connsiteY230" fmla="*/ 60699 h 606722"/>
              <a:gd name="connsiteX231" fmla="*/ 132351 w 607639"/>
              <a:gd name="connsiteY231" fmla="*/ 60699 h 606722"/>
              <a:gd name="connsiteX232" fmla="*/ 202576 w 607639"/>
              <a:gd name="connsiteY23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607639" h="606722">
                <a:moveTo>
                  <a:pt x="516519" y="535874"/>
                </a:moveTo>
                <a:lnTo>
                  <a:pt x="556994" y="535874"/>
                </a:lnTo>
                <a:cubicBezTo>
                  <a:pt x="562598" y="535874"/>
                  <a:pt x="567135" y="540420"/>
                  <a:pt x="567135" y="546035"/>
                </a:cubicBezTo>
                <a:cubicBezTo>
                  <a:pt x="567135" y="551651"/>
                  <a:pt x="562598" y="556197"/>
                  <a:pt x="556994" y="556197"/>
                </a:cubicBezTo>
                <a:lnTo>
                  <a:pt x="516519" y="556197"/>
                </a:lnTo>
                <a:cubicBezTo>
                  <a:pt x="510915" y="556197"/>
                  <a:pt x="506378" y="551651"/>
                  <a:pt x="506378" y="546035"/>
                </a:cubicBezTo>
                <a:cubicBezTo>
                  <a:pt x="506378" y="540420"/>
                  <a:pt x="510915" y="535874"/>
                  <a:pt x="516519" y="535874"/>
                </a:cubicBezTo>
                <a:close/>
                <a:moveTo>
                  <a:pt x="425348" y="535874"/>
                </a:moveTo>
                <a:lnTo>
                  <a:pt x="465823" y="535874"/>
                </a:lnTo>
                <a:cubicBezTo>
                  <a:pt x="471427" y="535874"/>
                  <a:pt x="475964" y="540420"/>
                  <a:pt x="475964" y="546035"/>
                </a:cubicBezTo>
                <a:cubicBezTo>
                  <a:pt x="475964" y="551651"/>
                  <a:pt x="471427" y="556197"/>
                  <a:pt x="465823" y="556197"/>
                </a:cubicBezTo>
                <a:lnTo>
                  <a:pt x="425348" y="556197"/>
                </a:lnTo>
                <a:cubicBezTo>
                  <a:pt x="419744" y="556197"/>
                  <a:pt x="415207" y="551651"/>
                  <a:pt x="415207" y="546035"/>
                </a:cubicBezTo>
                <a:cubicBezTo>
                  <a:pt x="415207" y="540420"/>
                  <a:pt x="419744" y="535874"/>
                  <a:pt x="425348" y="535874"/>
                </a:cubicBezTo>
                <a:close/>
                <a:moveTo>
                  <a:pt x="334189" y="535874"/>
                </a:moveTo>
                <a:lnTo>
                  <a:pt x="374710" y="535874"/>
                </a:lnTo>
                <a:cubicBezTo>
                  <a:pt x="380321" y="535874"/>
                  <a:pt x="384863" y="540420"/>
                  <a:pt x="384863" y="546035"/>
                </a:cubicBezTo>
                <a:cubicBezTo>
                  <a:pt x="384863" y="551651"/>
                  <a:pt x="380321" y="556197"/>
                  <a:pt x="374710" y="556197"/>
                </a:cubicBezTo>
                <a:lnTo>
                  <a:pt x="334189" y="556197"/>
                </a:lnTo>
                <a:cubicBezTo>
                  <a:pt x="328578" y="556197"/>
                  <a:pt x="324036" y="551651"/>
                  <a:pt x="324036" y="546035"/>
                </a:cubicBezTo>
                <a:cubicBezTo>
                  <a:pt x="324036" y="540420"/>
                  <a:pt x="328578" y="535874"/>
                  <a:pt x="334189" y="535874"/>
                </a:cubicBezTo>
                <a:close/>
                <a:moveTo>
                  <a:pt x="243078" y="535874"/>
                </a:moveTo>
                <a:lnTo>
                  <a:pt x="283553" y="535874"/>
                </a:lnTo>
                <a:cubicBezTo>
                  <a:pt x="289157" y="535874"/>
                  <a:pt x="293694" y="540420"/>
                  <a:pt x="293694" y="546035"/>
                </a:cubicBezTo>
                <a:cubicBezTo>
                  <a:pt x="293694" y="551651"/>
                  <a:pt x="289157" y="556197"/>
                  <a:pt x="283553" y="556197"/>
                </a:cubicBezTo>
                <a:lnTo>
                  <a:pt x="243078" y="556197"/>
                </a:lnTo>
                <a:cubicBezTo>
                  <a:pt x="237474" y="556197"/>
                  <a:pt x="232937" y="551651"/>
                  <a:pt x="232937" y="546035"/>
                </a:cubicBezTo>
                <a:cubicBezTo>
                  <a:pt x="232937" y="540420"/>
                  <a:pt x="237474" y="535874"/>
                  <a:pt x="243078" y="535874"/>
                </a:cubicBezTo>
                <a:close/>
                <a:moveTo>
                  <a:pt x="151919" y="535874"/>
                </a:moveTo>
                <a:lnTo>
                  <a:pt x="192440" y="535874"/>
                </a:lnTo>
                <a:cubicBezTo>
                  <a:pt x="198051" y="535874"/>
                  <a:pt x="202593" y="540420"/>
                  <a:pt x="202593" y="546035"/>
                </a:cubicBezTo>
                <a:cubicBezTo>
                  <a:pt x="202593" y="551651"/>
                  <a:pt x="198051" y="556197"/>
                  <a:pt x="192440" y="556197"/>
                </a:cubicBezTo>
                <a:lnTo>
                  <a:pt x="151919" y="556197"/>
                </a:lnTo>
                <a:cubicBezTo>
                  <a:pt x="146308" y="556197"/>
                  <a:pt x="141766" y="551651"/>
                  <a:pt x="141766" y="546035"/>
                </a:cubicBezTo>
                <a:cubicBezTo>
                  <a:pt x="141766" y="540420"/>
                  <a:pt x="146308" y="535874"/>
                  <a:pt x="151919" y="535874"/>
                </a:cubicBezTo>
                <a:close/>
                <a:moveTo>
                  <a:pt x="60807" y="535874"/>
                </a:moveTo>
                <a:lnTo>
                  <a:pt x="101282" y="535874"/>
                </a:lnTo>
                <a:cubicBezTo>
                  <a:pt x="106886" y="535874"/>
                  <a:pt x="111423" y="540420"/>
                  <a:pt x="111423" y="546035"/>
                </a:cubicBezTo>
                <a:cubicBezTo>
                  <a:pt x="111423" y="551651"/>
                  <a:pt x="106886" y="556197"/>
                  <a:pt x="101282" y="556197"/>
                </a:cubicBezTo>
                <a:lnTo>
                  <a:pt x="60807" y="556197"/>
                </a:lnTo>
                <a:cubicBezTo>
                  <a:pt x="55203" y="556197"/>
                  <a:pt x="50666" y="551651"/>
                  <a:pt x="50666" y="546035"/>
                </a:cubicBezTo>
                <a:cubicBezTo>
                  <a:pt x="50666" y="540420"/>
                  <a:pt x="55203" y="535874"/>
                  <a:pt x="60807" y="535874"/>
                </a:cubicBezTo>
                <a:close/>
                <a:moveTo>
                  <a:pt x="526571" y="475288"/>
                </a:moveTo>
                <a:lnTo>
                  <a:pt x="526571" y="495481"/>
                </a:lnTo>
                <a:lnTo>
                  <a:pt x="546853" y="495481"/>
                </a:lnTo>
                <a:lnTo>
                  <a:pt x="546853" y="475288"/>
                </a:lnTo>
                <a:close/>
                <a:moveTo>
                  <a:pt x="435400" y="475288"/>
                </a:moveTo>
                <a:lnTo>
                  <a:pt x="435400" y="495481"/>
                </a:lnTo>
                <a:lnTo>
                  <a:pt x="455682" y="495481"/>
                </a:lnTo>
                <a:lnTo>
                  <a:pt x="455682" y="475288"/>
                </a:lnTo>
                <a:close/>
                <a:moveTo>
                  <a:pt x="344252" y="475288"/>
                </a:moveTo>
                <a:lnTo>
                  <a:pt x="344252" y="495481"/>
                </a:lnTo>
                <a:lnTo>
                  <a:pt x="364558" y="495481"/>
                </a:lnTo>
                <a:lnTo>
                  <a:pt x="364558" y="475288"/>
                </a:lnTo>
                <a:close/>
                <a:moveTo>
                  <a:pt x="253130" y="475288"/>
                </a:moveTo>
                <a:lnTo>
                  <a:pt x="253130" y="495481"/>
                </a:lnTo>
                <a:lnTo>
                  <a:pt x="273412" y="495481"/>
                </a:lnTo>
                <a:lnTo>
                  <a:pt x="273412" y="475288"/>
                </a:lnTo>
                <a:close/>
                <a:moveTo>
                  <a:pt x="161982" y="475288"/>
                </a:moveTo>
                <a:lnTo>
                  <a:pt x="161982" y="495481"/>
                </a:lnTo>
                <a:lnTo>
                  <a:pt x="182288" y="495481"/>
                </a:lnTo>
                <a:lnTo>
                  <a:pt x="182288" y="475288"/>
                </a:lnTo>
                <a:close/>
                <a:moveTo>
                  <a:pt x="70859" y="475288"/>
                </a:moveTo>
                <a:lnTo>
                  <a:pt x="70859" y="495481"/>
                </a:lnTo>
                <a:lnTo>
                  <a:pt x="91141" y="495481"/>
                </a:lnTo>
                <a:lnTo>
                  <a:pt x="91141" y="475288"/>
                </a:lnTo>
                <a:close/>
                <a:moveTo>
                  <a:pt x="516519" y="455006"/>
                </a:moveTo>
                <a:lnTo>
                  <a:pt x="556994" y="455006"/>
                </a:lnTo>
                <a:cubicBezTo>
                  <a:pt x="562598" y="455006"/>
                  <a:pt x="567135" y="459543"/>
                  <a:pt x="567135" y="465147"/>
                </a:cubicBezTo>
                <a:lnTo>
                  <a:pt x="567135" y="505622"/>
                </a:lnTo>
                <a:cubicBezTo>
                  <a:pt x="567135" y="511226"/>
                  <a:pt x="562598" y="515763"/>
                  <a:pt x="556994" y="515763"/>
                </a:cubicBezTo>
                <a:lnTo>
                  <a:pt x="516519" y="515763"/>
                </a:lnTo>
                <a:cubicBezTo>
                  <a:pt x="510915" y="515763"/>
                  <a:pt x="506378" y="511226"/>
                  <a:pt x="506378" y="505622"/>
                </a:cubicBezTo>
                <a:lnTo>
                  <a:pt x="506378" y="465147"/>
                </a:lnTo>
                <a:cubicBezTo>
                  <a:pt x="506378" y="459543"/>
                  <a:pt x="510915" y="455006"/>
                  <a:pt x="516519" y="455006"/>
                </a:cubicBezTo>
                <a:close/>
                <a:moveTo>
                  <a:pt x="425348" y="455006"/>
                </a:moveTo>
                <a:lnTo>
                  <a:pt x="465823" y="455006"/>
                </a:lnTo>
                <a:cubicBezTo>
                  <a:pt x="471427" y="455006"/>
                  <a:pt x="475964" y="459543"/>
                  <a:pt x="475964" y="465147"/>
                </a:cubicBezTo>
                <a:lnTo>
                  <a:pt x="475964" y="505622"/>
                </a:lnTo>
                <a:cubicBezTo>
                  <a:pt x="475964" y="511226"/>
                  <a:pt x="471427" y="515763"/>
                  <a:pt x="465823" y="515763"/>
                </a:cubicBezTo>
                <a:lnTo>
                  <a:pt x="425348" y="515763"/>
                </a:lnTo>
                <a:cubicBezTo>
                  <a:pt x="419744" y="515763"/>
                  <a:pt x="415207" y="511226"/>
                  <a:pt x="415207" y="505622"/>
                </a:cubicBezTo>
                <a:lnTo>
                  <a:pt x="415207" y="465147"/>
                </a:lnTo>
                <a:cubicBezTo>
                  <a:pt x="415207" y="459543"/>
                  <a:pt x="419744" y="455006"/>
                  <a:pt x="425348" y="455006"/>
                </a:cubicBezTo>
                <a:close/>
                <a:moveTo>
                  <a:pt x="334189" y="455006"/>
                </a:moveTo>
                <a:lnTo>
                  <a:pt x="374710" y="455006"/>
                </a:lnTo>
                <a:cubicBezTo>
                  <a:pt x="380321" y="455006"/>
                  <a:pt x="384863" y="459543"/>
                  <a:pt x="384863" y="465147"/>
                </a:cubicBezTo>
                <a:lnTo>
                  <a:pt x="384863" y="505622"/>
                </a:lnTo>
                <a:cubicBezTo>
                  <a:pt x="384863" y="511226"/>
                  <a:pt x="380321" y="515763"/>
                  <a:pt x="374710" y="515763"/>
                </a:cubicBezTo>
                <a:lnTo>
                  <a:pt x="334189" y="515763"/>
                </a:lnTo>
                <a:cubicBezTo>
                  <a:pt x="328578" y="515763"/>
                  <a:pt x="324036" y="511226"/>
                  <a:pt x="324036" y="505622"/>
                </a:cubicBezTo>
                <a:lnTo>
                  <a:pt x="324036" y="465147"/>
                </a:lnTo>
                <a:cubicBezTo>
                  <a:pt x="324036" y="459543"/>
                  <a:pt x="328578" y="455006"/>
                  <a:pt x="334189" y="455006"/>
                </a:cubicBezTo>
                <a:close/>
                <a:moveTo>
                  <a:pt x="243078" y="455006"/>
                </a:moveTo>
                <a:lnTo>
                  <a:pt x="283553" y="455006"/>
                </a:lnTo>
                <a:cubicBezTo>
                  <a:pt x="289157" y="455006"/>
                  <a:pt x="293694" y="459543"/>
                  <a:pt x="293694" y="465147"/>
                </a:cubicBezTo>
                <a:lnTo>
                  <a:pt x="293694" y="505622"/>
                </a:lnTo>
                <a:cubicBezTo>
                  <a:pt x="293694" y="511226"/>
                  <a:pt x="289157" y="515763"/>
                  <a:pt x="283553" y="515763"/>
                </a:cubicBezTo>
                <a:lnTo>
                  <a:pt x="243078" y="515763"/>
                </a:lnTo>
                <a:cubicBezTo>
                  <a:pt x="237474" y="515763"/>
                  <a:pt x="232937" y="511226"/>
                  <a:pt x="232937" y="505622"/>
                </a:cubicBezTo>
                <a:lnTo>
                  <a:pt x="232937" y="465147"/>
                </a:lnTo>
                <a:cubicBezTo>
                  <a:pt x="232937" y="459543"/>
                  <a:pt x="237474" y="455006"/>
                  <a:pt x="243078" y="455006"/>
                </a:cubicBezTo>
                <a:close/>
                <a:moveTo>
                  <a:pt x="151919" y="455006"/>
                </a:moveTo>
                <a:lnTo>
                  <a:pt x="192440" y="455006"/>
                </a:lnTo>
                <a:cubicBezTo>
                  <a:pt x="198051" y="455006"/>
                  <a:pt x="202593" y="459543"/>
                  <a:pt x="202593" y="465147"/>
                </a:cubicBezTo>
                <a:lnTo>
                  <a:pt x="202593" y="505622"/>
                </a:lnTo>
                <a:cubicBezTo>
                  <a:pt x="202593" y="511226"/>
                  <a:pt x="198051" y="515763"/>
                  <a:pt x="192440" y="515763"/>
                </a:cubicBezTo>
                <a:lnTo>
                  <a:pt x="151919" y="515763"/>
                </a:lnTo>
                <a:cubicBezTo>
                  <a:pt x="146308" y="515763"/>
                  <a:pt x="141766" y="511226"/>
                  <a:pt x="141766" y="505622"/>
                </a:cubicBezTo>
                <a:lnTo>
                  <a:pt x="141766" y="465147"/>
                </a:lnTo>
                <a:cubicBezTo>
                  <a:pt x="141766" y="459543"/>
                  <a:pt x="146308" y="455006"/>
                  <a:pt x="151919" y="455006"/>
                </a:cubicBezTo>
                <a:close/>
                <a:moveTo>
                  <a:pt x="60807" y="455006"/>
                </a:moveTo>
                <a:lnTo>
                  <a:pt x="101282" y="455006"/>
                </a:lnTo>
                <a:cubicBezTo>
                  <a:pt x="106886" y="455006"/>
                  <a:pt x="111423" y="459543"/>
                  <a:pt x="111423" y="465147"/>
                </a:cubicBezTo>
                <a:lnTo>
                  <a:pt x="111423" y="505622"/>
                </a:lnTo>
                <a:cubicBezTo>
                  <a:pt x="111423" y="511226"/>
                  <a:pt x="106886" y="515763"/>
                  <a:pt x="101282" y="515763"/>
                </a:cubicBezTo>
                <a:lnTo>
                  <a:pt x="60807" y="515763"/>
                </a:lnTo>
                <a:cubicBezTo>
                  <a:pt x="55203" y="515763"/>
                  <a:pt x="50666" y="511226"/>
                  <a:pt x="50666" y="505622"/>
                </a:cubicBezTo>
                <a:lnTo>
                  <a:pt x="50666" y="465147"/>
                </a:lnTo>
                <a:cubicBezTo>
                  <a:pt x="50666" y="459543"/>
                  <a:pt x="55203" y="455006"/>
                  <a:pt x="60807" y="455006"/>
                </a:cubicBezTo>
                <a:close/>
                <a:moveTo>
                  <a:pt x="20293" y="424714"/>
                </a:moveTo>
                <a:lnTo>
                  <a:pt x="20293" y="586459"/>
                </a:lnTo>
                <a:lnTo>
                  <a:pt x="587346" y="586459"/>
                </a:lnTo>
                <a:lnTo>
                  <a:pt x="587346" y="424714"/>
                </a:lnTo>
                <a:lnTo>
                  <a:pt x="567142" y="424714"/>
                </a:lnTo>
                <a:lnTo>
                  <a:pt x="364566" y="424714"/>
                </a:lnTo>
                <a:lnTo>
                  <a:pt x="243073" y="424714"/>
                </a:lnTo>
                <a:lnTo>
                  <a:pt x="40497" y="424714"/>
                </a:lnTo>
                <a:close/>
                <a:moveTo>
                  <a:pt x="384859" y="343753"/>
                </a:moveTo>
                <a:lnTo>
                  <a:pt x="384859" y="404452"/>
                </a:lnTo>
                <a:lnTo>
                  <a:pt x="546848" y="404452"/>
                </a:lnTo>
                <a:lnTo>
                  <a:pt x="546848" y="343753"/>
                </a:lnTo>
                <a:close/>
                <a:moveTo>
                  <a:pt x="60791" y="343753"/>
                </a:moveTo>
                <a:lnTo>
                  <a:pt x="60791" y="404452"/>
                </a:lnTo>
                <a:lnTo>
                  <a:pt x="222780" y="404452"/>
                </a:lnTo>
                <a:lnTo>
                  <a:pt x="222780" y="343753"/>
                </a:lnTo>
                <a:close/>
                <a:moveTo>
                  <a:pt x="364566" y="303317"/>
                </a:moveTo>
                <a:cubicBezTo>
                  <a:pt x="358958" y="303317"/>
                  <a:pt x="354419" y="307849"/>
                  <a:pt x="354419" y="313448"/>
                </a:cubicBezTo>
                <a:cubicBezTo>
                  <a:pt x="354419" y="319047"/>
                  <a:pt x="358958" y="323579"/>
                  <a:pt x="364566" y="323579"/>
                </a:cubicBezTo>
                <a:lnTo>
                  <a:pt x="567142" y="323579"/>
                </a:lnTo>
                <a:cubicBezTo>
                  <a:pt x="572660" y="323579"/>
                  <a:pt x="577199" y="319047"/>
                  <a:pt x="577199" y="313448"/>
                </a:cubicBezTo>
                <a:cubicBezTo>
                  <a:pt x="577199" y="307849"/>
                  <a:pt x="572660" y="303317"/>
                  <a:pt x="567142" y="303317"/>
                </a:cubicBezTo>
                <a:close/>
                <a:moveTo>
                  <a:pt x="40497" y="303317"/>
                </a:moveTo>
                <a:cubicBezTo>
                  <a:pt x="34890" y="303317"/>
                  <a:pt x="30351" y="307849"/>
                  <a:pt x="30351" y="313448"/>
                </a:cubicBezTo>
                <a:cubicBezTo>
                  <a:pt x="30351" y="319047"/>
                  <a:pt x="34890" y="323579"/>
                  <a:pt x="40497" y="323579"/>
                </a:cubicBezTo>
                <a:lnTo>
                  <a:pt x="243073" y="323579"/>
                </a:lnTo>
                <a:cubicBezTo>
                  <a:pt x="248681" y="323579"/>
                  <a:pt x="253131" y="319047"/>
                  <a:pt x="253131" y="313448"/>
                </a:cubicBezTo>
                <a:cubicBezTo>
                  <a:pt x="253131" y="307849"/>
                  <a:pt x="248681" y="303317"/>
                  <a:pt x="243073" y="303317"/>
                </a:cubicBezTo>
                <a:close/>
                <a:moveTo>
                  <a:pt x="384859" y="212313"/>
                </a:moveTo>
                <a:lnTo>
                  <a:pt x="384859" y="283143"/>
                </a:lnTo>
                <a:lnTo>
                  <a:pt x="546848" y="283143"/>
                </a:lnTo>
                <a:lnTo>
                  <a:pt x="546848" y="212313"/>
                </a:lnTo>
                <a:close/>
                <a:moveTo>
                  <a:pt x="60791" y="212313"/>
                </a:moveTo>
                <a:lnTo>
                  <a:pt x="60791" y="283143"/>
                </a:lnTo>
                <a:lnTo>
                  <a:pt x="222780" y="283143"/>
                </a:lnTo>
                <a:lnTo>
                  <a:pt x="222780" y="212313"/>
                </a:lnTo>
                <a:close/>
                <a:moveTo>
                  <a:pt x="364566" y="171876"/>
                </a:moveTo>
                <a:cubicBezTo>
                  <a:pt x="358958" y="171876"/>
                  <a:pt x="354419" y="176409"/>
                  <a:pt x="354419" y="182008"/>
                </a:cubicBezTo>
                <a:cubicBezTo>
                  <a:pt x="354419" y="187607"/>
                  <a:pt x="358958" y="192139"/>
                  <a:pt x="364566" y="192139"/>
                </a:cubicBezTo>
                <a:lnTo>
                  <a:pt x="567142" y="192139"/>
                </a:lnTo>
                <a:cubicBezTo>
                  <a:pt x="572660" y="192139"/>
                  <a:pt x="577199" y="187607"/>
                  <a:pt x="577199" y="182008"/>
                </a:cubicBezTo>
                <a:cubicBezTo>
                  <a:pt x="577199" y="176409"/>
                  <a:pt x="572660" y="171876"/>
                  <a:pt x="567142" y="171876"/>
                </a:cubicBezTo>
                <a:close/>
                <a:moveTo>
                  <a:pt x="40497" y="171876"/>
                </a:moveTo>
                <a:cubicBezTo>
                  <a:pt x="34890" y="171876"/>
                  <a:pt x="30351" y="176409"/>
                  <a:pt x="30351" y="182008"/>
                </a:cubicBezTo>
                <a:cubicBezTo>
                  <a:pt x="30351" y="187607"/>
                  <a:pt x="34890" y="192139"/>
                  <a:pt x="40497" y="192139"/>
                </a:cubicBezTo>
                <a:lnTo>
                  <a:pt x="243073" y="192139"/>
                </a:lnTo>
                <a:cubicBezTo>
                  <a:pt x="248681" y="192139"/>
                  <a:pt x="253131" y="187607"/>
                  <a:pt x="253131" y="182008"/>
                </a:cubicBezTo>
                <a:cubicBezTo>
                  <a:pt x="253131" y="176409"/>
                  <a:pt x="248681" y="171876"/>
                  <a:pt x="243073" y="171876"/>
                </a:cubicBezTo>
                <a:close/>
                <a:moveTo>
                  <a:pt x="443869" y="80873"/>
                </a:moveTo>
                <a:cubicBezTo>
                  <a:pt x="411204" y="80873"/>
                  <a:pt x="384859" y="107267"/>
                  <a:pt x="384859" y="139794"/>
                </a:cubicBezTo>
                <a:lnTo>
                  <a:pt x="384859" y="151703"/>
                </a:lnTo>
                <a:lnTo>
                  <a:pt x="546848" y="151703"/>
                </a:lnTo>
                <a:lnTo>
                  <a:pt x="546848" y="139794"/>
                </a:lnTo>
                <a:cubicBezTo>
                  <a:pt x="546848" y="107267"/>
                  <a:pt x="520414" y="80873"/>
                  <a:pt x="487838" y="80873"/>
                </a:cubicBezTo>
                <a:close/>
                <a:moveTo>
                  <a:pt x="119801" y="80873"/>
                </a:moveTo>
                <a:cubicBezTo>
                  <a:pt x="87225" y="80873"/>
                  <a:pt x="60791" y="107267"/>
                  <a:pt x="60791" y="139794"/>
                </a:cubicBezTo>
                <a:lnTo>
                  <a:pt x="60791" y="151703"/>
                </a:lnTo>
                <a:lnTo>
                  <a:pt x="222780" y="151703"/>
                </a:lnTo>
                <a:lnTo>
                  <a:pt x="222780" y="139794"/>
                </a:lnTo>
                <a:cubicBezTo>
                  <a:pt x="222780" y="107267"/>
                  <a:pt x="196346" y="80873"/>
                  <a:pt x="163770" y="80873"/>
                </a:cubicBezTo>
                <a:close/>
                <a:moveTo>
                  <a:pt x="202576" y="20263"/>
                </a:moveTo>
                <a:cubicBezTo>
                  <a:pt x="178011" y="20263"/>
                  <a:pt x="157628" y="37592"/>
                  <a:pt x="152911" y="60699"/>
                </a:cubicBezTo>
                <a:lnTo>
                  <a:pt x="163770" y="60699"/>
                </a:lnTo>
                <a:cubicBezTo>
                  <a:pt x="207560" y="60699"/>
                  <a:pt x="243073" y="96069"/>
                  <a:pt x="243073" y="139794"/>
                </a:cubicBezTo>
                <a:lnTo>
                  <a:pt x="243073" y="151703"/>
                </a:lnTo>
                <a:cubicBezTo>
                  <a:pt x="259806" y="151703"/>
                  <a:pt x="273424" y="165211"/>
                  <a:pt x="273424" y="182008"/>
                </a:cubicBezTo>
                <a:cubicBezTo>
                  <a:pt x="273424" y="198804"/>
                  <a:pt x="259806" y="212313"/>
                  <a:pt x="243073" y="212313"/>
                </a:cubicBezTo>
                <a:lnTo>
                  <a:pt x="243073" y="283143"/>
                </a:lnTo>
                <a:cubicBezTo>
                  <a:pt x="259806" y="283143"/>
                  <a:pt x="273424" y="296740"/>
                  <a:pt x="273424" y="313448"/>
                </a:cubicBezTo>
                <a:cubicBezTo>
                  <a:pt x="273424" y="330244"/>
                  <a:pt x="259806" y="343753"/>
                  <a:pt x="243073" y="343753"/>
                </a:cubicBezTo>
                <a:lnTo>
                  <a:pt x="243073" y="404452"/>
                </a:lnTo>
                <a:lnTo>
                  <a:pt x="364566" y="404452"/>
                </a:lnTo>
                <a:lnTo>
                  <a:pt x="364566" y="343753"/>
                </a:lnTo>
                <a:cubicBezTo>
                  <a:pt x="347744" y="343753"/>
                  <a:pt x="334215" y="330244"/>
                  <a:pt x="334215" y="313448"/>
                </a:cubicBezTo>
                <a:cubicBezTo>
                  <a:pt x="334215" y="296740"/>
                  <a:pt x="347744" y="283143"/>
                  <a:pt x="364566" y="283143"/>
                </a:cubicBezTo>
                <a:lnTo>
                  <a:pt x="364566" y="212313"/>
                </a:lnTo>
                <a:cubicBezTo>
                  <a:pt x="347744" y="212313"/>
                  <a:pt x="334215" y="198804"/>
                  <a:pt x="334215" y="182008"/>
                </a:cubicBezTo>
                <a:cubicBezTo>
                  <a:pt x="334215" y="165211"/>
                  <a:pt x="347744" y="151703"/>
                  <a:pt x="364566" y="151703"/>
                </a:cubicBezTo>
                <a:lnTo>
                  <a:pt x="364566" y="139794"/>
                </a:lnTo>
                <a:cubicBezTo>
                  <a:pt x="364566" y="96069"/>
                  <a:pt x="400079" y="60699"/>
                  <a:pt x="443869" y="60699"/>
                </a:cubicBezTo>
                <a:lnTo>
                  <a:pt x="454728" y="60699"/>
                </a:lnTo>
                <a:cubicBezTo>
                  <a:pt x="450011" y="37592"/>
                  <a:pt x="429628" y="20263"/>
                  <a:pt x="405063" y="20263"/>
                </a:cubicBezTo>
                <a:close/>
                <a:moveTo>
                  <a:pt x="202576" y="0"/>
                </a:moveTo>
                <a:lnTo>
                  <a:pt x="405063" y="0"/>
                </a:lnTo>
                <a:cubicBezTo>
                  <a:pt x="440843" y="0"/>
                  <a:pt x="470304" y="26395"/>
                  <a:pt x="475199" y="60699"/>
                </a:cubicBezTo>
                <a:lnTo>
                  <a:pt x="487838" y="60699"/>
                </a:lnTo>
                <a:cubicBezTo>
                  <a:pt x="531628" y="60699"/>
                  <a:pt x="567142" y="96069"/>
                  <a:pt x="567142" y="139794"/>
                </a:cubicBezTo>
                <a:lnTo>
                  <a:pt x="567142" y="151703"/>
                </a:lnTo>
                <a:cubicBezTo>
                  <a:pt x="583875" y="151703"/>
                  <a:pt x="597492" y="165211"/>
                  <a:pt x="597492" y="182008"/>
                </a:cubicBezTo>
                <a:cubicBezTo>
                  <a:pt x="597492" y="198804"/>
                  <a:pt x="583875" y="212313"/>
                  <a:pt x="567142" y="212313"/>
                </a:cubicBezTo>
                <a:lnTo>
                  <a:pt x="567142" y="283143"/>
                </a:lnTo>
                <a:cubicBezTo>
                  <a:pt x="583875" y="283143"/>
                  <a:pt x="597492" y="296740"/>
                  <a:pt x="597492" y="313448"/>
                </a:cubicBezTo>
                <a:cubicBezTo>
                  <a:pt x="597492" y="330244"/>
                  <a:pt x="583875" y="343753"/>
                  <a:pt x="567142" y="343753"/>
                </a:cubicBezTo>
                <a:lnTo>
                  <a:pt x="567142" y="404452"/>
                </a:lnTo>
                <a:lnTo>
                  <a:pt x="597492" y="404452"/>
                </a:lnTo>
                <a:cubicBezTo>
                  <a:pt x="603100" y="404452"/>
                  <a:pt x="607639" y="408984"/>
                  <a:pt x="607639" y="414583"/>
                </a:cubicBezTo>
                <a:lnTo>
                  <a:pt x="607639" y="596591"/>
                </a:lnTo>
                <a:cubicBezTo>
                  <a:pt x="607639" y="602190"/>
                  <a:pt x="603100" y="606722"/>
                  <a:pt x="597492" y="606722"/>
                </a:cubicBezTo>
                <a:lnTo>
                  <a:pt x="10147" y="606722"/>
                </a:lnTo>
                <a:cubicBezTo>
                  <a:pt x="4539" y="606722"/>
                  <a:pt x="0" y="602190"/>
                  <a:pt x="0" y="596591"/>
                </a:cubicBezTo>
                <a:lnTo>
                  <a:pt x="0" y="414583"/>
                </a:lnTo>
                <a:cubicBezTo>
                  <a:pt x="0" y="408984"/>
                  <a:pt x="4539" y="404452"/>
                  <a:pt x="10147" y="404452"/>
                </a:cubicBezTo>
                <a:lnTo>
                  <a:pt x="40497" y="404452"/>
                </a:lnTo>
                <a:lnTo>
                  <a:pt x="40497" y="343753"/>
                </a:lnTo>
                <a:cubicBezTo>
                  <a:pt x="23764" y="343753"/>
                  <a:pt x="10147" y="330244"/>
                  <a:pt x="10147" y="313448"/>
                </a:cubicBezTo>
                <a:cubicBezTo>
                  <a:pt x="10147" y="296740"/>
                  <a:pt x="23764" y="283143"/>
                  <a:pt x="40497" y="283143"/>
                </a:cubicBezTo>
                <a:lnTo>
                  <a:pt x="40497" y="212313"/>
                </a:lnTo>
                <a:cubicBezTo>
                  <a:pt x="23764" y="212313"/>
                  <a:pt x="10147" y="198804"/>
                  <a:pt x="10147" y="182008"/>
                </a:cubicBezTo>
                <a:cubicBezTo>
                  <a:pt x="10147" y="165211"/>
                  <a:pt x="23764" y="151703"/>
                  <a:pt x="40497" y="151703"/>
                </a:cubicBezTo>
                <a:lnTo>
                  <a:pt x="40497" y="139794"/>
                </a:lnTo>
                <a:cubicBezTo>
                  <a:pt x="40497" y="96069"/>
                  <a:pt x="76010" y="60699"/>
                  <a:pt x="119801" y="60699"/>
                </a:cubicBezTo>
                <a:lnTo>
                  <a:pt x="132351" y="60699"/>
                </a:lnTo>
                <a:cubicBezTo>
                  <a:pt x="137246" y="26395"/>
                  <a:pt x="166796" y="0"/>
                  <a:pt x="202576" y="0"/>
                </a:cubicBezTo>
                <a:close/>
              </a:path>
            </a:pathLst>
          </a:custGeom>
          <a:solidFill>
            <a:schemeClr val="accent1"/>
          </a:solidFill>
          <a:ln>
            <a:noFill/>
          </a:ln>
        </p:spPr>
        <p:txBody>
          <a:bodyPr/>
          <a:lstStyle/>
          <a:p>
            <a:endParaRPr lang="zh-CN" altLang="en-US">
              <a:cs typeface="+mn-ea"/>
              <a:sym typeface="+mn-lt"/>
            </a:endParaRPr>
          </a:p>
        </p:txBody>
      </p:sp>
      <p:sp>
        <p:nvSpPr>
          <p:cNvPr id="22" name="文本框 21">
            <a:extLst>
              <a:ext uri="{FF2B5EF4-FFF2-40B4-BE49-F238E27FC236}">
                <a16:creationId xmlns:a16="http://schemas.microsoft.com/office/drawing/2014/main" id="{A9893D04-ED3F-40F4-BB32-01ED03854C1E}"/>
              </a:ext>
            </a:extLst>
          </p:cNvPr>
          <p:cNvSpPr txBox="1"/>
          <p:nvPr/>
        </p:nvSpPr>
        <p:spPr>
          <a:xfrm>
            <a:off x="6279231" y="2103120"/>
            <a:ext cx="2254162" cy="430374"/>
          </a:xfrm>
          <a:prstGeom prst="rect">
            <a:avLst/>
          </a:prstGeom>
          <a:noFill/>
        </p:spPr>
        <p:txBody>
          <a:bodyPr wrap="square" rtlCol="0">
            <a:spAutoFit/>
          </a:bodyPr>
          <a:lstStyle/>
          <a:p>
            <a:pPr algn="just">
              <a:lnSpc>
                <a:spcPct val="120000"/>
              </a:lnSpc>
            </a:pPr>
            <a:r>
              <a:rPr lang="zh-CN" altLang="en-US" sz="2000" b="1" spc="100" dirty="0">
                <a:solidFill>
                  <a:schemeClr val="bg1">
                    <a:lumMod val="50000"/>
                  </a:schemeClr>
                </a:solidFill>
                <a:latin typeface="+mj-ea"/>
                <a:ea typeface="+mj-ea"/>
                <a:cs typeface="+mn-ea"/>
                <a:sym typeface="+mn-lt"/>
              </a:rPr>
              <a:t>标题</a:t>
            </a:r>
            <a:r>
              <a:rPr lang="zh-CN" altLang="en-US" sz="2000" b="1" spc="100" dirty="0">
                <a:solidFill>
                  <a:schemeClr val="bg1">
                    <a:lumMod val="50000"/>
                  </a:schemeClr>
                </a:solidFill>
                <a:cs typeface="+mn-ea"/>
                <a:sym typeface="+mn-lt"/>
              </a:rPr>
              <a:t>  </a:t>
            </a:r>
            <a:r>
              <a:rPr lang="en-US" altLang="zh-CN" sz="1600" spc="100" dirty="0">
                <a:solidFill>
                  <a:schemeClr val="bg1">
                    <a:lumMod val="50000"/>
                  </a:schemeClr>
                </a:solidFill>
                <a:cs typeface="+mn-ea"/>
                <a:sym typeface="+mn-lt"/>
              </a:rPr>
              <a:t>BIAOTI</a:t>
            </a:r>
            <a:endParaRPr lang="zh-CN" altLang="en-US" sz="2000" spc="100" dirty="0">
              <a:solidFill>
                <a:schemeClr val="bg1">
                  <a:lumMod val="50000"/>
                </a:schemeClr>
              </a:solidFill>
              <a:cs typeface="+mn-ea"/>
              <a:sym typeface="+mn-lt"/>
            </a:endParaRPr>
          </a:p>
        </p:txBody>
      </p:sp>
      <p:cxnSp>
        <p:nvCxnSpPr>
          <p:cNvPr id="26" name="直接连接符 25">
            <a:extLst>
              <a:ext uri="{FF2B5EF4-FFF2-40B4-BE49-F238E27FC236}">
                <a16:creationId xmlns:a16="http://schemas.microsoft.com/office/drawing/2014/main" id="{2671B649-D205-4543-9988-ED2356136132}"/>
              </a:ext>
            </a:extLst>
          </p:cNvPr>
          <p:cNvCxnSpPr/>
          <p:nvPr/>
        </p:nvCxnSpPr>
        <p:spPr>
          <a:xfrm>
            <a:off x="6360511" y="2574134"/>
            <a:ext cx="558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3" name="组合 32">
            <a:extLst>
              <a:ext uri="{FF2B5EF4-FFF2-40B4-BE49-F238E27FC236}">
                <a16:creationId xmlns:a16="http://schemas.microsoft.com/office/drawing/2014/main" id="{747CF193-AC0C-4CE6-90FE-83D6021FB96E}"/>
              </a:ext>
            </a:extLst>
          </p:cNvPr>
          <p:cNvGrpSpPr/>
          <p:nvPr/>
        </p:nvGrpSpPr>
        <p:grpSpPr>
          <a:xfrm>
            <a:off x="6095998" y="1858526"/>
            <a:ext cx="4514369" cy="3140948"/>
            <a:chOff x="5792558" y="2004206"/>
            <a:chExt cx="4514369" cy="3140948"/>
          </a:xfrm>
        </p:grpSpPr>
        <p:sp>
          <p:nvSpPr>
            <p:cNvPr id="27" name="矩形 26">
              <a:extLst>
                <a:ext uri="{FF2B5EF4-FFF2-40B4-BE49-F238E27FC236}">
                  <a16:creationId xmlns:a16="http://schemas.microsoft.com/office/drawing/2014/main" id="{1A545258-BB56-4A81-A580-D274B68C9D4D}"/>
                </a:ext>
              </a:extLst>
            </p:cNvPr>
            <p:cNvSpPr/>
            <p:nvPr/>
          </p:nvSpPr>
          <p:spPr>
            <a:xfrm>
              <a:off x="5792558" y="2103120"/>
              <a:ext cx="4418242" cy="3042034"/>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32" name="任意多边形: 形状 31">
              <a:extLst>
                <a:ext uri="{FF2B5EF4-FFF2-40B4-BE49-F238E27FC236}">
                  <a16:creationId xmlns:a16="http://schemas.microsoft.com/office/drawing/2014/main" id="{B55BE8BA-5C94-4135-B9D4-CB3A7A55B5F1}"/>
                </a:ext>
              </a:extLst>
            </p:cNvPr>
            <p:cNvSpPr/>
            <p:nvPr/>
          </p:nvSpPr>
          <p:spPr>
            <a:xfrm>
              <a:off x="5888685" y="2004206"/>
              <a:ext cx="4418242" cy="3042034"/>
            </a:xfrm>
            <a:custGeom>
              <a:avLst/>
              <a:gdLst>
                <a:gd name="connsiteX0" fmla="*/ 0 w 4418242"/>
                <a:gd name="connsiteY0" fmla="*/ 0 h 3042034"/>
                <a:gd name="connsiteX1" fmla="*/ 4418242 w 4418242"/>
                <a:gd name="connsiteY1" fmla="*/ 0 h 3042034"/>
                <a:gd name="connsiteX2" fmla="*/ 4418242 w 4418242"/>
                <a:gd name="connsiteY2" fmla="*/ 3042034 h 3042034"/>
                <a:gd name="connsiteX3" fmla="*/ 4322115 w 4418242"/>
                <a:gd name="connsiteY3" fmla="*/ 3042034 h 3042034"/>
                <a:gd name="connsiteX4" fmla="*/ 4322115 w 4418242"/>
                <a:gd name="connsiteY4" fmla="*/ 98914 h 3042034"/>
                <a:gd name="connsiteX5" fmla="*/ 0 w 4418242"/>
                <a:gd name="connsiteY5" fmla="*/ 98914 h 3042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18242" h="3042034">
                  <a:moveTo>
                    <a:pt x="0" y="0"/>
                  </a:moveTo>
                  <a:lnTo>
                    <a:pt x="4418242" y="0"/>
                  </a:lnTo>
                  <a:lnTo>
                    <a:pt x="4418242" y="3042034"/>
                  </a:lnTo>
                  <a:lnTo>
                    <a:pt x="4322115" y="3042034"/>
                  </a:lnTo>
                  <a:lnTo>
                    <a:pt x="4322115" y="98914"/>
                  </a:lnTo>
                  <a:lnTo>
                    <a:pt x="0" y="98914"/>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grpSp>
      <p:sp>
        <p:nvSpPr>
          <p:cNvPr id="38" name="文本框 37">
            <a:extLst>
              <a:ext uri="{FF2B5EF4-FFF2-40B4-BE49-F238E27FC236}">
                <a16:creationId xmlns:a16="http://schemas.microsoft.com/office/drawing/2014/main" id="{12D9DCC3-5517-4074-BEC8-67D227197B1F}"/>
              </a:ext>
            </a:extLst>
          </p:cNvPr>
          <p:cNvSpPr txBox="1"/>
          <p:nvPr/>
        </p:nvSpPr>
        <p:spPr>
          <a:xfrm>
            <a:off x="6279231" y="2671983"/>
            <a:ext cx="4051777" cy="2137188"/>
          </a:xfrm>
          <a:prstGeom prst="rect">
            <a:avLst/>
          </a:prstGeom>
          <a:noFill/>
        </p:spPr>
        <p:txBody>
          <a:bodyPr wrap="square" rtlCol="0">
            <a:spAutoFit/>
          </a:bodyPr>
          <a:lstStyle/>
          <a:p>
            <a:pPr algn="just">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南京理工大学，位于江苏省南京市，北依紫金山，西临明城墙，是隶属于工业和信息化部，由工信部、教育部与江苏省人民政府共建的全国重点大学，是国家“世界一流学科建设高校“，是国家“</a:t>
            </a:r>
            <a:r>
              <a:rPr lang="en-US" altLang="zh-CN" sz="1600" spc="100" dirty="0">
                <a:solidFill>
                  <a:schemeClr val="tx1">
                    <a:lumMod val="65000"/>
                    <a:lumOff val="35000"/>
                  </a:schemeClr>
                </a:solidFill>
                <a:cs typeface="+mn-ea"/>
                <a:sym typeface="+mn-lt"/>
              </a:rPr>
              <a:t>211</a:t>
            </a:r>
            <a:r>
              <a:rPr lang="zh-CN" altLang="en-US" sz="1600" spc="100" dirty="0">
                <a:solidFill>
                  <a:schemeClr val="tx1">
                    <a:lumMod val="65000"/>
                    <a:lumOff val="35000"/>
                  </a:schemeClr>
                </a:solidFill>
                <a:cs typeface="+mn-ea"/>
                <a:sym typeface="+mn-lt"/>
              </a:rPr>
              <a:t>工程”、“</a:t>
            </a:r>
            <a:r>
              <a:rPr lang="en-US" altLang="zh-CN" sz="1600" spc="100" dirty="0">
                <a:solidFill>
                  <a:schemeClr val="tx1">
                    <a:lumMod val="65000"/>
                    <a:lumOff val="35000"/>
                  </a:schemeClr>
                </a:solidFill>
                <a:cs typeface="+mn-ea"/>
                <a:sym typeface="+mn-lt"/>
              </a:rPr>
              <a:t>985</a:t>
            </a:r>
            <a:r>
              <a:rPr lang="zh-CN" altLang="en-US" sz="1600" spc="100" dirty="0">
                <a:solidFill>
                  <a:schemeClr val="tx1">
                    <a:lumMod val="65000"/>
                    <a:lumOff val="35000"/>
                  </a:schemeClr>
                </a:solidFill>
                <a:cs typeface="+mn-ea"/>
                <a:sym typeface="+mn-lt"/>
              </a:rPr>
              <a:t>工程优势学科创新平台”重点建设高校</a:t>
            </a:r>
          </a:p>
        </p:txBody>
      </p:sp>
      <p:sp>
        <p:nvSpPr>
          <p:cNvPr id="40" name="bookmark-tag_74392">
            <a:extLst>
              <a:ext uri="{FF2B5EF4-FFF2-40B4-BE49-F238E27FC236}">
                <a16:creationId xmlns:a16="http://schemas.microsoft.com/office/drawing/2014/main" id="{8C0256B2-C7A6-4050-A669-D85DC7398A85}"/>
              </a:ext>
            </a:extLst>
          </p:cNvPr>
          <p:cNvSpPr>
            <a:spLocks noChangeAspect="1"/>
          </p:cNvSpPr>
          <p:nvPr/>
        </p:nvSpPr>
        <p:spPr bwMode="auto">
          <a:xfrm>
            <a:off x="9945134" y="1967476"/>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cs typeface="+mn-ea"/>
              <a:sym typeface="+mn-lt"/>
            </a:endParaRPr>
          </a:p>
        </p:txBody>
      </p:sp>
      <p:sp>
        <p:nvSpPr>
          <p:cNvPr id="2" name="文本框 1">
            <a:extLst>
              <a:ext uri="{FF2B5EF4-FFF2-40B4-BE49-F238E27FC236}">
                <a16:creationId xmlns:a16="http://schemas.microsoft.com/office/drawing/2014/main" id="{8EF7C3FE-F71A-47C0-8196-59DEAE31214D}"/>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循环内容页</a:t>
            </a:r>
          </a:p>
        </p:txBody>
      </p:sp>
    </p:spTree>
    <p:custDataLst>
      <p:tags r:id="rId1"/>
    </p:custDataLst>
    <p:extLst>
      <p:ext uri="{BB962C8B-B14F-4D97-AF65-F5344CB8AC3E}">
        <p14:creationId xmlns:p14="http://schemas.microsoft.com/office/powerpoint/2010/main" val="22738761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图示 22">
            <a:extLst>
              <a:ext uri="{FF2B5EF4-FFF2-40B4-BE49-F238E27FC236}">
                <a16:creationId xmlns:a16="http://schemas.microsoft.com/office/drawing/2014/main" id="{8DA67721-2A61-45DA-9CC6-5F838BF0A2FE}"/>
              </a:ext>
            </a:extLst>
          </p:cNvPr>
          <p:cNvGraphicFramePr/>
          <p:nvPr>
            <p:extLst>
              <p:ext uri="{D42A27DB-BD31-4B8C-83A1-F6EECF244321}">
                <p14:modId xmlns:p14="http://schemas.microsoft.com/office/powerpoint/2010/main" val="3038634860"/>
              </p:ext>
            </p:extLst>
          </p:nvPr>
        </p:nvGraphicFramePr>
        <p:xfrm>
          <a:off x="1620576" y="1304379"/>
          <a:ext cx="8950848" cy="44100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5" name="quality_115778">
            <a:extLst>
              <a:ext uri="{FF2B5EF4-FFF2-40B4-BE49-F238E27FC236}">
                <a16:creationId xmlns:a16="http://schemas.microsoft.com/office/drawing/2014/main" id="{DAAB019A-72E8-41F7-892F-CC5B5AA0790D}"/>
              </a:ext>
            </a:extLst>
          </p:cNvPr>
          <p:cNvSpPr>
            <a:spLocks noChangeAspect="1"/>
          </p:cNvSpPr>
          <p:nvPr/>
        </p:nvSpPr>
        <p:spPr bwMode="auto">
          <a:xfrm>
            <a:off x="3431275" y="4215290"/>
            <a:ext cx="270413" cy="325161"/>
          </a:xfrm>
          <a:custGeom>
            <a:avLst/>
            <a:gdLst>
              <a:gd name="connsiteX0" fmla="*/ 252419 w 504977"/>
              <a:gd name="connsiteY0" fmla="*/ 108105 h 607216"/>
              <a:gd name="connsiteX1" fmla="*/ 228253 w 504977"/>
              <a:gd name="connsiteY1" fmla="*/ 154526 h 607216"/>
              <a:gd name="connsiteX2" fmla="*/ 221266 w 504977"/>
              <a:gd name="connsiteY2" fmla="*/ 159663 h 607216"/>
              <a:gd name="connsiteX3" fmla="*/ 169538 w 504977"/>
              <a:gd name="connsiteY3" fmla="*/ 168288 h 607216"/>
              <a:gd name="connsiteX4" fmla="*/ 206223 w 504977"/>
              <a:gd name="connsiteY4" fmla="*/ 205696 h 607216"/>
              <a:gd name="connsiteX5" fmla="*/ 208940 w 504977"/>
              <a:gd name="connsiteY5" fmla="*/ 213934 h 607216"/>
              <a:gd name="connsiteX6" fmla="*/ 201176 w 504977"/>
              <a:gd name="connsiteY6" fmla="*/ 265685 h 607216"/>
              <a:gd name="connsiteX7" fmla="*/ 248149 w 504977"/>
              <a:gd name="connsiteY7" fmla="*/ 242329 h 607216"/>
              <a:gd name="connsiteX8" fmla="*/ 252419 w 504977"/>
              <a:gd name="connsiteY8" fmla="*/ 241360 h 607216"/>
              <a:gd name="connsiteX9" fmla="*/ 256786 w 504977"/>
              <a:gd name="connsiteY9" fmla="*/ 242329 h 607216"/>
              <a:gd name="connsiteX10" fmla="*/ 303661 w 504977"/>
              <a:gd name="connsiteY10" fmla="*/ 265685 h 607216"/>
              <a:gd name="connsiteX11" fmla="*/ 295994 w 504977"/>
              <a:gd name="connsiteY11" fmla="*/ 213934 h 607216"/>
              <a:gd name="connsiteX12" fmla="*/ 298615 w 504977"/>
              <a:gd name="connsiteY12" fmla="*/ 205696 h 607216"/>
              <a:gd name="connsiteX13" fmla="*/ 335397 w 504977"/>
              <a:gd name="connsiteY13" fmla="*/ 168288 h 607216"/>
              <a:gd name="connsiteX14" fmla="*/ 283669 w 504977"/>
              <a:gd name="connsiteY14" fmla="*/ 159663 h 607216"/>
              <a:gd name="connsiteX15" fmla="*/ 276681 w 504977"/>
              <a:gd name="connsiteY15" fmla="*/ 154526 h 607216"/>
              <a:gd name="connsiteX16" fmla="*/ 252419 w 504977"/>
              <a:gd name="connsiteY16" fmla="*/ 77481 h 607216"/>
              <a:gd name="connsiteX17" fmla="*/ 261056 w 504977"/>
              <a:gd name="connsiteY17" fmla="*/ 82714 h 607216"/>
              <a:gd name="connsiteX18" fmla="*/ 291627 w 504977"/>
              <a:gd name="connsiteY18" fmla="*/ 141346 h 607216"/>
              <a:gd name="connsiteX19" fmla="*/ 356942 w 504977"/>
              <a:gd name="connsiteY19" fmla="*/ 152297 h 607216"/>
              <a:gd name="connsiteX20" fmla="*/ 364609 w 504977"/>
              <a:gd name="connsiteY20" fmla="*/ 158791 h 607216"/>
              <a:gd name="connsiteX21" fmla="*/ 362279 w 504977"/>
              <a:gd name="connsiteY21" fmla="*/ 168579 h 607216"/>
              <a:gd name="connsiteX22" fmla="*/ 315890 w 504977"/>
              <a:gd name="connsiteY22" fmla="*/ 215775 h 607216"/>
              <a:gd name="connsiteX23" fmla="*/ 325692 w 504977"/>
              <a:gd name="connsiteY23" fmla="*/ 281191 h 607216"/>
              <a:gd name="connsiteX24" fmla="*/ 321713 w 504977"/>
              <a:gd name="connsiteY24" fmla="*/ 290494 h 607216"/>
              <a:gd name="connsiteX25" fmla="*/ 316084 w 504977"/>
              <a:gd name="connsiteY25" fmla="*/ 292336 h 607216"/>
              <a:gd name="connsiteX26" fmla="*/ 311716 w 504977"/>
              <a:gd name="connsiteY26" fmla="*/ 291270 h 607216"/>
              <a:gd name="connsiteX27" fmla="*/ 252419 w 504977"/>
              <a:gd name="connsiteY27" fmla="*/ 261808 h 607216"/>
              <a:gd name="connsiteX28" fmla="*/ 193218 w 504977"/>
              <a:gd name="connsiteY28" fmla="*/ 291270 h 607216"/>
              <a:gd name="connsiteX29" fmla="*/ 183125 w 504977"/>
              <a:gd name="connsiteY29" fmla="*/ 290494 h 607216"/>
              <a:gd name="connsiteX30" fmla="*/ 179243 w 504977"/>
              <a:gd name="connsiteY30" fmla="*/ 281191 h 607216"/>
              <a:gd name="connsiteX31" fmla="*/ 189045 w 504977"/>
              <a:gd name="connsiteY31" fmla="*/ 215775 h 607216"/>
              <a:gd name="connsiteX32" fmla="*/ 142655 w 504977"/>
              <a:gd name="connsiteY32" fmla="*/ 168579 h 607216"/>
              <a:gd name="connsiteX33" fmla="*/ 140326 w 504977"/>
              <a:gd name="connsiteY33" fmla="*/ 158791 h 607216"/>
              <a:gd name="connsiteX34" fmla="*/ 147896 w 504977"/>
              <a:gd name="connsiteY34" fmla="*/ 152297 h 607216"/>
              <a:gd name="connsiteX35" fmla="*/ 213210 w 504977"/>
              <a:gd name="connsiteY35" fmla="*/ 141346 h 607216"/>
              <a:gd name="connsiteX36" fmla="*/ 243878 w 504977"/>
              <a:gd name="connsiteY36" fmla="*/ 82714 h 607216"/>
              <a:gd name="connsiteX37" fmla="*/ 252419 w 504977"/>
              <a:gd name="connsiteY37" fmla="*/ 77481 h 607216"/>
              <a:gd name="connsiteX38" fmla="*/ 252405 w 504977"/>
              <a:gd name="connsiteY38" fmla="*/ 38740 h 607216"/>
              <a:gd name="connsiteX39" fmla="*/ 407759 w 504977"/>
              <a:gd name="connsiteY39" fmla="*/ 174581 h 607216"/>
              <a:gd name="connsiteX40" fmla="*/ 399414 w 504977"/>
              <a:gd name="connsiteY40" fmla="*/ 185433 h 607216"/>
              <a:gd name="connsiteX41" fmla="*/ 388546 w 504977"/>
              <a:gd name="connsiteY41" fmla="*/ 177101 h 607216"/>
              <a:gd name="connsiteX42" fmla="*/ 252405 w 504977"/>
              <a:gd name="connsiteY42" fmla="*/ 58118 h 607216"/>
              <a:gd name="connsiteX43" fmla="*/ 115099 w 504977"/>
              <a:gd name="connsiteY43" fmla="*/ 195219 h 607216"/>
              <a:gd name="connsiteX44" fmla="*/ 252405 w 504977"/>
              <a:gd name="connsiteY44" fmla="*/ 332320 h 607216"/>
              <a:gd name="connsiteX45" fmla="*/ 388546 w 504977"/>
              <a:gd name="connsiteY45" fmla="*/ 213338 h 607216"/>
              <a:gd name="connsiteX46" fmla="*/ 399414 w 504977"/>
              <a:gd name="connsiteY46" fmla="*/ 205005 h 607216"/>
              <a:gd name="connsiteX47" fmla="*/ 407759 w 504977"/>
              <a:gd name="connsiteY47" fmla="*/ 215857 h 607216"/>
              <a:gd name="connsiteX48" fmla="*/ 252405 w 504977"/>
              <a:gd name="connsiteY48" fmla="*/ 351698 h 607216"/>
              <a:gd name="connsiteX49" fmla="*/ 95692 w 504977"/>
              <a:gd name="connsiteY49" fmla="*/ 195219 h 607216"/>
              <a:gd name="connsiteX50" fmla="*/ 252405 w 504977"/>
              <a:gd name="connsiteY50" fmla="*/ 38740 h 607216"/>
              <a:gd name="connsiteX51" fmla="*/ 252440 w 504977"/>
              <a:gd name="connsiteY51" fmla="*/ 19378 h 607216"/>
              <a:gd name="connsiteX52" fmla="*/ 76338 w 504977"/>
              <a:gd name="connsiteY52" fmla="*/ 195236 h 607216"/>
              <a:gd name="connsiteX53" fmla="*/ 252440 w 504977"/>
              <a:gd name="connsiteY53" fmla="*/ 371093 h 607216"/>
              <a:gd name="connsiteX54" fmla="*/ 428542 w 504977"/>
              <a:gd name="connsiteY54" fmla="*/ 195236 h 607216"/>
              <a:gd name="connsiteX55" fmla="*/ 252440 w 504977"/>
              <a:gd name="connsiteY55" fmla="*/ 19378 h 607216"/>
              <a:gd name="connsiteX56" fmla="*/ 252440 w 504977"/>
              <a:gd name="connsiteY56" fmla="*/ 0 h 607216"/>
              <a:gd name="connsiteX57" fmla="*/ 447947 w 504977"/>
              <a:gd name="connsiteY57" fmla="*/ 195236 h 607216"/>
              <a:gd name="connsiteX58" fmla="*/ 289601 w 504977"/>
              <a:gd name="connsiteY58" fmla="*/ 386886 h 607216"/>
              <a:gd name="connsiteX59" fmla="*/ 367610 w 504977"/>
              <a:gd name="connsiteY59" fmla="*/ 575145 h 607216"/>
              <a:gd name="connsiteX60" fmla="*/ 400987 w 504977"/>
              <a:gd name="connsiteY60" fmla="*/ 514685 h 607216"/>
              <a:gd name="connsiteX61" fmla="*/ 412144 w 504977"/>
              <a:gd name="connsiteY61" fmla="*/ 510034 h 607216"/>
              <a:gd name="connsiteX62" fmla="*/ 478510 w 504977"/>
              <a:gd name="connsiteY62" fmla="*/ 529316 h 607216"/>
              <a:gd name="connsiteX63" fmla="*/ 405741 w 504977"/>
              <a:gd name="connsiteY63" fmla="*/ 353846 h 607216"/>
              <a:gd name="connsiteX64" fmla="*/ 411077 w 504977"/>
              <a:gd name="connsiteY64" fmla="*/ 341153 h 607216"/>
              <a:gd name="connsiteX65" fmla="*/ 423691 w 504977"/>
              <a:gd name="connsiteY65" fmla="*/ 346386 h 607216"/>
              <a:gd name="connsiteX66" fmla="*/ 504222 w 504977"/>
              <a:gd name="connsiteY66" fmla="*/ 540458 h 607216"/>
              <a:gd name="connsiteX67" fmla="*/ 502475 w 504977"/>
              <a:gd name="connsiteY67" fmla="*/ 550632 h 607216"/>
              <a:gd name="connsiteX68" fmla="*/ 492579 w 504977"/>
              <a:gd name="connsiteY68" fmla="*/ 553539 h 607216"/>
              <a:gd name="connsiteX69" fmla="*/ 414279 w 504977"/>
              <a:gd name="connsiteY69" fmla="*/ 530866 h 607216"/>
              <a:gd name="connsiteX70" fmla="*/ 374887 w 504977"/>
              <a:gd name="connsiteY70" fmla="*/ 602178 h 607216"/>
              <a:gd name="connsiteX71" fmla="*/ 366445 w 504977"/>
              <a:gd name="connsiteY71" fmla="*/ 607216 h 607216"/>
              <a:gd name="connsiteX72" fmla="*/ 365863 w 504977"/>
              <a:gd name="connsiteY72" fmla="*/ 607216 h 607216"/>
              <a:gd name="connsiteX73" fmla="*/ 357422 w 504977"/>
              <a:gd name="connsiteY73" fmla="*/ 601209 h 607216"/>
              <a:gd name="connsiteX74" fmla="*/ 269711 w 504977"/>
              <a:gd name="connsiteY74" fmla="*/ 389696 h 607216"/>
              <a:gd name="connsiteX75" fmla="*/ 252440 w 504977"/>
              <a:gd name="connsiteY75" fmla="*/ 390471 h 607216"/>
              <a:gd name="connsiteX76" fmla="*/ 109715 w 504977"/>
              <a:gd name="connsiteY76" fmla="*/ 328461 h 607216"/>
              <a:gd name="connsiteX77" fmla="*/ 26370 w 504977"/>
              <a:gd name="connsiteY77" fmla="*/ 529316 h 607216"/>
              <a:gd name="connsiteX78" fmla="*/ 92735 w 504977"/>
              <a:gd name="connsiteY78" fmla="*/ 510034 h 607216"/>
              <a:gd name="connsiteX79" fmla="*/ 103991 w 504977"/>
              <a:gd name="connsiteY79" fmla="*/ 514685 h 607216"/>
              <a:gd name="connsiteX80" fmla="*/ 137271 w 504977"/>
              <a:gd name="connsiteY80" fmla="*/ 575145 h 607216"/>
              <a:gd name="connsiteX81" fmla="*/ 204801 w 504977"/>
              <a:gd name="connsiteY81" fmla="*/ 412465 h 607216"/>
              <a:gd name="connsiteX82" fmla="*/ 217414 w 504977"/>
              <a:gd name="connsiteY82" fmla="*/ 407233 h 607216"/>
              <a:gd name="connsiteX83" fmla="*/ 222750 w 504977"/>
              <a:gd name="connsiteY83" fmla="*/ 419926 h 607216"/>
              <a:gd name="connsiteX84" fmla="*/ 147458 w 504977"/>
              <a:gd name="connsiteY84" fmla="*/ 601209 h 607216"/>
              <a:gd name="connsiteX85" fmla="*/ 139114 w 504977"/>
              <a:gd name="connsiteY85" fmla="*/ 607216 h 607216"/>
              <a:gd name="connsiteX86" fmla="*/ 138532 w 504977"/>
              <a:gd name="connsiteY86" fmla="*/ 607216 h 607216"/>
              <a:gd name="connsiteX87" fmla="*/ 129994 w 504977"/>
              <a:gd name="connsiteY87" fmla="*/ 602178 h 607216"/>
              <a:gd name="connsiteX88" fmla="*/ 90698 w 504977"/>
              <a:gd name="connsiteY88" fmla="*/ 530866 h 607216"/>
              <a:gd name="connsiteX89" fmla="*/ 12398 w 504977"/>
              <a:gd name="connsiteY89" fmla="*/ 553539 h 607216"/>
              <a:gd name="connsiteX90" fmla="*/ 2502 w 504977"/>
              <a:gd name="connsiteY90" fmla="*/ 550632 h 607216"/>
              <a:gd name="connsiteX91" fmla="*/ 755 w 504977"/>
              <a:gd name="connsiteY91" fmla="*/ 540458 h 607216"/>
              <a:gd name="connsiteX92" fmla="*/ 95646 w 504977"/>
              <a:gd name="connsiteY92" fmla="*/ 311699 h 607216"/>
              <a:gd name="connsiteX93" fmla="*/ 56933 w 504977"/>
              <a:gd name="connsiteY93" fmla="*/ 195236 h 607216"/>
              <a:gd name="connsiteX94" fmla="*/ 252440 w 504977"/>
              <a:gd name="connsiteY94" fmla="*/ 0 h 607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504977" h="607216">
                <a:moveTo>
                  <a:pt x="252419" y="108105"/>
                </a:moveTo>
                <a:lnTo>
                  <a:pt x="228253" y="154526"/>
                </a:lnTo>
                <a:cubicBezTo>
                  <a:pt x="226798" y="157240"/>
                  <a:pt x="224177" y="159178"/>
                  <a:pt x="221266" y="159663"/>
                </a:cubicBezTo>
                <a:lnTo>
                  <a:pt x="169538" y="168288"/>
                </a:lnTo>
                <a:lnTo>
                  <a:pt x="206223" y="205696"/>
                </a:lnTo>
                <a:cubicBezTo>
                  <a:pt x="208358" y="207828"/>
                  <a:pt x="209328" y="210929"/>
                  <a:pt x="208940" y="213934"/>
                </a:cubicBezTo>
                <a:lnTo>
                  <a:pt x="201176" y="265685"/>
                </a:lnTo>
                <a:lnTo>
                  <a:pt x="248149" y="242329"/>
                </a:lnTo>
                <a:cubicBezTo>
                  <a:pt x="249507" y="241651"/>
                  <a:pt x="250963" y="241360"/>
                  <a:pt x="252419" y="241360"/>
                </a:cubicBezTo>
                <a:cubicBezTo>
                  <a:pt x="253972" y="241360"/>
                  <a:pt x="255427" y="241651"/>
                  <a:pt x="256786" y="242329"/>
                </a:cubicBezTo>
                <a:lnTo>
                  <a:pt x="303661" y="265685"/>
                </a:lnTo>
                <a:lnTo>
                  <a:pt x="295994" y="213934"/>
                </a:lnTo>
                <a:cubicBezTo>
                  <a:pt x="295509" y="210929"/>
                  <a:pt x="296480" y="207828"/>
                  <a:pt x="298615" y="205696"/>
                </a:cubicBezTo>
                <a:lnTo>
                  <a:pt x="335397" y="168288"/>
                </a:lnTo>
                <a:lnTo>
                  <a:pt x="283669" y="159663"/>
                </a:lnTo>
                <a:cubicBezTo>
                  <a:pt x="280660" y="159178"/>
                  <a:pt x="278137" y="157240"/>
                  <a:pt x="276681" y="154526"/>
                </a:cubicBezTo>
                <a:close/>
                <a:moveTo>
                  <a:pt x="252419" y="77481"/>
                </a:moveTo>
                <a:cubicBezTo>
                  <a:pt x="256107" y="77481"/>
                  <a:pt x="259406" y="79516"/>
                  <a:pt x="261056" y="82714"/>
                </a:cubicBezTo>
                <a:lnTo>
                  <a:pt x="291627" y="141346"/>
                </a:lnTo>
                <a:lnTo>
                  <a:pt x="356942" y="152297"/>
                </a:lnTo>
                <a:cubicBezTo>
                  <a:pt x="360533" y="152879"/>
                  <a:pt x="363444" y="155399"/>
                  <a:pt x="364609" y="158791"/>
                </a:cubicBezTo>
                <a:cubicBezTo>
                  <a:pt x="365676" y="162279"/>
                  <a:pt x="364803" y="166059"/>
                  <a:pt x="362279" y="168579"/>
                </a:cubicBezTo>
                <a:lnTo>
                  <a:pt x="315890" y="215775"/>
                </a:lnTo>
                <a:lnTo>
                  <a:pt x="325692" y="281191"/>
                </a:lnTo>
                <a:cubicBezTo>
                  <a:pt x="326177" y="284777"/>
                  <a:pt x="324721" y="288362"/>
                  <a:pt x="321713" y="290494"/>
                </a:cubicBezTo>
                <a:cubicBezTo>
                  <a:pt x="320063" y="291657"/>
                  <a:pt x="318025" y="292336"/>
                  <a:pt x="316084" y="292336"/>
                </a:cubicBezTo>
                <a:cubicBezTo>
                  <a:pt x="314531" y="292336"/>
                  <a:pt x="313075" y="291948"/>
                  <a:pt x="311716" y="291270"/>
                </a:cubicBezTo>
                <a:lnTo>
                  <a:pt x="252419" y="261808"/>
                </a:lnTo>
                <a:lnTo>
                  <a:pt x="193218" y="291270"/>
                </a:lnTo>
                <a:cubicBezTo>
                  <a:pt x="189918" y="292917"/>
                  <a:pt x="186036" y="292626"/>
                  <a:pt x="183125" y="290494"/>
                </a:cubicBezTo>
                <a:cubicBezTo>
                  <a:pt x="180213" y="288362"/>
                  <a:pt x="178758" y="284777"/>
                  <a:pt x="179243" y="281191"/>
                </a:cubicBezTo>
                <a:lnTo>
                  <a:pt x="189045" y="215775"/>
                </a:lnTo>
                <a:lnTo>
                  <a:pt x="142655" y="168579"/>
                </a:lnTo>
                <a:cubicBezTo>
                  <a:pt x="140132" y="166059"/>
                  <a:pt x="139161" y="162279"/>
                  <a:pt x="140326" y="158791"/>
                </a:cubicBezTo>
                <a:cubicBezTo>
                  <a:pt x="141393" y="155399"/>
                  <a:pt x="144402" y="152879"/>
                  <a:pt x="147896" y="152297"/>
                </a:cubicBezTo>
                <a:lnTo>
                  <a:pt x="213210" y="141346"/>
                </a:lnTo>
                <a:lnTo>
                  <a:pt x="243878" y="82714"/>
                </a:lnTo>
                <a:cubicBezTo>
                  <a:pt x="245528" y="79516"/>
                  <a:pt x="248828" y="77481"/>
                  <a:pt x="252419" y="77481"/>
                </a:cubicBezTo>
                <a:close/>
                <a:moveTo>
                  <a:pt x="252405" y="38740"/>
                </a:moveTo>
                <a:cubicBezTo>
                  <a:pt x="330713" y="38740"/>
                  <a:pt x="397473" y="97165"/>
                  <a:pt x="407759" y="174581"/>
                </a:cubicBezTo>
                <a:cubicBezTo>
                  <a:pt x="408438" y="179910"/>
                  <a:pt x="404751" y="184755"/>
                  <a:pt x="399414" y="185433"/>
                </a:cubicBezTo>
                <a:cubicBezTo>
                  <a:pt x="394077" y="186111"/>
                  <a:pt x="389225" y="182430"/>
                  <a:pt x="388546" y="177101"/>
                </a:cubicBezTo>
                <a:cubicBezTo>
                  <a:pt x="379522" y="109277"/>
                  <a:pt x="321009" y="58118"/>
                  <a:pt x="252405" y="58118"/>
                </a:cubicBezTo>
                <a:cubicBezTo>
                  <a:pt x="176717" y="58118"/>
                  <a:pt x="115099" y="119644"/>
                  <a:pt x="115099" y="195219"/>
                </a:cubicBezTo>
                <a:cubicBezTo>
                  <a:pt x="115099" y="270794"/>
                  <a:pt x="176717" y="332320"/>
                  <a:pt x="252405" y="332320"/>
                </a:cubicBezTo>
                <a:cubicBezTo>
                  <a:pt x="321009" y="332320"/>
                  <a:pt x="379522" y="281161"/>
                  <a:pt x="388546" y="213338"/>
                </a:cubicBezTo>
                <a:cubicBezTo>
                  <a:pt x="389225" y="208009"/>
                  <a:pt x="394077" y="204230"/>
                  <a:pt x="399414" y="205005"/>
                </a:cubicBezTo>
                <a:cubicBezTo>
                  <a:pt x="404751" y="205683"/>
                  <a:pt x="408438" y="210528"/>
                  <a:pt x="407759" y="215857"/>
                </a:cubicBezTo>
                <a:cubicBezTo>
                  <a:pt x="397473" y="293273"/>
                  <a:pt x="330713" y="351698"/>
                  <a:pt x="252405" y="351698"/>
                </a:cubicBezTo>
                <a:cubicBezTo>
                  <a:pt x="166043" y="351698"/>
                  <a:pt x="95692" y="281452"/>
                  <a:pt x="95692" y="195219"/>
                </a:cubicBezTo>
                <a:cubicBezTo>
                  <a:pt x="95692" y="108889"/>
                  <a:pt x="166043" y="38740"/>
                  <a:pt x="252405" y="38740"/>
                </a:cubicBezTo>
                <a:close/>
                <a:moveTo>
                  <a:pt x="252440" y="19378"/>
                </a:moveTo>
                <a:cubicBezTo>
                  <a:pt x="155415" y="19378"/>
                  <a:pt x="76338" y="98248"/>
                  <a:pt x="76338" y="195236"/>
                </a:cubicBezTo>
                <a:cubicBezTo>
                  <a:pt x="76338" y="292223"/>
                  <a:pt x="155415" y="371093"/>
                  <a:pt x="252440" y="371093"/>
                </a:cubicBezTo>
                <a:cubicBezTo>
                  <a:pt x="349563" y="371093"/>
                  <a:pt x="428542" y="292223"/>
                  <a:pt x="428542" y="195236"/>
                </a:cubicBezTo>
                <a:cubicBezTo>
                  <a:pt x="428542" y="98248"/>
                  <a:pt x="349563" y="19378"/>
                  <a:pt x="252440" y="19378"/>
                </a:cubicBezTo>
                <a:close/>
                <a:moveTo>
                  <a:pt x="252440" y="0"/>
                </a:moveTo>
                <a:cubicBezTo>
                  <a:pt x="360236" y="0"/>
                  <a:pt x="447947" y="87590"/>
                  <a:pt x="447947" y="195236"/>
                </a:cubicBezTo>
                <a:cubicBezTo>
                  <a:pt x="447947" y="290189"/>
                  <a:pt x="379641" y="369542"/>
                  <a:pt x="289601" y="386886"/>
                </a:cubicBezTo>
                <a:lnTo>
                  <a:pt x="367610" y="575145"/>
                </a:lnTo>
                <a:lnTo>
                  <a:pt x="400987" y="514685"/>
                </a:lnTo>
                <a:cubicBezTo>
                  <a:pt x="403121" y="510713"/>
                  <a:pt x="407778" y="508775"/>
                  <a:pt x="412144" y="510034"/>
                </a:cubicBezTo>
                <a:lnTo>
                  <a:pt x="478510" y="529316"/>
                </a:lnTo>
                <a:lnTo>
                  <a:pt x="405741" y="353846"/>
                </a:lnTo>
                <a:cubicBezTo>
                  <a:pt x="403703" y="348905"/>
                  <a:pt x="406129" y="343188"/>
                  <a:pt x="411077" y="341153"/>
                </a:cubicBezTo>
                <a:cubicBezTo>
                  <a:pt x="416026" y="339119"/>
                  <a:pt x="421653" y="341444"/>
                  <a:pt x="423691" y="346386"/>
                </a:cubicBezTo>
                <a:lnTo>
                  <a:pt x="504222" y="540458"/>
                </a:lnTo>
                <a:cubicBezTo>
                  <a:pt x="505677" y="543946"/>
                  <a:pt x="504998" y="547919"/>
                  <a:pt x="502475" y="550632"/>
                </a:cubicBezTo>
                <a:cubicBezTo>
                  <a:pt x="499953" y="553442"/>
                  <a:pt x="496169" y="554507"/>
                  <a:pt x="492579" y="553539"/>
                </a:cubicBezTo>
                <a:lnTo>
                  <a:pt x="414279" y="530866"/>
                </a:lnTo>
                <a:lnTo>
                  <a:pt x="374887" y="602178"/>
                </a:lnTo>
                <a:cubicBezTo>
                  <a:pt x="373237" y="605278"/>
                  <a:pt x="369938" y="607216"/>
                  <a:pt x="366445" y="607216"/>
                </a:cubicBezTo>
                <a:cubicBezTo>
                  <a:pt x="366251" y="607216"/>
                  <a:pt x="366057" y="607216"/>
                  <a:pt x="365863" y="607216"/>
                </a:cubicBezTo>
                <a:cubicBezTo>
                  <a:pt x="362176" y="606925"/>
                  <a:pt x="358877" y="604600"/>
                  <a:pt x="357422" y="601209"/>
                </a:cubicBezTo>
                <a:lnTo>
                  <a:pt x="269711" y="389696"/>
                </a:lnTo>
                <a:cubicBezTo>
                  <a:pt x="263986" y="390180"/>
                  <a:pt x="258262" y="390471"/>
                  <a:pt x="252440" y="390471"/>
                </a:cubicBezTo>
                <a:cubicBezTo>
                  <a:pt x="196165" y="390471"/>
                  <a:pt x="145421" y="366539"/>
                  <a:pt x="109715" y="328461"/>
                </a:cubicBezTo>
                <a:lnTo>
                  <a:pt x="26370" y="529316"/>
                </a:lnTo>
                <a:lnTo>
                  <a:pt x="92735" y="510034"/>
                </a:lnTo>
                <a:cubicBezTo>
                  <a:pt x="97102" y="508775"/>
                  <a:pt x="101759" y="510713"/>
                  <a:pt x="103991" y="514685"/>
                </a:cubicBezTo>
                <a:lnTo>
                  <a:pt x="137271" y="575145"/>
                </a:lnTo>
                <a:lnTo>
                  <a:pt x="204801" y="412465"/>
                </a:lnTo>
                <a:cubicBezTo>
                  <a:pt x="206838" y="407524"/>
                  <a:pt x="212466" y="405198"/>
                  <a:pt x="217414" y="407233"/>
                </a:cubicBezTo>
                <a:cubicBezTo>
                  <a:pt x="222362" y="409268"/>
                  <a:pt x="224788" y="414984"/>
                  <a:pt x="222750" y="419926"/>
                </a:cubicBezTo>
                <a:lnTo>
                  <a:pt x="147458" y="601209"/>
                </a:lnTo>
                <a:cubicBezTo>
                  <a:pt x="146100" y="604600"/>
                  <a:pt x="142801" y="606925"/>
                  <a:pt x="139114" y="607216"/>
                </a:cubicBezTo>
                <a:cubicBezTo>
                  <a:pt x="138920" y="607216"/>
                  <a:pt x="138726" y="607216"/>
                  <a:pt x="138532" y="607216"/>
                </a:cubicBezTo>
                <a:cubicBezTo>
                  <a:pt x="135039" y="607216"/>
                  <a:pt x="131740" y="605278"/>
                  <a:pt x="129994" y="602178"/>
                </a:cubicBezTo>
                <a:lnTo>
                  <a:pt x="90698" y="530866"/>
                </a:lnTo>
                <a:lnTo>
                  <a:pt x="12398" y="553539"/>
                </a:lnTo>
                <a:cubicBezTo>
                  <a:pt x="8808" y="554507"/>
                  <a:pt x="4927" y="553442"/>
                  <a:pt x="2502" y="550632"/>
                </a:cubicBezTo>
                <a:cubicBezTo>
                  <a:pt x="-21" y="547919"/>
                  <a:pt x="-700" y="543946"/>
                  <a:pt x="755" y="540458"/>
                </a:cubicBezTo>
                <a:lnTo>
                  <a:pt x="95646" y="311699"/>
                </a:lnTo>
                <a:cubicBezTo>
                  <a:pt x="71390" y="279143"/>
                  <a:pt x="56933" y="238836"/>
                  <a:pt x="56933" y="195236"/>
                </a:cubicBezTo>
                <a:cubicBezTo>
                  <a:pt x="56933" y="87590"/>
                  <a:pt x="144645" y="0"/>
                  <a:pt x="252440" y="0"/>
                </a:cubicBezTo>
                <a:close/>
              </a:path>
            </a:pathLst>
          </a:custGeom>
          <a:solidFill>
            <a:schemeClr val="bg1"/>
          </a:solidFill>
          <a:ln>
            <a:noFill/>
          </a:ln>
        </p:spPr>
        <p:txBody>
          <a:bodyPr/>
          <a:lstStyle/>
          <a:p>
            <a:endParaRPr lang="zh-CN" altLang="en-US">
              <a:cs typeface="+mn-ea"/>
              <a:sym typeface="+mn-lt"/>
            </a:endParaRPr>
          </a:p>
        </p:txBody>
      </p:sp>
      <p:sp>
        <p:nvSpPr>
          <p:cNvPr id="27" name="timer_224896">
            <a:extLst>
              <a:ext uri="{FF2B5EF4-FFF2-40B4-BE49-F238E27FC236}">
                <a16:creationId xmlns:a16="http://schemas.microsoft.com/office/drawing/2014/main" id="{A628398F-F634-41ED-842A-EB760609CB2D}"/>
              </a:ext>
            </a:extLst>
          </p:cNvPr>
          <p:cNvSpPr>
            <a:spLocks noChangeAspect="1"/>
          </p:cNvSpPr>
          <p:nvPr/>
        </p:nvSpPr>
        <p:spPr bwMode="auto">
          <a:xfrm>
            <a:off x="5044272" y="3012063"/>
            <a:ext cx="431918" cy="497324"/>
          </a:xfrm>
          <a:custGeom>
            <a:avLst/>
            <a:gdLst>
              <a:gd name="connsiteX0" fmla="*/ 262630 w 525458"/>
              <a:gd name="connsiteY0" fmla="*/ 322685 h 605028"/>
              <a:gd name="connsiteX1" fmla="*/ 242413 w 525458"/>
              <a:gd name="connsiteY1" fmla="*/ 342870 h 605028"/>
              <a:gd name="connsiteX2" fmla="*/ 262630 w 525458"/>
              <a:gd name="connsiteY2" fmla="*/ 363056 h 605028"/>
              <a:gd name="connsiteX3" fmla="*/ 282847 w 525458"/>
              <a:gd name="connsiteY3" fmla="*/ 342870 h 605028"/>
              <a:gd name="connsiteX4" fmla="*/ 262630 w 525458"/>
              <a:gd name="connsiteY4" fmla="*/ 322685 h 605028"/>
              <a:gd name="connsiteX5" fmla="*/ 262630 w 525458"/>
              <a:gd name="connsiteY5" fmla="*/ 161383 h 605028"/>
              <a:gd name="connsiteX6" fmla="*/ 272738 w 525458"/>
              <a:gd name="connsiteY6" fmla="*/ 171476 h 605028"/>
              <a:gd name="connsiteX7" fmla="*/ 272738 w 525458"/>
              <a:gd name="connsiteY7" fmla="*/ 303852 h 605028"/>
              <a:gd name="connsiteX8" fmla="*/ 303064 w 525458"/>
              <a:gd name="connsiteY8" fmla="*/ 342870 h 605028"/>
              <a:gd name="connsiteX9" fmla="*/ 262630 w 525458"/>
              <a:gd name="connsiteY9" fmla="*/ 383241 h 605028"/>
              <a:gd name="connsiteX10" fmla="*/ 222196 w 525458"/>
              <a:gd name="connsiteY10" fmla="*/ 342870 h 605028"/>
              <a:gd name="connsiteX11" fmla="*/ 252522 w 525458"/>
              <a:gd name="connsiteY11" fmla="*/ 303852 h 605028"/>
              <a:gd name="connsiteX12" fmla="*/ 252522 w 525458"/>
              <a:gd name="connsiteY12" fmla="*/ 171476 h 605028"/>
              <a:gd name="connsiteX13" fmla="*/ 262630 w 525458"/>
              <a:gd name="connsiteY13" fmla="*/ 161383 h 605028"/>
              <a:gd name="connsiteX14" fmla="*/ 455582 w 525458"/>
              <a:gd name="connsiteY14" fmla="*/ 137134 h 605028"/>
              <a:gd name="connsiteX15" fmla="*/ 441413 w 525458"/>
              <a:gd name="connsiteY15" fmla="*/ 151280 h 605028"/>
              <a:gd name="connsiteX16" fmla="*/ 445835 w 525458"/>
              <a:gd name="connsiteY16" fmla="*/ 155334 h 605028"/>
              <a:gd name="connsiteX17" fmla="*/ 448452 w 525458"/>
              <a:gd name="connsiteY17" fmla="*/ 157316 h 605028"/>
              <a:gd name="connsiteX18" fmla="*/ 450528 w 525458"/>
              <a:gd name="connsiteY18" fmla="*/ 160109 h 605028"/>
              <a:gd name="connsiteX19" fmla="*/ 454499 w 525458"/>
              <a:gd name="connsiteY19" fmla="*/ 164344 h 605028"/>
              <a:gd name="connsiteX20" fmla="*/ 455582 w 525458"/>
              <a:gd name="connsiteY20" fmla="*/ 165335 h 605028"/>
              <a:gd name="connsiteX21" fmla="*/ 469661 w 525458"/>
              <a:gd name="connsiteY21" fmla="*/ 151280 h 605028"/>
              <a:gd name="connsiteX22" fmla="*/ 69673 w 525458"/>
              <a:gd name="connsiteY22" fmla="*/ 136143 h 605028"/>
              <a:gd name="connsiteX23" fmla="*/ 62814 w 525458"/>
              <a:gd name="connsiteY23" fmla="*/ 142990 h 605028"/>
              <a:gd name="connsiteX24" fmla="*/ 55594 w 525458"/>
              <a:gd name="connsiteY24" fmla="*/ 150198 h 605028"/>
              <a:gd name="connsiteX25" fmla="*/ 69673 w 525458"/>
              <a:gd name="connsiteY25" fmla="*/ 164344 h 605028"/>
              <a:gd name="connsiteX26" fmla="*/ 76803 w 525458"/>
              <a:gd name="connsiteY26" fmla="*/ 157316 h 605028"/>
              <a:gd name="connsiteX27" fmla="*/ 83842 w 525458"/>
              <a:gd name="connsiteY27" fmla="*/ 150198 h 605028"/>
              <a:gd name="connsiteX28" fmla="*/ 55594 w 525458"/>
              <a:gd name="connsiteY28" fmla="*/ 101814 h 605028"/>
              <a:gd name="connsiteX29" fmla="*/ 42418 w 525458"/>
              <a:gd name="connsiteY29" fmla="*/ 107851 h 605028"/>
              <a:gd name="connsiteX30" fmla="*/ 26263 w 525458"/>
              <a:gd name="connsiteY30" fmla="*/ 124069 h 605028"/>
              <a:gd name="connsiteX31" fmla="*/ 26263 w 525458"/>
              <a:gd name="connsiteY31" fmla="*/ 151280 h 605028"/>
              <a:gd name="connsiteX32" fmla="*/ 27256 w 525458"/>
              <a:gd name="connsiteY32" fmla="*/ 152271 h 605028"/>
              <a:gd name="connsiteX33" fmla="*/ 31588 w 525458"/>
              <a:gd name="connsiteY33" fmla="*/ 147946 h 605028"/>
              <a:gd name="connsiteX34" fmla="*/ 34385 w 525458"/>
              <a:gd name="connsiteY34" fmla="*/ 143170 h 605028"/>
              <a:gd name="connsiteX35" fmla="*/ 62634 w 525458"/>
              <a:gd name="connsiteY35" fmla="*/ 114969 h 605028"/>
              <a:gd name="connsiteX36" fmla="*/ 67417 w 525458"/>
              <a:gd name="connsiteY36" fmla="*/ 112266 h 605028"/>
              <a:gd name="connsiteX37" fmla="*/ 69673 w 525458"/>
              <a:gd name="connsiteY37" fmla="*/ 109923 h 605028"/>
              <a:gd name="connsiteX38" fmla="*/ 68680 w 525458"/>
              <a:gd name="connsiteY38" fmla="*/ 106860 h 605028"/>
              <a:gd name="connsiteX39" fmla="*/ 55594 w 525458"/>
              <a:gd name="connsiteY39" fmla="*/ 101814 h 605028"/>
              <a:gd name="connsiteX40" fmla="*/ 469672 w 525458"/>
              <a:gd name="connsiteY40" fmla="*/ 101713 h 605028"/>
              <a:gd name="connsiteX41" fmla="*/ 455582 w 525458"/>
              <a:gd name="connsiteY41" fmla="*/ 107851 h 605028"/>
              <a:gd name="connsiteX42" fmla="*/ 498000 w 525458"/>
              <a:gd name="connsiteY42" fmla="*/ 150198 h 605028"/>
              <a:gd name="connsiteX43" fmla="*/ 498992 w 525458"/>
              <a:gd name="connsiteY43" fmla="*/ 149207 h 605028"/>
              <a:gd name="connsiteX44" fmla="*/ 498992 w 525458"/>
              <a:gd name="connsiteY44" fmla="*/ 121997 h 605028"/>
              <a:gd name="connsiteX45" fmla="*/ 483830 w 525458"/>
              <a:gd name="connsiteY45" fmla="*/ 106860 h 605028"/>
              <a:gd name="connsiteX46" fmla="*/ 469672 w 525458"/>
              <a:gd name="connsiteY46" fmla="*/ 101713 h 605028"/>
              <a:gd name="connsiteX47" fmla="*/ 252520 w 525458"/>
              <a:gd name="connsiteY47" fmla="*/ 101273 h 605028"/>
              <a:gd name="connsiteX48" fmla="*/ 243404 w 525458"/>
              <a:gd name="connsiteY48" fmla="*/ 101814 h 605028"/>
              <a:gd name="connsiteX49" fmla="*/ 241870 w 525458"/>
              <a:gd name="connsiteY49" fmla="*/ 101724 h 605028"/>
              <a:gd name="connsiteX50" fmla="*/ 98643 w 525458"/>
              <a:gd name="connsiteY50" fmla="*/ 164975 h 605028"/>
              <a:gd name="connsiteX51" fmla="*/ 118228 w 525458"/>
              <a:gd name="connsiteY51" fmla="*/ 184527 h 605028"/>
              <a:gd name="connsiteX52" fmla="*/ 118228 w 525458"/>
              <a:gd name="connsiteY52" fmla="*/ 198673 h 605028"/>
              <a:gd name="connsiteX53" fmla="*/ 111098 w 525458"/>
              <a:gd name="connsiteY53" fmla="*/ 201646 h 605028"/>
              <a:gd name="connsiteX54" fmla="*/ 104058 w 525458"/>
              <a:gd name="connsiteY54" fmla="*/ 198673 h 605028"/>
              <a:gd name="connsiteX55" fmla="*/ 84474 w 525458"/>
              <a:gd name="connsiteY55" fmla="*/ 179121 h 605028"/>
              <a:gd name="connsiteX56" fmla="*/ 20487 w 525458"/>
              <a:gd name="connsiteY56" fmla="*/ 332743 h 605028"/>
              <a:gd name="connsiteX57" fmla="*/ 40432 w 525458"/>
              <a:gd name="connsiteY57" fmla="*/ 332743 h 605028"/>
              <a:gd name="connsiteX58" fmla="*/ 50540 w 525458"/>
              <a:gd name="connsiteY58" fmla="*/ 342834 h 605028"/>
              <a:gd name="connsiteX59" fmla="*/ 40432 w 525458"/>
              <a:gd name="connsiteY59" fmla="*/ 352926 h 605028"/>
              <a:gd name="connsiteX60" fmla="*/ 20487 w 525458"/>
              <a:gd name="connsiteY60" fmla="*/ 352926 h 605028"/>
              <a:gd name="connsiteX61" fmla="*/ 84474 w 525458"/>
              <a:gd name="connsiteY61" fmla="*/ 506548 h 605028"/>
              <a:gd name="connsiteX62" fmla="*/ 104058 w 525458"/>
              <a:gd name="connsiteY62" fmla="*/ 486996 h 605028"/>
              <a:gd name="connsiteX63" fmla="*/ 118228 w 525458"/>
              <a:gd name="connsiteY63" fmla="*/ 486996 h 605028"/>
              <a:gd name="connsiteX64" fmla="*/ 118228 w 525458"/>
              <a:gd name="connsiteY64" fmla="*/ 501142 h 605028"/>
              <a:gd name="connsiteX65" fmla="*/ 98643 w 525458"/>
              <a:gd name="connsiteY65" fmla="*/ 520694 h 605028"/>
              <a:gd name="connsiteX66" fmla="*/ 252520 w 525458"/>
              <a:gd name="connsiteY66" fmla="*/ 584575 h 605028"/>
              <a:gd name="connsiteX67" fmla="*/ 252520 w 525458"/>
              <a:gd name="connsiteY67" fmla="*/ 564663 h 605028"/>
              <a:gd name="connsiteX68" fmla="*/ 262628 w 525458"/>
              <a:gd name="connsiteY68" fmla="*/ 554571 h 605028"/>
              <a:gd name="connsiteX69" fmla="*/ 272736 w 525458"/>
              <a:gd name="connsiteY69" fmla="*/ 564663 h 605028"/>
              <a:gd name="connsiteX70" fmla="*/ 272736 w 525458"/>
              <a:gd name="connsiteY70" fmla="*/ 584575 h 605028"/>
              <a:gd name="connsiteX71" fmla="*/ 426612 w 525458"/>
              <a:gd name="connsiteY71" fmla="*/ 520694 h 605028"/>
              <a:gd name="connsiteX72" fmla="*/ 407028 w 525458"/>
              <a:gd name="connsiteY72" fmla="*/ 501142 h 605028"/>
              <a:gd name="connsiteX73" fmla="*/ 407028 w 525458"/>
              <a:gd name="connsiteY73" fmla="*/ 486996 h 605028"/>
              <a:gd name="connsiteX74" fmla="*/ 421197 w 525458"/>
              <a:gd name="connsiteY74" fmla="*/ 486996 h 605028"/>
              <a:gd name="connsiteX75" fmla="*/ 440781 w 525458"/>
              <a:gd name="connsiteY75" fmla="*/ 506548 h 605028"/>
              <a:gd name="connsiteX76" fmla="*/ 504768 w 525458"/>
              <a:gd name="connsiteY76" fmla="*/ 352926 h 605028"/>
              <a:gd name="connsiteX77" fmla="*/ 484823 w 525458"/>
              <a:gd name="connsiteY77" fmla="*/ 352926 h 605028"/>
              <a:gd name="connsiteX78" fmla="*/ 474715 w 525458"/>
              <a:gd name="connsiteY78" fmla="*/ 342834 h 605028"/>
              <a:gd name="connsiteX79" fmla="*/ 484823 w 525458"/>
              <a:gd name="connsiteY79" fmla="*/ 332743 h 605028"/>
              <a:gd name="connsiteX80" fmla="*/ 504768 w 525458"/>
              <a:gd name="connsiteY80" fmla="*/ 332743 h 605028"/>
              <a:gd name="connsiteX81" fmla="*/ 447730 w 525458"/>
              <a:gd name="connsiteY81" fmla="*/ 187050 h 605028"/>
              <a:gd name="connsiteX82" fmla="*/ 446467 w 525458"/>
              <a:gd name="connsiteY82" fmla="*/ 185518 h 605028"/>
              <a:gd name="connsiteX83" fmla="*/ 440601 w 525458"/>
              <a:gd name="connsiteY83" fmla="*/ 179301 h 605028"/>
              <a:gd name="connsiteX84" fmla="*/ 421197 w 525458"/>
              <a:gd name="connsiteY84" fmla="*/ 198673 h 605028"/>
              <a:gd name="connsiteX85" fmla="*/ 414157 w 525458"/>
              <a:gd name="connsiteY85" fmla="*/ 201646 h 605028"/>
              <a:gd name="connsiteX86" fmla="*/ 407028 w 525458"/>
              <a:gd name="connsiteY86" fmla="*/ 198673 h 605028"/>
              <a:gd name="connsiteX87" fmla="*/ 407028 w 525458"/>
              <a:gd name="connsiteY87" fmla="*/ 184527 h 605028"/>
              <a:gd name="connsiteX88" fmla="*/ 426522 w 525458"/>
              <a:gd name="connsiteY88" fmla="*/ 165155 h 605028"/>
              <a:gd name="connsiteX89" fmla="*/ 420385 w 525458"/>
              <a:gd name="connsiteY89" fmla="*/ 159479 h 605028"/>
              <a:gd name="connsiteX90" fmla="*/ 283927 w 525458"/>
              <a:gd name="connsiteY90" fmla="*/ 101814 h 605028"/>
              <a:gd name="connsiteX91" fmla="*/ 282844 w 525458"/>
              <a:gd name="connsiteY91" fmla="*/ 101814 h 605028"/>
              <a:gd name="connsiteX92" fmla="*/ 272736 w 525458"/>
              <a:gd name="connsiteY92" fmla="*/ 101273 h 605028"/>
              <a:gd name="connsiteX93" fmla="*/ 272736 w 525458"/>
              <a:gd name="connsiteY93" fmla="*/ 121006 h 605028"/>
              <a:gd name="connsiteX94" fmla="*/ 262628 w 525458"/>
              <a:gd name="connsiteY94" fmla="*/ 131097 h 605028"/>
              <a:gd name="connsiteX95" fmla="*/ 252520 w 525458"/>
              <a:gd name="connsiteY95" fmla="*/ 121006 h 605028"/>
              <a:gd name="connsiteX96" fmla="*/ 252520 w 525458"/>
              <a:gd name="connsiteY96" fmla="*/ 60458 h 605028"/>
              <a:gd name="connsiteX97" fmla="*/ 252520 w 525458"/>
              <a:gd name="connsiteY97" fmla="*/ 80640 h 605028"/>
              <a:gd name="connsiteX98" fmla="*/ 262628 w 525458"/>
              <a:gd name="connsiteY98" fmla="*/ 80640 h 605028"/>
              <a:gd name="connsiteX99" fmla="*/ 272736 w 525458"/>
              <a:gd name="connsiteY99" fmla="*/ 80640 h 605028"/>
              <a:gd name="connsiteX100" fmla="*/ 272736 w 525458"/>
              <a:gd name="connsiteY100" fmla="*/ 60458 h 605028"/>
              <a:gd name="connsiteX101" fmla="*/ 222196 w 525458"/>
              <a:gd name="connsiteY101" fmla="*/ 20183 h 605028"/>
              <a:gd name="connsiteX102" fmla="*/ 222196 w 525458"/>
              <a:gd name="connsiteY102" fmla="*/ 40365 h 605028"/>
              <a:gd name="connsiteX103" fmla="*/ 242412 w 525458"/>
              <a:gd name="connsiteY103" fmla="*/ 40365 h 605028"/>
              <a:gd name="connsiteX104" fmla="*/ 282844 w 525458"/>
              <a:gd name="connsiteY104" fmla="*/ 40365 h 605028"/>
              <a:gd name="connsiteX105" fmla="*/ 303060 w 525458"/>
              <a:gd name="connsiteY105" fmla="*/ 40365 h 605028"/>
              <a:gd name="connsiteX106" fmla="*/ 303060 w 525458"/>
              <a:gd name="connsiteY106" fmla="*/ 20183 h 605028"/>
              <a:gd name="connsiteX107" fmla="*/ 212088 w 525458"/>
              <a:gd name="connsiteY107" fmla="*/ 0 h 605028"/>
              <a:gd name="connsiteX108" fmla="*/ 313168 w 525458"/>
              <a:gd name="connsiteY108" fmla="*/ 0 h 605028"/>
              <a:gd name="connsiteX109" fmla="*/ 323185 w 525458"/>
              <a:gd name="connsiteY109" fmla="*/ 10091 h 605028"/>
              <a:gd name="connsiteX110" fmla="*/ 323185 w 525458"/>
              <a:gd name="connsiteY110" fmla="*/ 50457 h 605028"/>
              <a:gd name="connsiteX111" fmla="*/ 313168 w 525458"/>
              <a:gd name="connsiteY111" fmla="*/ 60458 h 605028"/>
              <a:gd name="connsiteX112" fmla="*/ 292952 w 525458"/>
              <a:gd name="connsiteY112" fmla="*/ 60458 h 605028"/>
              <a:gd name="connsiteX113" fmla="*/ 292952 w 525458"/>
              <a:gd name="connsiteY113" fmla="*/ 82442 h 605028"/>
              <a:gd name="connsiteX114" fmla="*/ 425078 w 525458"/>
              <a:gd name="connsiteY114" fmla="*/ 137224 h 605028"/>
              <a:gd name="connsiteX115" fmla="*/ 440871 w 525458"/>
              <a:gd name="connsiteY115" fmla="*/ 121546 h 605028"/>
              <a:gd name="connsiteX116" fmla="*/ 434283 w 525458"/>
              <a:gd name="connsiteY116" fmla="*/ 114969 h 605028"/>
              <a:gd name="connsiteX117" fmla="*/ 434283 w 525458"/>
              <a:gd name="connsiteY117" fmla="*/ 100823 h 605028"/>
              <a:gd name="connsiteX118" fmla="*/ 442406 w 525458"/>
              <a:gd name="connsiteY118" fmla="*/ 92804 h 605028"/>
              <a:gd name="connsiteX119" fmla="*/ 498992 w 525458"/>
              <a:gd name="connsiteY119" fmla="*/ 92804 h 605028"/>
              <a:gd name="connsiteX120" fmla="*/ 514154 w 525458"/>
              <a:gd name="connsiteY120" fmla="*/ 107851 h 605028"/>
              <a:gd name="connsiteX121" fmla="*/ 514154 w 525458"/>
              <a:gd name="connsiteY121" fmla="*/ 164344 h 605028"/>
              <a:gd name="connsiteX122" fmla="*/ 505039 w 525458"/>
              <a:gd name="connsiteY122" fmla="*/ 172453 h 605028"/>
              <a:gd name="connsiteX123" fmla="*/ 498000 w 525458"/>
              <a:gd name="connsiteY123" fmla="*/ 175427 h 605028"/>
              <a:gd name="connsiteX124" fmla="*/ 490870 w 525458"/>
              <a:gd name="connsiteY124" fmla="*/ 172453 h 605028"/>
              <a:gd name="connsiteX125" fmla="*/ 482838 w 525458"/>
              <a:gd name="connsiteY125" fmla="*/ 164254 h 605028"/>
              <a:gd name="connsiteX126" fmla="*/ 467676 w 525458"/>
              <a:gd name="connsiteY126" fmla="*/ 179481 h 605028"/>
              <a:gd name="connsiteX127" fmla="*/ 525255 w 525458"/>
              <a:gd name="connsiteY127" fmla="*/ 342834 h 605028"/>
              <a:gd name="connsiteX128" fmla="*/ 449987 w 525458"/>
              <a:gd name="connsiteY128" fmla="*/ 526370 h 605028"/>
              <a:gd name="connsiteX129" fmla="*/ 448452 w 525458"/>
              <a:gd name="connsiteY129" fmla="*/ 528352 h 605028"/>
              <a:gd name="connsiteX130" fmla="*/ 446647 w 525458"/>
              <a:gd name="connsiteY130" fmla="*/ 529794 h 605028"/>
              <a:gd name="connsiteX131" fmla="*/ 262628 w 525458"/>
              <a:gd name="connsiteY131" fmla="*/ 605028 h 605028"/>
              <a:gd name="connsiteX132" fmla="*/ 78969 w 525458"/>
              <a:gd name="connsiteY132" fmla="*/ 530154 h 605028"/>
              <a:gd name="connsiteX133" fmla="*/ 76803 w 525458"/>
              <a:gd name="connsiteY133" fmla="*/ 528352 h 605028"/>
              <a:gd name="connsiteX134" fmla="*/ 75269 w 525458"/>
              <a:gd name="connsiteY134" fmla="*/ 526370 h 605028"/>
              <a:gd name="connsiteX135" fmla="*/ 0 w 525458"/>
              <a:gd name="connsiteY135" fmla="*/ 342834 h 605028"/>
              <a:gd name="connsiteX136" fmla="*/ 57128 w 525458"/>
              <a:gd name="connsiteY136" fmla="*/ 180022 h 605028"/>
              <a:gd name="connsiteX137" fmla="*/ 41425 w 525458"/>
              <a:gd name="connsiteY137" fmla="*/ 164344 h 605028"/>
              <a:gd name="connsiteX138" fmla="*/ 33393 w 525458"/>
              <a:gd name="connsiteY138" fmla="*/ 172453 h 605028"/>
              <a:gd name="connsiteX139" fmla="*/ 27256 w 525458"/>
              <a:gd name="connsiteY139" fmla="*/ 175427 h 605028"/>
              <a:gd name="connsiteX140" fmla="*/ 20216 w 525458"/>
              <a:gd name="connsiteY140" fmla="*/ 172453 h 605028"/>
              <a:gd name="connsiteX141" fmla="*/ 12184 w 525458"/>
              <a:gd name="connsiteY141" fmla="*/ 164344 h 605028"/>
              <a:gd name="connsiteX142" fmla="*/ 12184 w 525458"/>
              <a:gd name="connsiteY142" fmla="*/ 108932 h 605028"/>
              <a:gd name="connsiteX143" fmla="*/ 28339 w 525458"/>
              <a:gd name="connsiteY143" fmla="*/ 92804 h 605028"/>
              <a:gd name="connsiteX144" fmla="*/ 83842 w 525458"/>
              <a:gd name="connsiteY144" fmla="*/ 92804 h 605028"/>
              <a:gd name="connsiteX145" fmla="*/ 90882 w 525458"/>
              <a:gd name="connsiteY145" fmla="*/ 100823 h 605028"/>
              <a:gd name="connsiteX146" fmla="*/ 90882 w 525458"/>
              <a:gd name="connsiteY146" fmla="*/ 114969 h 605028"/>
              <a:gd name="connsiteX147" fmla="*/ 83842 w 525458"/>
              <a:gd name="connsiteY147" fmla="*/ 121997 h 605028"/>
              <a:gd name="connsiteX148" fmla="*/ 99546 w 525458"/>
              <a:gd name="connsiteY148" fmla="*/ 137674 h 605028"/>
              <a:gd name="connsiteX149" fmla="*/ 232304 w 525458"/>
              <a:gd name="connsiteY149" fmla="*/ 82442 h 605028"/>
              <a:gd name="connsiteX150" fmla="*/ 232304 w 525458"/>
              <a:gd name="connsiteY150" fmla="*/ 60458 h 605028"/>
              <a:gd name="connsiteX151" fmla="*/ 212088 w 525458"/>
              <a:gd name="connsiteY151" fmla="*/ 60458 h 605028"/>
              <a:gd name="connsiteX152" fmla="*/ 202070 w 525458"/>
              <a:gd name="connsiteY152" fmla="*/ 50457 h 605028"/>
              <a:gd name="connsiteX153" fmla="*/ 202070 w 525458"/>
              <a:gd name="connsiteY153" fmla="*/ 10091 h 605028"/>
              <a:gd name="connsiteX154" fmla="*/ 212088 w 525458"/>
              <a:gd name="connsiteY154"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525458" h="605028">
                <a:moveTo>
                  <a:pt x="262630" y="322685"/>
                </a:moveTo>
                <a:cubicBezTo>
                  <a:pt x="251529" y="322685"/>
                  <a:pt x="242413" y="331787"/>
                  <a:pt x="242413" y="342870"/>
                </a:cubicBezTo>
                <a:cubicBezTo>
                  <a:pt x="242413" y="353954"/>
                  <a:pt x="251529" y="363056"/>
                  <a:pt x="262630" y="363056"/>
                </a:cubicBezTo>
                <a:cubicBezTo>
                  <a:pt x="273731" y="363056"/>
                  <a:pt x="282847" y="353954"/>
                  <a:pt x="282847" y="342870"/>
                </a:cubicBezTo>
                <a:cubicBezTo>
                  <a:pt x="282847" y="331787"/>
                  <a:pt x="273731" y="322685"/>
                  <a:pt x="262630" y="322685"/>
                </a:cubicBezTo>
                <a:close/>
                <a:moveTo>
                  <a:pt x="262630" y="161383"/>
                </a:moveTo>
                <a:cubicBezTo>
                  <a:pt x="268677" y="161383"/>
                  <a:pt x="272738" y="165348"/>
                  <a:pt x="272738" y="171476"/>
                </a:cubicBezTo>
                <a:lnTo>
                  <a:pt x="272738" y="303852"/>
                </a:lnTo>
                <a:cubicBezTo>
                  <a:pt x="290067" y="308357"/>
                  <a:pt x="303064" y="324127"/>
                  <a:pt x="303064" y="342870"/>
                </a:cubicBezTo>
                <a:cubicBezTo>
                  <a:pt x="303064" y="365038"/>
                  <a:pt x="284833" y="383241"/>
                  <a:pt x="262630" y="383241"/>
                </a:cubicBezTo>
                <a:cubicBezTo>
                  <a:pt x="240427" y="383241"/>
                  <a:pt x="222196" y="365038"/>
                  <a:pt x="222196" y="342870"/>
                </a:cubicBezTo>
                <a:cubicBezTo>
                  <a:pt x="222196" y="324127"/>
                  <a:pt x="235193" y="308357"/>
                  <a:pt x="252522" y="303852"/>
                </a:cubicBezTo>
                <a:lnTo>
                  <a:pt x="252522" y="171476"/>
                </a:lnTo>
                <a:cubicBezTo>
                  <a:pt x="252522" y="165348"/>
                  <a:pt x="256583" y="161383"/>
                  <a:pt x="262630" y="161383"/>
                </a:cubicBezTo>
                <a:close/>
                <a:moveTo>
                  <a:pt x="455582" y="137134"/>
                </a:moveTo>
                <a:lnTo>
                  <a:pt x="441413" y="151280"/>
                </a:lnTo>
                <a:cubicBezTo>
                  <a:pt x="443128" y="152451"/>
                  <a:pt x="444572" y="153892"/>
                  <a:pt x="445835" y="155334"/>
                </a:cubicBezTo>
                <a:cubicBezTo>
                  <a:pt x="446738" y="155875"/>
                  <a:pt x="447640" y="156505"/>
                  <a:pt x="448452" y="157316"/>
                </a:cubicBezTo>
                <a:cubicBezTo>
                  <a:pt x="449355" y="158127"/>
                  <a:pt x="449987" y="159118"/>
                  <a:pt x="450528" y="160109"/>
                </a:cubicBezTo>
                <a:cubicBezTo>
                  <a:pt x="451882" y="161551"/>
                  <a:pt x="453145" y="162903"/>
                  <a:pt x="454499" y="164344"/>
                </a:cubicBezTo>
                <a:lnTo>
                  <a:pt x="455582" y="165335"/>
                </a:lnTo>
                <a:lnTo>
                  <a:pt x="469661" y="151280"/>
                </a:lnTo>
                <a:close/>
                <a:moveTo>
                  <a:pt x="69673" y="136143"/>
                </a:moveTo>
                <a:lnTo>
                  <a:pt x="62814" y="142990"/>
                </a:lnTo>
                <a:lnTo>
                  <a:pt x="55594" y="150198"/>
                </a:lnTo>
                <a:lnTo>
                  <a:pt x="69673" y="164344"/>
                </a:lnTo>
                <a:cubicBezTo>
                  <a:pt x="71749" y="161371"/>
                  <a:pt x="74727" y="159299"/>
                  <a:pt x="76803" y="157316"/>
                </a:cubicBezTo>
                <a:lnTo>
                  <a:pt x="83842" y="150198"/>
                </a:lnTo>
                <a:close/>
                <a:moveTo>
                  <a:pt x="55594" y="101814"/>
                </a:moveTo>
                <a:cubicBezTo>
                  <a:pt x="50540" y="101814"/>
                  <a:pt x="45486" y="103886"/>
                  <a:pt x="42418" y="107851"/>
                </a:cubicBezTo>
                <a:lnTo>
                  <a:pt x="26263" y="124069"/>
                </a:lnTo>
                <a:cubicBezTo>
                  <a:pt x="19223" y="131097"/>
                  <a:pt x="19223" y="143170"/>
                  <a:pt x="26263" y="151280"/>
                </a:cubicBezTo>
                <a:lnTo>
                  <a:pt x="27256" y="152271"/>
                </a:lnTo>
                <a:lnTo>
                  <a:pt x="31588" y="147946"/>
                </a:lnTo>
                <a:cubicBezTo>
                  <a:pt x="32039" y="146234"/>
                  <a:pt x="32941" y="144612"/>
                  <a:pt x="34385" y="143170"/>
                </a:cubicBezTo>
                <a:lnTo>
                  <a:pt x="62634" y="114969"/>
                </a:lnTo>
                <a:cubicBezTo>
                  <a:pt x="64078" y="113527"/>
                  <a:pt x="65702" y="112626"/>
                  <a:pt x="67417" y="112266"/>
                </a:cubicBezTo>
                <a:lnTo>
                  <a:pt x="69673" y="109923"/>
                </a:lnTo>
                <a:lnTo>
                  <a:pt x="68680" y="106860"/>
                </a:lnTo>
                <a:cubicBezTo>
                  <a:pt x="65702" y="103886"/>
                  <a:pt x="60648" y="101814"/>
                  <a:pt x="55594" y="101814"/>
                </a:cubicBezTo>
                <a:close/>
                <a:moveTo>
                  <a:pt x="469672" y="101713"/>
                </a:moveTo>
                <a:cubicBezTo>
                  <a:pt x="464629" y="101837"/>
                  <a:pt x="459598" y="103841"/>
                  <a:pt x="455582" y="107851"/>
                </a:cubicBezTo>
                <a:lnTo>
                  <a:pt x="498000" y="150198"/>
                </a:lnTo>
                <a:lnTo>
                  <a:pt x="498992" y="149207"/>
                </a:lnTo>
                <a:cubicBezTo>
                  <a:pt x="507024" y="141188"/>
                  <a:pt x="507024" y="129025"/>
                  <a:pt x="498992" y="121997"/>
                </a:cubicBezTo>
                <a:lnTo>
                  <a:pt x="483830" y="106860"/>
                </a:lnTo>
                <a:cubicBezTo>
                  <a:pt x="479769" y="103346"/>
                  <a:pt x="474715" y="101589"/>
                  <a:pt x="469672" y="101713"/>
                </a:cubicBezTo>
                <a:close/>
                <a:moveTo>
                  <a:pt x="252520" y="101273"/>
                </a:moveTo>
                <a:cubicBezTo>
                  <a:pt x="249632" y="101454"/>
                  <a:pt x="246653" y="101634"/>
                  <a:pt x="243404" y="101814"/>
                </a:cubicBezTo>
                <a:cubicBezTo>
                  <a:pt x="242863" y="101814"/>
                  <a:pt x="242412" y="101814"/>
                  <a:pt x="241870" y="101724"/>
                </a:cubicBezTo>
                <a:cubicBezTo>
                  <a:pt x="186908" y="106409"/>
                  <a:pt x="137090" y="129655"/>
                  <a:pt x="98643" y="164975"/>
                </a:cubicBezTo>
                <a:lnTo>
                  <a:pt x="118228" y="184527"/>
                </a:lnTo>
                <a:cubicBezTo>
                  <a:pt x="122199" y="188581"/>
                  <a:pt x="122199" y="194618"/>
                  <a:pt x="118228" y="198673"/>
                </a:cubicBezTo>
                <a:cubicBezTo>
                  <a:pt x="116152" y="200655"/>
                  <a:pt x="114166" y="201646"/>
                  <a:pt x="111098" y="201646"/>
                </a:cubicBezTo>
                <a:cubicBezTo>
                  <a:pt x="108120" y="201646"/>
                  <a:pt x="106044" y="200655"/>
                  <a:pt x="104058" y="198673"/>
                </a:cubicBezTo>
                <a:lnTo>
                  <a:pt x="84474" y="179121"/>
                </a:lnTo>
                <a:cubicBezTo>
                  <a:pt x="46750" y="220027"/>
                  <a:pt x="22924" y="273727"/>
                  <a:pt x="20487" y="332743"/>
                </a:cubicBezTo>
                <a:lnTo>
                  <a:pt x="40432" y="332743"/>
                </a:lnTo>
                <a:cubicBezTo>
                  <a:pt x="46479" y="332743"/>
                  <a:pt x="50540" y="336797"/>
                  <a:pt x="50540" y="342834"/>
                </a:cubicBezTo>
                <a:cubicBezTo>
                  <a:pt x="50540" y="348871"/>
                  <a:pt x="46479" y="352926"/>
                  <a:pt x="40432" y="352926"/>
                </a:cubicBezTo>
                <a:lnTo>
                  <a:pt x="20487" y="352926"/>
                </a:lnTo>
                <a:cubicBezTo>
                  <a:pt x="22924" y="411942"/>
                  <a:pt x="46840" y="465642"/>
                  <a:pt x="84474" y="506548"/>
                </a:cubicBezTo>
                <a:lnTo>
                  <a:pt x="104058" y="486996"/>
                </a:lnTo>
                <a:cubicBezTo>
                  <a:pt x="108120" y="483031"/>
                  <a:pt x="114166" y="483031"/>
                  <a:pt x="118228" y="486996"/>
                </a:cubicBezTo>
                <a:cubicBezTo>
                  <a:pt x="122199" y="491050"/>
                  <a:pt x="122199" y="497087"/>
                  <a:pt x="118228" y="501142"/>
                </a:cubicBezTo>
                <a:lnTo>
                  <a:pt x="98643" y="520694"/>
                </a:lnTo>
                <a:cubicBezTo>
                  <a:pt x="139617" y="558356"/>
                  <a:pt x="193406" y="582142"/>
                  <a:pt x="252520" y="584575"/>
                </a:cubicBezTo>
                <a:lnTo>
                  <a:pt x="252520" y="564663"/>
                </a:lnTo>
                <a:cubicBezTo>
                  <a:pt x="252520" y="558626"/>
                  <a:pt x="256581" y="554571"/>
                  <a:pt x="262628" y="554571"/>
                </a:cubicBezTo>
                <a:cubicBezTo>
                  <a:pt x="268674" y="554571"/>
                  <a:pt x="272736" y="558626"/>
                  <a:pt x="272736" y="564663"/>
                </a:cubicBezTo>
                <a:lnTo>
                  <a:pt x="272736" y="584575"/>
                </a:lnTo>
                <a:cubicBezTo>
                  <a:pt x="331849" y="582142"/>
                  <a:pt x="385638" y="558356"/>
                  <a:pt x="426612" y="520694"/>
                </a:cubicBezTo>
                <a:lnTo>
                  <a:pt x="407028" y="501142"/>
                </a:lnTo>
                <a:cubicBezTo>
                  <a:pt x="403057" y="497087"/>
                  <a:pt x="403057" y="491050"/>
                  <a:pt x="407028" y="486996"/>
                </a:cubicBezTo>
                <a:cubicBezTo>
                  <a:pt x="411089" y="483031"/>
                  <a:pt x="417136" y="483031"/>
                  <a:pt x="421197" y="486996"/>
                </a:cubicBezTo>
                <a:lnTo>
                  <a:pt x="440781" y="506548"/>
                </a:lnTo>
                <a:cubicBezTo>
                  <a:pt x="478415" y="465642"/>
                  <a:pt x="502332" y="411942"/>
                  <a:pt x="504768" y="352926"/>
                </a:cubicBezTo>
                <a:lnTo>
                  <a:pt x="484823" y="352926"/>
                </a:lnTo>
                <a:cubicBezTo>
                  <a:pt x="478776" y="352926"/>
                  <a:pt x="474715" y="348871"/>
                  <a:pt x="474715" y="342834"/>
                </a:cubicBezTo>
                <a:cubicBezTo>
                  <a:pt x="474715" y="336797"/>
                  <a:pt x="478776" y="332743"/>
                  <a:pt x="484823" y="332743"/>
                </a:cubicBezTo>
                <a:lnTo>
                  <a:pt x="504768" y="332743"/>
                </a:lnTo>
                <a:cubicBezTo>
                  <a:pt x="502512" y="277421"/>
                  <a:pt x="481394" y="226784"/>
                  <a:pt x="447730" y="187050"/>
                </a:cubicBezTo>
                <a:cubicBezTo>
                  <a:pt x="447279" y="186599"/>
                  <a:pt x="446828" y="186149"/>
                  <a:pt x="446467" y="185518"/>
                </a:cubicBezTo>
                <a:cubicBezTo>
                  <a:pt x="444301" y="183446"/>
                  <a:pt x="442406" y="181283"/>
                  <a:pt x="440601" y="179301"/>
                </a:cubicBezTo>
                <a:lnTo>
                  <a:pt x="421197" y="198673"/>
                </a:lnTo>
                <a:cubicBezTo>
                  <a:pt x="419211" y="200655"/>
                  <a:pt x="417136" y="201646"/>
                  <a:pt x="414157" y="201646"/>
                </a:cubicBezTo>
                <a:cubicBezTo>
                  <a:pt x="411089" y="201646"/>
                  <a:pt x="409103" y="200655"/>
                  <a:pt x="407028" y="198673"/>
                </a:cubicBezTo>
                <a:cubicBezTo>
                  <a:pt x="403057" y="194618"/>
                  <a:pt x="403057" y="188581"/>
                  <a:pt x="407028" y="184527"/>
                </a:cubicBezTo>
                <a:lnTo>
                  <a:pt x="426522" y="165155"/>
                </a:lnTo>
                <a:cubicBezTo>
                  <a:pt x="424536" y="163353"/>
                  <a:pt x="422460" y="161461"/>
                  <a:pt x="420385" y="159479"/>
                </a:cubicBezTo>
                <a:cubicBezTo>
                  <a:pt x="382931" y="127313"/>
                  <a:pt x="335730" y="106319"/>
                  <a:pt x="283927" y="101814"/>
                </a:cubicBezTo>
                <a:cubicBezTo>
                  <a:pt x="283566" y="101814"/>
                  <a:pt x="283205" y="101814"/>
                  <a:pt x="282844" y="101814"/>
                </a:cubicBezTo>
                <a:cubicBezTo>
                  <a:pt x="279234" y="101634"/>
                  <a:pt x="275894" y="101454"/>
                  <a:pt x="272736" y="101273"/>
                </a:cubicBezTo>
                <a:lnTo>
                  <a:pt x="272736" y="121006"/>
                </a:lnTo>
                <a:cubicBezTo>
                  <a:pt x="272736" y="127042"/>
                  <a:pt x="268674" y="131097"/>
                  <a:pt x="262628" y="131097"/>
                </a:cubicBezTo>
                <a:cubicBezTo>
                  <a:pt x="256581" y="131097"/>
                  <a:pt x="252520" y="127042"/>
                  <a:pt x="252520" y="121006"/>
                </a:cubicBezTo>
                <a:close/>
                <a:moveTo>
                  <a:pt x="252520" y="60458"/>
                </a:moveTo>
                <a:lnTo>
                  <a:pt x="252520" y="80640"/>
                </a:lnTo>
                <a:lnTo>
                  <a:pt x="262628" y="80640"/>
                </a:lnTo>
                <a:lnTo>
                  <a:pt x="272736" y="80640"/>
                </a:lnTo>
                <a:lnTo>
                  <a:pt x="272736" y="60458"/>
                </a:lnTo>
                <a:close/>
                <a:moveTo>
                  <a:pt x="222196" y="20183"/>
                </a:moveTo>
                <a:lnTo>
                  <a:pt x="222196" y="40365"/>
                </a:lnTo>
                <a:lnTo>
                  <a:pt x="242412" y="40365"/>
                </a:lnTo>
                <a:lnTo>
                  <a:pt x="282844" y="40365"/>
                </a:lnTo>
                <a:lnTo>
                  <a:pt x="303060" y="40365"/>
                </a:lnTo>
                <a:lnTo>
                  <a:pt x="303060" y="20183"/>
                </a:lnTo>
                <a:close/>
                <a:moveTo>
                  <a:pt x="212088" y="0"/>
                </a:moveTo>
                <a:lnTo>
                  <a:pt x="313168" y="0"/>
                </a:lnTo>
                <a:cubicBezTo>
                  <a:pt x="319214" y="0"/>
                  <a:pt x="323185" y="4055"/>
                  <a:pt x="323185" y="10091"/>
                </a:cubicBezTo>
                <a:lnTo>
                  <a:pt x="323185" y="50457"/>
                </a:lnTo>
                <a:cubicBezTo>
                  <a:pt x="323185" y="56493"/>
                  <a:pt x="319214" y="60458"/>
                  <a:pt x="313168" y="60458"/>
                </a:cubicBezTo>
                <a:lnTo>
                  <a:pt x="292952" y="60458"/>
                </a:lnTo>
                <a:lnTo>
                  <a:pt x="292952" y="82442"/>
                </a:lnTo>
                <a:cubicBezTo>
                  <a:pt x="342409" y="88209"/>
                  <a:pt x="387804" y="107761"/>
                  <a:pt x="425078" y="137224"/>
                </a:cubicBezTo>
                <a:lnTo>
                  <a:pt x="440871" y="121546"/>
                </a:lnTo>
                <a:lnTo>
                  <a:pt x="434283" y="114969"/>
                </a:lnTo>
                <a:cubicBezTo>
                  <a:pt x="430312" y="110914"/>
                  <a:pt x="430312" y="104878"/>
                  <a:pt x="434283" y="100823"/>
                </a:cubicBezTo>
                <a:lnTo>
                  <a:pt x="442406" y="92804"/>
                </a:lnTo>
                <a:cubicBezTo>
                  <a:pt x="457568" y="77667"/>
                  <a:pt x="482838" y="77667"/>
                  <a:pt x="498992" y="92804"/>
                </a:cubicBezTo>
                <a:lnTo>
                  <a:pt x="514154" y="107851"/>
                </a:lnTo>
                <a:cubicBezTo>
                  <a:pt x="529226" y="122988"/>
                  <a:pt x="529226" y="148216"/>
                  <a:pt x="514154" y="164344"/>
                </a:cubicBezTo>
                <a:lnTo>
                  <a:pt x="505039" y="172453"/>
                </a:lnTo>
                <a:cubicBezTo>
                  <a:pt x="502963" y="174435"/>
                  <a:pt x="500978" y="175427"/>
                  <a:pt x="498000" y="175427"/>
                </a:cubicBezTo>
                <a:cubicBezTo>
                  <a:pt x="494931" y="175427"/>
                  <a:pt x="492946" y="174435"/>
                  <a:pt x="490870" y="172453"/>
                </a:cubicBezTo>
                <a:lnTo>
                  <a:pt x="482838" y="164254"/>
                </a:lnTo>
                <a:lnTo>
                  <a:pt x="467676" y="179481"/>
                </a:lnTo>
                <a:cubicBezTo>
                  <a:pt x="503595" y="224351"/>
                  <a:pt x="525255" y="281205"/>
                  <a:pt x="525255" y="342834"/>
                </a:cubicBezTo>
                <a:cubicBezTo>
                  <a:pt x="525255" y="414464"/>
                  <a:pt x="496465" y="479157"/>
                  <a:pt x="449987" y="526370"/>
                </a:cubicBezTo>
                <a:cubicBezTo>
                  <a:pt x="449626" y="527091"/>
                  <a:pt x="449084" y="527721"/>
                  <a:pt x="448452" y="528352"/>
                </a:cubicBezTo>
                <a:cubicBezTo>
                  <a:pt x="447911" y="528893"/>
                  <a:pt x="447279" y="529343"/>
                  <a:pt x="446647" y="529794"/>
                </a:cubicBezTo>
                <a:cubicBezTo>
                  <a:pt x="399176" y="576376"/>
                  <a:pt x="334106" y="605028"/>
                  <a:pt x="262628" y="605028"/>
                </a:cubicBezTo>
                <a:cubicBezTo>
                  <a:pt x="191330" y="605028"/>
                  <a:pt x="126440" y="576466"/>
                  <a:pt x="78969" y="530154"/>
                </a:cubicBezTo>
                <a:cubicBezTo>
                  <a:pt x="78247" y="529614"/>
                  <a:pt x="77525" y="529073"/>
                  <a:pt x="76803" y="528352"/>
                </a:cubicBezTo>
                <a:cubicBezTo>
                  <a:pt x="76171" y="527721"/>
                  <a:pt x="75630" y="527091"/>
                  <a:pt x="75269" y="526370"/>
                </a:cubicBezTo>
                <a:cubicBezTo>
                  <a:pt x="28790" y="479157"/>
                  <a:pt x="0" y="414464"/>
                  <a:pt x="0" y="342834"/>
                </a:cubicBezTo>
                <a:cubicBezTo>
                  <a:pt x="0" y="281475"/>
                  <a:pt x="21480" y="224892"/>
                  <a:pt x="57128" y="180022"/>
                </a:cubicBezTo>
                <a:lnTo>
                  <a:pt x="41425" y="164344"/>
                </a:lnTo>
                <a:lnTo>
                  <a:pt x="33393" y="172453"/>
                </a:lnTo>
                <a:cubicBezTo>
                  <a:pt x="32310" y="174435"/>
                  <a:pt x="29331" y="175427"/>
                  <a:pt x="27256" y="175427"/>
                </a:cubicBezTo>
                <a:cubicBezTo>
                  <a:pt x="24277" y="175427"/>
                  <a:pt x="22202" y="174435"/>
                  <a:pt x="20216" y="172453"/>
                </a:cubicBezTo>
                <a:lnTo>
                  <a:pt x="12184" y="164344"/>
                </a:lnTo>
                <a:cubicBezTo>
                  <a:pt x="-2978" y="149207"/>
                  <a:pt x="-2978" y="124069"/>
                  <a:pt x="12184" y="108932"/>
                </a:cubicBezTo>
                <a:lnTo>
                  <a:pt x="28339" y="92804"/>
                </a:lnTo>
                <a:cubicBezTo>
                  <a:pt x="43410" y="77667"/>
                  <a:pt x="68680" y="77667"/>
                  <a:pt x="83842" y="92804"/>
                </a:cubicBezTo>
                <a:lnTo>
                  <a:pt x="90882" y="100823"/>
                </a:lnTo>
                <a:cubicBezTo>
                  <a:pt x="94943" y="104878"/>
                  <a:pt x="94943" y="110914"/>
                  <a:pt x="90882" y="114969"/>
                </a:cubicBezTo>
                <a:lnTo>
                  <a:pt x="83842" y="121997"/>
                </a:lnTo>
                <a:lnTo>
                  <a:pt x="99546" y="137674"/>
                </a:lnTo>
                <a:cubicBezTo>
                  <a:pt x="137000" y="108031"/>
                  <a:pt x="182576" y="88209"/>
                  <a:pt x="232304" y="82442"/>
                </a:cubicBezTo>
                <a:lnTo>
                  <a:pt x="232304" y="60458"/>
                </a:lnTo>
                <a:lnTo>
                  <a:pt x="212088" y="60458"/>
                </a:lnTo>
                <a:cubicBezTo>
                  <a:pt x="206041" y="60458"/>
                  <a:pt x="202070" y="56493"/>
                  <a:pt x="202070" y="50457"/>
                </a:cubicBezTo>
                <a:lnTo>
                  <a:pt x="202070" y="10091"/>
                </a:lnTo>
                <a:cubicBezTo>
                  <a:pt x="202070" y="4055"/>
                  <a:pt x="206041" y="0"/>
                  <a:pt x="212088" y="0"/>
                </a:cubicBezTo>
                <a:close/>
              </a:path>
            </a:pathLst>
          </a:custGeom>
          <a:solidFill>
            <a:schemeClr val="bg1"/>
          </a:solidFill>
          <a:ln>
            <a:noFill/>
          </a:ln>
        </p:spPr>
        <p:txBody>
          <a:bodyPr/>
          <a:lstStyle/>
          <a:p>
            <a:endParaRPr lang="zh-CN" altLang="en-US">
              <a:cs typeface="+mn-ea"/>
              <a:sym typeface="+mn-lt"/>
            </a:endParaRPr>
          </a:p>
        </p:txBody>
      </p:sp>
      <p:sp>
        <p:nvSpPr>
          <p:cNvPr id="29" name="refinery_357831">
            <a:extLst>
              <a:ext uri="{FF2B5EF4-FFF2-40B4-BE49-F238E27FC236}">
                <a16:creationId xmlns:a16="http://schemas.microsoft.com/office/drawing/2014/main" id="{7428120F-B447-4EBB-A3BF-7D970C2FE67C}"/>
              </a:ext>
            </a:extLst>
          </p:cNvPr>
          <p:cNvSpPr>
            <a:spLocks noChangeAspect="1"/>
          </p:cNvSpPr>
          <p:nvPr/>
        </p:nvSpPr>
        <p:spPr bwMode="auto">
          <a:xfrm>
            <a:off x="6991162" y="2299810"/>
            <a:ext cx="552313" cy="551479"/>
          </a:xfrm>
          <a:custGeom>
            <a:avLst/>
            <a:gdLst>
              <a:gd name="connsiteX0" fmla="*/ 516519 w 607639"/>
              <a:gd name="connsiteY0" fmla="*/ 535874 h 606722"/>
              <a:gd name="connsiteX1" fmla="*/ 556994 w 607639"/>
              <a:gd name="connsiteY1" fmla="*/ 535874 h 606722"/>
              <a:gd name="connsiteX2" fmla="*/ 567135 w 607639"/>
              <a:gd name="connsiteY2" fmla="*/ 546035 h 606722"/>
              <a:gd name="connsiteX3" fmla="*/ 556994 w 607639"/>
              <a:gd name="connsiteY3" fmla="*/ 556197 h 606722"/>
              <a:gd name="connsiteX4" fmla="*/ 516519 w 607639"/>
              <a:gd name="connsiteY4" fmla="*/ 556197 h 606722"/>
              <a:gd name="connsiteX5" fmla="*/ 506378 w 607639"/>
              <a:gd name="connsiteY5" fmla="*/ 546035 h 606722"/>
              <a:gd name="connsiteX6" fmla="*/ 516519 w 607639"/>
              <a:gd name="connsiteY6" fmla="*/ 535874 h 606722"/>
              <a:gd name="connsiteX7" fmla="*/ 425348 w 607639"/>
              <a:gd name="connsiteY7" fmla="*/ 535874 h 606722"/>
              <a:gd name="connsiteX8" fmla="*/ 465823 w 607639"/>
              <a:gd name="connsiteY8" fmla="*/ 535874 h 606722"/>
              <a:gd name="connsiteX9" fmla="*/ 475964 w 607639"/>
              <a:gd name="connsiteY9" fmla="*/ 546035 h 606722"/>
              <a:gd name="connsiteX10" fmla="*/ 465823 w 607639"/>
              <a:gd name="connsiteY10" fmla="*/ 556197 h 606722"/>
              <a:gd name="connsiteX11" fmla="*/ 425348 w 607639"/>
              <a:gd name="connsiteY11" fmla="*/ 556197 h 606722"/>
              <a:gd name="connsiteX12" fmla="*/ 415207 w 607639"/>
              <a:gd name="connsiteY12" fmla="*/ 546035 h 606722"/>
              <a:gd name="connsiteX13" fmla="*/ 425348 w 607639"/>
              <a:gd name="connsiteY13" fmla="*/ 535874 h 606722"/>
              <a:gd name="connsiteX14" fmla="*/ 334189 w 607639"/>
              <a:gd name="connsiteY14" fmla="*/ 535874 h 606722"/>
              <a:gd name="connsiteX15" fmla="*/ 374710 w 607639"/>
              <a:gd name="connsiteY15" fmla="*/ 535874 h 606722"/>
              <a:gd name="connsiteX16" fmla="*/ 384863 w 607639"/>
              <a:gd name="connsiteY16" fmla="*/ 546035 h 606722"/>
              <a:gd name="connsiteX17" fmla="*/ 374710 w 607639"/>
              <a:gd name="connsiteY17" fmla="*/ 556197 h 606722"/>
              <a:gd name="connsiteX18" fmla="*/ 334189 w 607639"/>
              <a:gd name="connsiteY18" fmla="*/ 556197 h 606722"/>
              <a:gd name="connsiteX19" fmla="*/ 324036 w 607639"/>
              <a:gd name="connsiteY19" fmla="*/ 546035 h 606722"/>
              <a:gd name="connsiteX20" fmla="*/ 334189 w 607639"/>
              <a:gd name="connsiteY20" fmla="*/ 535874 h 606722"/>
              <a:gd name="connsiteX21" fmla="*/ 243078 w 607639"/>
              <a:gd name="connsiteY21" fmla="*/ 535874 h 606722"/>
              <a:gd name="connsiteX22" fmla="*/ 283553 w 607639"/>
              <a:gd name="connsiteY22" fmla="*/ 535874 h 606722"/>
              <a:gd name="connsiteX23" fmla="*/ 293694 w 607639"/>
              <a:gd name="connsiteY23" fmla="*/ 546035 h 606722"/>
              <a:gd name="connsiteX24" fmla="*/ 283553 w 607639"/>
              <a:gd name="connsiteY24" fmla="*/ 556197 h 606722"/>
              <a:gd name="connsiteX25" fmla="*/ 243078 w 607639"/>
              <a:gd name="connsiteY25" fmla="*/ 556197 h 606722"/>
              <a:gd name="connsiteX26" fmla="*/ 232937 w 607639"/>
              <a:gd name="connsiteY26" fmla="*/ 546035 h 606722"/>
              <a:gd name="connsiteX27" fmla="*/ 243078 w 607639"/>
              <a:gd name="connsiteY27" fmla="*/ 535874 h 606722"/>
              <a:gd name="connsiteX28" fmla="*/ 151919 w 607639"/>
              <a:gd name="connsiteY28" fmla="*/ 535874 h 606722"/>
              <a:gd name="connsiteX29" fmla="*/ 192440 w 607639"/>
              <a:gd name="connsiteY29" fmla="*/ 535874 h 606722"/>
              <a:gd name="connsiteX30" fmla="*/ 202593 w 607639"/>
              <a:gd name="connsiteY30" fmla="*/ 546035 h 606722"/>
              <a:gd name="connsiteX31" fmla="*/ 192440 w 607639"/>
              <a:gd name="connsiteY31" fmla="*/ 556197 h 606722"/>
              <a:gd name="connsiteX32" fmla="*/ 151919 w 607639"/>
              <a:gd name="connsiteY32" fmla="*/ 556197 h 606722"/>
              <a:gd name="connsiteX33" fmla="*/ 141766 w 607639"/>
              <a:gd name="connsiteY33" fmla="*/ 546035 h 606722"/>
              <a:gd name="connsiteX34" fmla="*/ 151919 w 607639"/>
              <a:gd name="connsiteY34" fmla="*/ 535874 h 606722"/>
              <a:gd name="connsiteX35" fmla="*/ 60807 w 607639"/>
              <a:gd name="connsiteY35" fmla="*/ 535874 h 606722"/>
              <a:gd name="connsiteX36" fmla="*/ 101282 w 607639"/>
              <a:gd name="connsiteY36" fmla="*/ 535874 h 606722"/>
              <a:gd name="connsiteX37" fmla="*/ 111423 w 607639"/>
              <a:gd name="connsiteY37" fmla="*/ 546035 h 606722"/>
              <a:gd name="connsiteX38" fmla="*/ 101282 w 607639"/>
              <a:gd name="connsiteY38" fmla="*/ 556197 h 606722"/>
              <a:gd name="connsiteX39" fmla="*/ 60807 w 607639"/>
              <a:gd name="connsiteY39" fmla="*/ 556197 h 606722"/>
              <a:gd name="connsiteX40" fmla="*/ 50666 w 607639"/>
              <a:gd name="connsiteY40" fmla="*/ 546035 h 606722"/>
              <a:gd name="connsiteX41" fmla="*/ 60807 w 607639"/>
              <a:gd name="connsiteY41" fmla="*/ 535874 h 606722"/>
              <a:gd name="connsiteX42" fmla="*/ 526571 w 607639"/>
              <a:gd name="connsiteY42" fmla="*/ 475288 h 606722"/>
              <a:gd name="connsiteX43" fmla="*/ 526571 w 607639"/>
              <a:gd name="connsiteY43" fmla="*/ 495481 h 606722"/>
              <a:gd name="connsiteX44" fmla="*/ 546853 w 607639"/>
              <a:gd name="connsiteY44" fmla="*/ 495481 h 606722"/>
              <a:gd name="connsiteX45" fmla="*/ 546853 w 607639"/>
              <a:gd name="connsiteY45" fmla="*/ 475288 h 606722"/>
              <a:gd name="connsiteX46" fmla="*/ 435400 w 607639"/>
              <a:gd name="connsiteY46" fmla="*/ 475288 h 606722"/>
              <a:gd name="connsiteX47" fmla="*/ 435400 w 607639"/>
              <a:gd name="connsiteY47" fmla="*/ 495481 h 606722"/>
              <a:gd name="connsiteX48" fmla="*/ 455682 w 607639"/>
              <a:gd name="connsiteY48" fmla="*/ 495481 h 606722"/>
              <a:gd name="connsiteX49" fmla="*/ 455682 w 607639"/>
              <a:gd name="connsiteY49" fmla="*/ 475288 h 606722"/>
              <a:gd name="connsiteX50" fmla="*/ 344252 w 607639"/>
              <a:gd name="connsiteY50" fmla="*/ 475288 h 606722"/>
              <a:gd name="connsiteX51" fmla="*/ 344252 w 607639"/>
              <a:gd name="connsiteY51" fmla="*/ 495481 h 606722"/>
              <a:gd name="connsiteX52" fmla="*/ 364558 w 607639"/>
              <a:gd name="connsiteY52" fmla="*/ 495481 h 606722"/>
              <a:gd name="connsiteX53" fmla="*/ 364558 w 607639"/>
              <a:gd name="connsiteY53" fmla="*/ 475288 h 606722"/>
              <a:gd name="connsiteX54" fmla="*/ 253130 w 607639"/>
              <a:gd name="connsiteY54" fmla="*/ 475288 h 606722"/>
              <a:gd name="connsiteX55" fmla="*/ 253130 w 607639"/>
              <a:gd name="connsiteY55" fmla="*/ 495481 h 606722"/>
              <a:gd name="connsiteX56" fmla="*/ 273412 w 607639"/>
              <a:gd name="connsiteY56" fmla="*/ 495481 h 606722"/>
              <a:gd name="connsiteX57" fmla="*/ 273412 w 607639"/>
              <a:gd name="connsiteY57" fmla="*/ 475288 h 606722"/>
              <a:gd name="connsiteX58" fmla="*/ 161982 w 607639"/>
              <a:gd name="connsiteY58" fmla="*/ 475288 h 606722"/>
              <a:gd name="connsiteX59" fmla="*/ 161982 w 607639"/>
              <a:gd name="connsiteY59" fmla="*/ 495481 h 606722"/>
              <a:gd name="connsiteX60" fmla="*/ 182288 w 607639"/>
              <a:gd name="connsiteY60" fmla="*/ 495481 h 606722"/>
              <a:gd name="connsiteX61" fmla="*/ 182288 w 607639"/>
              <a:gd name="connsiteY61" fmla="*/ 475288 h 606722"/>
              <a:gd name="connsiteX62" fmla="*/ 70859 w 607639"/>
              <a:gd name="connsiteY62" fmla="*/ 475288 h 606722"/>
              <a:gd name="connsiteX63" fmla="*/ 70859 w 607639"/>
              <a:gd name="connsiteY63" fmla="*/ 495481 h 606722"/>
              <a:gd name="connsiteX64" fmla="*/ 91141 w 607639"/>
              <a:gd name="connsiteY64" fmla="*/ 495481 h 606722"/>
              <a:gd name="connsiteX65" fmla="*/ 91141 w 607639"/>
              <a:gd name="connsiteY65" fmla="*/ 475288 h 606722"/>
              <a:gd name="connsiteX66" fmla="*/ 516519 w 607639"/>
              <a:gd name="connsiteY66" fmla="*/ 455006 h 606722"/>
              <a:gd name="connsiteX67" fmla="*/ 556994 w 607639"/>
              <a:gd name="connsiteY67" fmla="*/ 455006 h 606722"/>
              <a:gd name="connsiteX68" fmla="*/ 567135 w 607639"/>
              <a:gd name="connsiteY68" fmla="*/ 465147 h 606722"/>
              <a:gd name="connsiteX69" fmla="*/ 567135 w 607639"/>
              <a:gd name="connsiteY69" fmla="*/ 505622 h 606722"/>
              <a:gd name="connsiteX70" fmla="*/ 556994 w 607639"/>
              <a:gd name="connsiteY70" fmla="*/ 515763 h 606722"/>
              <a:gd name="connsiteX71" fmla="*/ 516519 w 607639"/>
              <a:gd name="connsiteY71" fmla="*/ 515763 h 606722"/>
              <a:gd name="connsiteX72" fmla="*/ 506378 w 607639"/>
              <a:gd name="connsiteY72" fmla="*/ 505622 h 606722"/>
              <a:gd name="connsiteX73" fmla="*/ 506378 w 607639"/>
              <a:gd name="connsiteY73" fmla="*/ 465147 h 606722"/>
              <a:gd name="connsiteX74" fmla="*/ 516519 w 607639"/>
              <a:gd name="connsiteY74" fmla="*/ 455006 h 606722"/>
              <a:gd name="connsiteX75" fmla="*/ 425348 w 607639"/>
              <a:gd name="connsiteY75" fmla="*/ 455006 h 606722"/>
              <a:gd name="connsiteX76" fmla="*/ 465823 w 607639"/>
              <a:gd name="connsiteY76" fmla="*/ 455006 h 606722"/>
              <a:gd name="connsiteX77" fmla="*/ 475964 w 607639"/>
              <a:gd name="connsiteY77" fmla="*/ 465147 h 606722"/>
              <a:gd name="connsiteX78" fmla="*/ 475964 w 607639"/>
              <a:gd name="connsiteY78" fmla="*/ 505622 h 606722"/>
              <a:gd name="connsiteX79" fmla="*/ 465823 w 607639"/>
              <a:gd name="connsiteY79" fmla="*/ 515763 h 606722"/>
              <a:gd name="connsiteX80" fmla="*/ 425348 w 607639"/>
              <a:gd name="connsiteY80" fmla="*/ 515763 h 606722"/>
              <a:gd name="connsiteX81" fmla="*/ 415207 w 607639"/>
              <a:gd name="connsiteY81" fmla="*/ 505622 h 606722"/>
              <a:gd name="connsiteX82" fmla="*/ 415207 w 607639"/>
              <a:gd name="connsiteY82" fmla="*/ 465147 h 606722"/>
              <a:gd name="connsiteX83" fmla="*/ 425348 w 607639"/>
              <a:gd name="connsiteY83" fmla="*/ 455006 h 606722"/>
              <a:gd name="connsiteX84" fmla="*/ 334189 w 607639"/>
              <a:gd name="connsiteY84" fmla="*/ 455006 h 606722"/>
              <a:gd name="connsiteX85" fmla="*/ 374710 w 607639"/>
              <a:gd name="connsiteY85" fmla="*/ 455006 h 606722"/>
              <a:gd name="connsiteX86" fmla="*/ 384863 w 607639"/>
              <a:gd name="connsiteY86" fmla="*/ 465147 h 606722"/>
              <a:gd name="connsiteX87" fmla="*/ 384863 w 607639"/>
              <a:gd name="connsiteY87" fmla="*/ 505622 h 606722"/>
              <a:gd name="connsiteX88" fmla="*/ 374710 w 607639"/>
              <a:gd name="connsiteY88" fmla="*/ 515763 h 606722"/>
              <a:gd name="connsiteX89" fmla="*/ 334189 w 607639"/>
              <a:gd name="connsiteY89" fmla="*/ 515763 h 606722"/>
              <a:gd name="connsiteX90" fmla="*/ 324036 w 607639"/>
              <a:gd name="connsiteY90" fmla="*/ 505622 h 606722"/>
              <a:gd name="connsiteX91" fmla="*/ 324036 w 607639"/>
              <a:gd name="connsiteY91" fmla="*/ 465147 h 606722"/>
              <a:gd name="connsiteX92" fmla="*/ 334189 w 607639"/>
              <a:gd name="connsiteY92" fmla="*/ 455006 h 606722"/>
              <a:gd name="connsiteX93" fmla="*/ 243078 w 607639"/>
              <a:gd name="connsiteY93" fmla="*/ 455006 h 606722"/>
              <a:gd name="connsiteX94" fmla="*/ 283553 w 607639"/>
              <a:gd name="connsiteY94" fmla="*/ 455006 h 606722"/>
              <a:gd name="connsiteX95" fmla="*/ 293694 w 607639"/>
              <a:gd name="connsiteY95" fmla="*/ 465147 h 606722"/>
              <a:gd name="connsiteX96" fmla="*/ 293694 w 607639"/>
              <a:gd name="connsiteY96" fmla="*/ 505622 h 606722"/>
              <a:gd name="connsiteX97" fmla="*/ 283553 w 607639"/>
              <a:gd name="connsiteY97" fmla="*/ 515763 h 606722"/>
              <a:gd name="connsiteX98" fmla="*/ 243078 w 607639"/>
              <a:gd name="connsiteY98" fmla="*/ 515763 h 606722"/>
              <a:gd name="connsiteX99" fmla="*/ 232937 w 607639"/>
              <a:gd name="connsiteY99" fmla="*/ 505622 h 606722"/>
              <a:gd name="connsiteX100" fmla="*/ 232937 w 607639"/>
              <a:gd name="connsiteY100" fmla="*/ 465147 h 606722"/>
              <a:gd name="connsiteX101" fmla="*/ 243078 w 607639"/>
              <a:gd name="connsiteY101" fmla="*/ 455006 h 606722"/>
              <a:gd name="connsiteX102" fmla="*/ 151919 w 607639"/>
              <a:gd name="connsiteY102" fmla="*/ 455006 h 606722"/>
              <a:gd name="connsiteX103" fmla="*/ 192440 w 607639"/>
              <a:gd name="connsiteY103" fmla="*/ 455006 h 606722"/>
              <a:gd name="connsiteX104" fmla="*/ 202593 w 607639"/>
              <a:gd name="connsiteY104" fmla="*/ 465147 h 606722"/>
              <a:gd name="connsiteX105" fmla="*/ 202593 w 607639"/>
              <a:gd name="connsiteY105" fmla="*/ 505622 h 606722"/>
              <a:gd name="connsiteX106" fmla="*/ 192440 w 607639"/>
              <a:gd name="connsiteY106" fmla="*/ 515763 h 606722"/>
              <a:gd name="connsiteX107" fmla="*/ 151919 w 607639"/>
              <a:gd name="connsiteY107" fmla="*/ 515763 h 606722"/>
              <a:gd name="connsiteX108" fmla="*/ 141766 w 607639"/>
              <a:gd name="connsiteY108" fmla="*/ 505622 h 606722"/>
              <a:gd name="connsiteX109" fmla="*/ 141766 w 607639"/>
              <a:gd name="connsiteY109" fmla="*/ 465147 h 606722"/>
              <a:gd name="connsiteX110" fmla="*/ 151919 w 607639"/>
              <a:gd name="connsiteY110" fmla="*/ 455006 h 606722"/>
              <a:gd name="connsiteX111" fmla="*/ 60807 w 607639"/>
              <a:gd name="connsiteY111" fmla="*/ 455006 h 606722"/>
              <a:gd name="connsiteX112" fmla="*/ 101282 w 607639"/>
              <a:gd name="connsiteY112" fmla="*/ 455006 h 606722"/>
              <a:gd name="connsiteX113" fmla="*/ 111423 w 607639"/>
              <a:gd name="connsiteY113" fmla="*/ 465147 h 606722"/>
              <a:gd name="connsiteX114" fmla="*/ 111423 w 607639"/>
              <a:gd name="connsiteY114" fmla="*/ 505622 h 606722"/>
              <a:gd name="connsiteX115" fmla="*/ 101282 w 607639"/>
              <a:gd name="connsiteY115" fmla="*/ 515763 h 606722"/>
              <a:gd name="connsiteX116" fmla="*/ 60807 w 607639"/>
              <a:gd name="connsiteY116" fmla="*/ 515763 h 606722"/>
              <a:gd name="connsiteX117" fmla="*/ 50666 w 607639"/>
              <a:gd name="connsiteY117" fmla="*/ 505622 h 606722"/>
              <a:gd name="connsiteX118" fmla="*/ 50666 w 607639"/>
              <a:gd name="connsiteY118" fmla="*/ 465147 h 606722"/>
              <a:gd name="connsiteX119" fmla="*/ 60807 w 607639"/>
              <a:gd name="connsiteY119" fmla="*/ 455006 h 606722"/>
              <a:gd name="connsiteX120" fmla="*/ 20293 w 607639"/>
              <a:gd name="connsiteY120" fmla="*/ 424714 h 606722"/>
              <a:gd name="connsiteX121" fmla="*/ 20293 w 607639"/>
              <a:gd name="connsiteY121" fmla="*/ 586459 h 606722"/>
              <a:gd name="connsiteX122" fmla="*/ 587346 w 607639"/>
              <a:gd name="connsiteY122" fmla="*/ 586459 h 606722"/>
              <a:gd name="connsiteX123" fmla="*/ 587346 w 607639"/>
              <a:gd name="connsiteY123" fmla="*/ 424714 h 606722"/>
              <a:gd name="connsiteX124" fmla="*/ 567142 w 607639"/>
              <a:gd name="connsiteY124" fmla="*/ 424714 h 606722"/>
              <a:gd name="connsiteX125" fmla="*/ 364566 w 607639"/>
              <a:gd name="connsiteY125" fmla="*/ 424714 h 606722"/>
              <a:gd name="connsiteX126" fmla="*/ 243073 w 607639"/>
              <a:gd name="connsiteY126" fmla="*/ 424714 h 606722"/>
              <a:gd name="connsiteX127" fmla="*/ 40497 w 607639"/>
              <a:gd name="connsiteY127" fmla="*/ 424714 h 606722"/>
              <a:gd name="connsiteX128" fmla="*/ 384859 w 607639"/>
              <a:gd name="connsiteY128" fmla="*/ 343753 h 606722"/>
              <a:gd name="connsiteX129" fmla="*/ 384859 w 607639"/>
              <a:gd name="connsiteY129" fmla="*/ 404452 h 606722"/>
              <a:gd name="connsiteX130" fmla="*/ 546848 w 607639"/>
              <a:gd name="connsiteY130" fmla="*/ 404452 h 606722"/>
              <a:gd name="connsiteX131" fmla="*/ 546848 w 607639"/>
              <a:gd name="connsiteY131" fmla="*/ 343753 h 606722"/>
              <a:gd name="connsiteX132" fmla="*/ 60791 w 607639"/>
              <a:gd name="connsiteY132" fmla="*/ 343753 h 606722"/>
              <a:gd name="connsiteX133" fmla="*/ 60791 w 607639"/>
              <a:gd name="connsiteY133" fmla="*/ 404452 h 606722"/>
              <a:gd name="connsiteX134" fmla="*/ 222780 w 607639"/>
              <a:gd name="connsiteY134" fmla="*/ 404452 h 606722"/>
              <a:gd name="connsiteX135" fmla="*/ 222780 w 607639"/>
              <a:gd name="connsiteY135" fmla="*/ 343753 h 606722"/>
              <a:gd name="connsiteX136" fmla="*/ 364566 w 607639"/>
              <a:gd name="connsiteY136" fmla="*/ 303317 h 606722"/>
              <a:gd name="connsiteX137" fmla="*/ 354419 w 607639"/>
              <a:gd name="connsiteY137" fmla="*/ 313448 h 606722"/>
              <a:gd name="connsiteX138" fmla="*/ 364566 w 607639"/>
              <a:gd name="connsiteY138" fmla="*/ 323579 h 606722"/>
              <a:gd name="connsiteX139" fmla="*/ 567142 w 607639"/>
              <a:gd name="connsiteY139" fmla="*/ 323579 h 606722"/>
              <a:gd name="connsiteX140" fmla="*/ 577199 w 607639"/>
              <a:gd name="connsiteY140" fmla="*/ 313448 h 606722"/>
              <a:gd name="connsiteX141" fmla="*/ 567142 w 607639"/>
              <a:gd name="connsiteY141" fmla="*/ 303317 h 606722"/>
              <a:gd name="connsiteX142" fmla="*/ 40497 w 607639"/>
              <a:gd name="connsiteY142" fmla="*/ 303317 h 606722"/>
              <a:gd name="connsiteX143" fmla="*/ 30351 w 607639"/>
              <a:gd name="connsiteY143" fmla="*/ 313448 h 606722"/>
              <a:gd name="connsiteX144" fmla="*/ 40497 w 607639"/>
              <a:gd name="connsiteY144" fmla="*/ 323579 h 606722"/>
              <a:gd name="connsiteX145" fmla="*/ 243073 w 607639"/>
              <a:gd name="connsiteY145" fmla="*/ 323579 h 606722"/>
              <a:gd name="connsiteX146" fmla="*/ 253131 w 607639"/>
              <a:gd name="connsiteY146" fmla="*/ 313448 h 606722"/>
              <a:gd name="connsiteX147" fmla="*/ 243073 w 607639"/>
              <a:gd name="connsiteY147" fmla="*/ 303317 h 606722"/>
              <a:gd name="connsiteX148" fmla="*/ 384859 w 607639"/>
              <a:gd name="connsiteY148" fmla="*/ 212313 h 606722"/>
              <a:gd name="connsiteX149" fmla="*/ 384859 w 607639"/>
              <a:gd name="connsiteY149" fmla="*/ 283143 h 606722"/>
              <a:gd name="connsiteX150" fmla="*/ 546848 w 607639"/>
              <a:gd name="connsiteY150" fmla="*/ 283143 h 606722"/>
              <a:gd name="connsiteX151" fmla="*/ 546848 w 607639"/>
              <a:gd name="connsiteY151" fmla="*/ 212313 h 606722"/>
              <a:gd name="connsiteX152" fmla="*/ 60791 w 607639"/>
              <a:gd name="connsiteY152" fmla="*/ 212313 h 606722"/>
              <a:gd name="connsiteX153" fmla="*/ 60791 w 607639"/>
              <a:gd name="connsiteY153" fmla="*/ 283143 h 606722"/>
              <a:gd name="connsiteX154" fmla="*/ 222780 w 607639"/>
              <a:gd name="connsiteY154" fmla="*/ 283143 h 606722"/>
              <a:gd name="connsiteX155" fmla="*/ 222780 w 607639"/>
              <a:gd name="connsiteY155" fmla="*/ 212313 h 606722"/>
              <a:gd name="connsiteX156" fmla="*/ 364566 w 607639"/>
              <a:gd name="connsiteY156" fmla="*/ 171876 h 606722"/>
              <a:gd name="connsiteX157" fmla="*/ 354419 w 607639"/>
              <a:gd name="connsiteY157" fmla="*/ 182008 h 606722"/>
              <a:gd name="connsiteX158" fmla="*/ 364566 w 607639"/>
              <a:gd name="connsiteY158" fmla="*/ 192139 h 606722"/>
              <a:gd name="connsiteX159" fmla="*/ 567142 w 607639"/>
              <a:gd name="connsiteY159" fmla="*/ 192139 h 606722"/>
              <a:gd name="connsiteX160" fmla="*/ 577199 w 607639"/>
              <a:gd name="connsiteY160" fmla="*/ 182008 h 606722"/>
              <a:gd name="connsiteX161" fmla="*/ 567142 w 607639"/>
              <a:gd name="connsiteY161" fmla="*/ 171876 h 606722"/>
              <a:gd name="connsiteX162" fmla="*/ 40497 w 607639"/>
              <a:gd name="connsiteY162" fmla="*/ 171876 h 606722"/>
              <a:gd name="connsiteX163" fmla="*/ 30351 w 607639"/>
              <a:gd name="connsiteY163" fmla="*/ 182008 h 606722"/>
              <a:gd name="connsiteX164" fmla="*/ 40497 w 607639"/>
              <a:gd name="connsiteY164" fmla="*/ 192139 h 606722"/>
              <a:gd name="connsiteX165" fmla="*/ 243073 w 607639"/>
              <a:gd name="connsiteY165" fmla="*/ 192139 h 606722"/>
              <a:gd name="connsiteX166" fmla="*/ 253131 w 607639"/>
              <a:gd name="connsiteY166" fmla="*/ 182008 h 606722"/>
              <a:gd name="connsiteX167" fmla="*/ 243073 w 607639"/>
              <a:gd name="connsiteY167" fmla="*/ 171876 h 606722"/>
              <a:gd name="connsiteX168" fmla="*/ 443869 w 607639"/>
              <a:gd name="connsiteY168" fmla="*/ 80873 h 606722"/>
              <a:gd name="connsiteX169" fmla="*/ 384859 w 607639"/>
              <a:gd name="connsiteY169" fmla="*/ 139794 h 606722"/>
              <a:gd name="connsiteX170" fmla="*/ 384859 w 607639"/>
              <a:gd name="connsiteY170" fmla="*/ 151703 h 606722"/>
              <a:gd name="connsiteX171" fmla="*/ 546848 w 607639"/>
              <a:gd name="connsiteY171" fmla="*/ 151703 h 606722"/>
              <a:gd name="connsiteX172" fmla="*/ 546848 w 607639"/>
              <a:gd name="connsiteY172" fmla="*/ 139794 h 606722"/>
              <a:gd name="connsiteX173" fmla="*/ 487838 w 607639"/>
              <a:gd name="connsiteY173" fmla="*/ 80873 h 606722"/>
              <a:gd name="connsiteX174" fmla="*/ 119801 w 607639"/>
              <a:gd name="connsiteY174" fmla="*/ 80873 h 606722"/>
              <a:gd name="connsiteX175" fmla="*/ 60791 w 607639"/>
              <a:gd name="connsiteY175" fmla="*/ 139794 h 606722"/>
              <a:gd name="connsiteX176" fmla="*/ 60791 w 607639"/>
              <a:gd name="connsiteY176" fmla="*/ 151703 h 606722"/>
              <a:gd name="connsiteX177" fmla="*/ 222780 w 607639"/>
              <a:gd name="connsiteY177" fmla="*/ 151703 h 606722"/>
              <a:gd name="connsiteX178" fmla="*/ 222780 w 607639"/>
              <a:gd name="connsiteY178" fmla="*/ 139794 h 606722"/>
              <a:gd name="connsiteX179" fmla="*/ 163770 w 607639"/>
              <a:gd name="connsiteY179" fmla="*/ 80873 h 606722"/>
              <a:gd name="connsiteX180" fmla="*/ 202576 w 607639"/>
              <a:gd name="connsiteY180" fmla="*/ 20263 h 606722"/>
              <a:gd name="connsiteX181" fmla="*/ 152911 w 607639"/>
              <a:gd name="connsiteY181" fmla="*/ 60699 h 606722"/>
              <a:gd name="connsiteX182" fmla="*/ 163770 w 607639"/>
              <a:gd name="connsiteY182" fmla="*/ 60699 h 606722"/>
              <a:gd name="connsiteX183" fmla="*/ 243073 w 607639"/>
              <a:gd name="connsiteY183" fmla="*/ 139794 h 606722"/>
              <a:gd name="connsiteX184" fmla="*/ 243073 w 607639"/>
              <a:gd name="connsiteY184" fmla="*/ 151703 h 606722"/>
              <a:gd name="connsiteX185" fmla="*/ 273424 w 607639"/>
              <a:gd name="connsiteY185" fmla="*/ 182008 h 606722"/>
              <a:gd name="connsiteX186" fmla="*/ 243073 w 607639"/>
              <a:gd name="connsiteY186" fmla="*/ 212313 h 606722"/>
              <a:gd name="connsiteX187" fmla="*/ 243073 w 607639"/>
              <a:gd name="connsiteY187" fmla="*/ 283143 h 606722"/>
              <a:gd name="connsiteX188" fmla="*/ 273424 w 607639"/>
              <a:gd name="connsiteY188" fmla="*/ 313448 h 606722"/>
              <a:gd name="connsiteX189" fmla="*/ 243073 w 607639"/>
              <a:gd name="connsiteY189" fmla="*/ 343753 h 606722"/>
              <a:gd name="connsiteX190" fmla="*/ 243073 w 607639"/>
              <a:gd name="connsiteY190" fmla="*/ 404452 h 606722"/>
              <a:gd name="connsiteX191" fmla="*/ 364566 w 607639"/>
              <a:gd name="connsiteY191" fmla="*/ 404452 h 606722"/>
              <a:gd name="connsiteX192" fmla="*/ 364566 w 607639"/>
              <a:gd name="connsiteY192" fmla="*/ 343753 h 606722"/>
              <a:gd name="connsiteX193" fmla="*/ 334215 w 607639"/>
              <a:gd name="connsiteY193" fmla="*/ 313448 h 606722"/>
              <a:gd name="connsiteX194" fmla="*/ 364566 w 607639"/>
              <a:gd name="connsiteY194" fmla="*/ 283143 h 606722"/>
              <a:gd name="connsiteX195" fmla="*/ 364566 w 607639"/>
              <a:gd name="connsiteY195" fmla="*/ 212313 h 606722"/>
              <a:gd name="connsiteX196" fmla="*/ 334215 w 607639"/>
              <a:gd name="connsiteY196" fmla="*/ 182008 h 606722"/>
              <a:gd name="connsiteX197" fmla="*/ 364566 w 607639"/>
              <a:gd name="connsiteY197" fmla="*/ 151703 h 606722"/>
              <a:gd name="connsiteX198" fmla="*/ 364566 w 607639"/>
              <a:gd name="connsiteY198" fmla="*/ 139794 h 606722"/>
              <a:gd name="connsiteX199" fmla="*/ 443869 w 607639"/>
              <a:gd name="connsiteY199" fmla="*/ 60699 h 606722"/>
              <a:gd name="connsiteX200" fmla="*/ 454728 w 607639"/>
              <a:gd name="connsiteY200" fmla="*/ 60699 h 606722"/>
              <a:gd name="connsiteX201" fmla="*/ 405063 w 607639"/>
              <a:gd name="connsiteY201" fmla="*/ 20263 h 606722"/>
              <a:gd name="connsiteX202" fmla="*/ 202576 w 607639"/>
              <a:gd name="connsiteY202" fmla="*/ 0 h 606722"/>
              <a:gd name="connsiteX203" fmla="*/ 405063 w 607639"/>
              <a:gd name="connsiteY203" fmla="*/ 0 h 606722"/>
              <a:gd name="connsiteX204" fmla="*/ 475199 w 607639"/>
              <a:gd name="connsiteY204" fmla="*/ 60699 h 606722"/>
              <a:gd name="connsiteX205" fmla="*/ 487838 w 607639"/>
              <a:gd name="connsiteY205" fmla="*/ 60699 h 606722"/>
              <a:gd name="connsiteX206" fmla="*/ 567142 w 607639"/>
              <a:gd name="connsiteY206" fmla="*/ 139794 h 606722"/>
              <a:gd name="connsiteX207" fmla="*/ 567142 w 607639"/>
              <a:gd name="connsiteY207" fmla="*/ 151703 h 606722"/>
              <a:gd name="connsiteX208" fmla="*/ 597492 w 607639"/>
              <a:gd name="connsiteY208" fmla="*/ 182008 h 606722"/>
              <a:gd name="connsiteX209" fmla="*/ 567142 w 607639"/>
              <a:gd name="connsiteY209" fmla="*/ 212313 h 606722"/>
              <a:gd name="connsiteX210" fmla="*/ 567142 w 607639"/>
              <a:gd name="connsiteY210" fmla="*/ 283143 h 606722"/>
              <a:gd name="connsiteX211" fmla="*/ 597492 w 607639"/>
              <a:gd name="connsiteY211" fmla="*/ 313448 h 606722"/>
              <a:gd name="connsiteX212" fmla="*/ 567142 w 607639"/>
              <a:gd name="connsiteY212" fmla="*/ 343753 h 606722"/>
              <a:gd name="connsiteX213" fmla="*/ 567142 w 607639"/>
              <a:gd name="connsiteY213" fmla="*/ 404452 h 606722"/>
              <a:gd name="connsiteX214" fmla="*/ 597492 w 607639"/>
              <a:gd name="connsiteY214" fmla="*/ 404452 h 606722"/>
              <a:gd name="connsiteX215" fmla="*/ 607639 w 607639"/>
              <a:gd name="connsiteY215" fmla="*/ 414583 h 606722"/>
              <a:gd name="connsiteX216" fmla="*/ 607639 w 607639"/>
              <a:gd name="connsiteY216" fmla="*/ 596591 h 606722"/>
              <a:gd name="connsiteX217" fmla="*/ 597492 w 607639"/>
              <a:gd name="connsiteY217" fmla="*/ 606722 h 606722"/>
              <a:gd name="connsiteX218" fmla="*/ 10147 w 607639"/>
              <a:gd name="connsiteY218" fmla="*/ 606722 h 606722"/>
              <a:gd name="connsiteX219" fmla="*/ 0 w 607639"/>
              <a:gd name="connsiteY219" fmla="*/ 596591 h 606722"/>
              <a:gd name="connsiteX220" fmla="*/ 0 w 607639"/>
              <a:gd name="connsiteY220" fmla="*/ 414583 h 606722"/>
              <a:gd name="connsiteX221" fmla="*/ 10147 w 607639"/>
              <a:gd name="connsiteY221" fmla="*/ 404452 h 606722"/>
              <a:gd name="connsiteX222" fmla="*/ 40497 w 607639"/>
              <a:gd name="connsiteY222" fmla="*/ 404452 h 606722"/>
              <a:gd name="connsiteX223" fmla="*/ 40497 w 607639"/>
              <a:gd name="connsiteY223" fmla="*/ 343753 h 606722"/>
              <a:gd name="connsiteX224" fmla="*/ 10147 w 607639"/>
              <a:gd name="connsiteY224" fmla="*/ 313448 h 606722"/>
              <a:gd name="connsiteX225" fmla="*/ 40497 w 607639"/>
              <a:gd name="connsiteY225" fmla="*/ 283143 h 606722"/>
              <a:gd name="connsiteX226" fmla="*/ 40497 w 607639"/>
              <a:gd name="connsiteY226" fmla="*/ 212313 h 606722"/>
              <a:gd name="connsiteX227" fmla="*/ 10147 w 607639"/>
              <a:gd name="connsiteY227" fmla="*/ 182008 h 606722"/>
              <a:gd name="connsiteX228" fmla="*/ 40497 w 607639"/>
              <a:gd name="connsiteY228" fmla="*/ 151703 h 606722"/>
              <a:gd name="connsiteX229" fmla="*/ 40497 w 607639"/>
              <a:gd name="connsiteY229" fmla="*/ 139794 h 606722"/>
              <a:gd name="connsiteX230" fmla="*/ 119801 w 607639"/>
              <a:gd name="connsiteY230" fmla="*/ 60699 h 606722"/>
              <a:gd name="connsiteX231" fmla="*/ 132351 w 607639"/>
              <a:gd name="connsiteY231" fmla="*/ 60699 h 606722"/>
              <a:gd name="connsiteX232" fmla="*/ 202576 w 607639"/>
              <a:gd name="connsiteY23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607639" h="606722">
                <a:moveTo>
                  <a:pt x="516519" y="535874"/>
                </a:moveTo>
                <a:lnTo>
                  <a:pt x="556994" y="535874"/>
                </a:lnTo>
                <a:cubicBezTo>
                  <a:pt x="562598" y="535874"/>
                  <a:pt x="567135" y="540420"/>
                  <a:pt x="567135" y="546035"/>
                </a:cubicBezTo>
                <a:cubicBezTo>
                  <a:pt x="567135" y="551651"/>
                  <a:pt x="562598" y="556197"/>
                  <a:pt x="556994" y="556197"/>
                </a:cubicBezTo>
                <a:lnTo>
                  <a:pt x="516519" y="556197"/>
                </a:lnTo>
                <a:cubicBezTo>
                  <a:pt x="510915" y="556197"/>
                  <a:pt x="506378" y="551651"/>
                  <a:pt x="506378" y="546035"/>
                </a:cubicBezTo>
                <a:cubicBezTo>
                  <a:pt x="506378" y="540420"/>
                  <a:pt x="510915" y="535874"/>
                  <a:pt x="516519" y="535874"/>
                </a:cubicBezTo>
                <a:close/>
                <a:moveTo>
                  <a:pt x="425348" y="535874"/>
                </a:moveTo>
                <a:lnTo>
                  <a:pt x="465823" y="535874"/>
                </a:lnTo>
                <a:cubicBezTo>
                  <a:pt x="471427" y="535874"/>
                  <a:pt x="475964" y="540420"/>
                  <a:pt x="475964" y="546035"/>
                </a:cubicBezTo>
                <a:cubicBezTo>
                  <a:pt x="475964" y="551651"/>
                  <a:pt x="471427" y="556197"/>
                  <a:pt x="465823" y="556197"/>
                </a:cubicBezTo>
                <a:lnTo>
                  <a:pt x="425348" y="556197"/>
                </a:lnTo>
                <a:cubicBezTo>
                  <a:pt x="419744" y="556197"/>
                  <a:pt x="415207" y="551651"/>
                  <a:pt x="415207" y="546035"/>
                </a:cubicBezTo>
                <a:cubicBezTo>
                  <a:pt x="415207" y="540420"/>
                  <a:pt x="419744" y="535874"/>
                  <a:pt x="425348" y="535874"/>
                </a:cubicBezTo>
                <a:close/>
                <a:moveTo>
                  <a:pt x="334189" y="535874"/>
                </a:moveTo>
                <a:lnTo>
                  <a:pt x="374710" y="535874"/>
                </a:lnTo>
                <a:cubicBezTo>
                  <a:pt x="380321" y="535874"/>
                  <a:pt x="384863" y="540420"/>
                  <a:pt x="384863" y="546035"/>
                </a:cubicBezTo>
                <a:cubicBezTo>
                  <a:pt x="384863" y="551651"/>
                  <a:pt x="380321" y="556197"/>
                  <a:pt x="374710" y="556197"/>
                </a:cubicBezTo>
                <a:lnTo>
                  <a:pt x="334189" y="556197"/>
                </a:lnTo>
                <a:cubicBezTo>
                  <a:pt x="328578" y="556197"/>
                  <a:pt x="324036" y="551651"/>
                  <a:pt x="324036" y="546035"/>
                </a:cubicBezTo>
                <a:cubicBezTo>
                  <a:pt x="324036" y="540420"/>
                  <a:pt x="328578" y="535874"/>
                  <a:pt x="334189" y="535874"/>
                </a:cubicBezTo>
                <a:close/>
                <a:moveTo>
                  <a:pt x="243078" y="535874"/>
                </a:moveTo>
                <a:lnTo>
                  <a:pt x="283553" y="535874"/>
                </a:lnTo>
                <a:cubicBezTo>
                  <a:pt x="289157" y="535874"/>
                  <a:pt x="293694" y="540420"/>
                  <a:pt x="293694" y="546035"/>
                </a:cubicBezTo>
                <a:cubicBezTo>
                  <a:pt x="293694" y="551651"/>
                  <a:pt x="289157" y="556197"/>
                  <a:pt x="283553" y="556197"/>
                </a:cubicBezTo>
                <a:lnTo>
                  <a:pt x="243078" y="556197"/>
                </a:lnTo>
                <a:cubicBezTo>
                  <a:pt x="237474" y="556197"/>
                  <a:pt x="232937" y="551651"/>
                  <a:pt x="232937" y="546035"/>
                </a:cubicBezTo>
                <a:cubicBezTo>
                  <a:pt x="232937" y="540420"/>
                  <a:pt x="237474" y="535874"/>
                  <a:pt x="243078" y="535874"/>
                </a:cubicBezTo>
                <a:close/>
                <a:moveTo>
                  <a:pt x="151919" y="535874"/>
                </a:moveTo>
                <a:lnTo>
                  <a:pt x="192440" y="535874"/>
                </a:lnTo>
                <a:cubicBezTo>
                  <a:pt x="198051" y="535874"/>
                  <a:pt x="202593" y="540420"/>
                  <a:pt x="202593" y="546035"/>
                </a:cubicBezTo>
                <a:cubicBezTo>
                  <a:pt x="202593" y="551651"/>
                  <a:pt x="198051" y="556197"/>
                  <a:pt x="192440" y="556197"/>
                </a:cubicBezTo>
                <a:lnTo>
                  <a:pt x="151919" y="556197"/>
                </a:lnTo>
                <a:cubicBezTo>
                  <a:pt x="146308" y="556197"/>
                  <a:pt x="141766" y="551651"/>
                  <a:pt x="141766" y="546035"/>
                </a:cubicBezTo>
                <a:cubicBezTo>
                  <a:pt x="141766" y="540420"/>
                  <a:pt x="146308" y="535874"/>
                  <a:pt x="151919" y="535874"/>
                </a:cubicBezTo>
                <a:close/>
                <a:moveTo>
                  <a:pt x="60807" y="535874"/>
                </a:moveTo>
                <a:lnTo>
                  <a:pt x="101282" y="535874"/>
                </a:lnTo>
                <a:cubicBezTo>
                  <a:pt x="106886" y="535874"/>
                  <a:pt x="111423" y="540420"/>
                  <a:pt x="111423" y="546035"/>
                </a:cubicBezTo>
                <a:cubicBezTo>
                  <a:pt x="111423" y="551651"/>
                  <a:pt x="106886" y="556197"/>
                  <a:pt x="101282" y="556197"/>
                </a:cubicBezTo>
                <a:lnTo>
                  <a:pt x="60807" y="556197"/>
                </a:lnTo>
                <a:cubicBezTo>
                  <a:pt x="55203" y="556197"/>
                  <a:pt x="50666" y="551651"/>
                  <a:pt x="50666" y="546035"/>
                </a:cubicBezTo>
                <a:cubicBezTo>
                  <a:pt x="50666" y="540420"/>
                  <a:pt x="55203" y="535874"/>
                  <a:pt x="60807" y="535874"/>
                </a:cubicBezTo>
                <a:close/>
                <a:moveTo>
                  <a:pt x="526571" y="475288"/>
                </a:moveTo>
                <a:lnTo>
                  <a:pt x="526571" y="495481"/>
                </a:lnTo>
                <a:lnTo>
                  <a:pt x="546853" y="495481"/>
                </a:lnTo>
                <a:lnTo>
                  <a:pt x="546853" y="475288"/>
                </a:lnTo>
                <a:close/>
                <a:moveTo>
                  <a:pt x="435400" y="475288"/>
                </a:moveTo>
                <a:lnTo>
                  <a:pt x="435400" y="495481"/>
                </a:lnTo>
                <a:lnTo>
                  <a:pt x="455682" y="495481"/>
                </a:lnTo>
                <a:lnTo>
                  <a:pt x="455682" y="475288"/>
                </a:lnTo>
                <a:close/>
                <a:moveTo>
                  <a:pt x="344252" y="475288"/>
                </a:moveTo>
                <a:lnTo>
                  <a:pt x="344252" y="495481"/>
                </a:lnTo>
                <a:lnTo>
                  <a:pt x="364558" y="495481"/>
                </a:lnTo>
                <a:lnTo>
                  <a:pt x="364558" y="475288"/>
                </a:lnTo>
                <a:close/>
                <a:moveTo>
                  <a:pt x="253130" y="475288"/>
                </a:moveTo>
                <a:lnTo>
                  <a:pt x="253130" y="495481"/>
                </a:lnTo>
                <a:lnTo>
                  <a:pt x="273412" y="495481"/>
                </a:lnTo>
                <a:lnTo>
                  <a:pt x="273412" y="475288"/>
                </a:lnTo>
                <a:close/>
                <a:moveTo>
                  <a:pt x="161982" y="475288"/>
                </a:moveTo>
                <a:lnTo>
                  <a:pt x="161982" y="495481"/>
                </a:lnTo>
                <a:lnTo>
                  <a:pt x="182288" y="495481"/>
                </a:lnTo>
                <a:lnTo>
                  <a:pt x="182288" y="475288"/>
                </a:lnTo>
                <a:close/>
                <a:moveTo>
                  <a:pt x="70859" y="475288"/>
                </a:moveTo>
                <a:lnTo>
                  <a:pt x="70859" y="495481"/>
                </a:lnTo>
                <a:lnTo>
                  <a:pt x="91141" y="495481"/>
                </a:lnTo>
                <a:lnTo>
                  <a:pt x="91141" y="475288"/>
                </a:lnTo>
                <a:close/>
                <a:moveTo>
                  <a:pt x="516519" y="455006"/>
                </a:moveTo>
                <a:lnTo>
                  <a:pt x="556994" y="455006"/>
                </a:lnTo>
                <a:cubicBezTo>
                  <a:pt x="562598" y="455006"/>
                  <a:pt x="567135" y="459543"/>
                  <a:pt x="567135" y="465147"/>
                </a:cubicBezTo>
                <a:lnTo>
                  <a:pt x="567135" y="505622"/>
                </a:lnTo>
                <a:cubicBezTo>
                  <a:pt x="567135" y="511226"/>
                  <a:pt x="562598" y="515763"/>
                  <a:pt x="556994" y="515763"/>
                </a:cubicBezTo>
                <a:lnTo>
                  <a:pt x="516519" y="515763"/>
                </a:lnTo>
                <a:cubicBezTo>
                  <a:pt x="510915" y="515763"/>
                  <a:pt x="506378" y="511226"/>
                  <a:pt x="506378" y="505622"/>
                </a:cubicBezTo>
                <a:lnTo>
                  <a:pt x="506378" y="465147"/>
                </a:lnTo>
                <a:cubicBezTo>
                  <a:pt x="506378" y="459543"/>
                  <a:pt x="510915" y="455006"/>
                  <a:pt x="516519" y="455006"/>
                </a:cubicBezTo>
                <a:close/>
                <a:moveTo>
                  <a:pt x="425348" y="455006"/>
                </a:moveTo>
                <a:lnTo>
                  <a:pt x="465823" y="455006"/>
                </a:lnTo>
                <a:cubicBezTo>
                  <a:pt x="471427" y="455006"/>
                  <a:pt x="475964" y="459543"/>
                  <a:pt x="475964" y="465147"/>
                </a:cubicBezTo>
                <a:lnTo>
                  <a:pt x="475964" y="505622"/>
                </a:lnTo>
                <a:cubicBezTo>
                  <a:pt x="475964" y="511226"/>
                  <a:pt x="471427" y="515763"/>
                  <a:pt x="465823" y="515763"/>
                </a:cubicBezTo>
                <a:lnTo>
                  <a:pt x="425348" y="515763"/>
                </a:lnTo>
                <a:cubicBezTo>
                  <a:pt x="419744" y="515763"/>
                  <a:pt x="415207" y="511226"/>
                  <a:pt x="415207" y="505622"/>
                </a:cubicBezTo>
                <a:lnTo>
                  <a:pt x="415207" y="465147"/>
                </a:lnTo>
                <a:cubicBezTo>
                  <a:pt x="415207" y="459543"/>
                  <a:pt x="419744" y="455006"/>
                  <a:pt x="425348" y="455006"/>
                </a:cubicBezTo>
                <a:close/>
                <a:moveTo>
                  <a:pt x="334189" y="455006"/>
                </a:moveTo>
                <a:lnTo>
                  <a:pt x="374710" y="455006"/>
                </a:lnTo>
                <a:cubicBezTo>
                  <a:pt x="380321" y="455006"/>
                  <a:pt x="384863" y="459543"/>
                  <a:pt x="384863" y="465147"/>
                </a:cubicBezTo>
                <a:lnTo>
                  <a:pt x="384863" y="505622"/>
                </a:lnTo>
                <a:cubicBezTo>
                  <a:pt x="384863" y="511226"/>
                  <a:pt x="380321" y="515763"/>
                  <a:pt x="374710" y="515763"/>
                </a:cubicBezTo>
                <a:lnTo>
                  <a:pt x="334189" y="515763"/>
                </a:lnTo>
                <a:cubicBezTo>
                  <a:pt x="328578" y="515763"/>
                  <a:pt x="324036" y="511226"/>
                  <a:pt x="324036" y="505622"/>
                </a:cubicBezTo>
                <a:lnTo>
                  <a:pt x="324036" y="465147"/>
                </a:lnTo>
                <a:cubicBezTo>
                  <a:pt x="324036" y="459543"/>
                  <a:pt x="328578" y="455006"/>
                  <a:pt x="334189" y="455006"/>
                </a:cubicBezTo>
                <a:close/>
                <a:moveTo>
                  <a:pt x="243078" y="455006"/>
                </a:moveTo>
                <a:lnTo>
                  <a:pt x="283553" y="455006"/>
                </a:lnTo>
                <a:cubicBezTo>
                  <a:pt x="289157" y="455006"/>
                  <a:pt x="293694" y="459543"/>
                  <a:pt x="293694" y="465147"/>
                </a:cubicBezTo>
                <a:lnTo>
                  <a:pt x="293694" y="505622"/>
                </a:lnTo>
                <a:cubicBezTo>
                  <a:pt x="293694" y="511226"/>
                  <a:pt x="289157" y="515763"/>
                  <a:pt x="283553" y="515763"/>
                </a:cubicBezTo>
                <a:lnTo>
                  <a:pt x="243078" y="515763"/>
                </a:lnTo>
                <a:cubicBezTo>
                  <a:pt x="237474" y="515763"/>
                  <a:pt x="232937" y="511226"/>
                  <a:pt x="232937" y="505622"/>
                </a:cubicBezTo>
                <a:lnTo>
                  <a:pt x="232937" y="465147"/>
                </a:lnTo>
                <a:cubicBezTo>
                  <a:pt x="232937" y="459543"/>
                  <a:pt x="237474" y="455006"/>
                  <a:pt x="243078" y="455006"/>
                </a:cubicBezTo>
                <a:close/>
                <a:moveTo>
                  <a:pt x="151919" y="455006"/>
                </a:moveTo>
                <a:lnTo>
                  <a:pt x="192440" y="455006"/>
                </a:lnTo>
                <a:cubicBezTo>
                  <a:pt x="198051" y="455006"/>
                  <a:pt x="202593" y="459543"/>
                  <a:pt x="202593" y="465147"/>
                </a:cubicBezTo>
                <a:lnTo>
                  <a:pt x="202593" y="505622"/>
                </a:lnTo>
                <a:cubicBezTo>
                  <a:pt x="202593" y="511226"/>
                  <a:pt x="198051" y="515763"/>
                  <a:pt x="192440" y="515763"/>
                </a:cubicBezTo>
                <a:lnTo>
                  <a:pt x="151919" y="515763"/>
                </a:lnTo>
                <a:cubicBezTo>
                  <a:pt x="146308" y="515763"/>
                  <a:pt x="141766" y="511226"/>
                  <a:pt x="141766" y="505622"/>
                </a:cubicBezTo>
                <a:lnTo>
                  <a:pt x="141766" y="465147"/>
                </a:lnTo>
                <a:cubicBezTo>
                  <a:pt x="141766" y="459543"/>
                  <a:pt x="146308" y="455006"/>
                  <a:pt x="151919" y="455006"/>
                </a:cubicBezTo>
                <a:close/>
                <a:moveTo>
                  <a:pt x="60807" y="455006"/>
                </a:moveTo>
                <a:lnTo>
                  <a:pt x="101282" y="455006"/>
                </a:lnTo>
                <a:cubicBezTo>
                  <a:pt x="106886" y="455006"/>
                  <a:pt x="111423" y="459543"/>
                  <a:pt x="111423" y="465147"/>
                </a:cubicBezTo>
                <a:lnTo>
                  <a:pt x="111423" y="505622"/>
                </a:lnTo>
                <a:cubicBezTo>
                  <a:pt x="111423" y="511226"/>
                  <a:pt x="106886" y="515763"/>
                  <a:pt x="101282" y="515763"/>
                </a:cubicBezTo>
                <a:lnTo>
                  <a:pt x="60807" y="515763"/>
                </a:lnTo>
                <a:cubicBezTo>
                  <a:pt x="55203" y="515763"/>
                  <a:pt x="50666" y="511226"/>
                  <a:pt x="50666" y="505622"/>
                </a:cubicBezTo>
                <a:lnTo>
                  <a:pt x="50666" y="465147"/>
                </a:lnTo>
                <a:cubicBezTo>
                  <a:pt x="50666" y="459543"/>
                  <a:pt x="55203" y="455006"/>
                  <a:pt x="60807" y="455006"/>
                </a:cubicBezTo>
                <a:close/>
                <a:moveTo>
                  <a:pt x="20293" y="424714"/>
                </a:moveTo>
                <a:lnTo>
                  <a:pt x="20293" y="586459"/>
                </a:lnTo>
                <a:lnTo>
                  <a:pt x="587346" y="586459"/>
                </a:lnTo>
                <a:lnTo>
                  <a:pt x="587346" y="424714"/>
                </a:lnTo>
                <a:lnTo>
                  <a:pt x="567142" y="424714"/>
                </a:lnTo>
                <a:lnTo>
                  <a:pt x="364566" y="424714"/>
                </a:lnTo>
                <a:lnTo>
                  <a:pt x="243073" y="424714"/>
                </a:lnTo>
                <a:lnTo>
                  <a:pt x="40497" y="424714"/>
                </a:lnTo>
                <a:close/>
                <a:moveTo>
                  <a:pt x="384859" y="343753"/>
                </a:moveTo>
                <a:lnTo>
                  <a:pt x="384859" y="404452"/>
                </a:lnTo>
                <a:lnTo>
                  <a:pt x="546848" y="404452"/>
                </a:lnTo>
                <a:lnTo>
                  <a:pt x="546848" y="343753"/>
                </a:lnTo>
                <a:close/>
                <a:moveTo>
                  <a:pt x="60791" y="343753"/>
                </a:moveTo>
                <a:lnTo>
                  <a:pt x="60791" y="404452"/>
                </a:lnTo>
                <a:lnTo>
                  <a:pt x="222780" y="404452"/>
                </a:lnTo>
                <a:lnTo>
                  <a:pt x="222780" y="343753"/>
                </a:lnTo>
                <a:close/>
                <a:moveTo>
                  <a:pt x="364566" y="303317"/>
                </a:moveTo>
                <a:cubicBezTo>
                  <a:pt x="358958" y="303317"/>
                  <a:pt x="354419" y="307849"/>
                  <a:pt x="354419" y="313448"/>
                </a:cubicBezTo>
                <a:cubicBezTo>
                  <a:pt x="354419" y="319047"/>
                  <a:pt x="358958" y="323579"/>
                  <a:pt x="364566" y="323579"/>
                </a:cubicBezTo>
                <a:lnTo>
                  <a:pt x="567142" y="323579"/>
                </a:lnTo>
                <a:cubicBezTo>
                  <a:pt x="572660" y="323579"/>
                  <a:pt x="577199" y="319047"/>
                  <a:pt x="577199" y="313448"/>
                </a:cubicBezTo>
                <a:cubicBezTo>
                  <a:pt x="577199" y="307849"/>
                  <a:pt x="572660" y="303317"/>
                  <a:pt x="567142" y="303317"/>
                </a:cubicBezTo>
                <a:close/>
                <a:moveTo>
                  <a:pt x="40497" y="303317"/>
                </a:moveTo>
                <a:cubicBezTo>
                  <a:pt x="34890" y="303317"/>
                  <a:pt x="30351" y="307849"/>
                  <a:pt x="30351" y="313448"/>
                </a:cubicBezTo>
                <a:cubicBezTo>
                  <a:pt x="30351" y="319047"/>
                  <a:pt x="34890" y="323579"/>
                  <a:pt x="40497" y="323579"/>
                </a:cubicBezTo>
                <a:lnTo>
                  <a:pt x="243073" y="323579"/>
                </a:lnTo>
                <a:cubicBezTo>
                  <a:pt x="248681" y="323579"/>
                  <a:pt x="253131" y="319047"/>
                  <a:pt x="253131" y="313448"/>
                </a:cubicBezTo>
                <a:cubicBezTo>
                  <a:pt x="253131" y="307849"/>
                  <a:pt x="248681" y="303317"/>
                  <a:pt x="243073" y="303317"/>
                </a:cubicBezTo>
                <a:close/>
                <a:moveTo>
                  <a:pt x="384859" y="212313"/>
                </a:moveTo>
                <a:lnTo>
                  <a:pt x="384859" y="283143"/>
                </a:lnTo>
                <a:lnTo>
                  <a:pt x="546848" y="283143"/>
                </a:lnTo>
                <a:lnTo>
                  <a:pt x="546848" y="212313"/>
                </a:lnTo>
                <a:close/>
                <a:moveTo>
                  <a:pt x="60791" y="212313"/>
                </a:moveTo>
                <a:lnTo>
                  <a:pt x="60791" y="283143"/>
                </a:lnTo>
                <a:lnTo>
                  <a:pt x="222780" y="283143"/>
                </a:lnTo>
                <a:lnTo>
                  <a:pt x="222780" y="212313"/>
                </a:lnTo>
                <a:close/>
                <a:moveTo>
                  <a:pt x="364566" y="171876"/>
                </a:moveTo>
                <a:cubicBezTo>
                  <a:pt x="358958" y="171876"/>
                  <a:pt x="354419" y="176409"/>
                  <a:pt x="354419" y="182008"/>
                </a:cubicBezTo>
                <a:cubicBezTo>
                  <a:pt x="354419" y="187607"/>
                  <a:pt x="358958" y="192139"/>
                  <a:pt x="364566" y="192139"/>
                </a:cubicBezTo>
                <a:lnTo>
                  <a:pt x="567142" y="192139"/>
                </a:lnTo>
                <a:cubicBezTo>
                  <a:pt x="572660" y="192139"/>
                  <a:pt x="577199" y="187607"/>
                  <a:pt x="577199" y="182008"/>
                </a:cubicBezTo>
                <a:cubicBezTo>
                  <a:pt x="577199" y="176409"/>
                  <a:pt x="572660" y="171876"/>
                  <a:pt x="567142" y="171876"/>
                </a:cubicBezTo>
                <a:close/>
                <a:moveTo>
                  <a:pt x="40497" y="171876"/>
                </a:moveTo>
                <a:cubicBezTo>
                  <a:pt x="34890" y="171876"/>
                  <a:pt x="30351" y="176409"/>
                  <a:pt x="30351" y="182008"/>
                </a:cubicBezTo>
                <a:cubicBezTo>
                  <a:pt x="30351" y="187607"/>
                  <a:pt x="34890" y="192139"/>
                  <a:pt x="40497" y="192139"/>
                </a:cubicBezTo>
                <a:lnTo>
                  <a:pt x="243073" y="192139"/>
                </a:lnTo>
                <a:cubicBezTo>
                  <a:pt x="248681" y="192139"/>
                  <a:pt x="253131" y="187607"/>
                  <a:pt x="253131" y="182008"/>
                </a:cubicBezTo>
                <a:cubicBezTo>
                  <a:pt x="253131" y="176409"/>
                  <a:pt x="248681" y="171876"/>
                  <a:pt x="243073" y="171876"/>
                </a:cubicBezTo>
                <a:close/>
                <a:moveTo>
                  <a:pt x="443869" y="80873"/>
                </a:moveTo>
                <a:cubicBezTo>
                  <a:pt x="411204" y="80873"/>
                  <a:pt x="384859" y="107267"/>
                  <a:pt x="384859" y="139794"/>
                </a:cubicBezTo>
                <a:lnTo>
                  <a:pt x="384859" y="151703"/>
                </a:lnTo>
                <a:lnTo>
                  <a:pt x="546848" y="151703"/>
                </a:lnTo>
                <a:lnTo>
                  <a:pt x="546848" y="139794"/>
                </a:lnTo>
                <a:cubicBezTo>
                  <a:pt x="546848" y="107267"/>
                  <a:pt x="520414" y="80873"/>
                  <a:pt x="487838" y="80873"/>
                </a:cubicBezTo>
                <a:close/>
                <a:moveTo>
                  <a:pt x="119801" y="80873"/>
                </a:moveTo>
                <a:cubicBezTo>
                  <a:pt x="87225" y="80873"/>
                  <a:pt x="60791" y="107267"/>
                  <a:pt x="60791" y="139794"/>
                </a:cubicBezTo>
                <a:lnTo>
                  <a:pt x="60791" y="151703"/>
                </a:lnTo>
                <a:lnTo>
                  <a:pt x="222780" y="151703"/>
                </a:lnTo>
                <a:lnTo>
                  <a:pt x="222780" y="139794"/>
                </a:lnTo>
                <a:cubicBezTo>
                  <a:pt x="222780" y="107267"/>
                  <a:pt x="196346" y="80873"/>
                  <a:pt x="163770" y="80873"/>
                </a:cubicBezTo>
                <a:close/>
                <a:moveTo>
                  <a:pt x="202576" y="20263"/>
                </a:moveTo>
                <a:cubicBezTo>
                  <a:pt x="178011" y="20263"/>
                  <a:pt x="157628" y="37592"/>
                  <a:pt x="152911" y="60699"/>
                </a:cubicBezTo>
                <a:lnTo>
                  <a:pt x="163770" y="60699"/>
                </a:lnTo>
                <a:cubicBezTo>
                  <a:pt x="207560" y="60699"/>
                  <a:pt x="243073" y="96069"/>
                  <a:pt x="243073" y="139794"/>
                </a:cubicBezTo>
                <a:lnTo>
                  <a:pt x="243073" y="151703"/>
                </a:lnTo>
                <a:cubicBezTo>
                  <a:pt x="259806" y="151703"/>
                  <a:pt x="273424" y="165211"/>
                  <a:pt x="273424" y="182008"/>
                </a:cubicBezTo>
                <a:cubicBezTo>
                  <a:pt x="273424" y="198804"/>
                  <a:pt x="259806" y="212313"/>
                  <a:pt x="243073" y="212313"/>
                </a:cubicBezTo>
                <a:lnTo>
                  <a:pt x="243073" y="283143"/>
                </a:lnTo>
                <a:cubicBezTo>
                  <a:pt x="259806" y="283143"/>
                  <a:pt x="273424" y="296740"/>
                  <a:pt x="273424" y="313448"/>
                </a:cubicBezTo>
                <a:cubicBezTo>
                  <a:pt x="273424" y="330244"/>
                  <a:pt x="259806" y="343753"/>
                  <a:pt x="243073" y="343753"/>
                </a:cubicBezTo>
                <a:lnTo>
                  <a:pt x="243073" y="404452"/>
                </a:lnTo>
                <a:lnTo>
                  <a:pt x="364566" y="404452"/>
                </a:lnTo>
                <a:lnTo>
                  <a:pt x="364566" y="343753"/>
                </a:lnTo>
                <a:cubicBezTo>
                  <a:pt x="347744" y="343753"/>
                  <a:pt x="334215" y="330244"/>
                  <a:pt x="334215" y="313448"/>
                </a:cubicBezTo>
                <a:cubicBezTo>
                  <a:pt x="334215" y="296740"/>
                  <a:pt x="347744" y="283143"/>
                  <a:pt x="364566" y="283143"/>
                </a:cubicBezTo>
                <a:lnTo>
                  <a:pt x="364566" y="212313"/>
                </a:lnTo>
                <a:cubicBezTo>
                  <a:pt x="347744" y="212313"/>
                  <a:pt x="334215" y="198804"/>
                  <a:pt x="334215" y="182008"/>
                </a:cubicBezTo>
                <a:cubicBezTo>
                  <a:pt x="334215" y="165211"/>
                  <a:pt x="347744" y="151703"/>
                  <a:pt x="364566" y="151703"/>
                </a:cubicBezTo>
                <a:lnTo>
                  <a:pt x="364566" y="139794"/>
                </a:lnTo>
                <a:cubicBezTo>
                  <a:pt x="364566" y="96069"/>
                  <a:pt x="400079" y="60699"/>
                  <a:pt x="443869" y="60699"/>
                </a:cubicBezTo>
                <a:lnTo>
                  <a:pt x="454728" y="60699"/>
                </a:lnTo>
                <a:cubicBezTo>
                  <a:pt x="450011" y="37592"/>
                  <a:pt x="429628" y="20263"/>
                  <a:pt x="405063" y="20263"/>
                </a:cubicBezTo>
                <a:close/>
                <a:moveTo>
                  <a:pt x="202576" y="0"/>
                </a:moveTo>
                <a:lnTo>
                  <a:pt x="405063" y="0"/>
                </a:lnTo>
                <a:cubicBezTo>
                  <a:pt x="440843" y="0"/>
                  <a:pt x="470304" y="26395"/>
                  <a:pt x="475199" y="60699"/>
                </a:cubicBezTo>
                <a:lnTo>
                  <a:pt x="487838" y="60699"/>
                </a:lnTo>
                <a:cubicBezTo>
                  <a:pt x="531628" y="60699"/>
                  <a:pt x="567142" y="96069"/>
                  <a:pt x="567142" y="139794"/>
                </a:cubicBezTo>
                <a:lnTo>
                  <a:pt x="567142" y="151703"/>
                </a:lnTo>
                <a:cubicBezTo>
                  <a:pt x="583875" y="151703"/>
                  <a:pt x="597492" y="165211"/>
                  <a:pt x="597492" y="182008"/>
                </a:cubicBezTo>
                <a:cubicBezTo>
                  <a:pt x="597492" y="198804"/>
                  <a:pt x="583875" y="212313"/>
                  <a:pt x="567142" y="212313"/>
                </a:cubicBezTo>
                <a:lnTo>
                  <a:pt x="567142" y="283143"/>
                </a:lnTo>
                <a:cubicBezTo>
                  <a:pt x="583875" y="283143"/>
                  <a:pt x="597492" y="296740"/>
                  <a:pt x="597492" y="313448"/>
                </a:cubicBezTo>
                <a:cubicBezTo>
                  <a:pt x="597492" y="330244"/>
                  <a:pt x="583875" y="343753"/>
                  <a:pt x="567142" y="343753"/>
                </a:cubicBezTo>
                <a:lnTo>
                  <a:pt x="567142" y="404452"/>
                </a:lnTo>
                <a:lnTo>
                  <a:pt x="597492" y="404452"/>
                </a:lnTo>
                <a:cubicBezTo>
                  <a:pt x="603100" y="404452"/>
                  <a:pt x="607639" y="408984"/>
                  <a:pt x="607639" y="414583"/>
                </a:cubicBezTo>
                <a:lnTo>
                  <a:pt x="607639" y="596591"/>
                </a:lnTo>
                <a:cubicBezTo>
                  <a:pt x="607639" y="602190"/>
                  <a:pt x="603100" y="606722"/>
                  <a:pt x="597492" y="606722"/>
                </a:cubicBezTo>
                <a:lnTo>
                  <a:pt x="10147" y="606722"/>
                </a:lnTo>
                <a:cubicBezTo>
                  <a:pt x="4539" y="606722"/>
                  <a:pt x="0" y="602190"/>
                  <a:pt x="0" y="596591"/>
                </a:cubicBezTo>
                <a:lnTo>
                  <a:pt x="0" y="414583"/>
                </a:lnTo>
                <a:cubicBezTo>
                  <a:pt x="0" y="408984"/>
                  <a:pt x="4539" y="404452"/>
                  <a:pt x="10147" y="404452"/>
                </a:cubicBezTo>
                <a:lnTo>
                  <a:pt x="40497" y="404452"/>
                </a:lnTo>
                <a:lnTo>
                  <a:pt x="40497" y="343753"/>
                </a:lnTo>
                <a:cubicBezTo>
                  <a:pt x="23764" y="343753"/>
                  <a:pt x="10147" y="330244"/>
                  <a:pt x="10147" y="313448"/>
                </a:cubicBezTo>
                <a:cubicBezTo>
                  <a:pt x="10147" y="296740"/>
                  <a:pt x="23764" y="283143"/>
                  <a:pt x="40497" y="283143"/>
                </a:cubicBezTo>
                <a:lnTo>
                  <a:pt x="40497" y="212313"/>
                </a:lnTo>
                <a:cubicBezTo>
                  <a:pt x="23764" y="212313"/>
                  <a:pt x="10147" y="198804"/>
                  <a:pt x="10147" y="182008"/>
                </a:cubicBezTo>
                <a:cubicBezTo>
                  <a:pt x="10147" y="165211"/>
                  <a:pt x="23764" y="151703"/>
                  <a:pt x="40497" y="151703"/>
                </a:cubicBezTo>
                <a:lnTo>
                  <a:pt x="40497" y="139794"/>
                </a:lnTo>
                <a:cubicBezTo>
                  <a:pt x="40497" y="96069"/>
                  <a:pt x="76010" y="60699"/>
                  <a:pt x="119801" y="60699"/>
                </a:cubicBezTo>
                <a:lnTo>
                  <a:pt x="132351" y="60699"/>
                </a:lnTo>
                <a:cubicBezTo>
                  <a:pt x="137246" y="26395"/>
                  <a:pt x="166796" y="0"/>
                  <a:pt x="202576" y="0"/>
                </a:cubicBezTo>
                <a:close/>
              </a:path>
            </a:pathLst>
          </a:custGeom>
          <a:solidFill>
            <a:schemeClr val="bg1"/>
          </a:solidFill>
          <a:ln>
            <a:noFill/>
          </a:ln>
        </p:spPr>
        <p:txBody>
          <a:bodyPr/>
          <a:lstStyle/>
          <a:p>
            <a:endParaRPr lang="zh-CN" altLang="en-US">
              <a:cs typeface="+mn-ea"/>
              <a:sym typeface="+mn-lt"/>
            </a:endParaRPr>
          </a:p>
        </p:txBody>
      </p:sp>
      <p:sp>
        <p:nvSpPr>
          <p:cNvPr id="2" name="文本框 1">
            <a:extLst>
              <a:ext uri="{FF2B5EF4-FFF2-40B4-BE49-F238E27FC236}">
                <a16:creationId xmlns:a16="http://schemas.microsoft.com/office/drawing/2014/main" id="{E96AB148-5004-4C8B-AC93-077431B80C8C}"/>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递进内容页</a:t>
            </a:r>
          </a:p>
        </p:txBody>
      </p:sp>
    </p:spTree>
    <p:extLst>
      <p:ext uri="{BB962C8B-B14F-4D97-AF65-F5344CB8AC3E}">
        <p14:creationId xmlns:p14="http://schemas.microsoft.com/office/powerpoint/2010/main" val="11580164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57E0356F-4152-4A41-9D0F-6CA972C2A817}"/>
              </a:ext>
            </a:extLst>
          </p:cNvPr>
          <p:cNvGrpSpPr/>
          <p:nvPr/>
        </p:nvGrpSpPr>
        <p:grpSpPr>
          <a:xfrm>
            <a:off x="5575140" y="2387279"/>
            <a:ext cx="1041721" cy="1041721"/>
            <a:chOff x="5834578" y="910498"/>
            <a:chExt cx="1041721" cy="1041721"/>
          </a:xfrm>
        </p:grpSpPr>
        <p:sp>
          <p:nvSpPr>
            <p:cNvPr id="3" name="椭圆 2">
              <a:extLst>
                <a:ext uri="{FF2B5EF4-FFF2-40B4-BE49-F238E27FC236}">
                  <a16:creationId xmlns:a16="http://schemas.microsoft.com/office/drawing/2014/main" id="{02890640-0DAA-445F-8CB5-59FEF28F7511}"/>
                </a:ext>
              </a:extLst>
            </p:cNvPr>
            <p:cNvSpPr/>
            <p:nvPr/>
          </p:nvSpPr>
          <p:spPr>
            <a:xfrm>
              <a:off x="5834578" y="910498"/>
              <a:ext cx="1041721" cy="104172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 name="simple-calculator_75775">
              <a:extLst>
                <a:ext uri="{FF2B5EF4-FFF2-40B4-BE49-F238E27FC236}">
                  <a16:creationId xmlns:a16="http://schemas.microsoft.com/office/drawing/2014/main" id="{351F4BF5-0AAC-4FDA-8CB1-C34340FAA031}"/>
                </a:ext>
              </a:extLst>
            </p:cNvPr>
            <p:cNvSpPr>
              <a:spLocks noChangeAspect="1"/>
            </p:cNvSpPr>
            <p:nvPr/>
          </p:nvSpPr>
          <p:spPr bwMode="auto">
            <a:xfrm>
              <a:off x="6117901" y="1126515"/>
              <a:ext cx="475074" cy="609685"/>
            </a:xfrm>
            <a:custGeom>
              <a:avLst/>
              <a:gdLst>
                <a:gd name="T0" fmla="*/ 432 w 5052"/>
                <a:gd name="T1" fmla="*/ 0 h 6493"/>
                <a:gd name="T2" fmla="*/ 0 w 5052"/>
                <a:gd name="T3" fmla="*/ 6061 h 6493"/>
                <a:gd name="T4" fmla="*/ 4619 w 5052"/>
                <a:gd name="T5" fmla="*/ 6493 h 6493"/>
                <a:gd name="T6" fmla="*/ 5052 w 5052"/>
                <a:gd name="T7" fmla="*/ 433 h 6493"/>
                <a:gd name="T8" fmla="*/ 613 w 5052"/>
                <a:gd name="T9" fmla="*/ 1036 h 6493"/>
                <a:gd name="T10" fmla="*/ 4116 w 5052"/>
                <a:gd name="T11" fmla="*/ 713 h 6493"/>
                <a:gd name="T12" fmla="*/ 4439 w 5052"/>
                <a:gd name="T13" fmla="*/ 1512 h 6493"/>
                <a:gd name="T14" fmla="*/ 935 w 5052"/>
                <a:gd name="T15" fmla="*/ 1835 h 6493"/>
                <a:gd name="T16" fmla="*/ 613 w 5052"/>
                <a:gd name="T17" fmla="*/ 1036 h 6493"/>
                <a:gd name="T18" fmla="*/ 1912 w 5052"/>
                <a:gd name="T19" fmla="*/ 5734 h 6493"/>
                <a:gd name="T20" fmla="*/ 1673 w 5052"/>
                <a:gd name="T21" fmla="*/ 5734 h 6493"/>
                <a:gd name="T22" fmla="*/ 1077 w 5052"/>
                <a:gd name="T23" fmla="*/ 5734 h 6493"/>
                <a:gd name="T24" fmla="*/ 838 w 5052"/>
                <a:gd name="T25" fmla="*/ 5734 h 6493"/>
                <a:gd name="T26" fmla="*/ 1136 w 5052"/>
                <a:gd name="T27" fmla="*/ 5197 h 6493"/>
                <a:gd name="T28" fmla="*/ 838 w 5052"/>
                <a:gd name="T29" fmla="*/ 4660 h 6493"/>
                <a:gd name="T30" fmla="*/ 1375 w 5052"/>
                <a:gd name="T31" fmla="*/ 4958 h 6493"/>
                <a:gd name="T32" fmla="*/ 1912 w 5052"/>
                <a:gd name="T33" fmla="*/ 4660 h 6493"/>
                <a:gd name="T34" fmla="*/ 1614 w 5052"/>
                <a:gd name="T35" fmla="*/ 5197 h 6493"/>
                <a:gd name="T36" fmla="*/ 1966 w 5052"/>
                <a:gd name="T37" fmla="*/ 3435 h 6493"/>
                <a:gd name="T38" fmla="*/ 1544 w 5052"/>
                <a:gd name="T39" fmla="*/ 3856 h 6493"/>
                <a:gd name="T40" fmla="*/ 1206 w 5052"/>
                <a:gd name="T41" fmla="*/ 3856 h 6493"/>
                <a:gd name="T42" fmla="*/ 784 w 5052"/>
                <a:gd name="T43" fmla="*/ 3435 h 6493"/>
                <a:gd name="T44" fmla="*/ 784 w 5052"/>
                <a:gd name="T45" fmla="*/ 3097 h 6493"/>
                <a:gd name="T46" fmla="*/ 1206 w 5052"/>
                <a:gd name="T47" fmla="*/ 2675 h 6493"/>
                <a:gd name="T48" fmla="*/ 1544 w 5052"/>
                <a:gd name="T49" fmla="*/ 2675 h 6493"/>
                <a:gd name="T50" fmla="*/ 1966 w 5052"/>
                <a:gd name="T51" fmla="*/ 3097 h 6493"/>
                <a:gd name="T52" fmla="*/ 1966 w 5052"/>
                <a:gd name="T53" fmla="*/ 3435 h 6493"/>
                <a:gd name="T54" fmla="*/ 3102 w 5052"/>
                <a:gd name="T55" fmla="*/ 5772 h 6493"/>
                <a:gd name="T56" fmla="*/ 3937 w 5052"/>
                <a:gd name="T57" fmla="*/ 4698 h 6493"/>
                <a:gd name="T58" fmla="*/ 4176 w 5052"/>
                <a:gd name="T59" fmla="*/ 4937 h 6493"/>
                <a:gd name="T60" fmla="*/ 3221 w 5052"/>
                <a:gd name="T61" fmla="*/ 5822 h 6493"/>
                <a:gd name="T62" fmla="*/ 3228 w 5052"/>
                <a:gd name="T63" fmla="*/ 4573 h 6493"/>
                <a:gd name="T64" fmla="*/ 3228 w 5052"/>
                <a:gd name="T65" fmla="*/ 4986 h 6493"/>
                <a:gd name="T66" fmla="*/ 4134 w 5052"/>
                <a:gd name="T67" fmla="*/ 5822 h 6493"/>
                <a:gd name="T68" fmla="*/ 4134 w 5052"/>
                <a:gd name="T69" fmla="*/ 5408 h 6493"/>
                <a:gd name="T70" fmla="*/ 4134 w 5052"/>
                <a:gd name="T71" fmla="*/ 5822 h 6493"/>
                <a:gd name="T72" fmla="*/ 3090 w 5052"/>
                <a:gd name="T73" fmla="*/ 3435 h 6493"/>
                <a:gd name="T74" fmla="*/ 3090 w 5052"/>
                <a:gd name="T75" fmla="*/ 3097 h 6493"/>
                <a:gd name="T76" fmla="*/ 4441 w 5052"/>
                <a:gd name="T77" fmla="*/ 3266 h 6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052" h="6493">
                  <a:moveTo>
                    <a:pt x="4619" y="0"/>
                  </a:moveTo>
                  <a:lnTo>
                    <a:pt x="432" y="0"/>
                  </a:lnTo>
                  <a:cubicBezTo>
                    <a:pt x="194" y="0"/>
                    <a:pt x="0" y="194"/>
                    <a:pt x="0" y="433"/>
                  </a:cubicBezTo>
                  <a:lnTo>
                    <a:pt x="0" y="6061"/>
                  </a:lnTo>
                  <a:cubicBezTo>
                    <a:pt x="0" y="6299"/>
                    <a:pt x="194" y="6493"/>
                    <a:pt x="432" y="6493"/>
                  </a:cubicBezTo>
                  <a:lnTo>
                    <a:pt x="4619" y="6493"/>
                  </a:lnTo>
                  <a:cubicBezTo>
                    <a:pt x="4858" y="6493"/>
                    <a:pt x="5052" y="6299"/>
                    <a:pt x="5052" y="6061"/>
                  </a:cubicBezTo>
                  <a:lnTo>
                    <a:pt x="5052" y="433"/>
                  </a:lnTo>
                  <a:cubicBezTo>
                    <a:pt x="5052" y="194"/>
                    <a:pt x="4858" y="0"/>
                    <a:pt x="4619" y="0"/>
                  </a:cubicBezTo>
                  <a:close/>
                  <a:moveTo>
                    <a:pt x="613" y="1036"/>
                  </a:moveTo>
                  <a:cubicBezTo>
                    <a:pt x="613" y="858"/>
                    <a:pt x="757" y="713"/>
                    <a:pt x="935" y="713"/>
                  </a:cubicBezTo>
                  <a:lnTo>
                    <a:pt x="4116" y="713"/>
                  </a:lnTo>
                  <a:cubicBezTo>
                    <a:pt x="4295" y="713"/>
                    <a:pt x="4439" y="858"/>
                    <a:pt x="4439" y="1036"/>
                  </a:cubicBezTo>
                  <a:lnTo>
                    <a:pt x="4439" y="1512"/>
                  </a:lnTo>
                  <a:cubicBezTo>
                    <a:pt x="4439" y="1690"/>
                    <a:pt x="4295" y="1835"/>
                    <a:pt x="4116" y="1835"/>
                  </a:cubicBezTo>
                  <a:lnTo>
                    <a:pt x="935" y="1835"/>
                  </a:lnTo>
                  <a:cubicBezTo>
                    <a:pt x="757" y="1835"/>
                    <a:pt x="613" y="1690"/>
                    <a:pt x="613" y="1512"/>
                  </a:cubicBezTo>
                  <a:lnTo>
                    <a:pt x="613" y="1036"/>
                  </a:lnTo>
                  <a:close/>
                  <a:moveTo>
                    <a:pt x="1912" y="5496"/>
                  </a:moveTo>
                  <a:cubicBezTo>
                    <a:pt x="1978" y="5562"/>
                    <a:pt x="1978" y="5668"/>
                    <a:pt x="1912" y="5734"/>
                  </a:cubicBezTo>
                  <a:cubicBezTo>
                    <a:pt x="1879" y="5767"/>
                    <a:pt x="1836" y="5784"/>
                    <a:pt x="1793" y="5784"/>
                  </a:cubicBezTo>
                  <a:cubicBezTo>
                    <a:pt x="1750" y="5784"/>
                    <a:pt x="1706" y="5767"/>
                    <a:pt x="1673" y="5734"/>
                  </a:cubicBezTo>
                  <a:lnTo>
                    <a:pt x="1375" y="5436"/>
                  </a:lnTo>
                  <a:lnTo>
                    <a:pt x="1077" y="5734"/>
                  </a:lnTo>
                  <a:cubicBezTo>
                    <a:pt x="1044" y="5767"/>
                    <a:pt x="1001" y="5784"/>
                    <a:pt x="957" y="5784"/>
                  </a:cubicBezTo>
                  <a:cubicBezTo>
                    <a:pt x="914" y="5784"/>
                    <a:pt x="871" y="5767"/>
                    <a:pt x="838" y="5734"/>
                  </a:cubicBezTo>
                  <a:cubicBezTo>
                    <a:pt x="772" y="5668"/>
                    <a:pt x="772" y="5562"/>
                    <a:pt x="838" y="5496"/>
                  </a:cubicBezTo>
                  <a:lnTo>
                    <a:pt x="1136" y="5197"/>
                  </a:lnTo>
                  <a:lnTo>
                    <a:pt x="838" y="4899"/>
                  </a:lnTo>
                  <a:cubicBezTo>
                    <a:pt x="772" y="4833"/>
                    <a:pt x="772" y="4726"/>
                    <a:pt x="838" y="4660"/>
                  </a:cubicBezTo>
                  <a:cubicBezTo>
                    <a:pt x="904" y="4594"/>
                    <a:pt x="1011" y="4594"/>
                    <a:pt x="1077" y="4660"/>
                  </a:cubicBezTo>
                  <a:lnTo>
                    <a:pt x="1375" y="4958"/>
                  </a:lnTo>
                  <a:lnTo>
                    <a:pt x="1673" y="4660"/>
                  </a:lnTo>
                  <a:cubicBezTo>
                    <a:pt x="1739" y="4594"/>
                    <a:pt x="1846" y="4594"/>
                    <a:pt x="1912" y="4660"/>
                  </a:cubicBezTo>
                  <a:cubicBezTo>
                    <a:pt x="1978" y="4726"/>
                    <a:pt x="1978" y="4833"/>
                    <a:pt x="1912" y="4899"/>
                  </a:cubicBezTo>
                  <a:lnTo>
                    <a:pt x="1614" y="5197"/>
                  </a:lnTo>
                  <a:lnTo>
                    <a:pt x="1912" y="5496"/>
                  </a:lnTo>
                  <a:close/>
                  <a:moveTo>
                    <a:pt x="1966" y="3435"/>
                  </a:moveTo>
                  <a:lnTo>
                    <a:pt x="1544" y="3435"/>
                  </a:lnTo>
                  <a:lnTo>
                    <a:pt x="1544" y="3856"/>
                  </a:lnTo>
                  <a:cubicBezTo>
                    <a:pt x="1544" y="3950"/>
                    <a:pt x="1468" y="4025"/>
                    <a:pt x="1375" y="4025"/>
                  </a:cubicBezTo>
                  <a:cubicBezTo>
                    <a:pt x="1282" y="4025"/>
                    <a:pt x="1206" y="3950"/>
                    <a:pt x="1206" y="3856"/>
                  </a:cubicBezTo>
                  <a:lnTo>
                    <a:pt x="1206" y="3435"/>
                  </a:lnTo>
                  <a:lnTo>
                    <a:pt x="784" y="3435"/>
                  </a:lnTo>
                  <a:cubicBezTo>
                    <a:pt x="691" y="3435"/>
                    <a:pt x="615" y="3359"/>
                    <a:pt x="615" y="3266"/>
                  </a:cubicBezTo>
                  <a:cubicBezTo>
                    <a:pt x="615" y="3172"/>
                    <a:pt x="691" y="3097"/>
                    <a:pt x="784" y="3097"/>
                  </a:cubicBezTo>
                  <a:lnTo>
                    <a:pt x="1206" y="3097"/>
                  </a:lnTo>
                  <a:lnTo>
                    <a:pt x="1206" y="2675"/>
                  </a:lnTo>
                  <a:cubicBezTo>
                    <a:pt x="1206" y="2582"/>
                    <a:pt x="1282" y="2506"/>
                    <a:pt x="1375" y="2506"/>
                  </a:cubicBezTo>
                  <a:cubicBezTo>
                    <a:pt x="1468" y="2506"/>
                    <a:pt x="1544" y="2582"/>
                    <a:pt x="1544" y="2675"/>
                  </a:cubicBezTo>
                  <a:lnTo>
                    <a:pt x="1544" y="3097"/>
                  </a:lnTo>
                  <a:lnTo>
                    <a:pt x="1966" y="3097"/>
                  </a:lnTo>
                  <a:cubicBezTo>
                    <a:pt x="2059" y="3097"/>
                    <a:pt x="2135" y="3172"/>
                    <a:pt x="2135" y="3266"/>
                  </a:cubicBezTo>
                  <a:cubicBezTo>
                    <a:pt x="2135" y="3359"/>
                    <a:pt x="2059" y="3435"/>
                    <a:pt x="1966" y="3435"/>
                  </a:cubicBezTo>
                  <a:close/>
                  <a:moveTo>
                    <a:pt x="3221" y="5822"/>
                  </a:moveTo>
                  <a:cubicBezTo>
                    <a:pt x="3178" y="5822"/>
                    <a:pt x="3134" y="5805"/>
                    <a:pt x="3102" y="5772"/>
                  </a:cubicBezTo>
                  <a:cubicBezTo>
                    <a:pt x="3036" y="5707"/>
                    <a:pt x="3036" y="5600"/>
                    <a:pt x="3102" y="5534"/>
                  </a:cubicBezTo>
                  <a:lnTo>
                    <a:pt x="3937" y="4698"/>
                  </a:lnTo>
                  <a:cubicBezTo>
                    <a:pt x="4003" y="4632"/>
                    <a:pt x="4110" y="4632"/>
                    <a:pt x="4176" y="4698"/>
                  </a:cubicBezTo>
                  <a:cubicBezTo>
                    <a:pt x="4242" y="4764"/>
                    <a:pt x="4242" y="4871"/>
                    <a:pt x="4176" y="4937"/>
                  </a:cubicBezTo>
                  <a:lnTo>
                    <a:pt x="3340" y="5772"/>
                  </a:lnTo>
                  <a:cubicBezTo>
                    <a:pt x="3307" y="5805"/>
                    <a:pt x="3264" y="5822"/>
                    <a:pt x="3221" y="5822"/>
                  </a:cubicBezTo>
                  <a:close/>
                  <a:moveTo>
                    <a:pt x="3021" y="4779"/>
                  </a:moveTo>
                  <a:cubicBezTo>
                    <a:pt x="3021" y="4665"/>
                    <a:pt x="3113" y="4573"/>
                    <a:pt x="3228" y="4573"/>
                  </a:cubicBezTo>
                  <a:cubicBezTo>
                    <a:pt x="3342" y="4573"/>
                    <a:pt x="3434" y="4665"/>
                    <a:pt x="3434" y="4779"/>
                  </a:cubicBezTo>
                  <a:cubicBezTo>
                    <a:pt x="3434" y="4894"/>
                    <a:pt x="3342" y="4986"/>
                    <a:pt x="3228" y="4986"/>
                  </a:cubicBezTo>
                  <a:cubicBezTo>
                    <a:pt x="3113" y="4986"/>
                    <a:pt x="3021" y="4894"/>
                    <a:pt x="3021" y="4779"/>
                  </a:cubicBezTo>
                  <a:close/>
                  <a:moveTo>
                    <a:pt x="4134" y="5822"/>
                  </a:moveTo>
                  <a:cubicBezTo>
                    <a:pt x="4020" y="5822"/>
                    <a:pt x="3927" y="5729"/>
                    <a:pt x="3927" y="5615"/>
                  </a:cubicBezTo>
                  <a:cubicBezTo>
                    <a:pt x="3927" y="5501"/>
                    <a:pt x="4020" y="5408"/>
                    <a:pt x="4134" y="5408"/>
                  </a:cubicBezTo>
                  <a:cubicBezTo>
                    <a:pt x="4249" y="5408"/>
                    <a:pt x="4341" y="5501"/>
                    <a:pt x="4341" y="5615"/>
                  </a:cubicBezTo>
                  <a:cubicBezTo>
                    <a:pt x="4341" y="5729"/>
                    <a:pt x="4249" y="5822"/>
                    <a:pt x="4134" y="5822"/>
                  </a:cubicBezTo>
                  <a:close/>
                  <a:moveTo>
                    <a:pt x="4272" y="3435"/>
                  </a:moveTo>
                  <a:lnTo>
                    <a:pt x="3090" y="3435"/>
                  </a:lnTo>
                  <a:cubicBezTo>
                    <a:pt x="2997" y="3435"/>
                    <a:pt x="2921" y="3359"/>
                    <a:pt x="2921" y="3266"/>
                  </a:cubicBezTo>
                  <a:cubicBezTo>
                    <a:pt x="2921" y="3172"/>
                    <a:pt x="2997" y="3097"/>
                    <a:pt x="3090" y="3097"/>
                  </a:cubicBezTo>
                  <a:lnTo>
                    <a:pt x="4272" y="3097"/>
                  </a:lnTo>
                  <a:cubicBezTo>
                    <a:pt x="4365" y="3097"/>
                    <a:pt x="4441" y="3172"/>
                    <a:pt x="4441" y="3266"/>
                  </a:cubicBezTo>
                  <a:cubicBezTo>
                    <a:pt x="4441" y="3359"/>
                    <a:pt x="4365" y="3435"/>
                    <a:pt x="4272" y="3435"/>
                  </a:cubicBezTo>
                  <a:close/>
                </a:path>
              </a:pathLst>
            </a:custGeom>
            <a:solidFill>
              <a:schemeClr val="bg1"/>
            </a:solidFill>
            <a:ln>
              <a:noFill/>
            </a:ln>
          </p:spPr>
          <p:txBody>
            <a:bodyPr/>
            <a:lstStyle/>
            <a:p>
              <a:endParaRPr lang="zh-CN" altLang="en-US">
                <a:cs typeface="+mn-ea"/>
                <a:sym typeface="+mn-lt"/>
              </a:endParaRPr>
            </a:p>
          </p:txBody>
        </p:sp>
      </p:grpSp>
      <p:grpSp>
        <p:nvGrpSpPr>
          <p:cNvPr id="10" name="组合 9">
            <a:extLst>
              <a:ext uri="{FF2B5EF4-FFF2-40B4-BE49-F238E27FC236}">
                <a16:creationId xmlns:a16="http://schemas.microsoft.com/office/drawing/2014/main" id="{CEECB387-4E24-4877-819D-14662EA130D3}"/>
              </a:ext>
            </a:extLst>
          </p:cNvPr>
          <p:cNvGrpSpPr/>
          <p:nvPr/>
        </p:nvGrpSpPr>
        <p:grpSpPr>
          <a:xfrm>
            <a:off x="8609447" y="2387279"/>
            <a:ext cx="1041721" cy="1041721"/>
            <a:chOff x="6984866" y="1736203"/>
            <a:chExt cx="1041721" cy="1041721"/>
          </a:xfrm>
        </p:grpSpPr>
        <p:sp>
          <p:nvSpPr>
            <p:cNvPr id="8" name="椭圆 7">
              <a:extLst>
                <a:ext uri="{FF2B5EF4-FFF2-40B4-BE49-F238E27FC236}">
                  <a16:creationId xmlns:a16="http://schemas.microsoft.com/office/drawing/2014/main" id="{C2C65B75-7626-41B6-B54C-70B3F8E6FF8A}"/>
                </a:ext>
              </a:extLst>
            </p:cNvPr>
            <p:cNvSpPr/>
            <p:nvPr/>
          </p:nvSpPr>
          <p:spPr>
            <a:xfrm>
              <a:off x="6984866" y="1736203"/>
              <a:ext cx="1041721" cy="104172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5" name="paint-bucket_351174">
              <a:extLst>
                <a:ext uri="{FF2B5EF4-FFF2-40B4-BE49-F238E27FC236}">
                  <a16:creationId xmlns:a16="http://schemas.microsoft.com/office/drawing/2014/main" id="{599E8CF9-8205-469E-978F-550DF7A15840}"/>
                </a:ext>
              </a:extLst>
            </p:cNvPr>
            <p:cNvSpPr>
              <a:spLocks noChangeAspect="1"/>
            </p:cNvSpPr>
            <p:nvPr/>
          </p:nvSpPr>
          <p:spPr bwMode="auto">
            <a:xfrm>
              <a:off x="7296363" y="1952219"/>
              <a:ext cx="418723" cy="609685"/>
            </a:xfrm>
            <a:custGeom>
              <a:avLst/>
              <a:gdLst>
                <a:gd name="connsiteX0" fmla="*/ 0 w 416689"/>
                <a:gd name="connsiteY0" fmla="*/ 554715 h 606722"/>
                <a:gd name="connsiteX1" fmla="*/ 416618 w 416689"/>
                <a:gd name="connsiteY1" fmla="*/ 554715 h 606722"/>
                <a:gd name="connsiteX2" fmla="*/ 416618 w 416689"/>
                <a:gd name="connsiteY2" fmla="*/ 606722 h 606722"/>
                <a:gd name="connsiteX3" fmla="*/ 0 w 416689"/>
                <a:gd name="connsiteY3" fmla="*/ 606722 h 606722"/>
                <a:gd name="connsiteX4" fmla="*/ 121508 w 416689"/>
                <a:gd name="connsiteY4" fmla="*/ 51988 h 606722"/>
                <a:gd name="connsiteX5" fmla="*/ 52075 w 416689"/>
                <a:gd name="connsiteY5" fmla="*/ 121305 h 606722"/>
                <a:gd name="connsiteX6" fmla="*/ 52075 w 416689"/>
                <a:gd name="connsiteY6" fmla="*/ 208040 h 606722"/>
                <a:gd name="connsiteX7" fmla="*/ 364614 w 416689"/>
                <a:gd name="connsiteY7" fmla="*/ 208040 h 606722"/>
                <a:gd name="connsiteX8" fmla="*/ 364614 w 416689"/>
                <a:gd name="connsiteY8" fmla="*/ 121305 h 606722"/>
                <a:gd name="connsiteX9" fmla="*/ 295181 w 416689"/>
                <a:gd name="connsiteY9" fmla="*/ 51988 h 606722"/>
                <a:gd name="connsiteX10" fmla="*/ 121508 w 416689"/>
                <a:gd name="connsiteY10" fmla="*/ 0 h 606722"/>
                <a:gd name="connsiteX11" fmla="*/ 295181 w 416689"/>
                <a:gd name="connsiteY11" fmla="*/ 0 h 606722"/>
                <a:gd name="connsiteX12" fmla="*/ 416689 w 416689"/>
                <a:gd name="connsiteY12" fmla="*/ 121305 h 606722"/>
                <a:gd name="connsiteX13" fmla="*/ 416689 w 416689"/>
                <a:gd name="connsiteY13" fmla="*/ 502638 h 606722"/>
                <a:gd name="connsiteX14" fmla="*/ 0 w 416689"/>
                <a:gd name="connsiteY14" fmla="*/ 502638 h 606722"/>
                <a:gd name="connsiteX15" fmla="*/ 0 w 416689"/>
                <a:gd name="connsiteY15" fmla="*/ 450650 h 606722"/>
                <a:gd name="connsiteX16" fmla="*/ 138867 w 416689"/>
                <a:gd name="connsiteY16" fmla="*/ 450650 h 606722"/>
                <a:gd name="connsiteX17" fmla="*/ 138867 w 416689"/>
                <a:gd name="connsiteY17" fmla="*/ 398662 h 606722"/>
                <a:gd name="connsiteX18" fmla="*/ 0 w 416689"/>
                <a:gd name="connsiteY18" fmla="*/ 398662 h 606722"/>
                <a:gd name="connsiteX19" fmla="*/ 0 w 416689"/>
                <a:gd name="connsiteY19" fmla="*/ 121305 h 606722"/>
                <a:gd name="connsiteX20" fmla="*/ 121508 w 416689"/>
                <a:gd name="connsiteY20"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6689" h="606722">
                  <a:moveTo>
                    <a:pt x="0" y="554715"/>
                  </a:moveTo>
                  <a:lnTo>
                    <a:pt x="416618" y="554715"/>
                  </a:lnTo>
                  <a:lnTo>
                    <a:pt x="416618" y="606722"/>
                  </a:lnTo>
                  <a:lnTo>
                    <a:pt x="0" y="606722"/>
                  </a:lnTo>
                  <a:close/>
                  <a:moveTo>
                    <a:pt x="121508" y="51988"/>
                  </a:moveTo>
                  <a:cubicBezTo>
                    <a:pt x="83231" y="51988"/>
                    <a:pt x="52075" y="83092"/>
                    <a:pt x="52075" y="121305"/>
                  </a:cubicBezTo>
                  <a:lnTo>
                    <a:pt x="52075" y="208040"/>
                  </a:lnTo>
                  <a:lnTo>
                    <a:pt x="364614" y="208040"/>
                  </a:lnTo>
                  <a:lnTo>
                    <a:pt x="364614" y="121305"/>
                  </a:lnTo>
                  <a:cubicBezTo>
                    <a:pt x="364614" y="83092"/>
                    <a:pt x="333458" y="51988"/>
                    <a:pt x="295181" y="51988"/>
                  </a:cubicBezTo>
                  <a:close/>
                  <a:moveTo>
                    <a:pt x="121508" y="0"/>
                  </a:moveTo>
                  <a:lnTo>
                    <a:pt x="295181" y="0"/>
                  </a:lnTo>
                  <a:cubicBezTo>
                    <a:pt x="362300" y="0"/>
                    <a:pt x="416689" y="54298"/>
                    <a:pt x="416689" y="121305"/>
                  </a:cubicBezTo>
                  <a:lnTo>
                    <a:pt x="416689" y="502638"/>
                  </a:lnTo>
                  <a:lnTo>
                    <a:pt x="0" y="502638"/>
                  </a:lnTo>
                  <a:lnTo>
                    <a:pt x="0" y="450650"/>
                  </a:lnTo>
                  <a:lnTo>
                    <a:pt x="138867" y="450650"/>
                  </a:lnTo>
                  <a:lnTo>
                    <a:pt x="138867" y="398662"/>
                  </a:lnTo>
                  <a:lnTo>
                    <a:pt x="0" y="398662"/>
                  </a:lnTo>
                  <a:lnTo>
                    <a:pt x="0" y="121305"/>
                  </a:lnTo>
                  <a:cubicBezTo>
                    <a:pt x="0" y="54298"/>
                    <a:pt x="54389" y="0"/>
                    <a:pt x="121508" y="0"/>
                  </a:cubicBezTo>
                  <a:close/>
                </a:path>
              </a:pathLst>
            </a:custGeom>
            <a:solidFill>
              <a:schemeClr val="bg1"/>
            </a:solidFill>
            <a:ln>
              <a:noFill/>
            </a:ln>
          </p:spPr>
          <p:txBody>
            <a:bodyPr/>
            <a:lstStyle/>
            <a:p>
              <a:endParaRPr lang="zh-CN" altLang="en-US">
                <a:cs typeface="+mn-ea"/>
                <a:sym typeface="+mn-lt"/>
              </a:endParaRPr>
            </a:p>
          </p:txBody>
        </p:sp>
      </p:grpSp>
      <p:grpSp>
        <p:nvGrpSpPr>
          <p:cNvPr id="9" name="组合 8">
            <a:extLst>
              <a:ext uri="{FF2B5EF4-FFF2-40B4-BE49-F238E27FC236}">
                <a16:creationId xmlns:a16="http://schemas.microsoft.com/office/drawing/2014/main" id="{D447D936-7EF1-473B-BD62-C726EAEF0FC6}"/>
              </a:ext>
            </a:extLst>
          </p:cNvPr>
          <p:cNvGrpSpPr/>
          <p:nvPr/>
        </p:nvGrpSpPr>
        <p:grpSpPr>
          <a:xfrm>
            <a:off x="2540832" y="2387279"/>
            <a:ext cx="1041721" cy="1041721"/>
            <a:chOff x="4750952" y="1736203"/>
            <a:chExt cx="1041721" cy="1041721"/>
          </a:xfrm>
        </p:grpSpPr>
        <p:sp>
          <p:nvSpPr>
            <p:cNvPr id="7" name="椭圆 6">
              <a:extLst>
                <a:ext uri="{FF2B5EF4-FFF2-40B4-BE49-F238E27FC236}">
                  <a16:creationId xmlns:a16="http://schemas.microsoft.com/office/drawing/2014/main" id="{F52A8C08-BDBF-48E1-9129-29ADCFB144E9}"/>
                </a:ext>
              </a:extLst>
            </p:cNvPr>
            <p:cNvSpPr/>
            <p:nvPr/>
          </p:nvSpPr>
          <p:spPr>
            <a:xfrm>
              <a:off x="4750952" y="1736203"/>
              <a:ext cx="1041721" cy="104172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6" name="bucket_272266">
              <a:extLst>
                <a:ext uri="{FF2B5EF4-FFF2-40B4-BE49-F238E27FC236}">
                  <a16:creationId xmlns:a16="http://schemas.microsoft.com/office/drawing/2014/main" id="{0C291D88-4F86-43AC-B577-E611AEB48AC1}"/>
                </a:ext>
              </a:extLst>
            </p:cNvPr>
            <p:cNvSpPr>
              <a:spLocks noChangeAspect="1"/>
            </p:cNvSpPr>
            <p:nvPr/>
          </p:nvSpPr>
          <p:spPr bwMode="auto">
            <a:xfrm>
              <a:off x="5020542" y="1952219"/>
              <a:ext cx="502539" cy="609685"/>
            </a:xfrm>
            <a:custGeom>
              <a:avLst/>
              <a:gdLst>
                <a:gd name="connsiteX0" fmla="*/ 105566 w 500097"/>
                <a:gd name="connsiteY0" fmla="*/ 549211 h 606722"/>
                <a:gd name="connsiteX1" fmla="*/ 394461 w 500097"/>
                <a:gd name="connsiteY1" fmla="*/ 549211 h 606722"/>
                <a:gd name="connsiteX2" fmla="*/ 388231 w 500097"/>
                <a:gd name="connsiteY2" fmla="*/ 593211 h 606722"/>
                <a:gd name="connsiteX3" fmla="*/ 372745 w 500097"/>
                <a:gd name="connsiteY3" fmla="*/ 606722 h 606722"/>
                <a:gd name="connsiteX4" fmla="*/ 127371 w 500097"/>
                <a:gd name="connsiteY4" fmla="*/ 606722 h 606722"/>
                <a:gd name="connsiteX5" fmla="*/ 111796 w 500097"/>
                <a:gd name="connsiteY5" fmla="*/ 593211 h 606722"/>
                <a:gd name="connsiteX6" fmla="*/ 87147 w 500097"/>
                <a:gd name="connsiteY6" fmla="*/ 419723 h 606722"/>
                <a:gd name="connsiteX7" fmla="*/ 412861 w 500097"/>
                <a:gd name="connsiteY7" fmla="*/ 419723 h 606722"/>
                <a:gd name="connsiteX8" fmla="*/ 405119 w 500097"/>
                <a:gd name="connsiteY8" fmla="*/ 474120 h 606722"/>
                <a:gd name="connsiteX9" fmla="*/ 422828 w 500097"/>
                <a:gd name="connsiteY9" fmla="*/ 494475 h 606722"/>
                <a:gd name="connsiteX10" fmla="*/ 406187 w 500097"/>
                <a:gd name="connsiteY10" fmla="*/ 514563 h 606722"/>
                <a:gd name="connsiteX11" fmla="*/ 93822 w 500097"/>
                <a:gd name="connsiteY11" fmla="*/ 514563 h 606722"/>
                <a:gd name="connsiteX12" fmla="*/ 77269 w 500097"/>
                <a:gd name="connsiteY12" fmla="*/ 494475 h 606722"/>
                <a:gd name="connsiteX13" fmla="*/ 94890 w 500097"/>
                <a:gd name="connsiteY13" fmla="*/ 474120 h 606722"/>
                <a:gd name="connsiteX14" fmla="*/ 250004 w 500097"/>
                <a:gd name="connsiteY14" fmla="*/ 41058 h 606722"/>
                <a:gd name="connsiteX15" fmla="*/ 42098 w 500097"/>
                <a:gd name="connsiteY15" fmla="*/ 229110 h 606722"/>
                <a:gd name="connsiteX16" fmla="*/ 60076 w 500097"/>
                <a:gd name="connsiteY16" fmla="*/ 229110 h 606722"/>
                <a:gd name="connsiteX17" fmla="*/ 63725 w 500097"/>
                <a:gd name="connsiteY17" fmla="*/ 216757 h 606722"/>
                <a:gd name="connsiteX18" fmla="*/ 75651 w 500097"/>
                <a:gd name="connsiteY18" fmla="*/ 211335 h 606722"/>
                <a:gd name="connsiteX19" fmla="*/ 424446 w 500097"/>
                <a:gd name="connsiteY19" fmla="*/ 211335 h 606722"/>
                <a:gd name="connsiteX20" fmla="*/ 436283 w 500097"/>
                <a:gd name="connsiteY20" fmla="*/ 216757 h 606722"/>
                <a:gd name="connsiteX21" fmla="*/ 439933 w 500097"/>
                <a:gd name="connsiteY21" fmla="*/ 229110 h 606722"/>
                <a:gd name="connsiteX22" fmla="*/ 457911 w 500097"/>
                <a:gd name="connsiteY22" fmla="*/ 229110 h 606722"/>
                <a:gd name="connsiteX23" fmla="*/ 250004 w 500097"/>
                <a:gd name="connsiteY23" fmla="*/ 41058 h 606722"/>
                <a:gd name="connsiteX24" fmla="*/ 250004 w 500097"/>
                <a:gd name="connsiteY24" fmla="*/ 0 h 606722"/>
                <a:gd name="connsiteX25" fmla="*/ 500008 w 500097"/>
                <a:gd name="connsiteY25" fmla="*/ 248572 h 606722"/>
                <a:gd name="connsiteX26" fmla="*/ 500097 w 500097"/>
                <a:gd name="connsiteY26" fmla="*/ 249639 h 606722"/>
                <a:gd name="connsiteX27" fmla="*/ 479538 w 500097"/>
                <a:gd name="connsiteY27" fmla="*/ 270168 h 606722"/>
                <a:gd name="connsiteX28" fmla="*/ 479449 w 500097"/>
                <a:gd name="connsiteY28" fmla="*/ 270168 h 606722"/>
                <a:gd name="connsiteX29" fmla="*/ 434147 w 500097"/>
                <a:gd name="connsiteY29" fmla="*/ 270168 h 606722"/>
                <a:gd name="connsiteX30" fmla="*/ 423645 w 500097"/>
                <a:gd name="connsiteY30" fmla="*/ 343931 h 606722"/>
                <a:gd name="connsiteX31" fmla="*/ 441357 w 500097"/>
                <a:gd name="connsiteY31" fmla="*/ 364194 h 606722"/>
                <a:gd name="connsiteX32" fmla="*/ 420797 w 500097"/>
                <a:gd name="connsiteY32" fmla="*/ 384723 h 606722"/>
                <a:gd name="connsiteX33" fmla="*/ 79300 w 500097"/>
                <a:gd name="connsiteY33" fmla="*/ 384723 h 606722"/>
                <a:gd name="connsiteX34" fmla="*/ 58741 w 500097"/>
                <a:gd name="connsiteY34" fmla="*/ 364194 h 606722"/>
                <a:gd name="connsiteX35" fmla="*/ 76363 w 500097"/>
                <a:gd name="connsiteY35" fmla="*/ 343931 h 606722"/>
                <a:gd name="connsiteX36" fmla="*/ 65861 w 500097"/>
                <a:gd name="connsiteY36" fmla="*/ 270168 h 606722"/>
                <a:gd name="connsiteX37" fmla="*/ 20559 w 500097"/>
                <a:gd name="connsiteY37" fmla="*/ 270168 h 606722"/>
                <a:gd name="connsiteX38" fmla="*/ 0 w 500097"/>
                <a:gd name="connsiteY38" fmla="*/ 249639 h 606722"/>
                <a:gd name="connsiteX39" fmla="*/ 250004 w 500097"/>
                <a:gd name="connsiteY39"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00097" h="606722">
                  <a:moveTo>
                    <a:pt x="105566" y="549211"/>
                  </a:moveTo>
                  <a:lnTo>
                    <a:pt x="394461" y="549211"/>
                  </a:lnTo>
                  <a:lnTo>
                    <a:pt x="388231" y="593211"/>
                  </a:lnTo>
                  <a:cubicBezTo>
                    <a:pt x="387163" y="600944"/>
                    <a:pt x="380577" y="606722"/>
                    <a:pt x="372745" y="606722"/>
                  </a:cubicBezTo>
                  <a:lnTo>
                    <a:pt x="127371" y="606722"/>
                  </a:lnTo>
                  <a:cubicBezTo>
                    <a:pt x="119539" y="606722"/>
                    <a:pt x="112864" y="600944"/>
                    <a:pt x="111796" y="593211"/>
                  </a:cubicBezTo>
                  <a:close/>
                  <a:moveTo>
                    <a:pt x="87147" y="419723"/>
                  </a:moveTo>
                  <a:lnTo>
                    <a:pt x="412861" y="419723"/>
                  </a:lnTo>
                  <a:lnTo>
                    <a:pt x="405119" y="474120"/>
                  </a:lnTo>
                  <a:cubicBezTo>
                    <a:pt x="415086" y="475543"/>
                    <a:pt x="422828" y="484076"/>
                    <a:pt x="422828" y="494475"/>
                  </a:cubicBezTo>
                  <a:cubicBezTo>
                    <a:pt x="422828" y="504430"/>
                    <a:pt x="415709" y="512785"/>
                    <a:pt x="406187" y="514563"/>
                  </a:cubicBezTo>
                  <a:lnTo>
                    <a:pt x="93822" y="514563"/>
                  </a:lnTo>
                  <a:cubicBezTo>
                    <a:pt x="84389" y="512785"/>
                    <a:pt x="77269" y="504430"/>
                    <a:pt x="77269" y="494475"/>
                  </a:cubicBezTo>
                  <a:cubicBezTo>
                    <a:pt x="77269" y="484076"/>
                    <a:pt x="84923" y="475543"/>
                    <a:pt x="94890" y="474120"/>
                  </a:cubicBezTo>
                  <a:close/>
                  <a:moveTo>
                    <a:pt x="250004" y="41058"/>
                  </a:moveTo>
                  <a:cubicBezTo>
                    <a:pt x="141779" y="41058"/>
                    <a:pt x="52422" y="123709"/>
                    <a:pt x="42098" y="229110"/>
                  </a:cubicBezTo>
                  <a:lnTo>
                    <a:pt x="60076" y="229110"/>
                  </a:lnTo>
                  <a:cubicBezTo>
                    <a:pt x="59453" y="224666"/>
                    <a:pt x="60788" y="220134"/>
                    <a:pt x="63725" y="216757"/>
                  </a:cubicBezTo>
                  <a:cubicBezTo>
                    <a:pt x="66751" y="213291"/>
                    <a:pt x="71112" y="211335"/>
                    <a:pt x="75651" y="211335"/>
                  </a:cubicBezTo>
                  <a:lnTo>
                    <a:pt x="424446" y="211335"/>
                  </a:lnTo>
                  <a:cubicBezTo>
                    <a:pt x="428985" y="211335"/>
                    <a:pt x="433257" y="213380"/>
                    <a:pt x="436283" y="216757"/>
                  </a:cubicBezTo>
                  <a:cubicBezTo>
                    <a:pt x="439221" y="220134"/>
                    <a:pt x="440556" y="224666"/>
                    <a:pt x="439933" y="229110"/>
                  </a:cubicBezTo>
                  <a:lnTo>
                    <a:pt x="457911" y="229110"/>
                  </a:lnTo>
                  <a:cubicBezTo>
                    <a:pt x="447587" y="123709"/>
                    <a:pt x="358319" y="41058"/>
                    <a:pt x="250004" y="41058"/>
                  </a:cubicBezTo>
                  <a:close/>
                  <a:moveTo>
                    <a:pt x="250004" y="0"/>
                  </a:moveTo>
                  <a:cubicBezTo>
                    <a:pt x="387511" y="0"/>
                    <a:pt x="499474" y="111355"/>
                    <a:pt x="500008" y="248572"/>
                  </a:cubicBezTo>
                  <a:cubicBezTo>
                    <a:pt x="500097" y="248928"/>
                    <a:pt x="500097" y="249283"/>
                    <a:pt x="500097" y="249639"/>
                  </a:cubicBezTo>
                  <a:cubicBezTo>
                    <a:pt x="500097" y="261014"/>
                    <a:pt x="490841" y="270168"/>
                    <a:pt x="479538" y="270168"/>
                  </a:cubicBezTo>
                  <a:cubicBezTo>
                    <a:pt x="479538" y="270168"/>
                    <a:pt x="479538" y="270168"/>
                    <a:pt x="479449" y="270168"/>
                  </a:cubicBezTo>
                  <a:lnTo>
                    <a:pt x="434147" y="270168"/>
                  </a:lnTo>
                  <a:lnTo>
                    <a:pt x="423645" y="343931"/>
                  </a:lnTo>
                  <a:cubicBezTo>
                    <a:pt x="433613" y="345353"/>
                    <a:pt x="441357" y="353885"/>
                    <a:pt x="441357" y="364194"/>
                  </a:cubicBezTo>
                  <a:cubicBezTo>
                    <a:pt x="441357" y="375569"/>
                    <a:pt x="432100" y="384723"/>
                    <a:pt x="420797" y="384723"/>
                  </a:cubicBezTo>
                  <a:lnTo>
                    <a:pt x="79300" y="384723"/>
                  </a:lnTo>
                  <a:cubicBezTo>
                    <a:pt x="67908" y="384723"/>
                    <a:pt x="58741" y="375569"/>
                    <a:pt x="58741" y="364194"/>
                  </a:cubicBezTo>
                  <a:cubicBezTo>
                    <a:pt x="58741" y="353885"/>
                    <a:pt x="66395" y="345353"/>
                    <a:pt x="76363" y="343931"/>
                  </a:cubicBezTo>
                  <a:lnTo>
                    <a:pt x="65861" y="270168"/>
                  </a:lnTo>
                  <a:lnTo>
                    <a:pt x="20559" y="270168"/>
                  </a:lnTo>
                  <a:cubicBezTo>
                    <a:pt x="9167" y="270168"/>
                    <a:pt x="0" y="261014"/>
                    <a:pt x="0" y="249639"/>
                  </a:cubicBezTo>
                  <a:cubicBezTo>
                    <a:pt x="0" y="111978"/>
                    <a:pt x="112142" y="0"/>
                    <a:pt x="250004" y="0"/>
                  </a:cubicBezTo>
                  <a:close/>
                </a:path>
              </a:pathLst>
            </a:custGeom>
            <a:solidFill>
              <a:schemeClr val="bg1"/>
            </a:solidFill>
            <a:ln>
              <a:noFill/>
            </a:ln>
          </p:spPr>
          <p:txBody>
            <a:bodyPr/>
            <a:lstStyle/>
            <a:p>
              <a:endParaRPr lang="zh-CN" altLang="en-US">
                <a:cs typeface="+mn-ea"/>
                <a:sym typeface="+mn-lt"/>
              </a:endParaRPr>
            </a:p>
          </p:txBody>
        </p:sp>
      </p:grpSp>
      <p:sp>
        <p:nvSpPr>
          <p:cNvPr id="14" name="箭头: V 形 13">
            <a:extLst>
              <a:ext uri="{FF2B5EF4-FFF2-40B4-BE49-F238E27FC236}">
                <a16:creationId xmlns:a16="http://schemas.microsoft.com/office/drawing/2014/main" id="{A58FA0B1-3EF2-4412-B7E6-0491DEE6A3D9}"/>
              </a:ext>
            </a:extLst>
          </p:cNvPr>
          <p:cNvSpPr/>
          <p:nvPr/>
        </p:nvSpPr>
        <p:spPr>
          <a:xfrm>
            <a:off x="4457312" y="2775028"/>
            <a:ext cx="243069" cy="266217"/>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solidFill>
                <a:schemeClr val="tx1"/>
              </a:solidFill>
              <a:cs typeface="+mn-ea"/>
              <a:sym typeface="+mn-lt"/>
            </a:endParaRPr>
          </a:p>
        </p:txBody>
      </p:sp>
      <p:sp>
        <p:nvSpPr>
          <p:cNvPr id="15" name="箭头: V 形 14">
            <a:extLst>
              <a:ext uri="{FF2B5EF4-FFF2-40B4-BE49-F238E27FC236}">
                <a16:creationId xmlns:a16="http://schemas.microsoft.com/office/drawing/2014/main" id="{4D409609-9948-4A3F-B369-D93E610DE57B}"/>
              </a:ext>
            </a:extLst>
          </p:cNvPr>
          <p:cNvSpPr/>
          <p:nvPr/>
        </p:nvSpPr>
        <p:spPr>
          <a:xfrm>
            <a:off x="7491619" y="2775028"/>
            <a:ext cx="243069" cy="266217"/>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solidFill>
                <a:schemeClr val="tx1"/>
              </a:solidFill>
              <a:cs typeface="+mn-ea"/>
              <a:sym typeface="+mn-lt"/>
            </a:endParaRPr>
          </a:p>
        </p:txBody>
      </p:sp>
      <p:sp>
        <p:nvSpPr>
          <p:cNvPr id="16" name="文本框 15">
            <a:extLst>
              <a:ext uri="{FF2B5EF4-FFF2-40B4-BE49-F238E27FC236}">
                <a16:creationId xmlns:a16="http://schemas.microsoft.com/office/drawing/2014/main" id="{7F880D6B-24DB-4EFC-8241-A64D1E0A3832}"/>
              </a:ext>
            </a:extLst>
          </p:cNvPr>
          <p:cNvSpPr txBox="1"/>
          <p:nvPr/>
        </p:nvSpPr>
        <p:spPr>
          <a:xfrm>
            <a:off x="2222526" y="3645016"/>
            <a:ext cx="1678329" cy="430374"/>
          </a:xfrm>
          <a:prstGeom prst="rect">
            <a:avLst/>
          </a:prstGeom>
          <a:noFill/>
        </p:spPr>
        <p:txBody>
          <a:bodyPr wrap="square" rtlCol="0">
            <a:spAutoFit/>
          </a:bodyPr>
          <a:lstStyle/>
          <a:p>
            <a:pPr algn="ctr">
              <a:lnSpc>
                <a:spcPct val="120000"/>
              </a:lnSpc>
            </a:pPr>
            <a:r>
              <a:rPr lang="zh-CN" altLang="en-US" sz="2000" b="1" spc="100" dirty="0">
                <a:solidFill>
                  <a:schemeClr val="tx1">
                    <a:lumMod val="65000"/>
                    <a:lumOff val="35000"/>
                  </a:schemeClr>
                </a:solidFill>
                <a:latin typeface="+mj-ea"/>
                <a:ea typeface="+mj-ea"/>
                <a:cs typeface="+mn-ea"/>
                <a:sym typeface="+mn-lt"/>
              </a:rPr>
              <a:t>关键词</a:t>
            </a:r>
            <a:r>
              <a:rPr lang="en-US" altLang="zh-CN" sz="2000" b="1" spc="100" dirty="0">
                <a:solidFill>
                  <a:schemeClr val="tx1">
                    <a:lumMod val="65000"/>
                    <a:lumOff val="35000"/>
                  </a:schemeClr>
                </a:solidFill>
                <a:latin typeface="+mj-ea"/>
                <a:ea typeface="+mj-ea"/>
                <a:cs typeface="+mn-ea"/>
                <a:sym typeface="+mn-lt"/>
              </a:rPr>
              <a:t>1</a:t>
            </a:r>
            <a:endParaRPr lang="zh-CN" altLang="en-US" sz="2000" b="1" spc="100" dirty="0">
              <a:solidFill>
                <a:schemeClr val="tx1">
                  <a:lumMod val="65000"/>
                  <a:lumOff val="35000"/>
                </a:schemeClr>
              </a:solidFill>
              <a:latin typeface="+mj-ea"/>
              <a:ea typeface="+mj-ea"/>
              <a:cs typeface="+mn-ea"/>
              <a:sym typeface="+mn-lt"/>
            </a:endParaRPr>
          </a:p>
        </p:txBody>
      </p:sp>
      <p:sp>
        <p:nvSpPr>
          <p:cNvPr id="18" name="文本框 17">
            <a:extLst>
              <a:ext uri="{FF2B5EF4-FFF2-40B4-BE49-F238E27FC236}">
                <a16:creationId xmlns:a16="http://schemas.microsoft.com/office/drawing/2014/main" id="{44F6AA5F-4CBE-42A8-B0A3-93B5673F94C8}"/>
              </a:ext>
            </a:extLst>
          </p:cNvPr>
          <p:cNvSpPr txBox="1"/>
          <p:nvPr/>
        </p:nvSpPr>
        <p:spPr>
          <a:xfrm>
            <a:off x="1854454" y="4291406"/>
            <a:ext cx="2414472" cy="1250471"/>
          </a:xfrm>
          <a:prstGeom prst="rect">
            <a:avLst/>
          </a:prstGeom>
          <a:noFill/>
        </p:spPr>
        <p:txBody>
          <a:bodyPr wrap="square" rtlCol="0">
            <a:spAutoFit/>
          </a:bodyPr>
          <a:lstStyle/>
          <a:p>
            <a:pPr algn="ctr">
              <a:lnSpc>
                <a:spcPct val="120000"/>
              </a:lnSpc>
            </a:pPr>
            <a:r>
              <a:rPr lang="zh-CN" altLang="en-US" sz="1600" kern="1200" spc="100" dirty="0">
                <a:solidFill>
                  <a:schemeClr val="tx1">
                    <a:lumMod val="65000"/>
                    <a:lumOff val="35000"/>
                  </a:schemeClr>
                </a:solidFill>
                <a:cs typeface="+mn-ea"/>
                <a:sym typeface="+mn-lt"/>
              </a:rPr>
              <a:t>南京理工大学，位于江苏省南京市，北依紫金山，西临明城墙，是隶属于工业和信息化部</a:t>
            </a:r>
            <a:endParaRPr lang="zh-CN" altLang="en-US" sz="1600" kern="1200" dirty="0">
              <a:solidFill>
                <a:prstClr val="white">
                  <a:lumMod val="50000"/>
                </a:prstClr>
              </a:solidFill>
              <a:cs typeface="+mn-ea"/>
              <a:sym typeface="+mn-lt"/>
            </a:endParaRPr>
          </a:p>
        </p:txBody>
      </p:sp>
      <p:cxnSp>
        <p:nvCxnSpPr>
          <p:cNvPr id="20" name="直接连接符 19">
            <a:extLst>
              <a:ext uri="{FF2B5EF4-FFF2-40B4-BE49-F238E27FC236}">
                <a16:creationId xmlns:a16="http://schemas.microsoft.com/office/drawing/2014/main" id="{AF2EC340-7E17-4C08-B8FF-5334296FA99D}"/>
              </a:ext>
            </a:extLst>
          </p:cNvPr>
          <p:cNvCxnSpPr/>
          <p:nvPr/>
        </p:nvCxnSpPr>
        <p:spPr>
          <a:xfrm>
            <a:off x="2711578" y="4163099"/>
            <a:ext cx="64631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F646BE0B-E6BE-456C-B801-9A056424A97A}"/>
              </a:ext>
            </a:extLst>
          </p:cNvPr>
          <p:cNvSpPr txBox="1"/>
          <p:nvPr/>
        </p:nvSpPr>
        <p:spPr>
          <a:xfrm>
            <a:off x="5256836" y="3645016"/>
            <a:ext cx="1678329" cy="430374"/>
          </a:xfrm>
          <a:prstGeom prst="rect">
            <a:avLst/>
          </a:prstGeom>
          <a:noFill/>
        </p:spPr>
        <p:txBody>
          <a:bodyPr wrap="square" rtlCol="0">
            <a:spAutoFit/>
          </a:bodyPr>
          <a:lstStyle/>
          <a:p>
            <a:pPr algn="ctr">
              <a:lnSpc>
                <a:spcPct val="120000"/>
              </a:lnSpc>
            </a:pPr>
            <a:r>
              <a:rPr lang="zh-CN" altLang="en-US" sz="2000" b="1" spc="100" dirty="0">
                <a:solidFill>
                  <a:schemeClr val="tx1">
                    <a:lumMod val="65000"/>
                    <a:lumOff val="35000"/>
                  </a:schemeClr>
                </a:solidFill>
                <a:latin typeface="+mj-ea"/>
                <a:ea typeface="+mj-ea"/>
                <a:cs typeface="+mn-ea"/>
                <a:sym typeface="+mn-lt"/>
              </a:rPr>
              <a:t>关键词</a:t>
            </a:r>
            <a:r>
              <a:rPr lang="en-US" altLang="zh-CN" sz="2000" b="1" spc="100" dirty="0">
                <a:solidFill>
                  <a:schemeClr val="tx1">
                    <a:lumMod val="65000"/>
                    <a:lumOff val="35000"/>
                  </a:schemeClr>
                </a:solidFill>
                <a:latin typeface="+mj-ea"/>
                <a:ea typeface="+mj-ea"/>
                <a:cs typeface="+mn-ea"/>
                <a:sym typeface="+mn-lt"/>
              </a:rPr>
              <a:t>2</a:t>
            </a:r>
            <a:endParaRPr lang="zh-CN" altLang="en-US" sz="2000" b="1" spc="100" dirty="0">
              <a:solidFill>
                <a:schemeClr val="tx1">
                  <a:lumMod val="65000"/>
                  <a:lumOff val="35000"/>
                </a:schemeClr>
              </a:solidFill>
              <a:latin typeface="+mj-ea"/>
              <a:ea typeface="+mj-ea"/>
              <a:cs typeface="+mn-ea"/>
              <a:sym typeface="+mn-lt"/>
            </a:endParaRPr>
          </a:p>
        </p:txBody>
      </p:sp>
      <p:sp>
        <p:nvSpPr>
          <p:cNvPr id="22" name="文本框 21">
            <a:extLst>
              <a:ext uri="{FF2B5EF4-FFF2-40B4-BE49-F238E27FC236}">
                <a16:creationId xmlns:a16="http://schemas.microsoft.com/office/drawing/2014/main" id="{3D40540B-7BC7-4623-97E9-ECE0A1F0BFB3}"/>
              </a:ext>
            </a:extLst>
          </p:cNvPr>
          <p:cNvSpPr txBox="1"/>
          <p:nvPr/>
        </p:nvSpPr>
        <p:spPr>
          <a:xfrm>
            <a:off x="4888764" y="4291406"/>
            <a:ext cx="2414472" cy="1250471"/>
          </a:xfrm>
          <a:prstGeom prst="rect">
            <a:avLst/>
          </a:prstGeom>
          <a:noFill/>
        </p:spPr>
        <p:txBody>
          <a:bodyPr wrap="square" rtlCol="0">
            <a:spAutoFit/>
          </a:bodyPr>
          <a:lstStyle>
            <a:defPPr>
              <a:defRPr lang="zh-CN"/>
            </a:defPPr>
            <a:lvl1pPr algn="ctr">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a:t>
            </a:r>
          </a:p>
        </p:txBody>
      </p:sp>
      <p:cxnSp>
        <p:nvCxnSpPr>
          <p:cNvPr id="23" name="直接连接符 22">
            <a:extLst>
              <a:ext uri="{FF2B5EF4-FFF2-40B4-BE49-F238E27FC236}">
                <a16:creationId xmlns:a16="http://schemas.microsoft.com/office/drawing/2014/main" id="{BD4CA6F0-EDF8-458D-B9A1-0EB67ED01075}"/>
              </a:ext>
            </a:extLst>
          </p:cNvPr>
          <p:cNvCxnSpPr/>
          <p:nvPr/>
        </p:nvCxnSpPr>
        <p:spPr>
          <a:xfrm>
            <a:off x="5745888" y="4163099"/>
            <a:ext cx="64631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2673A5A3-05A5-4A6A-8893-71816C81E38E}"/>
              </a:ext>
            </a:extLst>
          </p:cNvPr>
          <p:cNvSpPr txBox="1"/>
          <p:nvPr/>
        </p:nvSpPr>
        <p:spPr>
          <a:xfrm>
            <a:off x="8291146" y="3645016"/>
            <a:ext cx="1678329" cy="430374"/>
          </a:xfrm>
          <a:prstGeom prst="rect">
            <a:avLst/>
          </a:prstGeom>
          <a:noFill/>
        </p:spPr>
        <p:txBody>
          <a:bodyPr wrap="square" rtlCol="0">
            <a:spAutoFit/>
          </a:bodyPr>
          <a:lstStyle/>
          <a:p>
            <a:pPr algn="ctr">
              <a:lnSpc>
                <a:spcPct val="120000"/>
              </a:lnSpc>
            </a:pPr>
            <a:r>
              <a:rPr lang="zh-CN" altLang="en-US" sz="2000" b="1" spc="100" dirty="0">
                <a:solidFill>
                  <a:schemeClr val="tx1">
                    <a:lumMod val="65000"/>
                    <a:lumOff val="35000"/>
                  </a:schemeClr>
                </a:solidFill>
                <a:latin typeface="+mj-ea"/>
                <a:ea typeface="+mj-ea"/>
                <a:cs typeface="+mn-ea"/>
                <a:sym typeface="+mn-lt"/>
              </a:rPr>
              <a:t>关键词</a:t>
            </a:r>
            <a:r>
              <a:rPr lang="en-US" altLang="zh-CN" sz="2000" b="1" spc="100" dirty="0">
                <a:solidFill>
                  <a:schemeClr val="tx1">
                    <a:lumMod val="65000"/>
                    <a:lumOff val="35000"/>
                  </a:schemeClr>
                </a:solidFill>
                <a:latin typeface="+mj-ea"/>
                <a:ea typeface="+mj-ea"/>
                <a:cs typeface="+mn-ea"/>
                <a:sym typeface="+mn-lt"/>
              </a:rPr>
              <a:t>3</a:t>
            </a:r>
            <a:endParaRPr lang="zh-CN" altLang="en-US" sz="2000" b="1" spc="100" dirty="0">
              <a:solidFill>
                <a:schemeClr val="tx1">
                  <a:lumMod val="65000"/>
                  <a:lumOff val="35000"/>
                </a:schemeClr>
              </a:solidFill>
              <a:latin typeface="+mj-ea"/>
              <a:ea typeface="+mj-ea"/>
              <a:cs typeface="+mn-ea"/>
              <a:sym typeface="+mn-lt"/>
            </a:endParaRPr>
          </a:p>
        </p:txBody>
      </p:sp>
      <p:sp>
        <p:nvSpPr>
          <p:cNvPr id="25" name="文本框 24">
            <a:extLst>
              <a:ext uri="{FF2B5EF4-FFF2-40B4-BE49-F238E27FC236}">
                <a16:creationId xmlns:a16="http://schemas.microsoft.com/office/drawing/2014/main" id="{DB294C01-C64A-4DE4-BAFE-E80CCE50FFB9}"/>
              </a:ext>
            </a:extLst>
          </p:cNvPr>
          <p:cNvSpPr txBox="1"/>
          <p:nvPr/>
        </p:nvSpPr>
        <p:spPr>
          <a:xfrm>
            <a:off x="7923074" y="4291406"/>
            <a:ext cx="2414472" cy="1250471"/>
          </a:xfrm>
          <a:prstGeom prst="rect">
            <a:avLst/>
          </a:prstGeom>
          <a:noFill/>
        </p:spPr>
        <p:txBody>
          <a:bodyPr wrap="square" rtlCol="0">
            <a:spAutoFit/>
          </a:bodyPr>
          <a:lstStyle>
            <a:defPPr>
              <a:defRPr lang="zh-CN"/>
            </a:defPPr>
            <a:lvl1pPr algn="ctr">
              <a:lnSpc>
                <a:spcPct val="120000"/>
              </a:lnSpc>
              <a:defRPr sz="1600" spc="1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mn-lt"/>
                <a:ea typeface="+mn-ea"/>
                <a:cs typeface="+mn-ea"/>
                <a:sym typeface="+mn-lt"/>
              </a:rPr>
              <a:t>南京理工大学，位于江苏省南京市，北依紫金山，西临明城墙，是隶属于工业和信息化部</a:t>
            </a:r>
          </a:p>
        </p:txBody>
      </p:sp>
      <p:cxnSp>
        <p:nvCxnSpPr>
          <p:cNvPr id="26" name="直接连接符 25">
            <a:extLst>
              <a:ext uri="{FF2B5EF4-FFF2-40B4-BE49-F238E27FC236}">
                <a16:creationId xmlns:a16="http://schemas.microsoft.com/office/drawing/2014/main" id="{D7CAF845-5130-439A-A78D-34E90EFC0E90}"/>
              </a:ext>
            </a:extLst>
          </p:cNvPr>
          <p:cNvCxnSpPr/>
          <p:nvPr/>
        </p:nvCxnSpPr>
        <p:spPr>
          <a:xfrm>
            <a:off x="8780198" y="4163099"/>
            <a:ext cx="64631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F94C21D7-74B9-4A1C-9E6D-CAD61BDD24E2}"/>
              </a:ext>
            </a:extLst>
          </p:cNvPr>
          <p:cNvGrpSpPr/>
          <p:nvPr/>
        </p:nvGrpSpPr>
        <p:grpSpPr>
          <a:xfrm>
            <a:off x="1158240" y="1661956"/>
            <a:ext cx="9987280" cy="4226560"/>
            <a:chOff x="1158240" y="1584960"/>
            <a:chExt cx="9987280" cy="4226560"/>
          </a:xfrm>
        </p:grpSpPr>
        <p:sp>
          <p:nvSpPr>
            <p:cNvPr id="27" name="矩形 26">
              <a:extLst>
                <a:ext uri="{FF2B5EF4-FFF2-40B4-BE49-F238E27FC236}">
                  <a16:creationId xmlns:a16="http://schemas.microsoft.com/office/drawing/2014/main" id="{AF02B61D-CDCB-48BC-A0B3-46013CA922AA}"/>
                </a:ext>
              </a:extLst>
            </p:cNvPr>
            <p:cNvSpPr/>
            <p:nvPr/>
          </p:nvSpPr>
          <p:spPr>
            <a:xfrm>
              <a:off x="1158240" y="1737360"/>
              <a:ext cx="9804400" cy="407416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30" name="任意多边形: 形状 29">
              <a:extLst>
                <a:ext uri="{FF2B5EF4-FFF2-40B4-BE49-F238E27FC236}">
                  <a16:creationId xmlns:a16="http://schemas.microsoft.com/office/drawing/2014/main" id="{649D455E-CE2D-41F3-869F-9056176E218C}"/>
                </a:ext>
              </a:extLst>
            </p:cNvPr>
            <p:cNvSpPr/>
            <p:nvPr/>
          </p:nvSpPr>
          <p:spPr>
            <a:xfrm>
              <a:off x="1341120" y="1584960"/>
              <a:ext cx="9804400" cy="4074160"/>
            </a:xfrm>
            <a:custGeom>
              <a:avLst/>
              <a:gdLst>
                <a:gd name="connsiteX0" fmla="*/ 0 w 9804400"/>
                <a:gd name="connsiteY0" fmla="*/ 0 h 4074160"/>
                <a:gd name="connsiteX1" fmla="*/ 9804400 w 9804400"/>
                <a:gd name="connsiteY1" fmla="*/ 0 h 4074160"/>
                <a:gd name="connsiteX2" fmla="*/ 9804400 w 9804400"/>
                <a:gd name="connsiteY2" fmla="*/ 4074160 h 4074160"/>
                <a:gd name="connsiteX3" fmla="*/ 9621520 w 9804400"/>
                <a:gd name="connsiteY3" fmla="*/ 4074160 h 4074160"/>
                <a:gd name="connsiteX4" fmla="*/ 9621520 w 9804400"/>
                <a:gd name="connsiteY4" fmla="*/ 152400 h 4074160"/>
                <a:gd name="connsiteX5" fmla="*/ 0 w 9804400"/>
                <a:gd name="connsiteY5" fmla="*/ 152400 h 4074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04400" h="4074160">
                  <a:moveTo>
                    <a:pt x="0" y="0"/>
                  </a:moveTo>
                  <a:lnTo>
                    <a:pt x="9804400" y="0"/>
                  </a:lnTo>
                  <a:lnTo>
                    <a:pt x="9804400" y="4074160"/>
                  </a:lnTo>
                  <a:lnTo>
                    <a:pt x="9621520" y="4074160"/>
                  </a:lnTo>
                  <a:lnTo>
                    <a:pt x="9621520" y="152400"/>
                  </a:lnTo>
                  <a:lnTo>
                    <a:pt x="0" y="15240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grpSp>
      <p:sp>
        <p:nvSpPr>
          <p:cNvPr id="4" name="文本框 3">
            <a:extLst>
              <a:ext uri="{FF2B5EF4-FFF2-40B4-BE49-F238E27FC236}">
                <a16:creationId xmlns:a16="http://schemas.microsoft.com/office/drawing/2014/main" id="{CC277491-985C-406F-A663-BDE4FDEDF8D2}"/>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递进内容页</a:t>
            </a:r>
          </a:p>
        </p:txBody>
      </p:sp>
    </p:spTree>
    <p:custDataLst>
      <p:tags r:id="rId1"/>
    </p:custDataLst>
    <p:extLst>
      <p:ext uri="{BB962C8B-B14F-4D97-AF65-F5344CB8AC3E}">
        <p14:creationId xmlns:p14="http://schemas.microsoft.com/office/powerpoint/2010/main" val="39638455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8" name="组合 127">
            <a:extLst>
              <a:ext uri="{FF2B5EF4-FFF2-40B4-BE49-F238E27FC236}">
                <a16:creationId xmlns:a16="http://schemas.microsoft.com/office/drawing/2014/main" id="{13DFAE97-567B-4695-9F75-7CA4D31F0C86}"/>
              </a:ext>
            </a:extLst>
          </p:cNvPr>
          <p:cNvGrpSpPr/>
          <p:nvPr/>
        </p:nvGrpSpPr>
        <p:grpSpPr>
          <a:xfrm>
            <a:off x="0" y="3103880"/>
            <a:ext cx="11508250" cy="650240"/>
            <a:chOff x="0" y="3103880"/>
            <a:chExt cx="11508250" cy="650240"/>
          </a:xfrm>
        </p:grpSpPr>
        <p:sp>
          <p:nvSpPr>
            <p:cNvPr id="127" name="任意多边形: 形状 126">
              <a:extLst>
                <a:ext uri="{FF2B5EF4-FFF2-40B4-BE49-F238E27FC236}">
                  <a16:creationId xmlns:a16="http://schemas.microsoft.com/office/drawing/2014/main" id="{4CB004E4-5BD5-4A50-AFCA-8C84A23EFED4}"/>
                </a:ext>
              </a:extLst>
            </p:cNvPr>
            <p:cNvSpPr/>
            <p:nvPr/>
          </p:nvSpPr>
          <p:spPr>
            <a:xfrm>
              <a:off x="0" y="3103880"/>
              <a:ext cx="11508250" cy="650240"/>
            </a:xfrm>
            <a:custGeom>
              <a:avLst/>
              <a:gdLst>
                <a:gd name="connsiteX0" fmla="*/ 0 w 11508250"/>
                <a:gd name="connsiteY0" fmla="*/ 0 h 650240"/>
                <a:gd name="connsiteX1" fmla="*/ 11233927 w 11508250"/>
                <a:gd name="connsiteY1" fmla="*/ 0 h 650240"/>
                <a:gd name="connsiteX2" fmla="*/ 11508250 w 11508250"/>
                <a:gd name="connsiteY2" fmla="*/ 274323 h 650240"/>
                <a:gd name="connsiteX3" fmla="*/ 11508250 w 11508250"/>
                <a:gd name="connsiteY3" fmla="*/ 650240 h 650240"/>
                <a:gd name="connsiteX4" fmla="*/ 0 w 11508250"/>
                <a:gd name="connsiteY4" fmla="*/ 650240 h 650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8250" h="650240">
                  <a:moveTo>
                    <a:pt x="0" y="0"/>
                  </a:moveTo>
                  <a:lnTo>
                    <a:pt x="11233927" y="0"/>
                  </a:lnTo>
                  <a:cubicBezTo>
                    <a:pt x="11385431" y="0"/>
                    <a:pt x="11508250" y="122819"/>
                    <a:pt x="11508250" y="274323"/>
                  </a:cubicBezTo>
                  <a:lnTo>
                    <a:pt x="11508250" y="650240"/>
                  </a:lnTo>
                  <a:lnTo>
                    <a:pt x="0" y="650240"/>
                  </a:lnTo>
                  <a:close/>
                </a:path>
              </a:pathLst>
            </a:custGeom>
            <a:gradFill>
              <a:gsLst>
                <a:gs pos="10000">
                  <a:schemeClr val="accent1"/>
                </a:gs>
                <a:gs pos="100000">
                  <a:schemeClr val="accent1">
                    <a:lumMod val="71000"/>
                    <a:lumOff val="29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cxnSp>
          <p:nvCxnSpPr>
            <p:cNvPr id="4" name="直接连接符 3">
              <a:extLst>
                <a:ext uri="{FF2B5EF4-FFF2-40B4-BE49-F238E27FC236}">
                  <a16:creationId xmlns:a16="http://schemas.microsoft.com/office/drawing/2014/main" id="{C5AF4E5D-D4E1-4908-9F44-A65F2CD7AF52}"/>
                </a:ext>
              </a:extLst>
            </p:cNvPr>
            <p:cNvCxnSpPr/>
            <p:nvPr/>
          </p:nvCxnSpPr>
          <p:spPr>
            <a:xfrm>
              <a:off x="689534" y="3280806"/>
              <a:ext cx="0" cy="3307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BE6A1330-2384-455B-A778-1016E9CBD3FE}"/>
                </a:ext>
              </a:extLst>
            </p:cNvPr>
            <p:cNvCxnSpPr/>
            <p:nvPr/>
          </p:nvCxnSpPr>
          <p:spPr>
            <a:xfrm>
              <a:off x="1716106" y="3280806"/>
              <a:ext cx="0" cy="3307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76C6516B-38A2-406E-ABA3-6EAAC5DAC77E}"/>
                </a:ext>
              </a:extLst>
            </p:cNvPr>
            <p:cNvCxnSpPr/>
            <p:nvPr/>
          </p:nvCxnSpPr>
          <p:spPr>
            <a:xfrm>
              <a:off x="2742679" y="3280806"/>
              <a:ext cx="0" cy="3307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43880D35-2810-452F-9634-41B33779D315}"/>
                </a:ext>
              </a:extLst>
            </p:cNvPr>
            <p:cNvCxnSpPr/>
            <p:nvPr/>
          </p:nvCxnSpPr>
          <p:spPr>
            <a:xfrm>
              <a:off x="3769251" y="3280806"/>
              <a:ext cx="0" cy="3307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618F49DD-F9B5-455B-9CC8-9D565B46934E}"/>
                </a:ext>
              </a:extLst>
            </p:cNvPr>
            <p:cNvCxnSpPr/>
            <p:nvPr/>
          </p:nvCxnSpPr>
          <p:spPr>
            <a:xfrm>
              <a:off x="4795823" y="3280806"/>
              <a:ext cx="0" cy="3307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A936FB6A-2A74-4DB1-B500-135DAF5094DE}"/>
                </a:ext>
              </a:extLst>
            </p:cNvPr>
            <p:cNvCxnSpPr/>
            <p:nvPr/>
          </p:nvCxnSpPr>
          <p:spPr>
            <a:xfrm>
              <a:off x="5822395" y="3280806"/>
              <a:ext cx="0" cy="3307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06614188-2030-47AD-A408-859A8CC0D1D3}"/>
                </a:ext>
              </a:extLst>
            </p:cNvPr>
            <p:cNvCxnSpPr/>
            <p:nvPr/>
          </p:nvCxnSpPr>
          <p:spPr>
            <a:xfrm>
              <a:off x="6848968" y="3280806"/>
              <a:ext cx="0" cy="3307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A9CC6E6-DE81-478A-A65D-C7306105085E}"/>
                </a:ext>
              </a:extLst>
            </p:cNvPr>
            <p:cNvCxnSpPr/>
            <p:nvPr/>
          </p:nvCxnSpPr>
          <p:spPr>
            <a:xfrm>
              <a:off x="7875540" y="3280806"/>
              <a:ext cx="0" cy="3307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66D23F6D-BA48-46DE-B21F-E5F8013095EE}"/>
                </a:ext>
              </a:extLst>
            </p:cNvPr>
            <p:cNvCxnSpPr/>
            <p:nvPr/>
          </p:nvCxnSpPr>
          <p:spPr>
            <a:xfrm>
              <a:off x="8902112" y="3280806"/>
              <a:ext cx="0" cy="3307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4144F149-39A4-4959-A6EA-CF3280429AD9}"/>
                </a:ext>
              </a:extLst>
            </p:cNvPr>
            <p:cNvCxnSpPr/>
            <p:nvPr/>
          </p:nvCxnSpPr>
          <p:spPr>
            <a:xfrm>
              <a:off x="9928684" y="3280806"/>
              <a:ext cx="0" cy="3307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8E82F59-65B1-40D3-90D9-6C9EB15C50DB}"/>
                </a:ext>
              </a:extLst>
            </p:cNvPr>
            <p:cNvCxnSpPr/>
            <p:nvPr/>
          </p:nvCxnSpPr>
          <p:spPr>
            <a:xfrm>
              <a:off x="10955257" y="3280806"/>
              <a:ext cx="0" cy="3307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03CE17C-4372-4A94-9D53-89F5D34BE1CE}"/>
                </a:ext>
              </a:extLst>
            </p:cNvPr>
            <p:cNvCxnSpPr>
              <a:cxnSpLocks/>
            </p:cNvCxnSpPr>
            <p:nvPr/>
          </p:nvCxnSpPr>
          <p:spPr>
            <a:xfrm>
              <a:off x="775054"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3CB73094-9483-4FF0-A249-8C688C1F3CDD}"/>
                </a:ext>
              </a:extLst>
            </p:cNvPr>
            <p:cNvCxnSpPr>
              <a:cxnSpLocks/>
            </p:cNvCxnSpPr>
            <p:nvPr/>
          </p:nvCxnSpPr>
          <p:spPr>
            <a:xfrm>
              <a:off x="860576"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FE0A2C59-E80E-442E-879F-9440A35EE842}"/>
                </a:ext>
              </a:extLst>
            </p:cNvPr>
            <p:cNvCxnSpPr>
              <a:cxnSpLocks/>
            </p:cNvCxnSpPr>
            <p:nvPr/>
          </p:nvCxnSpPr>
          <p:spPr>
            <a:xfrm>
              <a:off x="946098"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C107FC9F-4BCD-4041-9BBC-5CC95FF87D8E}"/>
                </a:ext>
              </a:extLst>
            </p:cNvPr>
            <p:cNvCxnSpPr>
              <a:cxnSpLocks/>
            </p:cNvCxnSpPr>
            <p:nvPr/>
          </p:nvCxnSpPr>
          <p:spPr>
            <a:xfrm>
              <a:off x="1031619"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D96551EE-862B-44D2-89E7-6D1EECE7A434}"/>
                </a:ext>
              </a:extLst>
            </p:cNvPr>
            <p:cNvCxnSpPr>
              <a:cxnSpLocks/>
            </p:cNvCxnSpPr>
            <p:nvPr/>
          </p:nvCxnSpPr>
          <p:spPr>
            <a:xfrm>
              <a:off x="1117140"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33438703-1CD8-4506-9CF9-8706DD29AC1C}"/>
                </a:ext>
              </a:extLst>
            </p:cNvPr>
            <p:cNvCxnSpPr>
              <a:cxnSpLocks/>
            </p:cNvCxnSpPr>
            <p:nvPr/>
          </p:nvCxnSpPr>
          <p:spPr>
            <a:xfrm>
              <a:off x="1202661"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5BDF605B-C853-4572-ADB1-3B710FB49034}"/>
                </a:ext>
              </a:extLst>
            </p:cNvPr>
            <p:cNvCxnSpPr>
              <a:cxnSpLocks/>
            </p:cNvCxnSpPr>
            <p:nvPr/>
          </p:nvCxnSpPr>
          <p:spPr>
            <a:xfrm>
              <a:off x="1288183"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4BDAB56F-BBE4-4095-8B82-DFE2921FADDF}"/>
                </a:ext>
              </a:extLst>
            </p:cNvPr>
            <p:cNvCxnSpPr>
              <a:cxnSpLocks/>
            </p:cNvCxnSpPr>
            <p:nvPr/>
          </p:nvCxnSpPr>
          <p:spPr>
            <a:xfrm>
              <a:off x="1373704"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677B2BEB-B36C-4E48-A595-62E5E8F4D262}"/>
                </a:ext>
              </a:extLst>
            </p:cNvPr>
            <p:cNvCxnSpPr>
              <a:cxnSpLocks/>
            </p:cNvCxnSpPr>
            <p:nvPr/>
          </p:nvCxnSpPr>
          <p:spPr>
            <a:xfrm>
              <a:off x="1459225"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657D2679-1AB8-4900-A798-F9F22C1BF79A}"/>
                </a:ext>
              </a:extLst>
            </p:cNvPr>
            <p:cNvCxnSpPr>
              <a:cxnSpLocks/>
            </p:cNvCxnSpPr>
            <p:nvPr/>
          </p:nvCxnSpPr>
          <p:spPr>
            <a:xfrm>
              <a:off x="1544750"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1AAA9B86-F430-4362-B56B-E553297B4839}"/>
                </a:ext>
              </a:extLst>
            </p:cNvPr>
            <p:cNvCxnSpPr>
              <a:cxnSpLocks/>
            </p:cNvCxnSpPr>
            <p:nvPr/>
          </p:nvCxnSpPr>
          <p:spPr>
            <a:xfrm>
              <a:off x="1630275"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72CFD174-BC17-4CA9-9B5E-DBB0C5E63EFE}"/>
                </a:ext>
              </a:extLst>
            </p:cNvPr>
            <p:cNvCxnSpPr>
              <a:cxnSpLocks/>
            </p:cNvCxnSpPr>
            <p:nvPr/>
          </p:nvCxnSpPr>
          <p:spPr>
            <a:xfrm>
              <a:off x="1801326"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8BEEC5D8-51A6-497F-975F-AAA092E9A294}"/>
                </a:ext>
              </a:extLst>
            </p:cNvPr>
            <p:cNvCxnSpPr>
              <a:cxnSpLocks/>
            </p:cNvCxnSpPr>
            <p:nvPr/>
          </p:nvCxnSpPr>
          <p:spPr>
            <a:xfrm>
              <a:off x="1886851"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37DF02F4-1FD7-4B91-97DA-AFAAB5E0A630}"/>
                </a:ext>
              </a:extLst>
            </p:cNvPr>
            <p:cNvCxnSpPr>
              <a:cxnSpLocks/>
            </p:cNvCxnSpPr>
            <p:nvPr/>
          </p:nvCxnSpPr>
          <p:spPr>
            <a:xfrm>
              <a:off x="1972376"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E97983A9-79AC-4C01-B359-EEDE39AC7B26}"/>
                </a:ext>
              </a:extLst>
            </p:cNvPr>
            <p:cNvCxnSpPr>
              <a:cxnSpLocks/>
            </p:cNvCxnSpPr>
            <p:nvPr/>
          </p:nvCxnSpPr>
          <p:spPr>
            <a:xfrm>
              <a:off x="2057901"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219D27BC-F12B-4360-A1AB-8392C4E0DFE4}"/>
                </a:ext>
              </a:extLst>
            </p:cNvPr>
            <p:cNvCxnSpPr>
              <a:cxnSpLocks/>
            </p:cNvCxnSpPr>
            <p:nvPr/>
          </p:nvCxnSpPr>
          <p:spPr>
            <a:xfrm>
              <a:off x="2143426"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C095B920-08A0-4456-9641-866F4CA2A215}"/>
                </a:ext>
              </a:extLst>
            </p:cNvPr>
            <p:cNvCxnSpPr>
              <a:cxnSpLocks/>
            </p:cNvCxnSpPr>
            <p:nvPr/>
          </p:nvCxnSpPr>
          <p:spPr>
            <a:xfrm>
              <a:off x="2228952"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B843C287-0A05-4FF9-913F-4055FCBB5CE1}"/>
                </a:ext>
              </a:extLst>
            </p:cNvPr>
            <p:cNvCxnSpPr>
              <a:cxnSpLocks/>
            </p:cNvCxnSpPr>
            <p:nvPr/>
          </p:nvCxnSpPr>
          <p:spPr>
            <a:xfrm>
              <a:off x="2314477"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EA410836-A630-40F2-BC73-103316673881}"/>
                </a:ext>
              </a:extLst>
            </p:cNvPr>
            <p:cNvCxnSpPr>
              <a:cxnSpLocks/>
            </p:cNvCxnSpPr>
            <p:nvPr/>
          </p:nvCxnSpPr>
          <p:spPr>
            <a:xfrm>
              <a:off x="2400002"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A273EC81-7652-474C-8844-21496812D0C0}"/>
                </a:ext>
              </a:extLst>
            </p:cNvPr>
            <p:cNvCxnSpPr>
              <a:cxnSpLocks/>
            </p:cNvCxnSpPr>
            <p:nvPr/>
          </p:nvCxnSpPr>
          <p:spPr>
            <a:xfrm>
              <a:off x="2485527"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12DD2BDB-84F7-4757-BFE1-EFAC96415D29}"/>
                </a:ext>
              </a:extLst>
            </p:cNvPr>
            <p:cNvCxnSpPr>
              <a:cxnSpLocks/>
            </p:cNvCxnSpPr>
            <p:nvPr/>
          </p:nvCxnSpPr>
          <p:spPr>
            <a:xfrm>
              <a:off x="2571052"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96D1ECC5-5CDB-4A82-880B-53CCE8F5E299}"/>
                </a:ext>
              </a:extLst>
            </p:cNvPr>
            <p:cNvCxnSpPr>
              <a:cxnSpLocks/>
            </p:cNvCxnSpPr>
            <p:nvPr/>
          </p:nvCxnSpPr>
          <p:spPr>
            <a:xfrm>
              <a:off x="2656577"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546538C0-3D58-48BE-876A-F89B9F28C5B5}"/>
                </a:ext>
              </a:extLst>
            </p:cNvPr>
            <p:cNvCxnSpPr>
              <a:cxnSpLocks/>
            </p:cNvCxnSpPr>
            <p:nvPr/>
          </p:nvCxnSpPr>
          <p:spPr>
            <a:xfrm>
              <a:off x="2827628"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5F3467A0-2C0D-42B2-ABE3-F096699A6EFF}"/>
                </a:ext>
              </a:extLst>
            </p:cNvPr>
            <p:cNvCxnSpPr>
              <a:cxnSpLocks/>
            </p:cNvCxnSpPr>
            <p:nvPr/>
          </p:nvCxnSpPr>
          <p:spPr>
            <a:xfrm>
              <a:off x="2913153"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342B2B4-240C-4F66-ACFB-20117704E4EF}"/>
                </a:ext>
              </a:extLst>
            </p:cNvPr>
            <p:cNvCxnSpPr>
              <a:cxnSpLocks/>
            </p:cNvCxnSpPr>
            <p:nvPr/>
          </p:nvCxnSpPr>
          <p:spPr>
            <a:xfrm>
              <a:off x="2998678"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FB0EAE-CBB5-4DE1-AFAB-9AF34CDB2778}"/>
                </a:ext>
              </a:extLst>
            </p:cNvPr>
            <p:cNvCxnSpPr>
              <a:cxnSpLocks/>
            </p:cNvCxnSpPr>
            <p:nvPr/>
          </p:nvCxnSpPr>
          <p:spPr>
            <a:xfrm>
              <a:off x="3084203"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DF9E0F03-2A50-4BBA-8F2B-A93B0E262F63}"/>
                </a:ext>
              </a:extLst>
            </p:cNvPr>
            <p:cNvCxnSpPr>
              <a:cxnSpLocks/>
            </p:cNvCxnSpPr>
            <p:nvPr/>
          </p:nvCxnSpPr>
          <p:spPr>
            <a:xfrm>
              <a:off x="3169728"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93046665-30BA-4C2B-ACEE-A10818E18874}"/>
                </a:ext>
              </a:extLst>
            </p:cNvPr>
            <p:cNvCxnSpPr>
              <a:cxnSpLocks/>
            </p:cNvCxnSpPr>
            <p:nvPr/>
          </p:nvCxnSpPr>
          <p:spPr>
            <a:xfrm>
              <a:off x="3255254"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9AEFBC85-3EE9-44E6-8E46-62898212748B}"/>
                </a:ext>
              </a:extLst>
            </p:cNvPr>
            <p:cNvCxnSpPr>
              <a:cxnSpLocks/>
            </p:cNvCxnSpPr>
            <p:nvPr/>
          </p:nvCxnSpPr>
          <p:spPr>
            <a:xfrm>
              <a:off x="3340779"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79A9B2B-AA1E-4939-8496-02FB8DC5BC55}"/>
                </a:ext>
              </a:extLst>
            </p:cNvPr>
            <p:cNvCxnSpPr>
              <a:cxnSpLocks/>
            </p:cNvCxnSpPr>
            <p:nvPr/>
          </p:nvCxnSpPr>
          <p:spPr>
            <a:xfrm>
              <a:off x="3426304"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C7E7452E-FD4C-4EFA-8365-102D357355CD}"/>
                </a:ext>
              </a:extLst>
            </p:cNvPr>
            <p:cNvCxnSpPr>
              <a:cxnSpLocks/>
            </p:cNvCxnSpPr>
            <p:nvPr/>
          </p:nvCxnSpPr>
          <p:spPr>
            <a:xfrm>
              <a:off x="3511829"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79BEA2D-572F-4D9E-A3E4-3A9EA656EF00}"/>
                </a:ext>
              </a:extLst>
            </p:cNvPr>
            <p:cNvCxnSpPr>
              <a:cxnSpLocks/>
            </p:cNvCxnSpPr>
            <p:nvPr/>
          </p:nvCxnSpPr>
          <p:spPr>
            <a:xfrm>
              <a:off x="3597354"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BF8F5D5-DBB4-476C-B1A4-0093C2847F94}"/>
                </a:ext>
              </a:extLst>
            </p:cNvPr>
            <p:cNvCxnSpPr>
              <a:cxnSpLocks/>
            </p:cNvCxnSpPr>
            <p:nvPr/>
          </p:nvCxnSpPr>
          <p:spPr>
            <a:xfrm>
              <a:off x="3682879"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9C35CE5D-7618-4809-A40A-12F8C6720C62}"/>
                </a:ext>
              </a:extLst>
            </p:cNvPr>
            <p:cNvCxnSpPr>
              <a:cxnSpLocks/>
            </p:cNvCxnSpPr>
            <p:nvPr/>
          </p:nvCxnSpPr>
          <p:spPr>
            <a:xfrm>
              <a:off x="3853930"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4B3E58DF-5E40-47FF-97E9-56284388B606}"/>
                </a:ext>
              </a:extLst>
            </p:cNvPr>
            <p:cNvCxnSpPr>
              <a:cxnSpLocks/>
            </p:cNvCxnSpPr>
            <p:nvPr/>
          </p:nvCxnSpPr>
          <p:spPr>
            <a:xfrm>
              <a:off x="3939455"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AB8408C9-7A06-4B06-8309-6350B3024772}"/>
                </a:ext>
              </a:extLst>
            </p:cNvPr>
            <p:cNvCxnSpPr>
              <a:cxnSpLocks/>
            </p:cNvCxnSpPr>
            <p:nvPr/>
          </p:nvCxnSpPr>
          <p:spPr>
            <a:xfrm>
              <a:off x="4024980"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C18562DB-907C-4D13-BCAE-1F65369F3A87}"/>
                </a:ext>
              </a:extLst>
            </p:cNvPr>
            <p:cNvCxnSpPr>
              <a:cxnSpLocks/>
            </p:cNvCxnSpPr>
            <p:nvPr/>
          </p:nvCxnSpPr>
          <p:spPr>
            <a:xfrm>
              <a:off x="4110505"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F4E5174E-6F56-43FC-BB52-FD62A943BC3B}"/>
                </a:ext>
              </a:extLst>
            </p:cNvPr>
            <p:cNvCxnSpPr>
              <a:cxnSpLocks/>
            </p:cNvCxnSpPr>
            <p:nvPr/>
          </p:nvCxnSpPr>
          <p:spPr>
            <a:xfrm>
              <a:off x="4196031"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65ADC705-8986-4E47-B6B5-57800A0CC112}"/>
                </a:ext>
              </a:extLst>
            </p:cNvPr>
            <p:cNvCxnSpPr>
              <a:cxnSpLocks/>
            </p:cNvCxnSpPr>
            <p:nvPr/>
          </p:nvCxnSpPr>
          <p:spPr>
            <a:xfrm>
              <a:off x="4281556"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42AE4814-A490-41E0-8DD9-CF2BCD62BD7D}"/>
                </a:ext>
              </a:extLst>
            </p:cNvPr>
            <p:cNvCxnSpPr>
              <a:cxnSpLocks/>
            </p:cNvCxnSpPr>
            <p:nvPr/>
          </p:nvCxnSpPr>
          <p:spPr>
            <a:xfrm>
              <a:off x="4367081"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D58C83F7-39AC-46FE-8492-5DD50DEFEAC1}"/>
                </a:ext>
              </a:extLst>
            </p:cNvPr>
            <p:cNvCxnSpPr>
              <a:cxnSpLocks/>
            </p:cNvCxnSpPr>
            <p:nvPr/>
          </p:nvCxnSpPr>
          <p:spPr>
            <a:xfrm>
              <a:off x="4452606"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9C9BC92B-4B79-4645-ABFF-542AC38B153F}"/>
                </a:ext>
              </a:extLst>
            </p:cNvPr>
            <p:cNvCxnSpPr>
              <a:cxnSpLocks/>
            </p:cNvCxnSpPr>
            <p:nvPr/>
          </p:nvCxnSpPr>
          <p:spPr>
            <a:xfrm>
              <a:off x="4538131"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5F674224-BD96-4864-AD1A-E91E8E2F7B6B}"/>
                </a:ext>
              </a:extLst>
            </p:cNvPr>
            <p:cNvCxnSpPr>
              <a:cxnSpLocks/>
            </p:cNvCxnSpPr>
            <p:nvPr/>
          </p:nvCxnSpPr>
          <p:spPr>
            <a:xfrm>
              <a:off x="4623656"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8C542A6D-5363-42B3-9400-5F0C49C9A5EC}"/>
                </a:ext>
              </a:extLst>
            </p:cNvPr>
            <p:cNvCxnSpPr>
              <a:cxnSpLocks/>
            </p:cNvCxnSpPr>
            <p:nvPr/>
          </p:nvCxnSpPr>
          <p:spPr>
            <a:xfrm>
              <a:off x="4709182"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76CF0709-79CE-48FA-99AC-B92301AEBC43}"/>
                </a:ext>
              </a:extLst>
            </p:cNvPr>
            <p:cNvCxnSpPr>
              <a:cxnSpLocks/>
            </p:cNvCxnSpPr>
            <p:nvPr/>
          </p:nvCxnSpPr>
          <p:spPr>
            <a:xfrm>
              <a:off x="4880232"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A03C004F-2961-477A-831B-FD63E96B8824}"/>
                </a:ext>
              </a:extLst>
            </p:cNvPr>
            <p:cNvCxnSpPr>
              <a:cxnSpLocks/>
            </p:cNvCxnSpPr>
            <p:nvPr/>
          </p:nvCxnSpPr>
          <p:spPr>
            <a:xfrm>
              <a:off x="4965757"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7682D544-02FE-4E02-986E-D4C2BDB77590}"/>
                </a:ext>
              </a:extLst>
            </p:cNvPr>
            <p:cNvCxnSpPr>
              <a:cxnSpLocks/>
            </p:cNvCxnSpPr>
            <p:nvPr/>
          </p:nvCxnSpPr>
          <p:spPr>
            <a:xfrm>
              <a:off x="5051282"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EF7812E4-F29B-43CA-A86C-9AB44BC65745}"/>
                </a:ext>
              </a:extLst>
            </p:cNvPr>
            <p:cNvCxnSpPr>
              <a:cxnSpLocks/>
            </p:cNvCxnSpPr>
            <p:nvPr/>
          </p:nvCxnSpPr>
          <p:spPr>
            <a:xfrm>
              <a:off x="5136807"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6B2B511E-A7B8-45C1-8949-B4CF5709D02B}"/>
                </a:ext>
              </a:extLst>
            </p:cNvPr>
            <p:cNvCxnSpPr>
              <a:cxnSpLocks/>
            </p:cNvCxnSpPr>
            <p:nvPr/>
          </p:nvCxnSpPr>
          <p:spPr>
            <a:xfrm>
              <a:off x="5222333"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4ECFE45F-D88D-440E-A723-41160ABB5E73}"/>
                </a:ext>
              </a:extLst>
            </p:cNvPr>
            <p:cNvCxnSpPr>
              <a:cxnSpLocks/>
            </p:cNvCxnSpPr>
            <p:nvPr/>
          </p:nvCxnSpPr>
          <p:spPr>
            <a:xfrm>
              <a:off x="5307858"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D77200CB-B3B6-42F0-95A7-256CD36EF611}"/>
                </a:ext>
              </a:extLst>
            </p:cNvPr>
            <p:cNvCxnSpPr>
              <a:cxnSpLocks/>
            </p:cNvCxnSpPr>
            <p:nvPr/>
          </p:nvCxnSpPr>
          <p:spPr>
            <a:xfrm>
              <a:off x="5393383"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F7155CBC-2A7D-40ED-97CA-A255D3DBB23C}"/>
                </a:ext>
              </a:extLst>
            </p:cNvPr>
            <p:cNvCxnSpPr>
              <a:cxnSpLocks/>
            </p:cNvCxnSpPr>
            <p:nvPr/>
          </p:nvCxnSpPr>
          <p:spPr>
            <a:xfrm>
              <a:off x="5478908"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92E577F5-8060-4CF7-8FDF-97E0D029E33F}"/>
                </a:ext>
              </a:extLst>
            </p:cNvPr>
            <p:cNvCxnSpPr>
              <a:cxnSpLocks/>
            </p:cNvCxnSpPr>
            <p:nvPr/>
          </p:nvCxnSpPr>
          <p:spPr>
            <a:xfrm>
              <a:off x="5564433"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C65FF283-ACEE-4B30-8022-FF3351FB6059}"/>
                </a:ext>
              </a:extLst>
            </p:cNvPr>
            <p:cNvCxnSpPr>
              <a:cxnSpLocks/>
            </p:cNvCxnSpPr>
            <p:nvPr/>
          </p:nvCxnSpPr>
          <p:spPr>
            <a:xfrm>
              <a:off x="5649958"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D6280E81-73FA-4708-A8EC-060410D263E0}"/>
                </a:ext>
              </a:extLst>
            </p:cNvPr>
            <p:cNvCxnSpPr>
              <a:cxnSpLocks/>
            </p:cNvCxnSpPr>
            <p:nvPr/>
          </p:nvCxnSpPr>
          <p:spPr>
            <a:xfrm>
              <a:off x="5735484"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8B9975B1-AC99-45BB-8B2B-65D4A4CB6BE8}"/>
                </a:ext>
              </a:extLst>
            </p:cNvPr>
            <p:cNvCxnSpPr>
              <a:cxnSpLocks/>
            </p:cNvCxnSpPr>
            <p:nvPr/>
          </p:nvCxnSpPr>
          <p:spPr>
            <a:xfrm>
              <a:off x="5906534"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929BCC29-B74A-4621-84A0-7E95BAA745A3}"/>
                </a:ext>
              </a:extLst>
            </p:cNvPr>
            <p:cNvCxnSpPr>
              <a:cxnSpLocks/>
            </p:cNvCxnSpPr>
            <p:nvPr/>
          </p:nvCxnSpPr>
          <p:spPr>
            <a:xfrm>
              <a:off x="5992059"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B38D47A5-5EE1-4B8C-875B-FD33CB28B528}"/>
                </a:ext>
              </a:extLst>
            </p:cNvPr>
            <p:cNvCxnSpPr>
              <a:cxnSpLocks/>
            </p:cNvCxnSpPr>
            <p:nvPr/>
          </p:nvCxnSpPr>
          <p:spPr>
            <a:xfrm>
              <a:off x="6077584"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CF72B436-0A21-4926-A46B-160C64310D4E}"/>
                </a:ext>
              </a:extLst>
            </p:cNvPr>
            <p:cNvCxnSpPr>
              <a:cxnSpLocks/>
            </p:cNvCxnSpPr>
            <p:nvPr/>
          </p:nvCxnSpPr>
          <p:spPr>
            <a:xfrm>
              <a:off x="6163109"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E6BF0DB4-9FAD-4B39-B79A-34E25AC8BE94}"/>
                </a:ext>
              </a:extLst>
            </p:cNvPr>
            <p:cNvCxnSpPr>
              <a:cxnSpLocks/>
            </p:cNvCxnSpPr>
            <p:nvPr/>
          </p:nvCxnSpPr>
          <p:spPr>
            <a:xfrm>
              <a:off x="6248635"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8C010FB4-3556-4321-ADF3-49104D61D766}"/>
                </a:ext>
              </a:extLst>
            </p:cNvPr>
            <p:cNvCxnSpPr>
              <a:cxnSpLocks/>
            </p:cNvCxnSpPr>
            <p:nvPr/>
          </p:nvCxnSpPr>
          <p:spPr>
            <a:xfrm>
              <a:off x="6334160"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CFCDCA24-669C-44B3-A47C-1467C0FE2016}"/>
                </a:ext>
              </a:extLst>
            </p:cNvPr>
            <p:cNvCxnSpPr>
              <a:cxnSpLocks/>
            </p:cNvCxnSpPr>
            <p:nvPr/>
          </p:nvCxnSpPr>
          <p:spPr>
            <a:xfrm>
              <a:off x="6419685"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788C7898-1ECF-4000-A00B-E5DFFA074D11}"/>
                </a:ext>
              </a:extLst>
            </p:cNvPr>
            <p:cNvCxnSpPr>
              <a:cxnSpLocks/>
            </p:cNvCxnSpPr>
            <p:nvPr/>
          </p:nvCxnSpPr>
          <p:spPr>
            <a:xfrm>
              <a:off x="6505210"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0E325BD0-289F-44B0-B3D1-EFBFD4A5288E}"/>
                </a:ext>
              </a:extLst>
            </p:cNvPr>
            <p:cNvCxnSpPr>
              <a:cxnSpLocks/>
            </p:cNvCxnSpPr>
            <p:nvPr/>
          </p:nvCxnSpPr>
          <p:spPr>
            <a:xfrm>
              <a:off x="6590735"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01FE3CE1-2719-48D0-8880-2729905621AB}"/>
                </a:ext>
              </a:extLst>
            </p:cNvPr>
            <p:cNvCxnSpPr>
              <a:cxnSpLocks/>
            </p:cNvCxnSpPr>
            <p:nvPr/>
          </p:nvCxnSpPr>
          <p:spPr>
            <a:xfrm>
              <a:off x="6676260"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2A59388C-D90E-4E37-848A-697EC7AD2483}"/>
                </a:ext>
              </a:extLst>
            </p:cNvPr>
            <p:cNvCxnSpPr>
              <a:cxnSpLocks/>
            </p:cNvCxnSpPr>
            <p:nvPr/>
          </p:nvCxnSpPr>
          <p:spPr>
            <a:xfrm>
              <a:off x="6761786"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0BBFAE24-BEA0-4096-B416-1B3B35A0EFF3}"/>
                </a:ext>
              </a:extLst>
            </p:cNvPr>
            <p:cNvCxnSpPr>
              <a:cxnSpLocks/>
            </p:cNvCxnSpPr>
            <p:nvPr/>
          </p:nvCxnSpPr>
          <p:spPr>
            <a:xfrm>
              <a:off x="6932836"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69B6183-7F3E-40F3-A6CD-A3884B24A990}"/>
                </a:ext>
              </a:extLst>
            </p:cNvPr>
            <p:cNvCxnSpPr>
              <a:cxnSpLocks/>
            </p:cNvCxnSpPr>
            <p:nvPr/>
          </p:nvCxnSpPr>
          <p:spPr>
            <a:xfrm>
              <a:off x="7018361"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1564E11-AE60-4607-ABB1-ADADF7C31AFB}"/>
                </a:ext>
              </a:extLst>
            </p:cNvPr>
            <p:cNvCxnSpPr>
              <a:cxnSpLocks/>
            </p:cNvCxnSpPr>
            <p:nvPr/>
          </p:nvCxnSpPr>
          <p:spPr>
            <a:xfrm>
              <a:off x="7103886"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125FDBFD-D279-48D8-A05F-2FDF412930F4}"/>
                </a:ext>
              </a:extLst>
            </p:cNvPr>
            <p:cNvCxnSpPr>
              <a:cxnSpLocks/>
            </p:cNvCxnSpPr>
            <p:nvPr/>
          </p:nvCxnSpPr>
          <p:spPr>
            <a:xfrm>
              <a:off x="7189411"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C46B2CFF-32CB-4D5C-B685-888FCCA570CC}"/>
                </a:ext>
              </a:extLst>
            </p:cNvPr>
            <p:cNvCxnSpPr>
              <a:cxnSpLocks/>
            </p:cNvCxnSpPr>
            <p:nvPr/>
          </p:nvCxnSpPr>
          <p:spPr>
            <a:xfrm>
              <a:off x="7274937"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37FA6A8F-FE59-4E18-97D9-C3C14D42B8B9}"/>
                </a:ext>
              </a:extLst>
            </p:cNvPr>
            <p:cNvCxnSpPr>
              <a:cxnSpLocks/>
            </p:cNvCxnSpPr>
            <p:nvPr/>
          </p:nvCxnSpPr>
          <p:spPr>
            <a:xfrm>
              <a:off x="7360462"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85078B46-4C48-4870-9534-530C0C9A7F7A}"/>
                </a:ext>
              </a:extLst>
            </p:cNvPr>
            <p:cNvCxnSpPr>
              <a:cxnSpLocks/>
            </p:cNvCxnSpPr>
            <p:nvPr/>
          </p:nvCxnSpPr>
          <p:spPr>
            <a:xfrm>
              <a:off x="7445987"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CA893FCC-A863-4292-87F1-430410D864AE}"/>
                </a:ext>
              </a:extLst>
            </p:cNvPr>
            <p:cNvCxnSpPr>
              <a:cxnSpLocks/>
            </p:cNvCxnSpPr>
            <p:nvPr/>
          </p:nvCxnSpPr>
          <p:spPr>
            <a:xfrm>
              <a:off x="7531512"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ABB625C8-9716-4360-BFA3-43144B1E3C4C}"/>
                </a:ext>
              </a:extLst>
            </p:cNvPr>
            <p:cNvCxnSpPr>
              <a:cxnSpLocks/>
            </p:cNvCxnSpPr>
            <p:nvPr/>
          </p:nvCxnSpPr>
          <p:spPr>
            <a:xfrm>
              <a:off x="7617037"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971CE61B-E3DA-41C0-9774-85B74AFE6618}"/>
                </a:ext>
              </a:extLst>
            </p:cNvPr>
            <p:cNvCxnSpPr>
              <a:cxnSpLocks/>
            </p:cNvCxnSpPr>
            <p:nvPr/>
          </p:nvCxnSpPr>
          <p:spPr>
            <a:xfrm>
              <a:off x="7702562"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73224DAF-8D52-490F-B5A8-C12228DD6046}"/>
                </a:ext>
              </a:extLst>
            </p:cNvPr>
            <p:cNvCxnSpPr>
              <a:cxnSpLocks/>
            </p:cNvCxnSpPr>
            <p:nvPr/>
          </p:nvCxnSpPr>
          <p:spPr>
            <a:xfrm>
              <a:off x="7788088"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FCEA7CDE-65FD-481E-9019-23EFB4A1A7C6}"/>
                </a:ext>
              </a:extLst>
            </p:cNvPr>
            <p:cNvCxnSpPr>
              <a:cxnSpLocks/>
            </p:cNvCxnSpPr>
            <p:nvPr/>
          </p:nvCxnSpPr>
          <p:spPr>
            <a:xfrm>
              <a:off x="7959138"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8B2AD434-99BC-4E67-A970-05652F7EE1DD}"/>
                </a:ext>
              </a:extLst>
            </p:cNvPr>
            <p:cNvCxnSpPr>
              <a:cxnSpLocks/>
            </p:cNvCxnSpPr>
            <p:nvPr/>
          </p:nvCxnSpPr>
          <p:spPr>
            <a:xfrm>
              <a:off x="8044663"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7BE8A56F-AB09-48D1-B876-8DC775894EF2}"/>
                </a:ext>
              </a:extLst>
            </p:cNvPr>
            <p:cNvCxnSpPr>
              <a:cxnSpLocks/>
            </p:cNvCxnSpPr>
            <p:nvPr/>
          </p:nvCxnSpPr>
          <p:spPr>
            <a:xfrm>
              <a:off x="8130188"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8594F5C1-C908-4435-B5AA-538F932E7636}"/>
                </a:ext>
              </a:extLst>
            </p:cNvPr>
            <p:cNvCxnSpPr>
              <a:cxnSpLocks/>
            </p:cNvCxnSpPr>
            <p:nvPr/>
          </p:nvCxnSpPr>
          <p:spPr>
            <a:xfrm>
              <a:off x="8215713"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3A8D7F66-FD71-433F-880F-D892956B3FB4}"/>
                </a:ext>
              </a:extLst>
            </p:cNvPr>
            <p:cNvCxnSpPr>
              <a:cxnSpLocks/>
            </p:cNvCxnSpPr>
            <p:nvPr/>
          </p:nvCxnSpPr>
          <p:spPr>
            <a:xfrm>
              <a:off x="8301239"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363ECC40-73BC-428E-AFA8-6469DD91A222}"/>
                </a:ext>
              </a:extLst>
            </p:cNvPr>
            <p:cNvCxnSpPr>
              <a:cxnSpLocks/>
            </p:cNvCxnSpPr>
            <p:nvPr/>
          </p:nvCxnSpPr>
          <p:spPr>
            <a:xfrm>
              <a:off x="8386764"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6F96DB05-32FC-4742-A657-66CE045405BB}"/>
                </a:ext>
              </a:extLst>
            </p:cNvPr>
            <p:cNvCxnSpPr>
              <a:cxnSpLocks/>
            </p:cNvCxnSpPr>
            <p:nvPr/>
          </p:nvCxnSpPr>
          <p:spPr>
            <a:xfrm>
              <a:off x="8472289"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54320836-5847-4AA3-A9E1-02D6ECB802D0}"/>
                </a:ext>
              </a:extLst>
            </p:cNvPr>
            <p:cNvCxnSpPr>
              <a:cxnSpLocks/>
            </p:cNvCxnSpPr>
            <p:nvPr/>
          </p:nvCxnSpPr>
          <p:spPr>
            <a:xfrm>
              <a:off x="8557814"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0053B94D-9FA6-44C0-A70F-EC1EF430D365}"/>
                </a:ext>
              </a:extLst>
            </p:cNvPr>
            <p:cNvCxnSpPr>
              <a:cxnSpLocks/>
            </p:cNvCxnSpPr>
            <p:nvPr/>
          </p:nvCxnSpPr>
          <p:spPr>
            <a:xfrm>
              <a:off x="8643339"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5B3EEF79-671D-4BC7-B389-398B08FF08CF}"/>
                </a:ext>
              </a:extLst>
            </p:cNvPr>
            <p:cNvCxnSpPr>
              <a:cxnSpLocks/>
            </p:cNvCxnSpPr>
            <p:nvPr/>
          </p:nvCxnSpPr>
          <p:spPr>
            <a:xfrm>
              <a:off x="8728864"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EEB6FEF6-5FF6-4A63-9792-180062CC75A2}"/>
                </a:ext>
              </a:extLst>
            </p:cNvPr>
            <p:cNvCxnSpPr>
              <a:cxnSpLocks/>
            </p:cNvCxnSpPr>
            <p:nvPr/>
          </p:nvCxnSpPr>
          <p:spPr>
            <a:xfrm>
              <a:off x="8814390"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9C63C267-F486-41FB-943A-B37ABF818198}"/>
                </a:ext>
              </a:extLst>
            </p:cNvPr>
            <p:cNvCxnSpPr>
              <a:cxnSpLocks/>
            </p:cNvCxnSpPr>
            <p:nvPr/>
          </p:nvCxnSpPr>
          <p:spPr>
            <a:xfrm>
              <a:off x="8985440"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B28149F9-3D3E-40DD-BE82-FA7075D3FC95}"/>
                </a:ext>
              </a:extLst>
            </p:cNvPr>
            <p:cNvCxnSpPr>
              <a:cxnSpLocks/>
            </p:cNvCxnSpPr>
            <p:nvPr/>
          </p:nvCxnSpPr>
          <p:spPr>
            <a:xfrm>
              <a:off x="9070965"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BD99BF8E-B31E-4D8D-8288-8064B1AA8CB1}"/>
                </a:ext>
              </a:extLst>
            </p:cNvPr>
            <p:cNvCxnSpPr>
              <a:cxnSpLocks/>
            </p:cNvCxnSpPr>
            <p:nvPr/>
          </p:nvCxnSpPr>
          <p:spPr>
            <a:xfrm>
              <a:off x="9156490"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7EE2250A-872F-48EB-9DCD-51B3B150E7DE}"/>
                </a:ext>
              </a:extLst>
            </p:cNvPr>
            <p:cNvCxnSpPr>
              <a:cxnSpLocks/>
            </p:cNvCxnSpPr>
            <p:nvPr/>
          </p:nvCxnSpPr>
          <p:spPr>
            <a:xfrm>
              <a:off x="9242015"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FEE1547E-D82F-495B-9693-6CB620E1F4C3}"/>
                </a:ext>
              </a:extLst>
            </p:cNvPr>
            <p:cNvCxnSpPr>
              <a:cxnSpLocks/>
            </p:cNvCxnSpPr>
            <p:nvPr/>
          </p:nvCxnSpPr>
          <p:spPr>
            <a:xfrm>
              <a:off x="9327541"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B23D5362-2D54-4F26-8ECD-3C57C47BF2E0}"/>
                </a:ext>
              </a:extLst>
            </p:cNvPr>
            <p:cNvCxnSpPr>
              <a:cxnSpLocks/>
            </p:cNvCxnSpPr>
            <p:nvPr/>
          </p:nvCxnSpPr>
          <p:spPr>
            <a:xfrm>
              <a:off x="9413066"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C85AFF6A-205B-4516-A9D1-4F7C091A90DE}"/>
                </a:ext>
              </a:extLst>
            </p:cNvPr>
            <p:cNvCxnSpPr>
              <a:cxnSpLocks/>
            </p:cNvCxnSpPr>
            <p:nvPr/>
          </p:nvCxnSpPr>
          <p:spPr>
            <a:xfrm>
              <a:off x="9498591"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073A517B-02FB-4F7D-8412-5460DDF6D1CF}"/>
                </a:ext>
              </a:extLst>
            </p:cNvPr>
            <p:cNvCxnSpPr>
              <a:cxnSpLocks/>
            </p:cNvCxnSpPr>
            <p:nvPr/>
          </p:nvCxnSpPr>
          <p:spPr>
            <a:xfrm>
              <a:off x="9584116"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7772C4CA-E2D7-4659-B244-D334D79805FB}"/>
                </a:ext>
              </a:extLst>
            </p:cNvPr>
            <p:cNvCxnSpPr>
              <a:cxnSpLocks/>
            </p:cNvCxnSpPr>
            <p:nvPr/>
          </p:nvCxnSpPr>
          <p:spPr>
            <a:xfrm>
              <a:off x="9669641"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8D56DE4A-0BB6-4210-8046-5FC8281BD9D0}"/>
                </a:ext>
              </a:extLst>
            </p:cNvPr>
            <p:cNvCxnSpPr>
              <a:cxnSpLocks/>
            </p:cNvCxnSpPr>
            <p:nvPr/>
          </p:nvCxnSpPr>
          <p:spPr>
            <a:xfrm>
              <a:off x="9755166"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A19F9B7-1977-4A97-B2F7-F58CA4A6EDDB}"/>
                </a:ext>
              </a:extLst>
            </p:cNvPr>
            <p:cNvCxnSpPr>
              <a:cxnSpLocks/>
            </p:cNvCxnSpPr>
            <p:nvPr/>
          </p:nvCxnSpPr>
          <p:spPr>
            <a:xfrm>
              <a:off x="9840692"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B80B69EC-F10C-4B28-A1A0-98F51AA708CD}"/>
                </a:ext>
              </a:extLst>
            </p:cNvPr>
            <p:cNvCxnSpPr>
              <a:cxnSpLocks/>
            </p:cNvCxnSpPr>
            <p:nvPr/>
          </p:nvCxnSpPr>
          <p:spPr>
            <a:xfrm>
              <a:off x="10011742"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996F10E8-F942-4B1B-ADD7-5B3CC107D032}"/>
                </a:ext>
              </a:extLst>
            </p:cNvPr>
            <p:cNvCxnSpPr>
              <a:cxnSpLocks/>
            </p:cNvCxnSpPr>
            <p:nvPr/>
          </p:nvCxnSpPr>
          <p:spPr>
            <a:xfrm>
              <a:off x="10097267"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4FA733EF-5BAA-435A-944D-CEBD915B47DC}"/>
                </a:ext>
              </a:extLst>
            </p:cNvPr>
            <p:cNvCxnSpPr>
              <a:cxnSpLocks/>
            </p:cNvCxnSpPr>
            <p:nvPr/>
          </p:nvCxnSpPr>
          <p:spPr>
            <a:xfrm>
              <a:off x="10182792"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9011095D-5CAD-4839-9272-6A3632754232}"/>
                </a:ext>
              </a:extLst>
            </p:cNvPr>
            <p:cNvCxnSpPr>
              <a:cxnSpLocks/>
            </p:cNvCxnSpPr>
            <p:nvPr/>
          </p:nvCxnSpPr>
          <p:spPr>
            <a:xfrm>
              <a:off x="10268317"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53DF42C9-ACFA-4268-BD75-16768BA0204D}"/>
                </a:ext>
              </a:extLst>
            </p:cNvPr>
            <p:cNvCxnSpPr>
              <a:cxnSpLocks/>
            </p:cNvCxnSpPr>
            <p:nvPr/>
          </p:nvCxnSpPr>
          <p:spPr>
            <a:xfrm>
              <a:off x="10353843"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6C677E0D-F070-4DBE-BE73-8F19FF563D29}"/>
                </a:ext>
              </a:extLst>
            </p:cNvPr>
            <p:cNvCxnSpPr>
              <a:cxnSpLocks/>
            </p:cNvCxnSpPr>
            <p:nvPr/>
          </p:nvCxnSpPr>
          <p:spPr>
            <a:xfrm>
              <a:off x="10439368"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13191610-A82D-4351-86BA-5E6015F7EF5E}"/>
                </a:ext>
              </a:extLst>
            </p:cNvPr>
            <p:cNvCxnSpPr>
              <a:cxnSpLocks/>
            </p:cNvCxnSpPr>
            <p:nvPr/>
          </p:nvCxnSpPr>
          <p:spPr>
            <a:xfrm>
              <a:off x="10524893"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435F96FE-0670-4C21-94AE-CE750F6917B5}"/>
                </a:ext>
              </a:extLst>
            </p:cNvPr>
            <p:cNvCxnSpPr>
              <a:cxnSpLocks/>
            </p:cNvCxnSpPr>
            <p:nvPr/>
          </p:nvCxnSpPr>
          <p:spPr>
            <a:xfrm>
              <a:off x="10610418"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C6C05A06-C90A-4500-A980-1CEACE9BCCC8}"/>
                </a:ext>
              </a:extLst>
            </p:cNvPr>
            <p:cNvCxnSpPr>
              <a:cxnSpLocks/>
            </p:cNvCxnSpPr>
            <p:nvPr/>
          </p:nvCxnSpPr>
          <p:spPr>
            <a:xfrm>
              <a:off x="10695943"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5232B609-641B-4651-8466-5A86A04919F3}"/>
                </a:ext>
              </a:extLst>
            </p:cNvPr>
            <p:cNvCxnSpPr>
              <a:cxnSpLocks/>
            </p:cNvCxnSpPr>
            <p:nvPr/>
          </p:nvCxnSpPr>
          <p:spPr>
            <a:xfrm>
              <a:off x="10781468"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FE67EDEB-84CA-4BCF-BBBA-86F5702299F2}"/>
                </a:ext>
              </a:extLst>
            </p:cNvPr>
            <p:cNvCxnSpPr>
              <a:cxnSpLocks/>
            </p:cNvCxnSpPr>
            <p:nvPr/>
          </p:nvCxnSpPr>
          <p:spPr>
            <a:xfrm>
              <a:off x="10866994" y="3441313"/>
              <a:ext cx="0" cy="17023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30" name="直接箭头连接符 129">
            <a:extLst>
              <a:ext uri="{FF2B5EF4-FFF2-40B4-BE49-F238E27FC236}">
                <a16:creationId xmlns:a16="http://schemas.microsoft.com/office/drawing/2014/main" id="{D69E85F2-D5D9-4D4B-933E-985DEDC540F5}"/>
              </a:ext>
            </a:extLst>
          </p:cNvPr>
          <p:cNvCxnSpPr>
            <a:cxnSpLocks/>
          </p:cNvCxnSpPr>
          <p:nvPr/>
        </p:nvCxnSpPr>
        <p:spPr>
          <a:xfrm flipV="1">
            <a:off x="695325" y="3842796"/>
            <a:ext cx="0" cy="1446834"/>
          </a:xfrm>
          <a:prstGeom prst="straightConnector1">
            <a:avLst/>
          </a:prstGeom>
          <a:ln w="12700">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138" name="文本框 137">
            <a:extLst>
              <a:ext uri="{FF2B5EF4-FFF2-40B4-BE49-F238E27FC236}">
                <a16:creationId xmlns:a16="http://schemas.microsoft.com/office/drawing/2014/main" id="{68FAE3DC-8BFD-4718-A67F-6E021C3D8B88}"/>
              </a:ext>
            </a:extLst>
          </p:cNvPr>
          <p:cNvSpPr txBox="1"/>
          <p:nvPr/>
        </p:nvSpPr>
        <p:spPr>
          <a:xfrm>
            <a:off x="732279" y="4728610"/>
            <a:ext cx="1624941" cy="658257"/>
          </a:xfrm>
          <a:prstGeom prst="rect">
            <a:avLst/>
          </a:prstGeom>
          <a:noFill/>
        </p:spPr>
        <p:txBody>
          <a:bodyPr wrap="square" rtlCol="0">
            <a:spAutoFit/>
          </a:bodyPr>
          <a:lstStyle/>
          <a:p>
            <a:pPr algn="just">
              <a:lnSpc>
                <a:spcPct val="120000"/>
              </a:lnSpc>
            </a:pPr>
            <a:r>
              <a:rPr lang="en-US" altLang="zh-CN" sz="1600" b="1" spc="100" dirty="0">
                <a:solidFill>
                  <a:schemeClr val="accent1"/>
                </a:solidFill>
                <a:cs typeface="+mn-ea"/>
                <a:sym typeface="+mn-lt"/>
              </a:rPr>
              <a:t>2020.01</a:t>
            </a:r>
          </a:p>
          <a:p>
            <a:pPr algn="just">
              <a:lnSpc>
                <a:spcPct val="120000"/>
              </a:lnSpc>
            </a:pPr>
            <a:r>
              <a:rPr lang="zh-CN" altLang="en-US" sz="1600" spc="100" dirty="0">
                <a:solidFill>
                  <a:schemeClr val="tx1">
                    <a:lumMod val="65000"/>
                    <a:lumOff val="35000"/>
                  </a:schemeClr>
                </a:solidFill>
                <a:cs typeface="+mn-ea"/>
                <a:sym typeface="+mn-lt"/>
              </a:rPr>
              <a:t>研究进程一</a:t>
            </a:r>
          </a:p>
        </p:txBody>
      </p:sp>
      <p:cxnSp>
        <p:nvCxnSpPr>
          <p:cNvPr id="140" name="直接箭头连接符 139">
            <a:extLst>
              <a:ext uri="{FF2B5EF4-FFF2-40B4-BE49-F238E27FC236}">
                <a16:creationId xmlns:a16="http://schemas.microsoft.com/office/drawing/2014/main" id="{37E2702C-ECB2-4514-B695-2B8E1D52FFC0}"/>
              </a:ext>
            </a:extLst>
          </p:cNvPr>
          <p:cNvCxnSpPr>
            <a:cxnSpLocks/>
          </p:cNvCxnSpPr>
          <p:nvPr/>
        </p:nvCxnSpPr>
        <p:spPr>
          <a:xfrm flipV="1">
            <a:off x="2742679" y="3842796"/>
            <a:ext cx="0" cy="1446834"/>
          </a:xfrm>
          <a:prstGeom prst="straightConnector1">
            <a:avLst/>
          </a:prstGeom>
          <a:ln w="12700">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41" name="直接箭头连接符 140">
            <a:extLst>
              <a:ext uri="{FF2B5EF4-FFF2-40B4-BE49-F238E27FC236}">
                <a16:creationId xmlns:a16="http://schemas.microsoft.com/office/drawing/2014/main" id="{3A9D8DEE-1510-4142-B35B-D30DF6C33398}"/>
              </a:ext>
            </a:extLst>
          </p:cNvPr>
          <p:cNvCxnSpPr>
            <a:cxnSpLocks/>
          </p:cNvCxnSpPr>
          <p:nvPr/>
        </p:nvCxnSpPr>
        <p:spPr>
          <a:xfrm flipV="1">
            <a:off x="4790033" y="3842796"/>
            <a:ext cx="0" cy="1446834"/>
          </a:xfrm>
          <a:prstGeom prst="straightConnector1">
            <a:avLst/>
          </a:prstGeom>
          <a:ln w="12700">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42" name="直接箭头连接符 141">
            <a:extLst>
              <a:ext uri="{FF2B5EF4-FFF2-40B4-BE49-F238E27FC236}">
                <a16:creationId xmlns:a16="http://schemas.microsoft.com/office/drawing/2014/main" id="{4FCAC699-B43D-45A9-B0F8-6AFDC48DE953}"/>
              </a:ext>
            </a:extLst>
          </p:cNvPr>
          <p:cNvCxnSpPr>
            <a:cxnSpLocks/>
          </p:cNvCxnSpPr>
          <p:nvPr/>
        </p:nvCxnSpPr>
        <p:spPr>
          <a:xfrm flipV="1">
            <a:off x="6837387" y="3842796"/>
            <a:ext cx="0" cy="1446834"/>
          </a:xfrm>
          <a:prstGeom prst="straightConnector1">
            <a:avLst/>
          </a:prstGeom>
          <a:ln w="12700">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43" name="直接箭头连接符 142">
            <a:extLst>
              <a:ext uri="{FF2B5EF4-FFF2-40B4-BE49-F238E27FC236}">
                <a16:creationId xmlns:a16="http://schemas.microsoft.com/office/drawing/2014/main" id="{BFB18CB7-508D-4D56-9695-1B13FC4651D7}"/>
              </a:ext>
            </a:extLst>
          </p:cNvPr>
          <p:cNvCxnSpPr>
            <a:cxnSpLocks/>
          </p:cNvCxnSpPr>
          <p:nvPr/>
        </p:nvCxnSpPr>
        <p:spPr>
          <a:xfrm flipV="1">
            <a:off x="8884741" y="3842796"/>
            <a:ext cx="0" cy="1446834"/>
          </a:xfrm>
          <a:prstGeom prst="straightConnector1">
            <a:avLst/>
          </a:prstGeom>
          <a:ln w="12700">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145" name="文本框 144">
            <a:extLst>
              <a:ext uri="{FF2B5EF4-FFF2-40B4-BE49-F238E27FC236}">
                <a16:creationId xmlns:a16="http://schemas.microsoft.com/office/drawing/2014/main" id="{D45818B4-7AF9-4693-93DC-C5646C8726C1}"/>
              </a:ext>
            </a:extLst>
          </p:cNvPr>
          <p:cNvSpPr txBox="1"/>
          <p:nvPr/>
        </p:nvSpPr>
        <p:spPr>
          <a:xfrm>
            <a:off x="2784883" y="4728610"/>
            <a:ext cx="1624941" cy="658257"/>
          </a:xfrm>
          <a:prstGeom prst="rect">
            <a:avLst/>
          </a:prstGeom>
          <a:noFill/>
        </p:spPr>
        <p:txBody>
          <a:bodyPr wrap="square" rtlCol="0">
            <a:spAutoFit/>
          </a:bodyPr>
          <a:lstStyle/>
          <a:p>
            <a:pPr algn="just">
              <a:lnSpc>
                <a:spcPct val="120000"/>
              </a:lnSpc>
            </a:pPr>
            <a:r>
              <a:rPr lang="en-US" altLang="zh-CN" sz="1600" b="1" spc="100" dirty="0">
                <a:solidFill>
                  <a:schemeClr val="accent1"/>
                </a:solidFill>
                <a:cs typeface="+mn-ea"/>
                <a:sym typeface="+mn-lt"/>
              </a:rPr>
              <a:t>2020.03</a:t>
            </a:r>
          </a:p>
          <a:p>
            <a:pPr algn="just">
              <a:lnSpc>
                <a:spcPct val="120000"/>
              </a:lnSpc>
            </a:pPr>
            <a:r>
              <a:rPr lang="zh-CN" altLang="en-US" sz="1600" spc="100" dirty="0">
                <a:solidFill>
                  <a:schemeClr val="tx1">
                    <a:lumMod val="65000"/>
                    <a:lumOff val="35000"/>
                  </a:schemeClr>
                </a:solidFill>
                <a:cs typeface="+mn-ea"/>
                <a:sym typeface="+mn-lt"/>
              </a:rPr>
              <a:t>研究进程三</a:t>
            </a:r>
          </a:p>
        </p:txBody>
      </p:sp>
      <p:sp>
        <p:nvSpPr>
          <p:cNvPr id="146" name="文本框 145">
            <a:extLst>
              <a:ext uri="{FF2B5EF4-FFF2-40B4-BE49-F238E27FC236}">
                <a16:creationId xmlns:a16="http://schemas.microsoft.com/office/drawing/2014/main" id="{5AB79FB1-CC0E-4E52-9F71-1CF3933BE8C5}"/>
              </a:ext>
            </a:extLst>
          </p:cNvPr>
          <p:cNvSpPr txBox="1"/>
          <p:nvPr/>
        </p:nvSpPr>
        <p:spPr>
          <a:xfrm>
            <a:off x="4837487" y="4728610"/>
            <a:ext cx="1624941" cy="658257"/>
          </a:xfrm>
          <a:prstGeom prst="rect">
            <a:avLst/>
          </a:prstGeom>
          <a:noFill/>
        </p:spPr>
        <p:txBody>
          <a:bodyPr wrap="square" rtlCol="0">
            <a:spAutoFit/>
          </a:bodyPr>
          <a:lstStyle/>
          <a:p>
            <a:pPr algn="just">
              <a:lnSpc>
                <a:spcPct val="120000"/>
              </a:lnSpc>
            </a:pPr>
            <a:r>
              <a:rPr lang="en-US" altLang="zh-CN" sz="1600" b="1" spc="100" dirty="0">
                <a:solidFill>
                  <a:schemeClr val="accent1"/>
                </a:solidFill>
                <a:cs typeface="+mn-ea"/>
                <a:sym typeface="+mn-lt"/>
              </a:rPr>
              <a:t>2020.05</a:t>
            </a:r>
          </a:p>
          <a:p>
            <a:pPr algn="just">
              <a:lnSpc>
                <a:spcPct val="120000"/>
              </a:lnSpc>
            </a:pPr>
            <a:r>
              <a:rPr lang="zh-CN" altLang="en-US" sz="1600" spc="100" dirty="0">
                <a:solidFill>
                  <a:schemeClr val="tx1">
                    <a:lumMod val="65000"/>
                    <a:lumOff val="35000"/>
                  </a:schemeClr>
                </a:solidFill>
                <a:cs typeface="+mn-ea"/>
                <a:sym typeface="+mn-lt"/>
              </a:rPr>
              <a:t>研究进程五</a:t>
            </a:r>
          </a:p>
        </p:txBody>
      </p:sp>
      <p:sp>
        <p:nvSpPr>
          <p:cNvPr id="147" name="文本框 146">
            <a:extLst>
              <a:ext uri="{FF2B5EF4-FFF2-40B4-BE49-F238E27FC236}">
                <a16:creationId xmlns:a16="http://schemas.microsoft.com/office/drawing/2014/main" id="{F05ADFD9-5C90-43FD-AA18-2999743D23B8}"/>
              </a:ext>
            </a:extLst>
          </p:cNvPr>
          <p:cNvSpPr txBox="1"/>
          <p:nvPr/>
        </p:nvSpPr>
        <p:spPr>
          <a:xfrm>
            <a:off x="6890091" y="4728610"/>
            <a:ext cx="1624941" cy="659861"/>
          </a:xfrm>
          <a:prstGeom prst="rect">
            <a:avLst/>
          </a:prstGeom>
          <a:noFill/>
        </p:spPr>
        <p:txBody>
          <a:bodyPr wrap="square" rtlCol="0">
            <a:spAutoFit/>
          </a:bodyPr>
          <a:lstStyle/>
          <a:p>
            <a:pPr algn="just">
              <a:lnSpc>
                <a:spcPct val="120000"/>
              </a:lnSpc>
            </a:pPr>
            <a:r>
              <a:rPr lang="en-US" altLang="zh-CN" sz="1600" b="1" spc="100" dirty="0">
                <a:solidFill>
                  <a:schemeClr val="accent1"/>
                </a:solidFill>
                <a:cs typeface="+mn-ea"/>
                <a:sym typeface="+mn-lt"/>
              </a:rPr>
              <a:t>2020.07</a:t>
            </a:r>
          </a:p>
          <a:p>
            <a:pPr algn="just">
              <a:lnSpc>
                <a:spcPct val="120000"/>
              </a:lnSpc>
            </a:pPr>
            <a:r>
              <a:rPr lang="zh-CN" altLang="en-US" sz="1600" spc="100" dirty="0">
                <a:solidFill>
                  <a:schemeClr val="tx1">
                    <a:lumMod val="65000"/>
                    <a:lumOff val="35000"/>
                  </a:schemeClr>
                </a:solidFill>
                <a:cs typeface="+mn-ea"/>
                <a:sym typeface="+mn-lt"/>
              </a:rPr>
              <a:t>研究进程七</a:t>
            </a:r>
          </a:p>
        </p:txBody>
      </p:sp>
      <p:sp>
        <p:nvSpPr>
          <p:cNvPr id="148" name="文本框 147">
            <a:extLst>
              <a:ext uri="{FF2B5EF4-FFF2-40B4-BE49-F238E27FC236}">
                <a16:creationId xmlns:a16="http://schemas.microsoft.com/office/drawing/2014/main" id="{7A425C98-5BB7-49E5-804E-892E87560A36}"/>
              </a:ext>
            </a:extLst>
          </p:cNvPr>
          <p:cNvSpPr txBox="1"/>
          <p:nvPr/>
        </p:nvSpPr>
        <p:spPr>
          <a:xfrm>
            <a:off x="8942695" y="4728610"/>
            <a:ext cx="1624941" cy="658257"/>
          </a:xfrm>
          <a:prstGeom prst="rect">
            <a:avLst/>
          </a:prstGeom>
          <a:noFill/>
        </p:spPr>
        <p:txBody>
          <a:bodyPr wrap="square" rtlCol="0">
            <a:spAutoFit/>
          </a:bodyPr>
          <a:lstStyle/>
          <a:p>
            <a:pPr algn="just">
              <a:lnSpc>
                <a:spcPct val="120000"/>
              </a:lnSpc>
            </a:pPr>
            <a:r>
              <a:rPr lang="en-US" altLang="zh-CN" sz="1600" b="1" spc="100" dirty="0">
                <a:solidFill>
                  <a:schemeClr val="accent1"/>
                </a:solidFill>
                <a:cs typeface="+mn-ea"/>
                <a:sym typeface="+mn-lt"/>
              </a:rPr>
              <a:t>2020.09</a:t>
            </a:r>
          </a:p>
          <a:p>
            <a:pPr algn="just">
              <a:lnSpc>
                <a:spcPct val="120000"/>
              </a:lnSpc>
            </a:pPr>
            <a:r>
              <a:rPr lang="zh-CN" altLang="en-US" sz="1600" spc="100" dirty="0">
                <a:solidFill>
                  <a:schemeClr val="tx1">
                    <a:lumMod val="65000"/>
                    <a:lumOff val="35000"/>
                  </a:schemeClr>
                </a:solidFill>
                <a:cs typeface="+mn-ea"/>
                <a:sym typeface="+mn-lt"/>
              </a:rPr>
              <a:t>研究进程九</a:t>
            </a:r>
          </a:p>
        </p:txBody>
      </p:sp>
      <p:cxnSp>
        <p:nvCxnSpPr>
          <p:cNvPr id="149" name="直接箭头连接符 148">
            <a:extLst>
              <a:ext uri="{FF2B5EF4-FFF2-40B4-BE49-F238E27FC236}">
                <a16:creationId xmlns:a16="http://schemas.microsoft.com/office/drawing/2014/main" id="{A1AEFFD5-DBEB-47F3-A496-2AA307528D4C}"/>
              </a:ext>
            </a:extLst>
          </p:cNvPr>
          <p:cNvCxnSpPr>
            <a:cxnSpLocks/>
          </p:cNvCxnSpPr>
          <p:nvPr/>
        </p:nvCxnSpPr>
        <p:spPr>
          <a:xfrm flipV="1">
            <a:off x="1721627" y="1516644"/>
            <a:ext cx="0" cy="1446834"/>
          </a:xfrm>
          <a:prstGeom prst="straightConnector1">
            <a:avLst/>
          </a:prstGeom>
          <a:ln w="12700">
            <a:solidFill>
              <a:schemeClr val="bg1">
                <a:lumMod val="7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50" name="文本框 149">
            <a:extLst>
              <a:ext uri="{FF2B5EF4-FFF2-40B4-BE49-F238E27FC236}">
                <a16:creationId xmlns:a16="http://schemas.microsoft.com/office/drawing/2014/main" id="{384D2CB8-01C9-4D26-A82E-3C646879F16C}"/>
              </a:ext>
            </a:extLst>
          </p:cNvPr>
          <p:cNvSpPr txBox="1"/>
          <p:nvPr/>
        </p:nvSpPr>
        <p:spPr>
          <a:xfrm>
            <a:off x="1731086" y="1455198"/>
            <a:ext cx="1624941" cy="658257"/>
          </a:xfrm>
          <a:prstGeom prst="rect">
            <a:avLst/>
          </a:prstGeom>
          <a:noFill/>
        </p:spPr>
        <p:txBody>
          <a:bodyPr wrap="square" rtlCol="0">
            <a:spAutoFit/>
          </a:bodyPr>
          <a:lstStyle/>
          <a:p>
            <a:pPr algn="just">
              <a:lnSpc>
                <a:spcPct val="120000"/>
              </a:lnSpc>
            </a:pPr>
            <a:r>
              <a:rPr lang="en-US" altLang="zh-CN" sz="1600" b="1" spc="100" dirty="0">
                <a:solidFill>
                  <a:schemeClr val="accent1"/>
                </a:solidFill>
                <a:cs typeface="+mn-ea"/>
                <a:sym typeface="+mn-lt"/>
              </a:rPr>
              <a:t>2020.02</a:t>
            </a:r>
          </a:p>
          <a:p>
            <a:pPr algn="just">
              <a:lnSpc>
                <a:spcPct val="120000"/>
              </a:lnSpc>
            </a:pPr>
            <a:r>
              <a:rPr lang="zh-CN" altLang="en-US" sz="1600" spc="100" dirty="0">
                <a:solidFill>
                  <a:schemeClr val="tx1">
                    <a:lumMod val="65000"/>
                    <a:lumOff val="35000"/>
                  </a:schemeClr>
                </a:solidFill>
                <a:cs typeface="+mn-ea"/>
                <a:sym typeface="+mn-lt"/>
              </a:rPr>
              <a:t>研究进程二</a:t>
            </a:r>
          </a:p>
        </p:txBody>
      </p:sp>
      <p:cxnSp>
        <p:nvCxnSpPr>
          <p:cNvPr id="151" name="直接箭头连接符 150">
            <a:extLst>
              <a:ext uri="{FF2B5EF4-FFF2-40B4-BE49-F238E27FC236}">
                <a16:creationId xmlns:a16="http://schemas.microsoft.com/office/drawing/2014/main" id="{57A61609-CBB6-40F6-A25A-D55B9C22F1A2}"/>
              </a:ext>
            </a:extLst>
          </p:cNvPr>
          <p:cNvCxnSpPr>
            <a:cxnSpLocks/>
          </p:cNvCxnSpPr>
          <p:nvPr/>
        </p:nvCxnSpPr>
        <p:spPr>
          <a:xfrm flipV="1">
            <a:off x="3769251" y="1516644"/>
            <a:ext cx="0" cy="1446834"/>
          </a:xfrm>
          <a:prstGeom prst="straightConnector1">
            <a:avLst/>
          </a:prstGeom>
          <a:ln w="12700">
            <a:solidFill>
              <a:schemeClr val="bg1">
                <a:lumMod val="7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52" name="文本框 151">
            <a:extLst>
              <a:ext uri="{FF2B5EF4-FFF2-40B4-BE49-F238E27FC236}">
                <a16:creationId xmlns:a16="http://schemas.microsoft.com/office/drawing/2014/main" id="{E9078C78-C1D8-4DF8-B9F3-23870CB0E7D8}"/>
              </a:ext>
            </a:extLst>
          </p:cNvPr>
          <p:cNvSpPr txBox="1"/>
          <p:nvPr/>
        </p:nvSpPr>
        <p:spPr>
          <a:xfrm>
            <a:off x="3778710" y="1455198"/>
            <a:ext cx="1624941" cy="658257"/>
          </a:xfrm>
          <a:prstGeom prst="rect">
            <a:avLst/>
          </a:prstGeom>
          <a:noFill/>
        </p:spPr>
        <p:txBody>
          <a:bodyPr wrap="square" rtlCol="0">
            <a:spAutoFit/>
          </a:bodyPr>
          <a:lstStyle/>
          <a:p>
            <a:pPr algn="just">
              <a:lnSpc>
                <a:spcPct val="120000"/>
              </a:lnSpc>
            </a:pPr>
            <a:r>
              <a:rPr lang="en-US" altLang="zh-CN" sz="1600" b="1" spc="100" dirty="0">
                <a:solidFill>
                  <a:schemeClr val="accent1"/>
                </a:solidFill>
                <a:cs typeface="+mn-ea"/>
                <a:sym typeface="+mn-lt"/>
              </a:rPr>
              <a:t>2020.04</a:t>
            </a:r>
          </a:p>
          <a:p>
            <a:pPr algn="just">
              <a:lnSpc>
                <a:spcPct val="120000"/>
              </a:lnSpc>
            </a:pPr>
            <a:r>
              <a:rPr lang="zh-CN" altLang="en-US" sz="1600" spc="100" dirty="0">
                <a:solidFill>
                  <a:schemeClr val="tx1">
                    <a:lumMod val="65000"/>
                    <a:lumOff val="35000"/>
                  </a:schemeClr>
                </a:solidFill>
                <a:cs typeface="+mn-ea"/>
                <a:sym typeface="+mn-lt"/>
              </a:rPr>
              <a:t>研究进程四</a:t>
            </a:r>
          </a:p>
        </p:txBody>
      </p:sp>
      <p:cxnSp>
        <p:nvCxnSpPr>
          <p:cNvPr id="153" name="直接箭头连接符 152">
            <a:extLst>
              <a:ext uri="{FF2B5EF4-FFF2-40B4-BE49-F238E27FC236}">
                <a16:creationId xmlns:a16="http://schemas.microsoft.com/office/drawing/2014/main" id="{9F2BCE29-A176-4003-8334-0B09C13AA20E}"/>
              </a:ext>
            </a:extLst>
          </p:cNvPr>
          <p:cNvCxnSpPr>
            <a:cxnSpLocks/>
          </p:cNvCxnSpPr>
          <p:nvPr/>
        </p:nvCxnSpPr>
        <p:spPr>
          <a:xfrm flipV="1">
            <a:off x="5816875" y="1516644"/>
            <a:ext cx="0" cy="1446834"/>
          </a:xfrm>
          <a:prstGeom prst="straightConnector1">
            <a:avLst/>
          </a:prstGeom>
          <a:ln w="12700">
            <a:solidFill>
              <a:schemeClr val="bg1">
                <a:lumMod val="7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54" name="文本框 153">
            <a:extLst>
              <a:ext uri="{FF2B5EF4-FFF2-40B4-BE49-F238E27FC236}">
                <a16:creationId xmlns:a16="http://schemas.microsoft.com/office/drawing/2014/main" id="{1D0BF8AF-5097-40BC-9045-62687F7506F8}"/>
              </a:ext>
            </a:extLst>
          </p:cNvPr>
          <p:cNvSpPr txBox="1"/>
          <p:nvPr/>
        </p:nvSpPr>
        <p:spPr>
          <a:xfrm>
            <a:off x="5826334" y="1455198"/>
            <a:ext cx="1624941" cy="658257"/>
          </a:xfrm>
          <a:prstGeom prst="rect">
            <a:avLst/>
          </a:prstGeom>
          <a:noFill/>
        </p:spPr>
        <p:txBody>
          <a:bodyPr wrap="square" rtlCol="0">
            <a:spAutoFit/>
          </a:bodyPr>
          <a:lstStyle/>
          <a:p>
            <a:pPr algn="just">
              <a:lnSpc>
                <a:spcPct val="120000"/>
              </a:lnSpc>
            </a:pPr>
            <a:r>
              <a:rPr lang="en-US" altLang="zh-CN" sz="1600" b="1" spc="100" dirty="0">
                <a:solidFill>
                  <a:schemeClr val="accent1"/>
                </a:solidFill>
                <a:cs typeface="+mn-ea"/>
                <a:sym typeface="+mn-lt"/>
              </a:rPr>
              <a:t>2020.06</a:t>
            </a:r>
          </a:p>
          <a:p>
            <a:pPr algn="just">
              <a:lnSpc>
                <a:spcPct val="120000"/>
              </a:lnSpc>
            </a:pPr>
            <a:r>
              <a:rPr lang="zh-CN" altLang="en-US" sz="1600" spc="100" dirty="0">
                <a:solidFill>
                  <a:schemeClr val="tx1">
                    <a:lumMod val="65000"/>
                    <a:lumOff val="35000"/>
                  </a:schemeClr>
                </a:solidFill>
                <a:cs typeface="+mn-ea"/>
                <a:sym typeface="+mn-lt"/>
              </a:rPr>
              <a:t>研究进程六</a:t>
            </a:r>
          </a:p>
        </p:txBody>
      </p:sp>
      <p:cxnSp>
        <p:nvCxnSpPr>
          <p:cNvPr id="155" name="直接箭头连接符 154">
            <a:extLst>
              <a:ext uri="{FF2B5EF4-FFF2-40B4-BE49-F238E27FC236}">
                <a16:creationId xmlns:a16="http://schemas.microsoft.com/office/drawing/2014/main" id="{1DB6C43F-9284-4C3E-B33A-F383AAC7C72E}"/>
              </a:ext>
            </a:extLst>
          </p:cNvPr>
          <p:cNvCxnSpPr>
            <a:cxnSpLocks/>
          </p:cNvCxnSpPr>
          <p:nvPr/>
        </p:nvCxnSpPr>
        <p:spPr>
          <a:xfrm flipV="1">
            <a:off x="7864499" y="1516644"/>
            <a:ext cx="0" cy="1446834"/>
          </a:xfrm>
          <a:prstGeom prst="straightConnector1">
            <a:avLst/>
          </a:prstGeom>
          <a:ln w="12700">
            <a:solidFill>
              <a:schemeClr val="bg1">
                <a:lumMod val="7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56" name="文本框 155">
            <a:extLst>
              <a:ext uri="{FF2B5EF4-FFF2-40B4-BE49-F238E27FC236}">
                <a16:creationId xmlns:a16="http://schemas.microsoft.com/office/drawing/2014/main" id="{7BFAACBB-D4EB-4E62-AA9C-1D929D8428C3}"/>
              </a:ext>
            </a:extLst>
          </p:cNvPr>
          <p:cNvSpPr txBox="1"/>
          <p:nvPr/>
        </p:nvSpPr>
        <p:spPr>
          <a:xfrm>
            <a:off x="7873958" y="1455198"/>
            <a:ext cx="1624941" cy="658257"/>
          </a:xfrm>
          <a:prstGeom prst="rect">
            <a:avLst/>
          </a:prstGeom>
          <a:noFill/>
        </p:spPr>
        <p:txBody>
          <a:bodyPr wrap="square" rtlCol="0">
            <a:spAutoFit/>
          </a:bodyPr>
          <a:lstStyle/>
          <a:p>
            <a:pPr algn="just">
              <a:lnSpc>
                <a:spcPct val="120000"/>
              </a:lnSpc>
            </a:pPr>
            <a:r>
              <a:rPr lang="en-US" altLang="zh-CN" sz="1600" b="1" spc="100" dirty="0">
                <a:solidFill>
                  <a:schemeClr val="accent1"/>
                </a:solidFill>
                <a:cs typeface="+mn-ea"/>
                <a:sym typeface="+mn-lt"/>
              </a:rPr>
              <a:t>2020.08</a:t>
            </a:r>
          </a:p>
          <a:p>
            <a:pPr algn="just">
              <a:lnSpc>
                <a:spcPct val="120000"/>
              </a:lnSpc>
            </a:pPr>
            <a:r>
              <a:rPr lang="zh-CN" altLang="en-US" sz="1600" spc="100" dirty="0">
                <a:solidFill>
                  <a:schemeClr val="tx1">
                    <a:lumMod val="65000"/>
                    <a:lumOff val="35000"/>
                  </a:schemeClr>
                </a:solidFill>
                <a:cs typeface="+mn-ea"/>
                <a:sym typeface="+mn-lt"/>
              </a:rPr>
              <a:t>研究进程八</a:t>
            </a:r>
          </a:p>
        </p:txBody>
      </p:sp>
      <p:cxnSp>
        <p:nvCxnSpPr>
          <p:cNvPr id="157" name="直接箭头连接符 156">
            <a:extLst>
              <a:ext uri="{FF2B5EF4-FFF2-40B4-BE49-F238E27FC236}">
                <a16:creationId xmlns:a16="http://schemas.microsoft.com/office/drawing/2014/main" id="{028151C4-959C-4311-A136-268D3D81150C}"/>
              </a:ext>
            </a:extLst>
          </p:cNvPr>
          <p:cNvCxnSpPr>
            <a:cxnSpLocks/>
          </p:cNvCxnSpPr>
          <p:nvPr/>
        </p:nvCxnSpPr>
        <p:spPr>
          <a:xfrm flipV="1">
            <a:off x="9912123" y="1516644"/>
            <a:ext cx="0" cy="1446834"/>
          </a:xfrm>
          <a:prstGeom prst="straightConnector1">
            <a:avLst/>
          </a:prstGeom>
          <a:ln w="12700">
            <a:solidFill>
              <a:schemeClr val="bg1">
                <a:lumMod val="75000"/>
              </a:schemeClr>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58" name="文本框 157">
            <a:extLst>
              <a:ext uri="{FF2B5EF4-FFF2-40B4-BE49-F238E27FC236}">
                <a16:creationId xmlns:a16="http://schemas.microsoft.com/office/drawing/2014/main" id="{8576FFC9-7F71-4BAC-90A3-02204B9B1D7A}"/>
              </a:ext>
            </a:extLst>
          </p:cNvPr>
          <p:cNvSpPr txBox="1"/>
          <p:nvPr/>
        </p:nvSpPr>
        <p:spPr>
          <a:xfrm>
            <a:off x="9921582" y="1455198"/>
            <a:ext cx="1624941" cy="658257"/>
          </a:xfrm>
          <a:prstGeom prst="rect">
            <a:avLst/>
          </a:prstGeom>
          <a:noFill/>
        </p:spPr>
        <p:txBody>
          <a:bodyPr wrap="square" rtlCol="0">
            <a:spAutoFit/>
          </a:bodyPr>
          <a:lstStyle/>
          <a:p>
            <a:pPr algn="just">
              <a:lnSpc>
                <a:spcPct val="120000"/>
              </a:lnSpc>
            </a:pPr>
            <a:r>
              <a:rPr lang="en-US" altLang="zh-CN" sz="1600" b="1" spc="100" dirty="0">
                <a:solidFill>
                  <a:schemeClr val="accent1"/>
                </a:solidFill>
                <a:cs typeface="+mn-ea"/>
                <a:sym typeface="+mn-lt"/>
              </a:rPr>
              <a:t>2020.10</a:t>
            </a:r>
          </a:p>
          <a:p>
            <a:pPr algn="just">
              <a:lnSpc>
                <a:spcPct val="120000"/>
              </a:lnSpc>
            </a:pPr>
            <a:r>
              <a:rPr lang="zh-CN" altLang="en-US" sz="1600" spc="100" dirty="0">
                <a:solidFill>
                  <a:schemeClr val="tx1">
                    <a:lumMod val="65000"/>
                    <a:lumOff val="35000"/>
                  </a:schemeClr>
                </a:solidFill>
                <a:cs typeface="+mn-ea"/>
                <a:sym typeface="+mn-lt"/>
              </a:rPr>
              <a:t>研究进程十</a:t>
            </a:r>
          </a:p>
        </p:txBody>
      </p:sp>
      <p:sp>
        <p:nvSpPr>
          <p:cNvPr id="2" name="文本框 1">
            <a:extLst>
              <a:ext uri="{FF2B5EF4-FFF2-40B4-BE49-F238E27FC236}">
                <a16:creationId xmlns:a16="http://schemas.microsoft.com/office/drawing/2014/main" id="{BAF85839-B016-4E82-92E1-DE9015B5C310}"/>
              </a:ext>
            </a:extLst>
          </p:cNvPr>
          <p:cNvSpPr txBox="1"/>
          <p:nvPr/>
        </p:nvSpPr>
        <p:spPr>
          <a:xfrm>
            <a:off x="1325150" y="464773"/>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时间轴页</a:t>
            </a:r>
          </a:p>
        </p:txBody>
      </p:sp>
    </p:spTree>
    <p:extLst>
      <p:ext uri="{BB962C8B-B14F-4D97-AF65-F5344CB8AC3E}">
        <p14:creationId xmlns:p14="http://schemas.microsoft.com/office/powerpoint/2010/main" val="28770383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椭圆 23">
            <a:extLst>
              <a:ext uri="{FF2B5EF4-FFF2-40B4-BE49-F238E27FC236}">
                <a16:creationId xmlns:a16="http://schemas.microsoft.com/office/drawing/2014/main" id="{4D59ABCC-A41D-4953-851A-1A7A55C1CA76}"/>
              </a:ext>
            </a:extLst>
          </p:cNvPr>
          <p:cNvSpPr/>
          <p:nvPr/>
        </p:nvSpPr>
        <p:spPr>
          <a:xfrm>
            <a:off x="3838282" y="1171282"/>
            <a:ext cx="4515437" cy="4515437"/>
          </a:xfrm>
          <a:prstGeom prst="ellipse">
            <a:avLst/>
          </a:prstGeom>
          <a:solidFill>
            <a:schemeClr val="bg1">
              <a:lumMod val="50000"/>
              <a:alpha val="2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2" name="椭圆 21">
            <a:extLst>
              <a:ext uri="{FF2B5EF4-FFF2-40B4-BE49-F238E27FC236}">
                <a16:creationId xmlns:a16="http://schemas.microsoft.com/office/drawing/2014/main" id="{3F95D70F-E47B-444B-9FA1-B65BF1DF5F09}"/>
              </a:ext>
            </a:extLst>
          </p:cNvPr>
          <p:cNvSpPr/>
          <p:nvPr/>
        </p:nvSpPr>
        <p:spPr>
          <a:xfrm>
            <a:off x="4429760" y="1762760"/>
            <a:ext cx="3332480" cy="3332480"/>
          </a:xfrm>
          <a:prstGeom prst="ellipse">
            <a:avLst/>
          </a:prstGeom>
          <a:solidFill>
            <a:schemeClr val="bg1">
              <a:lumMod val="50000"/>
              <a:alpha val="2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nvGrpSpPr>
          <p:cNvPr id="13" name="组合 12">
            <a:extLst>
              <a:ext uri="{FF2B5EF4-FFF2-40B4-BE49-F238E27FC236}">
                <a16:creationId xmlns:a16="http://schemas.microsoft.com/office/drawing/2014/main" id="{02D75A25-57C0-47A0-88B1-81606F6E2F98}"/>
              </a:ext>
            </a:extLst>
          </p:cNvPr>
          <p:cNvGrpSpPr/>
          <p:nvPr/>
        </p:nvGrpSpPr>
        <p:grpSpPr>
          <a:xfrm>
            <a:off x="4975609" y="1333918"/>
            <a:ext cx="2240783" cy="4190163"/>
            <a:chOff x="1627832" y="1587639"/>
            <a:chExt cx="2240783" cy="4190163"/>
          </a:xfrm>
        </p:grpSpPr>
        <p:pic>
          <p:nvPicPr>
            <p:cNvPr id="9" name="图片 8">
              <a:extLst>
                <a:ext uri="{FF2B5EF4-FFF2-40B4-BE49-F238E27FC236}">
                  <a16:creationId xmlns:a16="http://schemas.microsoft.com/office/drawing/2014/main" id="{55B5FDF8-A18A-4445-8EB4-77227E3FCAE9}"/>
                </a:ext>
              </a:extLst>
            </p:cNvPr>
            <p:cNvPicPr>
              <a:picLocks noChangeAspect="1"/>
            </p:cNvPicPr>
            <p:nvPr/>
          </p:nvPicPr>
          <p:blipFill rotWithShape="1">
            <a:blip r:embed="rId4">
              <a:extLst>
                <a:ext uri="{28A0092B-C50C-407E-A947-70E740481C1C}">
                  <a14:useLocalDpi xmlns:a14="http://schemas.microsoft.com/office/drawing/2010/main" val="0"/>
                </a:ext>
              </a:extLst>
            </a:blip>
            <a:srcRect l="26129" t="13387" r="42613" b="8677"/>
            <a:stretch/>
          </p:blipFill>
          <p:spPr>
            <a:xfrm>
              <a:off x="1627832" y="1587639"/>
              <a:ext cx="2240783" cy="4190163"/>
            </a:xfrm>
            <a:prstGeom prst="rect">
              <a:avLst/>
            </a:prstGeom>
          </p:spPr>
        </p:pic>
        <p:pic>
          <p:nvPicPr>
            <p:cNvPr id="11" name="图片 10">
              <a:extLst>
                <a:ext uri="{FF2B5EF4-FFF2-40B4-BE49-F238E27FC236}">
                  <a16:creationId xmlns:a16="http://schemas.microsoft.com/office/drawing/2014/main" id="{9B6AD112-41D1-4834-A429-EF423C0CF6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83141" y="1763066"/>
              <a:ext cx="1730164" cy="3763107"/>
            </a:xfrm>
            <a:prstGeom prst="roundRect">
              <a:avLst>
                <a:gd name="adj" fmla="val 9666"/>
              </a:avLst>
            </a:prstGeom>
          </p:spPr>
        </p:pic>
        <p:pic>
          <p:nvPicPr>
            <p:cNvPr id="7" name="图片 6">
              <a:extLst>
                <a:ext uri="{FF2B5EF4-FFF2-40B4-BE49-F238E27FC236}">
                  <a16:creationId xmlns:a16="http://schemas.microsoft.com/office/drawing/2014/main" id="{898B7369-94B9-469E-B52E-DF9E26443966}"/>
                </a:ext>
              </a:extLst>
            </p:cNvPr>
            <p:cNvPicPr>
              <a:picLocks noChangeAspect="1"/>
            </p:cNvPicPr>
            <p:nvPr/>
          </p:nvPicPr>
          <p:blipFill rotWithShape="1">
            <a:blip r:embed="rId6">
              <a:extLst>
                <a:ext uri="{28A0092B-C50C-407E-A947-70E740481C1C}">
                  <a14:useLocalDpi xmlns:a14="http://schemas.microsoft.com/office/drawing/2010/main" val="0"/>
                </a:ext>
              </a:extLst>
            </a:blip>
            <a:srcRect l="32146" t="13560" r="45847" b="76161"/>
            <a:stretch/>
          </p:blipFill>
          <p:spPr>
            <a:xfrm>
              <a:off x="2096675" y="1587639"/>
              <a:ext cx="1457294" cy="510517"/>
            </a:xfrm>
            <a:prstGeom prst="rect">
              <a:avLst/>
            </a:prstGeom>
          </p:spPr>
        </p:pic>
      </p:grpSp>
      <p:sp>
        <p:nvSpPr>
          <p:cNvPr id="15" name="文本框 14">
            <a:extLst>
              <a:ext uri="{FF2B5EF4-FFF2-40B4-BE49-F238E27FC236}">
                <a16:creationId xmlns:a16="http://schemas.microsoft.com/office/drawing/2014/main" id="{646FE622-5938-4A92-9D2E-B5C75A5DF028}"/>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样机页</a:t>
            </a:r>
          </a:p>
        </p:txBody>
      </p:sp>
      <p:sp>
        <p:nvSpPr>
          <p:cNvPr id="25" name="文本框 24">
            <a:extLst>
              <a:ext uri="{FF2B5EF4-FFF2-40B4-BE49-F238E27FC236}">
                <a16:creationId xmlns:a16="http://schemas.microsoft.com/office/drawing/2014/main" id="{5F5B2F9E-8E41-401F-8F18-06089C9C4972}"/>
              </a:ext>
            </a:extLst>
          </p:cNvPr>
          <p:cNvSpPr txBox="1"/>
          <p:nvPr/>
        </p:nvSpPr>
        <p:spPr>
          <a:xfrm>
            <a:off x="2019796" y="1629248"/>
            <a:ext cx="1239520" cy="430374"/>
          </a:xfrm>
          <a:prstGeom prst="rect">
            <a:avLst/>
          </a:prstGeom>
          <a:noFill/>
        </p:spPr>
        <p:txBody>
          <a:bodyPr wrap="square" rtlCol="0">
            <a:spAutoFit/>
          </a:bodyPr>
          <a:lstStyle/>
          <a:p>
            <a:pPr algn="r">
              <a:lnSpc>
                <a:spcPct val="120000"/>
              </a:lnSpc>
            </a:pPr>
            <a:r>
              <a:rPr lang="zh-CN" altLang="en-US" sz="2000" spc="100" dirty="0">
                <a:solidFill>
                  <a:schemeClr val="tx1">
                    <a:lumMod val="65000"/>
                    <a:lumOff val="35000"/>
                  </a:schemeClr>
                </a:solidFill>
                <a:latin typeface="+mj-ea"/>
                <a:ea typeface="+mj-ea"/>
                <a:cs typeface="+mn-ea"/>
                <a:sym typeface="+mn-lt"/>
              </a:rPr>
              <a:t>关键词</a:t>
            </a:r>
            <a:r>
              <a:rPr lang="en-US" altLang="zh-CN" sz="2000" spc="100" dirty="0">
                <a:solidFill>
                  <a:schemeClr val="tx1">
                    <a:lumMod val="65000"/>
                    <a:lumOff val="35000"/>
                  </a:schemeClr>
                </a:solidFill>
                <a:latin typeface="+mj-ea"/>
                <a:ea typeface="+mj-ea"/>
                <a:cs typeface="+mn-ea"/>
                <a:sym typeface="+mn-lt"/>
              </a:rPr>
              <a:t>1</a:t>
            </a:r>
            <a:endParaRPr lang="zh-CN" altLang="en-US" sz="2000" spc="100" dirty="0">
              <a:solidFill>
                <a:schemeClr val="tx1">
                  <a:lumMod val="65000"/>
                  <a:lumOff val="35000"/>
                </a:schemeClr>
              </a:solidFill>
              <a:latin typeface="+mj-ea"/>
              <a:ea typeface="+mj-ea"/>
              <a:cs typeface="+mn-ea"/>
              <a:sym typeface="+mn-lt"/>
            </a:endParaRPr>
          </a:p>
        </p:txBody>
      </p:sp>
      <p:cxnSp>
        <p:nvCxnSpPr>
          <p:cNvPr id="27" name="直接连接符 26">
            <a:extLst>
              <a:ext uri="{FF2B5EF4-FFF2-40B4-BE49-F238E27FC236}">
                <a16:creationId xmlns:a16="http://schemas.microsoft.com/office/drawing/2014/main" id="{370B556A-F1DB-49F4-9347-C0A836F4214E}"/>
              </a:ext>
            </a:extLst>
          </p:cNvPr>
          <p:cNvCxnSpPr>
            <a:cxnSpLocks/>
          </p:cNvCxnSpPr>
          <p:nvPr/>
        </p:nvCxnSpPr>
        <p:spPr>
          <a:xfrm flipV="1">
            <a:off x="3338379" y="1745693"/>
            <a:ext cx="0" cy="46736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AF715690-D32B-4274-ADB4-2098B5F95BA6}"/>
              </a:ext>
            </a:extLst>
          </p:cNvPr>
          <p:cNvSpPr txBox="1"/>
          <p:nvPr/>
        </p:nvSpPr>
        <p:spPr>
          <a:xfrm>
            <a:off x="912336" y="2059622"/>
            <a:ext cx="2380097" cy="1250471"/>
          </a:xfrm>
          <a:prstGeom prst="rect">
            <a:avLst/>
          </a:prstGeom>
          <a:noFill/>
        </p:spPr>
        <p:txBody>
          <a:bodyPr wrap="square" rtlCol="0">
            <a:spAutoFit/>
          </a:bodyPr>
          <a:lstStyle/>
          <a:p>
            <a:pPr algn="just">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a:t>
            </a:r>
          </a:p>
        </p:txBody>
      </p:sp>
      <p:sp>
        <p:nvSpPr>
          <p:cNvPr id="31" name="iconfont-1096-617957">
            <a:extLst>
              <a:ext uri="{FF2B5EF4-FFF2-40B4-BE49-F238E27FC236}">
                <a16:creationId xmlns:a16="http://schemas.microsoft.com/office/drawing/2014/main" id="{A7E0D77B-BFBA-45E1-A89C-8D10FE32A656}"/>
              </a:ext>
            </a:extLst>
          </p:cNvPr>
          <p:cNvSpPr>
            <a:spLocks noChangeAspect="1"/>
          </p:cNvSpPr>
          <p:nvPr/>
        </p:nvSpPr>
        <p:spPr bwMode="auto">
          <a:xfrm>
            <a:off x="3553488" y="1745693"/>
            <a:ext cx="467273" cy="467360"/>
          </a:xfrm>
          <a:custGeom>
            <a:avLst/>
            <a:gdLst>
              <a:gd name="T0" fmla="*/ 7171 w 11200"/>
              <a:gd name="T1" fmla="*/ 4399 h 11200"/>
              <a:gd name="T2" fmla="*/ 3971 w 11200"/>
              <a:gd name="T3" fmla="*/ 4399 h 11200"/>
              <a:gd name="T4" fmla="*/ 3571 w 11200"/>
              <a:gd name="T5" fmla="*/ 3999 h 11200"/>
              <a:gd name="T6" fmla="*/ 3971 w 11200"/>
              <a:gd name="T7" fmla="*/ 3599 h 11200"/>
              <a:gd name="T8" fmla="*/ 7171 w 11200"/>
              <a:gd name="T9" fmla="*/ 3599 h 11200"/>
              <a:gd name="T10" fmla="*/ 7571 w 11200"/>
              <a:gd name="T11" fmla="*/ 3999 h 11200"/>
              <a:gd name="T12" fmla="*/ 7171 w 11200"/>
              <a:gd name="T13" fmla="*/ 4399 h 11200"/>
              <a:gd name="T14" fmla="*/ 6412 w 11200"/>
              <a:gd name="T15" fmla="*/ 5999 h 11200"/>
              <a:gd name="T16" fmla="*/ 3971 w 11200"/>
              <a:gd name="T17" fmla="*/ 5999 h 11200"/>
              <a:gd name="T18" fmla="*/ 3571 w 11200"/>
              <a:gd name="T19" fmla="*/ 5599 h 11200"/>
              <a:gd name="T20" fmla="*/ 3971 w 11200"/>
              <a:gd name="T21" fmla="*/ 5199 h 11200"/>
              <a:gd name="T22" fmla="*/ 6412 w 11200"/>
              <a:gd name="T23" fmla="*/ 5199 h 11200"/>
              <a:gd name="T24" fmla="*/ 6812 w 11200"/>
              <a:gd name="T25" fmla="*/ 5599 h 11200"/>
              <a:gd name="T26" fmla="*/ 6412 w 11200"/>
              <a:gd name="T27" fmla="*/ 5999 h 11200"/>
              <a:gd name="T28" fmla="*/ 11200 w 11200"/>
              <a:gd name="T29" fmla="*/ 4799 h 11200"/>
              <a:gd name="T30" fmla="*/ 5601 w 11200"/>
              <a:gd name="T31" fmla="*/ 0 h 11200"/>
              <a:gd name="T32" fmla="*/ 0 w 11200"/>
              <a:gd name="T33" fmla="*/ 4799 h 11200"/>
              <a:gd name="T34" fmla="*/ 2161 w 11200"/>
              <a:gd name="T35" fmla="*/ 8558 h 11200"/>
              <a:gd name="T36" fmla="*/ 2715 w 11200"/>
              <a:gd name="T37" fmla="*/ 8452 h 11200"/>
              <a:gd name="T38" fmla="*/ 2610 w 11200"/>
              <a:gd name="T39" fmla="*/ 7897 h 11200"/>
              <a:gd name="T40" fmla="*/ 800 w 11200"/>
              <a:gd name="T41" fmla="*/ 4801 h 11200"/>
              <a:gd name="T42" fmla="*/ 5599 w 11200"/>
              <a:gd name="T43" fmla="*/ 802 h 11200"/>
              <a:gd name="T44" fmla="*/ 10398 w 11200"/>
              <a:gd name="T45" fmla="*/ 4801 h 11200"/>
              <a:gd name="T46" fmla="*/ 5599 w 11200"/>
              <a:gd name="T47" fmla="*/ 8801 h 11200"/>
              <a:gd name="T48" fmla="*/ 5530 w 11200"/>
              <a:gd name="T49" fmla="*/ 8816 h 11200"/>
              <a:gd name="T50" fmla="*/ 5083 w 11200"/>
              <a:gd name="T51" fmla="*/ 9067 h 11200"/>
              <a:gd name="T52" fmla="*/ 3907 w 11200"/>
              <a:gd name="T53" fmla="*/ 9990 h 11200"/>
              <a:gd name="T54" fmla="*/ 3950 w 11200"/>
              <a:gd name="T55" fmla="*/ 9003 h 11200"/>
              <a:gd name="T56" fmla="*/ 3576 w 11200"/>
              <a:gd name="T57" fmla="*/ 8803 h 11200"/>
              <a:gd name="T58" fmla="*/ 3176 w 11200"/>
              <a:gd name="T59" fmla="*/ 9203 h 11200"/>
              <a:gd name="T60" fmla="*/ 3229 w 11200"/>
              <a:gd name="T61" fmla="*/ 9403 h 11200"/>
              <a:gd name="T62" fmla="*/ 2817 w 11200"/>
              <a:gd name="T63" fmla="*/ 10650 h 11200"/>
              <a:gd name="T64" fmla="*/ 2909 w 11200"/>
              <a:gd name="T65" fmla="*/ 11088 h 11200"/>
              <a:gd name="T66" fmla="*/ 3186 w 11200"/>
              <a:gd name="T67" fmla="*/ 11200 h 11200"/>
              <a:gd name="T68" fmla="*/ 3350 w 11200"/>
              <a:gd name="T69" fmla="*/ 11166 h 11200"/>
              <a:gd name="T70" fmla="*/ 5696 w 11200"/>
              <a:gd name="T71" fmla="*/ 9596 h 11200"/>
              <a:gd name="T72" fmla="*/ 11200 w 11200"/>
              <a:gd name="T73" fmla="*/ 4799 h 1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200" h="11200">
                <a:moveTo>
                  <a:pt x="7171" y="4399"/>
                </a:moveTo>
                <a:lnTo>
                  <a:pt x="3971" y="4399"/>
                </a:lnTo>
                <a:cubicBezTo>
                  <a:pt x="3750" y="4399"/>
                  <a:pt x="3571" y="4221"/>
                  <a:pt x="3571" y="3999"/>
                </a:cubicBezTo>
                <a:cubicBezTo>
                  <a:pt x="3571" y="3778"/>
                  <a:pt x="3750" y="3599"/>
                  <a:pt x="3971" y="3599"/>
                </a:cubicBezTo>
                <a:lnTo>
                  <a:pt x="7171" y="3599"/>
                </a:lnTo>
                <a:cubicBezTo>
                  <a:pt x="7392" y="3599"/>
                  <a:pt x="7571" y="3778"/>
                  <a:pt x="7571" y="3999"/>
                </a:cubicBezTo>
                <a:cubicBezTo>
                  <a:pt x="7571" y="4221"/>
                  <a:pt x="7392" y="4399"/>
                  <a:pt x="7171" y="4399"/>
                </a:cubicBezTo>
                <a:close/>
                <a:moveTo>
                  <a:pt x="6412" y="5999"/>
                </a:moveTo>
                <a:lnTo>
                  <a:pt x="3971" y="5999"/>
                </a:lnTo>
                <a:cubicBezTo>
                  <a:pt x="3750" y="5999"/>
                  <a:pt x="3571" y="5820"/>
                  <a:pt x="3571" y="5599"/>
                </a:cubicBezTo>
                <a:cubicBezTo>
                  <a:pt x="3571" y="5377"/>
                  <a:pt x="3752" y="5199"/>
                  <a:pt x="3971" y="5199"/>
                </a:cubicBezTo>
                <a:lnTo>
                  <a:pt x="6412" y="5199"/>
                </a:lnTo>
                <a:cubicBezTo>
                  <a:pt x="6633" y="5199"/>
                  <a:pt x="6812" y="5377"/>
                  <a:pt x="6812" y="5599"/>
                </a:cubicBezTo>
                <a:cubicBezTo>
                  <a:pt x="6812" y="5820"/>
                  <a:pt x="6633" y="5999"/>
                  <a:pt x="6412" y="5999"/>
                </a:cubicBezTo>
                <a:close/>
                <a:moveTo>
                  <a:pt x="11200" y="4799"/>
                </a:moveTo>
                <a:cubicBezTo>
                  <a:pt x="11200" y="2152"/>
                  <a:pt x="8689" y="0"/>
                  <a:pt x="5601" y="0"/>
                </a:cubicBezTo>
                <a:cubicBezTo>
                  <a:pt x="2513" y="0"/>
                  <a:pt x="0" y="2152"/>
                  <a:pt x="0" y="4799"/>
                </a:cubicBezTo>
                <a:cubicBezTo>
                  <a:pt x="0" y="6255"/>
                  <a:pt x="787" y="7624"/>
                  <a:pt x="2161" y="8558"/>
                </a:cubicBezTo>
                <a:cubicBezTo>
                  <a:pt x="2344" y="8682"/>
                  <a:pt x="2593" y="8635"/>
                  <a:pt x="2715" y="8452"/>
                </a:cubicBezTo>
                <a:cubicBezTo>
                  <a:pt x="2840" y="8269"/>
                  <a:pt x="2793" y="8020"/>
                  <a:pt x="2610" y="7897"/>
                </a:cubicBezTo>
                <a:cubicBezTo>
                  <a:pt x="1460" y="7117"/>
                  <a:pt x="800" y="5988"/>
                  <a:pt x="800" y="4801"/>
                </a:cubicBezTo>
                <a:cubicBezTo>
                  <a:pt x="800" y="2595"/>
                  <a:pt x="2952" y="802"/>
                  <a:pt x="5599" y="802"/>
                </a:cubicBezTo>
                <a:cubicBezTo>
                  <a:pt x="8246" y="802"/>
                  <a:pt x="10398" y="2597"/>
                  <a:pt x="10398" y="4801"/>
                </a:cubicBezTo>
                <a:cubicBezTo>
                  <a:pt x="10398" y="7005"/>
                  <a:pt x="8246" y="8801"/>
                  <a:pt x="5599" y="8801"/>
                </a:cubicBezTo>
                <a:cubicBezTo>
                  <a:pt x="5573" y="8801"/>
                  <a:pt x="5554" y="8809"/>
                  <a:pt x="5530" y="8816"/>
                </a:cubicBezTo>
                <a:cubicBezTo>
                  <a:pt x="5341" y="8781"/>
                  <a:pt x="5149" y="8880"/>
                  <a:pt x="5083" y="9067"/>
                </a:cubicBezTo>
                <a:cubicBezTo>
                  <a:pt x="5005" y="9284"/>
                  <a:pt x="4502" y="9650"/>
                  <a:pt x="3907" y="9990"/>
                </a:cubicBezTo>
                <a:cubicBezTo>
                  <a:pt x="4124" y="9263"/>
                  <a:pt x="4021" y="9106"/>
                  <a:pt x="3950" y="9003"/>
                </a:cubicBezTo>
                <a:cubicBezTo>
                  <a:pt x="3866" y="8878"/>
                  <a:pt x="3726" y="8803"/>
                  <a:pt x="3576" y="8803"/>
                </a:cubicBezTo>
                <a:cubicBezTo>
                  <a:pt x="3354" y="8803"/>
                  <a:pt x="3176" y="8981"/>
                  <a:pt x="3176" y="9203"/>
                </a:cubicBezTo>
                <a:cubicBezTo>
                  <a:pt x="3176" y="9276"/>
                  <a:pt x="3195" y="9342"/>
                  <a:pt x="3229" y="9403"/>
                </a:cubicBezTo>
                <a:cubicBezTo>
                  <a:pt x="3189" y="9631"/>
                  <a:pt x="3014" y="10164"/>
                  <a:pt x="2817" y="10650"/>
                </a:cubicBezTo>
                <a:cubicBezTo>
                  <a:pt x="2754" y="10800"/>
                  <a:pt x="2791" y="10974"/>
                  <a:pt x="2909" y="11088"/>
                </a:cubicBezTo>
                <a:cubicBezTo>
                  <a:pt x="2984" y="11161"/>
                  <a:pt x="3085" y="11200"/>
                  <a:pt x="3186" y="11200"/>
                </a:cubicBezTo>
                <a:cubicBezTo>
                  <a:pt x="3240" y="11200"/>
                  <a:pt x="3296" y="11189"/>
                  <a:pt x="3350" y="11166"/>
                </a:cubicBezTo>
                <a:cubicBezTo>
                  <a:pt x="3806" y="10961"/>
                  <a:pt x="5195" y="10301"/>
                  <a:pt x="5696" y="9596"/>
                </a:cubicBezTo>
                <a:cubicBezTo>
                  <a:pt x="8738" y="9551"/>
                  <a:pt x="11200" y="7420"/>
                  <a:pt x="11200" y="4799"/>
                </a:cubicBezTo>
                <a:close/>
              </a:path>
            </a:pathLst>
          </a:custGeom>
          <a:solidFill>
            <a:schemeClr val="accent1"/>
          </a:solidFill>
          <a:ln>
            <a:noFill/>
          </a:ln>
        </p:spPr>
        <p:txBody>
          <a:bodyPr/>
          <a:lstStyle/>
          <a:p>
            <a:endParaRPr lang="zh-CN" altLang="en-US">
              <a:cs typeface="+mn-ea"/>
              <a:sym typeface="+mn-lt"/>
            </a:endParaRPr>
          </a:p>
        </p:txBody>
      </p:sp>
      <p:sp>
        <p:nvSpPr>
          <p:cNvPr id="32" name="文本框 31">
            <a:extLst>
              <a:ext uri="{FF2B5EF4-FFF2-40B4-BE49-F238E27FC236}">
                <a16:creationId xmlns:a16="http://schemas.microsoft.com/office/drawing/2014/main" id="{ADB2BD81-2B66-414E-BE3D-A6FBC33D8FEF}"/>
              </a:ext>
            </a:extLst>
          </p:cNvPr>
          <p:cNvSpPr txBox="1"/>
          <p:nvPr/>
        </p:nvSpPr>
        <p:spPr>
          <a:xfrm>
            <a:off x="2019796" y="4415922"/>
            <a:ext cx="1239520" cy="430374"/>
          </a:xfrm>
          <a:prstGeom prst="rect">
            <a:avLst/>
          </a:prstGeom>
          <a:noFill/>
        </p:spPr>
        <p:txBody>
          <a:bodyPr wrap="square" rtlCol="0">
            <a:spAutoFit/>
          </a:bodyPr>
          <a:lstStyle/>
          <a:p>
            <a:pPr algn="r">
              <a:lnSpc>
                <a:spcPct val="120000"/>
              </a:lnSpc>
            </a:pPr>
            <a:r>
              <a:rPr lang="zh-CN" altLang="en-US" sz="2000" spc="100" dirty="0">
                <a:solidFill>
                  <a:schemeClr val="tx1">
                    <a:lumMod val="65000"/>
                    <a:lumOff val="35000"/>
                  </a:schemeClr>
                </a:solidFill>
                <a:latin typeface="+mj-ea"/>
                <a:ea typeface="+mj-ea"/>
                <a:cs typeface="+mn-ea"/>
                <a:sym typeface="+mn-lt"/>
              </a:rPr>
              <a:t>关键词</a:t>
            </a:r>
            <a:r>
              <a:rPr lang="en-US" altLang="zh-CN" sz="2000" spc="100" dirty="0">
                <a:solidFill>
                  <a:schemeClr val="tx1">
                    <a:lumMod val="65000"/>
                    <a:lumOff val="35000"/>
                  </a:schemeClr>
                </a:solidFill>
                <a:latin typeface="+mj-ea"/>
                <a:ea typeface="+mj-ea"/>
                <a:cs typeface="+mn-ea"/>
                <a:sym typeface="+mn-lt"/>
              </a:rPr>
              <a:t>2</a:t>
            </a:r>
            <a:endParaRPr lang="zh-CN" altLang="en-US" sz="2000" spc="100" dirty="0">
              <a:solidFill>
                <a:schemeClr val="tx1">
                  <a:lumMod val="65000"/>
                  <a:lumOff val="35000"/>
                </a:schemeClr>
              </a:solidFill>
              <a:latin typeface="+mj-ea"/>
              <a:ea typeface="+mj-ea"/>
              <a:cs typeface="+mn-ea"/>
              <a:sym typeface="+mn-lt"/>
            </a:endParaRPr>
          </a:p>
        </p:txBody>
      </p:sp>
      <p:cxnSp>
        <p:nvCxnSpPr>
          <p:cNvPr id="33" name="直接连接符 32">
            <a:extLst>
              <a:ext uri="{FF2B5EF4-FFF2-40B4-BE49-F238E27FC236}">
                <a16:creationId xmlns:a16="http://schemas.microsoft.com/office/drawing/2014/main" id="{9AF58E2D-82E2-43EF-BFF6-C737880A5FF6}"/>
              </a:ext>
            </a:extLst>
          </p:cNvPr>
          <p:cNvCxnSpPr>
            <a:cxnSpLocks/>
          </p:cNvCxnSpPr>
          <p:nvPr/>
        </p:nvCxnSpPr>
        <p:spPr>
          <a:xfrm flipV="1">
            <a:off x="3338379" y="4532367"/>
            <a:ext cx="0" cy="46736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3E2D4C70-A4AB-40E3-9668-CF2BF75CB675}"/>
              </a:ext>
            </a:extLst>
          </p:cNvPr>
          <p:cNvSpPr txBox="1"/>
          <p:nvPr/>
        </p:nvSpPr>
        <p:spPr>
          <a:xfrm>
            <a:off x="912336" y="4846296"/>
            <a:ext cx="2380097" cy="1250471"/>
          </a:xfrm>
          <a:prstGeom prst="rect">
            <a:avLst/>
          </a:prstGeom>
          <a:noFill/>
        </p:spPr>
        <p:txBody>
          <a:bodyPr wrap="square" rtlCol="0">
            <a:spAutoFit/>
          </a:bodyPr>
          <a:lstStyle/>
          <a:p>
            <a:pPr algn="just">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a:t>
            </a:r>
          </a:p>
        </p:txBody>
      </p:sp>
      <p:sp>
        <p:nvSpPr>
          <p:cNvPr id="37" name="iconfont-1096-617957">
            <a:extLst>
              <a:ext uri="{FF2B5EF4-FFF2-40B4-BE49-F238E27FC236}">
                <a16:creationId xmlns:a16="http://schemas.microsoft.com/office/drawing/2014/main" id="{691F7A3E-3454-45B0-8802-C0A78BDF44E1}"/>
              </a:ext>
            </a:extLst>
          </p:cNvPr>
          <p:cNvSpPr>
            <a:spLocks noChangeAspect="1"/>
          </p:cNvSpPr>
          <p:nvPr/>
        </p:nvSpPr>
        <p:spPr bwMode="auto">
          <a:xfrm>
            <a:off x="3553445" y="4532368"/>
            <a:ext cx="467360" cy="467360"/>
          </a:xfrm>
          <a:custGeom>
            <a:avLst/>
            <a:gdLst>
              <a:gd name="T0" fmla="*/ 11378 w 12800"/>
              <a:gd name="T1" fmla="*/ 10472 h 12800"/>
              <a:gd name="T2" fmla="*/ 10967 w 12800"/>
              <a:gd name="T3" fmla="*/ 8065 h 12800"/>
              <a:gd name="T4" fmla="*/ 12800 w 12800"/>
              <a:gd name="T5" fmla="*/ 5759 h 12800"/>
              <a:gd name="T6" fmla="*/ 10804 w 12800"/>
              <a:gd name="T7" fmla="*/ 4351 h 12800"/>
              <a:gd name="T8" fmla="*/ 10472 w 12800"/>
              <a:gd name="T9" fmla="*/ 1422 h 12800"/>
              <a:gd name="T10" fmla="*/ 8065 w 12800"/>
              <a:gd name="T11" fmla="*/ 1840 h 12800"/>
              <a:gd name="T12" fmla="*/ 5759 w 12800"/>
              <a:gd name="T13" fmla="*/ 0 h 12800"/>
              <a:gd name="T14" fmla="*/ 4355 w 12800"/>
              <a:gd name="T15" fmla="*/ 2000 h 12800"/>
              <a:gd name="T16" fmla="*/ 1422 w 12800"/>
              <a:gd name="T17" fmla="*/ 2328 h 12800"/>
              <a:gd name="T18" fmla="*/ 1843 w 12800"/>
              <a:gd name="T19" fmla="*/ 4735 h 12800"/>
              <a:gd name="T20" fmla="*/ 0 w 12800"/>
              <a:gd name="T21" fmla="*/ 7041 h 12800"/>
              <a:gd name="T22" fmla="*/ 2001 w 12800"/>
              <a:gd name="T23" fmla="*/ 8444 h 12800"/>
              <a:gd name="T24" fmla="*/ 2328 w 12800"/>
              <a:gd name="T25" fmla="*/ 11378 h 12800"/>
              <a:gd name="T26" fmla="*/ 4735 w 12800"/>
              <a:gd name="T27" fmla="*/ 10959 h 12800"/>
              <a:gd name="T28" fmla="*/ 7041 w 12800"/>
              <a:gd name="T29" fmla="*/ 12800 h 12800"/>
              <a:gd name="T30" fmla="*/ 8452 w 12800"/>
              <a:gd name="T31" fmla="*/ 10799 h 12800"/>
              <a:gd name="T32" fmla="*/ 8277 w 12800"/>
              <a:gd name="T33" fmla="*/ 9783 h 12800"/>
              <a:gd name="T34" fmla="*/ 7110 w 12800"/>
              <a:gd name="T35" fmla="*/ 10554 h 12800"/>
              <a:gd name="T36" fmla="*/ 5759 w 12800"/>
              <a:gd name="T37" fmla="*/ 11815 h 12800"/>
              <a:gd name="T38" fmla="*/ 5663 w 12800"/>
              <a:gd name="T39" fmla="*/ 10214 h 12800"/>
              <a:gd name="T40" fmla="*/ 4225 w 12800"/>
              <a:gd name="T41" fmla="*/ 9617 h 12800"/>
              <a:gd name="T42" fmla="*/ 3024 w 12800"/>
              <a:gd name="T43" fmla="*/ 10682 h 12800"/>
              <a:gd name="T44" fmla="*/ 2961 w 12800"/>
              <a:gd name="T45" fmla="*/ 8835 h 12800"/>
              <a:gd name="T46" fmla="*/ 2680 w 12800"/>
              <a:gd name="T47" fmla="*/ 7465 h 12800"/>
              <a:gd name="T48" fmla="*/ 951 w 12800"/>
              <a:gd name="T49" fmla="*/ 7006 h 12800"/>
              <a:gd name="T50" fmla="*/ 951 w 12800"/>
              <a:gd name="T51" fmla="*/ 5794 h 12800"/>
              <a:gd name="T52" fmla="*/ 2680 w 12800"/>
              <a:gd name="T53" fmla="*/ 5335 h 12800"/>
              <a:gd name="T54" fmla="*/ 2961 w 12800"/>
              <a:gd name="T55" fmla="*/ 3965 h 12800"/>
              <a:gd name="T56" fmla="*/ 3024 w 12800"/>
              <a:gd name="T57" fmla="*/ 2118 h 12800"/>
              <a:gd name="T58" fmla="*/ 4225 w 12800"/>
              <a:gd name="T59" fmla="*/ 3183 h 12800"/>
              <a:gd name="T60" fmla="*/ 5663 w 12800"/>
              <a:gd name="T61" fmla="*/ 2586 h 12800"/>
              <a:gd name="T62" fmla="*/ 5759 w 12800"/>
              <a:gd name="T63" fmla="*/ 985 h 12800"/>
              <a:gd name="T64" fmla="*/ 7110 w 12800"/>
              <a:gd name="T65" fmla="*/ 2246 h 12800"/>
              <a:gd name="T66" fmla="*/ 8277 w 12800"/>
              <a:gd name="T67" fmla="*/ 3017 h 12800"/>
              <a:gd name="T68" fmla="*/ 9824 w 12800"/>
              <a:gd name="T69" fmla="*/ 2118 h 12800"/>
              <a:gd name="T70" fmla="*/ 10682 w 12800"/>
              <a:gd name="T71" fmla="*/ 2976 h 12800"/>
              <a:gd name="T72" fmla="*/ 9783 w 12800"/>
              <a:gd name="T73" fmla="*/ 4523 h 12800"/>
              <a:gd name="T74" fmla="*/ 10554 w 12800"/>
              <a:gd name="T75" fmla="*/ 5690 h 12800"/>
              <a:gd name="T76" fmla="*/ 11815 w 12800"/>
              <a:gd name="T77" fmla="*/ 7041 h 12800"/>
              <a:gd name="T78" fmla="*/ 10214 w 12800"/>
              <a:gd name="T79" fmla="*/ 7137 h 12800"/>
              <a:gd name="T80" fmla="*/ 9617 w 12800"/>
              <a:gd name="T81" fmla="*/ 8575 h 12800"/>
              <a:gd name="T82" fmla="*/ 10682 w 12800"/>
              <a:gd name="T83" fmla="*/ 9776 h 12800"/>
              <a:gd name="T84" fmla="*/ 8835 w 12800"/>
              <a:gd name="T85" fmla="*/ 9839 h 12800"/>
              <a:gd name="T86" fmla="*/ 8721 w 12800"/>
              <a:gd name="T87" fmla="*/ 6470 h 12800"/>
              <a:gd name="T88" fmla="*/ 6470 w 12800"/>
              <a:gd name="T89" fmla="*/ 8721 h 12800"/>
              <a:gd name="T90" fmla="*/ 6470 w 12800"/>
              <a:gd name="T91" fmla="*/ 5204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800" h="12800">
                <a:moveTo>
                  <a:pt x="9186" y="11431"/>
                </a:moveTo>
                <a:cubicBezTo>
                  <a:pt x="9559" y="11749"/>
                  <a:pt x="10126" y="11725"/>
                  <a:pt x="10472" y="11378"/>
                </a:cubicBezTo>
                <a:lnTo>
                  <a:pt x="11378" y="10472"/>
                </a:lnTo>
                <a:cubicBezTo>
                  <a:pt x="11725" y="10126"/>
                  <a:pt x="11748" y="9558"/>
                  <a:pt x="11431" y="9186"/>
                </a:cubicBezTo>
                <a:cubicBezTo>
                  <a:pt x="11431" y="9186"/>
                  <a:pt x="10754" y="8547"/>
                  <a:pt x="10804" y="8441"/>
                </a:cubicBezTo>
                <a:cubicBezTo>
                  <a:pt x="10909" y="8213"/>
                  <a:pt x="10855" y="8073"/>
                  <a:pt x="10967" y="8065"/>
                </a:cubicBezTo>
                <a:cubicBezTo>
                  <a:pt x="11287" y="8039"/>
                  <a:pt x="11928" y="7988"/>
                  <a:pt x="11928" y="7988"/>
                </a:cubicBezTo>
                <a:cubicBezTo>
                  <a:pt x="12416" y="7949"/>
                  <a:pt x="12800" y="7531"/>
                  <a:pt x="12800" y="7041"/>
                </a:cubicBezTo>
                <a:lnTo>
                  <a:pt x="12800" y="5759"/>
                </a:lnTo>
                <a:cubicBezTo>
                  <a:pt x="12800" y="5270"/>
                  <a:pt x="12415" y="4851"/>
                  <a:pt x="11928" y="4812"/>
                </a:cubicBezTo>
                <a:cubicBezTo>
                  <a:pt x="11928" y="4812"/>
                  <a:pt x="11000" y="4846"/>
                  <a:pt x="10961" y="4739"/>
                </a:cubicBezTo>
                <a:cubicBezTo>
                  <a:pt x="10874" y="4499"/>
                  <a:pt x="10732" y="4435"/>
                  <a:pt x="10804" y="4351"/>
                </a:cubicBezTo>
                <a:lnTo>
                  <a:pt x="11431" y="3614"/>
                </a:lnTo>
                <a:cubicBezTo>
                  <a:pt x="11749" y="3241"/>
                  <a:pt x="11725" y="2674"/>
                  <a:pt x="11378" y="2328"/>
                </a:cubicBezTo>
                <a:lnTo>
                  <a:pt x="10472" y="1422"/>
                </a:lnTo>
                <a:cubicBezTo>
                  <a:pt x="10126" y="1075"/>
                  <a:pt x="9558" y="1052"/>
                  <a:pt x="9186" y="1369"/>
                </a:cubicBezTo>
                <a:cubicBezTo>
                  <a:pt x="9186" y="1369"/>
                  <a:pt x="8548" y="2046"/>
                  <a:pt x="8441" y="1996"/>
                </a:cubicBezTo>
                <a:cubicBezTo>
                  <a:pt x="8214" y="1891"/>
                  <a:pt x="8074" y="1949"/>
                  <a:pt x="8065" y="1840"/>
                </a:cubicBezTo>
                <a:cubicBezTo>
                  <a:pt x="8039" y="1518"/>
                  <a:pt x="7988" y="872"/>
                  <a:pt x="7988" y="872"/>
                </a:cubicBezTo>
                <a:cubicBezTo>
                  <a:pt x="7949" y="384"/>
                  <a:pt x="7531" y="0"/>
                  <a:pt x="7041" y="0"/>
                </a:cubicBezTo>
                <a:lnTo>
                  <a:pt x="5759" y="0"/>
                </a:lnTo>
                <a:cubicBezTo>
                  <a:pt x="5270" y="0"/>
                  <a:pt x="4851" y="385"/>
                  <a:pt x="4812" y="872"/>
                </a:cubicBezTo>
                <a:cubicBezTo>
                  <a:pt x="4812" y="872"/>
                  <a:pt x="4848" y="1799"/>
                  <a:pt x="4742" y="1838"/>
                </a:cubicBezTo>
                <a:cubicBezTo>
                  <a:pt x="4502" y="1925"/>
                  <a:pt x="4438" y="2071"/>
                  <a:pt x="4355" y="2000"/>
                </a:cubicBezTo>
                <a:lnTo>
                  <a:pt x="3614" y="1369"/>
                </a:lnTo>
                <a:cubicBezTo>
                  <a:pt x="3241" y="1051"/>
                  <a:pt x="2674" y="1075"/>
                  <a:pt x="2328" y="1422"/>
                </a:cubicBezTo>
                <a:lnTo>
                  <a:pt x="1422" y="2328"/>
                </a:lnTo>
                <a:cubicBezTo>
                  <a:pt x="1075" y="2674"/>
                  <a:pt x="1052" y="3242"/>
                  <a:pt x="1369" y="3614"/>
                </a:cubicBezTo>
                <a:cubicBezTo>
                  <a:pt x="1369" y="3614"/>
                  <a:pt x="2047" y="4250"/>
                  <a:pt x="1998" y="4355"/>
                </a:cubicBezTo>
                <a:cubicBezTo>
                  <a:pt x="1892" y="4584"/>
                  <a:pt x="1951" y="4726"/>
                  <a:pt x="1843" y="4735"/>
                </a:cubicBezTo>
                <a:lnTo>
                  <a:pt x="872" y="4812"/>
                </a:lnTo>
                <a:cubicBezTo>
                  <a:pt x="384" y="4851"/>
                  <a:pt x="0" y="5269"/>
                  <a:pt x="0" y="5759"/>
                </a:cubicBezTo>
                <a:lnTo>
                  <a:pt x="0" y="7041"/>
                </a:lnTo>
                <a:cubicBezTo>
                  <a:pt x="0" y="7530"/>
                  <a:pt x="385" y="7949"/>
                  <a:pt x="872" y="7988"/>
                </a:cubicBezTo>
                <a:cubicBezTo>
                  <a:pt x="872" y="7988"/>
                  <a:pt x="1811" y="7985"/>
                  <a:pt x="1842" y="8069"/>
                </a:cubicBezTo>
                <a:cubicBezTo>
                  <a:pt x="1929" y="8306"/>
                  <a:pt x="2071" y="8361"/>
                  <a:pt x="2001" y="8444"/>
                </a:cubicBezTo>
                <a:lnTo>
                  <a:pt x="1369" y="9186"/>
                </a:lnTo>
                <a:cubicBezTo>
                  <a:pt x="1051" y="9559"/>
                  <a:pt x="1075" y="10126"/>
                  <a:pt x="1422" y="10472"/>
                </a:cubicBezTo>
                <a:lnTo>
                  <a:pt x="2328" y="11378"/>
                </a:lnTo>
                <a:cubicBezTo>
                  <a:pt x="2674" y="11725"/>
                  <a:pt x="3242" y="11748"/>
                  <a:pt x="3614" y="11431"/>
                </a:cubicBezTo>
                <a:cubicBezTo>
                  <a:pt x="3614" y="11431"/>
                  <a:pt x="4252" y="10754"/>
                  <a:pt x="4359" y="10804"/>
                </a:cubicBezTo>
                <a:cubicBezTo>
                  <a:pt x="4586" y="10909"/>
                  <a:pt x="4732" y="10917"/>
                  <a:pt x="4735" y="10959"/>
                </a:cubicBezTo>
                <a:cubicBezTo>
                  <a:pt x="4761" y="11282"/>
                  <a:pt x="4812" y="11928"/>
                  <a:pt x="4812" y="11928"/>
                </a:cubicBezTo>
                <a:cubicBezTo>
                  <a:pt x="4851" y="12416"/>
                  <a:pt x="5269" y="12800"/>
                  <a:pt x="5759" y="12800"/>
                </a:cubicBezTo>
                <a:lnTo>
                  <a:pt x="7041" y="12800"/>
                </a:lnTo>
                <a:cubicBezTo>
                  <a:pt x="7530" y="12800"/>
                  <a:pt x="7949" y="12415"/>
                  <a:pt x="7988" y="11928"/>
                </a:cubicBezTo>
                <a:cubicBezTo>
                  <a:pt x="7988" y="11928"/>
                  <a:pt x="7961" y="10997"/>
                  <a:pt x="8072" y="10957"/>
                </a:cubicBezTo>
                <a:cubicBezTo>
                  <a:pt x="8201" y="10910"/>
                  <a:pt x="8327" y="10857"/>
                  <a:pt x="8452" y="10799"/>
                </a:cubicBezTo>
                <a:cubicBezTo>
                  <a:pt x="8554" y="10751"/>
                  <a:pt x="9186" y="11431"/>
                  <a:pt x="9186" y="11431"/>
                </a:cubicBezTo>
                <a:close/>
                <a:moveTo>
                  <a:pt x="8575" y="9617"/>
                </a:moveTo>
                <a:lnTo>
                  <a:pt x="8277" y="9783"/>
                </a:lnTo>
                <a:cubicBezTo>
                  <a:pt x="8020" y="9926"/>
                  <a:pt x="7748" y="10039"/>
                  <a:pt x="7465" y="10120"/>
                </a:cubicBezTo>
                <a:lnTo>
                  <a:pt x="7137" y="10214"/>
                </a:lnTo>
                <a:lnTo>
                  <a:pt x="7110" y="10554"/>
                </a:lnTo>
                <a:lnTo>
                  <a:pt x="7006" y="11849"/>
                </a:lnTo>
                <a:cubicBezTo>
                  <a:pt x="7008" y="11824"/>
                  <a:pt x="7018" y="11815"/>
                  <a:pt x="7041" y="11815"/>
                </a:cubicBezTo>
                <a:lnTo>
                  <a:pt x="5759" y="11815"/>
                </a:lnTo>
                <a:cubicBezTo>
                  <a:pt x="5782" y="11815"/>
                  <a:pt x="5792" y="11825"/>
                  <a:pt x="5794" y="11849"/>
                </a:cubicBezTo>
                <a:lnTo>
                  <a:pt x="5690" y="10554"/>
                </a:lnTo>
                <a:lnTo>
                  <a:pt x="5663" y="10214"/>
                </a:lnTo>
                <a:lnTo>
                  <a:pt x="5335" y="10120"/>
                </a:lnTo>
                <a:cubicBezTo>
                  <a:pt x="5052" y="10039"/>
                  <a:pt x="4780" y="9926"/>
                  <a:pt x="4523" y="9783"/>
                </a:cubicBezTo>
                <a:lnTo>
                  <a:pt x="4225" y="9617"/>
                </a:lnTo>
                <a:lnTo>
                  <a:pt x="3965" y="9839"/>
                </a:lnTo>
                <a:lnTo>
                  <a:pt x="2976" y="10682"/>
                </a:lnTo>
                <a:cubicBezTo>
                  <a:pt x="2995" y="10665"/>
                  <a:pt x="3007" y="10666"/>
                  <a:pt x="3024" y="10682"/>
                </a:cubicBezTo>
                <a:lnTo>
                  <a:pt x="2118" y="9776"/>
                </a:lnTo>
                <a:cubicBezTo>
                  <a:pt x="2134" y="9792"/>
                  <a:pt x="2134" y="9806"/>
                  <a:pt x="2118" y="9824"/>
                </a:cubicBezTo>
                <a:lnTo>
                  <a:pt x="2961" y="8835"/>
                </a:lnTo>
                <a:lnTo>
                  <a:pt x="3183" y="8575"/>
                </a:lnTo>
                <a:lnTo>
                  <a:pt x="3017" y="8277"/>
                </a:lnTo>
                <a:cubicBezTo>
                  <a:pt x="2874" y="8020"/>
                  <a:pt x="2761" y="7748"/>
                  <a:pt x="2680" y="7465"/>
                </a:cubicBezTo>
                <a:lnTo>
                  <a:pt x="2586" y="7137"/>
                </a:lnTo>
                <a:lnTo>
                  <a:pt x="2246" y="7110"/>
                </a:lnTo>
                <a:lnTo>
                  <a:pt x="951" y="7006"/>
                </a:lnTo>
                <a:cubicBezTo>
                  <a:pt x="976" y="7008"/>
                  <a:pt x="985" y="7018"/>
                  <a:pt x="985" y="7041"/>
                </a:cubicBezTo>
                <a:lnTo>
                  <a:pt x="985" y="5759"/>
                </a:lnTo>
                <a:cubicBezTo>
                  <a:pt x="985" y="5782"/>
                  <a:pt x="975" y="5792"/>
                  <a:pt x="951" y="5794"/>
                </a:cubicBezTo>
                <a:lnTo>
                  <a:pt x="2246" y="5690"/>
                </a:lnTo>
                <a:lnTo>
                  <a:pt x="2586" y="5663"/>
                </a:lnTo>
                <a:lnTo>
                  <a:pt x="2680" y="5335"/>
                </a:lnTo>
                <a:cubicBezTo>
                  <a:pt x="2761" y="5052"/>
                  <a:pt x="2874" y="4780"/>
                  <a:pt x="3017" y="4523"/>
                </a:cubicBezTo>
                <a:lnTo>
                  <a:pt x="3183" y="4225"/>
                </a:lnTo>
                <a:lnTo>
                  <a:pt x="2961" y="3965"/>
                </a:lnTo>
                <a:lnTo>
                  <a:pt x="2118" y="2976"/>
                </a:lnTo>
                <a:cubicBezTo>
                  <a:pt x="2135" y="2995"/>
                  <a:pt x="2134" y="3007"/>
                  <a:pt x="2118" y="3024"/>
                </a:cubicBezTo>
                <a:lnTo>
                  <a:pt x="3024" y="2118"/>
                </a:lnTo>
                <a:cubicBezTo>
                  <a:pt x="3008" y="2134"/>
                  <a:pt x="2994" y="2134"/>
                  <a:pt x="2976" y="2118"/>
                </a:cubicBezTo>
                <a:lnTo>
                  <a:pt x="3965" y="2961"/>
                </a:lnTo>
                <a:lnTo>
                  <a:pt x="4225" y="3183"/>
                </a:lnTo>
                <a:lnTo>
                  <a:pt x="4523" y="3017"/>
                </a:lnTo>
                <a:cubicBezTo>
                  <a:pt x="4780" y="2874"/>
                  <a:pt x="5052" y="2761"/>
                  <a:pt x="5335" y="2680"/>
                </a:cubicBezTo>
                <a:lnTo>
                  <a:pt x="5663" y="2586"/>
                </a:lnTo>
                <a:lnTo>
                  <a:pt x="5690" y="2246"/>
                </a:lnTo>
                <a:lnTo>
                  <a:pt x="5794" y="951"/>
                </a:lnTo>
                <a:cubicBezTo>
                  <a:pt x="5792" y="976"/>
                  <a:pt x="5782" y="985"/>
                  <a:pt x="5759" y="985"/>
                </a:cubicBezTo>
                <a:lnTo>
                  <a:pt x="7041" y="985"/>
                </a:lnTo>
                <a:cubicBezTo>
                  <a:pt x="7018" y="985"/>
                  <a:pt x="7008" y="975"/>
                  <a:pt x="7006" y="951"/>
                </a:cubicBezTo>
                <a:lnTo>
                  <a:pt x="7110" y="2246"/>
                </a:lnTo>
                <a:lnTo>
                  <a:pt x="7137" y="2586"/>
                </a:lnTo>
                <a:lnTo>
                  <a:pt x="7465" y="2680"/>
                </a:lnTo>
                <a:cubicBezTo>
                  <a:pt x="7748" y="2761"/>
                  <a:pt x="8020" y="2874"/>
                  <a:pt x="8277" y="3017"/>
                </a:cubicBezTo>
                <a:lnTo>
                  <a:pt x="8575" y="3183"/>
                </a:lnTo>
                <a:lnTo>
                  <a:pt x="8835" y="2961"/>
                </a:lnTo>
                <a:lnTo>
                  <a:pt x="9824" y="2118"/>
                </a:lnTo>
                <a:cubicBezTo>
                  <a:pt x="9805" y="2135"/>
                  <a:pt x="9793" y="2134"/>
                  <a:pt x="9776" y="2118"/>
                </a:cubicBezTo>
                <a:lnTo>
                  <a:pt x="10682" y="3024"/>
                </a:lnTo>
                <a:cubicBezTo>
                  <a:pt x="10666" y="3008"/>
                  <a:pt x="10666" y="2994"/>
                  <a:pt x="10682" y="2976"/>
                </a:cubicBezTo>
                <a:lnTo>
                  <a:pt x="9839" y="3965"/>
                </a:lnTo>
                <a:lnTo>
                  <a:pt x="9617" y="4225"/>
                </a:lnTo>
                <a:lnTo>
                  <a:pt x="9783" y="4523"/>
                </a:lnTo>
                <a:cubicBezTo>
                  <a:pt x="9926" y="4780"/>
                  <a:pt x="10039" y="5052"/>
                  <a:pt x="10120" y="5335"/>
                </a:cubicBezTo>
                <a:lnTo>
                  <a:pt x="10214" y="5663"/>
                </a:lnTo>
                <a:lnTo>
                  <a:pt x="10554" y="5690"/>
                </a:lnTo>
                <a:lnTo>
                  <a:pt x="11849" y="5794"/>
                </a:lnTo>
                <a:cubicBezTo>
                  <a:pt x="11824" y="5792"/>
                  <a:pt x="11815" y="5782"/>
                  <a:pt x="11815" y="5759"/>
                </a:cubicBezTo>
                <a:lnTo>
                  <a:pt x="11815" y="7041"/>
                </a:lnTo>
                <a:cubicBezTo>
                  <a:pt x="11815" y="7018"/>
                  <a:pt x="11825" y="7008"/>
                  <a:pt x="11849" y="7006"/>
                </a:cubicBezTo>
                <a:lnTo>
                  <a:pt x="10554" y="7110"/>
                </a:lnTo>
                <a:lnTo>
                  <a:pt x="10214" y="7137"/>
                </a:lnTo>
                <a:lnTo>
                  <a:pt x="10120" y="7465"/>
                </a:lnTo>
                <a:cubicBezTo>
                  <a:pt x="10039" y="7748"/>
                  <a:pt x="9926" y="8020"/>
                  <a:pt x="9783" y="8277"/>
                </a:cubicBezTo>
                <a:lnTo>
                  <a:pt x="9617" y="8575"/>
                </a:lnTo>
                <a:lnTo>
                  <a:pt x="9839" y="8835"/>
                </a:lnTo>
                <a:lnTo>
                  <a:pt x="10682" y="9824"/>
                </a:lnTo>
                <a:cubicBezTo>
                  <a:pt x="10665" y="9805"/>
                  <a:pt x="10666" y="9793"/>
                  <a:pt x="10682" y="9776"/>
                </a:cubicBezTo>
                <a:lnTo>
                  <a:pt x="9776" y="10682"/>
                </a:lnTo>
                <a:cubicBezTo>
                  <a:pt x="9792" y="10666"/>
                  <a:pt x="9806" y="10666"/>
                  <a:pt x="9824" y="10682"/>
                </a:cubicBezTo>
                <a:lnTo>
                  <a:pt x="8835" y="9839"/>
                </a:lnTo>
                <a:lnTo>
                  <a:pt x="8575" y="9617"/>
                </a:lnTo>
                <a:close/>
                <a:moveTo>
                  <a:pt x="6470" y="8721"/>
                </a:moveTo>
                <a:cubicBezTo>
                  <a:pt x="7713" y="8721"/>
                  <a:pt x="8721" y="7713"/>
                  <a:pt x="8721" y="6470"/>
                </a:cubicBezTo>
                <a:cubicBezTo>
                  <a:pt x="8721" y="5227"/>
                  <a:pt x="7713" y="4220"/>
                  <a:pt x="6470" y="4220"/>
                </a:cubicBezTo>
                <a:cubicBezTo>
                  <a:pt x="5227" y="4220"/>
                  <a:pt x="4220" y="5227"/>
                  <a:pt x="4220" y="6470"/>
                </a:cubicBezTo>
                <a:cubicBezTo>
                  <a:pt x="4220" y="7713"/>
                  <a:pt x="5227" y="8721"/>
                  <a:pt x="6470" y="8721"/>
                </a:cubicBezTo>
                <a:close/>
                <a:moveTo>
                  <a:pt x="6470" y="7736"/>
                </a:moveTo>
                <a:cubicBezTo>
                  <a:pt x="5771" y="7736"/>
                  <a:pt x="5204" y="7169"/>
                  <a:pt x="5204" y="6470"/>
                </a:cubicBezTo>
                <a:cubicBezTo>
                  <a:pt x="5204" y="5771"/>
                  <a:pt x="5771" y="5204"/>
                  <a:pt x="6470" y="5204"/>
                </a:cubicBezTo>
                <a:cubicBezTo>
                  <a:pt x="7169" y="5204"/>
                  <a:pt x="7736" y="5771"/>
                  <a:pt x="7736" y="6470"/>
                </a:cubicBezTo>
                <a:cubicBezTo>
                  <a:pt x="7736" y="7169"/>
                  <a:pt x="7169" y="7736"/>
                  <a:pt x="6470" y="7736"/>
                </a:cubicBez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8" name="文本框 37">
            <a:extLst>
              <a:ext uri="{FF2B5EF4-FFF2-40B4-BE49-F238E27FC236}">
                <a16:creationId xmlns:a16="http://schemas.microsoft.com/office/drawing/2014/main" id="{3EF9366E-11C8-48DC-BF04-CBCBBFFB19AD}"/>
              </a:ext>
            </a:extLst>
          </p:cNvPr>
          <p:cNvSpPr txBox="1"/>
          <p:nvPr/>
        </p:nvSpPr>
        <p:spPr>
          <a:xfrm>
            <a:off x="9102291" y="1629248"/>
            <a:ext cx="1239520" cy="430374"/>
          </a:xfrm>
          <a:prstGeom prst="rect">
            <a:avLst/>
          </a:prstGeom>
          <a:noFill/>
        </p:spPr>
        <p:txBody>
          <a:bodyPr wrap="square" rtlCol="0">
            <a:spAutoFit/>
          </a:bodyPr>
          <a:lstStyle/>
          <a:p>
            <a:pPr>
              <a:lnSpc>
                <a:spcPct val="120000"/>
              </a:lnSpc>
            </a:pPr>
            <a:r>
              <a:rPr lang="zh-CN" altLang="en-US" sz="2000" spc="100" dirty="0">
                <a:solidFill>
                  <a:schemeClr val="tx1">
                    <a:lumMod val="65000"/>
                    <a:lumOff val="35000"/>
                  </a:schemeClr>
                </a:solidFill>
                <a:latin typeface="+mj-ea"/>
                <a:ea typeface="+mj-ea"/>
                <a:cs typeface="+mn-ea"/>
                <a:sym typeface="+mn-lt"/>
              </a:rPr>
              <a:t>关键词</a:t>
            </a:r>
            <a:r>
              <a:rPr lang="en-US" altLang="zh-CN" sz="2000" spc="100" dirty="0">
                <a:solidFill>
                  <a:schemeClr val="tx1">
                    <a:lumMod val="65000"/>
                    <a:lumOff val="35000"/>
                  </a:schemeClr>
                </a:solidFill>
                <a:latin typeface="+mj-ea"/>
                <a:ea typeface="+mj-ea"/>
                <a:cs typeface="+mn-ea"/>
                <a:sym typeface="+mn-lt"/>
              </a:rPr>
              <a:t>3</a:t>
            </a:r>
            <a:endParaRPr lang="zh-CN" altLang="en-US" sz="2000" spc="100" dirty="0">
              <a:solidFill>
                <a:schemeClr val="tx1">
                  <a:lumMod val="65000"/>
                  <a:lumOff val="35000"/>
                </a:schemeClr>
              </a:solidFill>
              <a:latin typeface="+mj-ea"/>
              <a:ea typeface="+mj-ea"/>
              <a:cs typeface="+mn-ea"/>
              <a:sym typeface="+mn-lt"/>
            </a:endParaRPr>
          </a:p>
        </p:txBody>
      </p:sp>
      <p:cxnSp>
        <p:nvCxnSpPr>
          <p:cNvPr id="39" name="直接连接符 38">
            <a:extLst>
              <a:ext uri="{FF2B5EF4-FFF2-40B4-BE49-F238E27FC236}">
                <a16:creationId xmlns:a16="http://schemas.microsoft.com/office/drawing/2014/main" id="{FEAD0814-48B6-4307-9995-180E56C93092}"/>
              </a:ext>
            </a:extLst>
          </p:cNvPr>
          <p:cNvCxnSpPr>
            <a:cxnSpLocks/>
          </p:cNvCxnSpPr>
          <p:nvPr/>
        </p:nvCxnSpPr>
        <p:spPr>
          <a:xfrm flipV="1">
            <a:off x="9003071" y="1745693"/>
            <a:ext cx="0" cy="46736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AC817A08-1EA4-41D3-8792-DC00F062A456}"/>
              </a:ext>
            </a:extLst>
          </p:cNvPr>
          <p:cNvSpPr txBox="1"/>
          <p:nvPr/>
        </p:nvSpPr>
        <p:spPr>
          <a:xfrm>
            <a:off x="9102291" y="2059622"/>
            <a:ext cx="2380097" cy="1250471"/>
          </a:xfrm>
          <a:prstGeom prst="rect">
            <a:avLst/>
          </a:prstGeom>
          <a:noFill/>
        </p:spPr>
        <p:txBody>
          <a:bodyPr wrap="square" rtlCol="0">
            <a:spAutoFit/>
          </a:bodyPr>
          <a:lstStyle/>
          <a:p>
            <a:pPr>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a:t>
            </a:r>
          </a:p>
        </p:txBody>
      </p:sp>
      <p:sp>
        <p:nvSpPr>
          <p:cNvPr id="46" name="iconfont-1096-617957">
            <a:extLst>
              <a:ext uri="{FF2B5EF4-FFF2-40B4-BE49-F238E27FC236}">
                <a16:creationId xmlns:a16="http://schemas.microsoft.com/office/drawing/2014/main" id="{30387C44-E41B-459B-93B2-C8804B7BFC73}"/>
              </a:ext>
            </a:extLst>
          </p:cNvPr>
          <p:cNvSpPr>
            <a:spLocks noChangeAspect="1"/>
          </p:cNvSpPr>
          <p:nvPr/>
        </p:nvSpPr>
        <p:spPr bwMode="auto">
          <a:xfrm>
            <a:off x="8312186" y="1745693"/>
            <a:ext cx="421210" cy="467360"/>
          </a:xfrm>
          <a:custGeom>
            <a:avLst/>
            <a:gdLst>
              <a:gd name="connsiteX0" fmla="*/ 386790 w 546811"/>
              <a:gd name="connsiteY0" fmla="*/ 491551 h 606722"/>
              <a:gd name="connsiteX1" fmla="*/ 335171 w 546811"/>
              <a:gd name="connsiteY1" fmla="*/ 567977 h 606722"/>
              <a:gd name="connsiteX2" fmla="*/ 434583 w 546811"/>
              <a:gd name="connsiteY2" fmla="*/ 514568 h 606722"/>
              <a:gd name="connsiteX3" fmla="*/ 386790 w 546811"/>
              <a:gd name="connsiteY3" fmla="*/ 491551 h 606722"/>
              <a:gd name="connsiteX4" fmla="*/ 160110 w 546811"/>
              <a:gd name="connsiteY4" fmla="*/ 491551 h 606722"/>
              <a:gd name="connsiteX5" fmla="*/ 112317 w 546811"/>
              <a:gd name="connsiteY5" fmla="*/ 514568 h 606722"/>
              <a:gd name="connsiteX6" fmla="*/ 211729 w 546811"/>
              <a:gd name="connsiteY6" fmla="*/ 567977 h 606722"/>
              <a:gd name="connsiteX7" fmla="*/ 160110 w 546811"/>
              <a:gd name="connsiteY7" fmla="*/ 491551 h 606722"/>
              <a:gd name="connsiteX8" fmla="*/ 288713 w 546811"/>
              <a:gd name="connsiteY8" fmla="*/ 471379 h 606722"/>
              <a:gd name="connsiteX9" fmla="*/ 288713 w 546811"/>
              <a:gd name="connsiteY9" fmla="*/ 571353 h 606722"/>
              <a:gd name="connsiteX10" fmla="*/ 357510 w 546811"/>
              <a:gd name="connsiteY10" fmla="*/ 482132 h 606722"/>
              <a:gd name="connsiteX11" fmla="*/ 288713 w 546811"/>
              <a:gd name="connsiteY11" fmla="*/ 471379 h 606722"/>
              <a:gd name="connsiteX12" fmla="*/ 258187 w 546811"/>
              <a:gd name="connsiteY12" fmla="*/ 471379 h 606722"/>
              <a:gd name="connsiteX13" fmla="*/ 189301 w 546811"/>
              <a:gd name="connsiteY13" fmla="*/ 482132 h 606722"/>
              <a:gd name="connsiteX14" fmla="*/ 258187 w 546811"/>
              <a:gd name="connsiteY14" fmla="*/ 571353 h 606722"/>
              <a:gd name="connsiteX15" fmla="*/ 423814 w 546811"/>
              <a:gd name="connsiteY15" fmla="*/ 348565 h 606722"/>
              <a:gd name="connsiteX16" fmla="*/ 399339 w 546811"/>
              <a:gd name="connsiteY16" fmla="*/ 463559 h 606722"/>
              <a:gd name="connsiteX17" fmla="*/ 456833 w 546811"/>
              <a:gd name="connsiteY17" fmla="*/ 492085 h 606722"/>
              <a:gd name="connsiteX18" fmla="*/ 515572 w 546811"/>
              <a:gd name="connsiteY18" fmla="*/ 348565 h 606722"/>
              <a:gd name="connsiteX19" fmla="*/ 153702 w 546811"/>
              <a:gd name="connsiteY19" fmla="*/ 348565 h 606722"/>
              <a:gd name="connsiteX20" fmla="*/ 176663 w 546811"/>
              <a:gd name="connsiteY20" fmla="*/ 453872 h 606722"/>
              <a:gd name="connsiteX21" fmla="*/ 258187 w 546811"/>
              <a:gd name="connsiteY21" fmla="*/ 440898 h 606722"/>
              <a:gd name="connsiteX22" fmla="*/ 258187 w 546811"/>
              <a:gd name="connsiteY22" fmla="*/ 348565 h 606722"/>
              <a:gd name="connsiteX23" fmla="*/ 31328 w 546811"/>
              <a:gd name="connsiteY23" fmla="*/ 348565 h 606722"/>
              <a:gd name="connsiteX24" fmla="*/ 90067 w 546811"/>
              <a:gd name="connsiteY24" fmla="*/ 492085 h 606722"/>
              <a:gd name="connsiteX25" fmla="*/ 147472 w 546811"/>
              <a:gd name="connsiteY25" fmla="*/ 463559 h 606722"/>
              <a:gd name="connsiteX26" fmla="*/ 123086 w 546811"/>
              <a:gd name="connsiteY26" fmla="*/ 348565 h 606722"/>
              <a:gd name="connsiteX27" fmla="*/ 90067 w 546811"/>
              <a:gd name="connsiteY27" fmla="*/ 174476 h 606722"/>
              <a:gd name="connsiteX28" fmla="*/ 31328 w 546811"/>
              <a:gd name="connsiteY28" fmla="*/ 317995 h 606722"/>
              <a:gd name="connsiteX29" fmla="*/ 123086 w 546811"/>
              <a:gd name="connsiteY29" fmla="*/ 317995 h 606722"/>
              <a:gd name="connsiteX30" fmla="*/ 147472 w 546811"/>
              <a:gd name="connsiteY30" fmla="*/ 203002 h 606722"/>
              <a:gd name="connsiteX31" fmla="*/ 90067 w 546811"/>
              <a:gd name="connsiteY31" fmla="*/ 174476 h 606722"/>
              <a:gd name="connsiteX32" fmla="*/ 363580 w 546811"/>
              <a:gd name="connsiteY32" fmla="*/ 104233 h 606722"/>
              <a:gd name="connsiteX33" fmla="*/ 317308 w 546811"/>
              <a:gd name="connsiteY33" fmla="*/ 150622 h 606722"/>
              <a:gd name="connsiteX34" fmla="*/ 363580 w 546811"/>
              <a:gd name="connsiteY34" fmla="*/ 197011 h 606722"/>
              <a:gd name="connsiteX35" fmla="*/ 409940 w 546811"/>
              <a:gd name="connsiteY35" fmla="*/ 150622 h 606722"/>
              <a:gd name="connsiteX36" fmla="*/ 363580 w 546811"/>
              <a:gd name="connsiteY36" fmla="*/ 104233 h 606722"/>
              <a:gd name="connsiteX37" fmla="*/ 363580 w 546811"/>
              <a:gd name="connsiteY37" fmla="*/ 74729 h 606722"/>
              <a:gd name="connsiteX38" fmla="*/ 439482 w 546811"/>
              <a:gd name="connsiteY38" fmla="*/ 150622 h 606722"/>
              <a:gd name="connsiteX39" fmla="*/ 363580 w 546811"/>
              <a:gd name="connsiteY39" fmla="*/ 226515 h 606722"/>
              <a:gd name="connsiteX40" fmla="*/ 287766 w 546811"/>
              <a:gd name="connsiteY40" fmla="*/ 150622 h 606722"/>
              <a:gd name="connsiteX41" fmla="*/ 363580 w 546811"/>
              <a:gd name="connsiteY41" fmla="*/ 74729 h 606722"/>
              <a:gd name="connsiteX42" fmla="*/ 203007 w 546811"/>
              <a:gd name="connsiteY42" fmla="*/ 69436 h 606722"/>
              <a:gd name="connsiteX43" fmla="*/ 189212 w 546811"/>
              <a:gd name="connsiteY43" fmla="*/ 105960 h 606722"/>
              <a:gd name="connsiteX44" fmla="*/ 112317 w 546811"/>
              <a:gd name="connsiteY44" fmla="*/ 151993 h 606722"/>
              <a:gd name="connsiteX45" fmla="*/ 160110 w 546811"/>
              <a:gd name="connsiteY45" fmla="*/ 175009 h 606722"/>
              <a:gd name="connsiteX46" fmla="*/ 184495 w 546811"/>
              <a:gd name="connsiteY46" fmla="*/ 133775 h 606722"/>
              <a:gd name="connsiteX47" fmla="*/ 195531 w 546811"/>
              <a:gd name="connsiteY47" fmla="*/ 216866 h 606722"/>
              <a:gd name="connsiteX48" fmla="*/ 176663 w 546811"/>
              <a:gd name="connsiteY48" fmla="*/ 212689 h 606722"/>
              <a:gd name="connsiteX49" fmla="*/ 153702 w 546811"/>
              <a:gd name="connsiteY49" fmla="*/ 318084 h 606722"/>
              <a:gd name="connsiteX50" fmla="*/ 258187 w 546811"/>
              <a:gd name="connsiteY50" fmla="*/ 318084 h 606722"/>
              <a:gd name="connsiteX51" fmla="*/ 258187 w 546811"/>
              <a:gd name="connsiteY51" fmla="*/ 300933 h 606722"/>
              <a:gd name="connsiteX52" fmla="*/ 305890 w 546811"/>
              <a:gd name="connsiteY52" fmla="*/ 348565 h 606722"/>
              <a:gd name="connsiteX53" fmla="*/ 288713 w 546811"/>
              <a:gd name="connsiteY53" fmla="*/ 348565 h 606722"/>
              <a:gd name="connsiteX54" fmla="*/ 288713 w 546811"/>
              <a:gd name="connsiteY54" fmla="*/ 440898 h 606722"/>
              <a:gd name="connsiteX55" fmla="*/ 370237 w 546811"/>
              <a:gd name="connsiteY55" fmla="*/ 453872 h 606722"/>
              <a:gd name="connsiteX56" fmla="*/ 390083 w 546811"/>
              <a:gd name="connsiteY56" fmla="*/ 379669 h 606722"/>
              <a:gd name="connsiteX57" fmla="*/ 451849 w 546811"/>
              <a:gd name="connsiteY57" fmla="*/ 317995 h 606722"/>
              <a:gd name="connsiteX58" fmla="*/ 515572 w 546811"/>
              <a:gd name="connsiteY58" fmla="*/ 317995 h 606722"/>
              <a:gd name="connsiteX59" fmla="*/ 504714 w 546811"/>
              <a:gd name="connsiteY59" fmla="*/ 262276 h 606722"/>
              <a:gd name="connsiteX60" fmla="*/ 525896 w 546811"/>
              <a:gd name="connsiteY60" fmla="*/ 228596 h 606722"/>
              <a:gd name="connsiteX61" fmla="*/ 546811 w 546811"/>
              <a:gd name="connsiteY61" fmla="*/ 333280 h 606722"/>
              <a:gd name="connsiteX62" fmla="*/ 273405 w 546811"/>
              <a:gd name="connsiteY62" fmla="*/ 606722 h 606722"/>
              <a:gd name="connsiteX63" fmla="*/ 0 w 546811"/>
              <a:gd name="connsiteY63" fmla="*/ 333280 h 606722"/>
              <a:gd name="connsiteX64" fmla="*/ 203007 w 546811"/>
              <a:gd name="connsiteY64" fmla="*/ 69436 h 606722"/>
              <a:gd name="connsiteX65" fmla="*/ 363615 w 546811"/>
              <a:gd name="connsiteY65" fmla="*/ 29594 h 606722"/>
              <a:gd name="connsiteX66" fmla="*/ 277996 w 546811"/>
              <a:gd name="connsiteY66" fmla="*/ 65053 h 606722"/>
              <a:gd name="connsiteX67" fmla="*/ 278085 w 546811"/>
              <a:gd name="connsiteY67" fmla="*/ 236220 h 606722"/>
              <a:gd name="connsiteX68" fmla="*/ 305408 w 546811"/>
              <a:gd name="connsiteY68" fmla="*/ 263592 h 606722"/>
              <a:gd name="connsiteX69" fmla="*/ 363615 w 546811"/>
              <a:gd name="connsiteY69" fmla="*/ 321803 h 606722"/>
              <a:gd name="connsiteX70" fmla="*/ 413811 w 546811"/>
              <a:gd name="connsiteY70" fmla="*/ 271590 h 606722"/>
              <a:gd name="connsiteX71" fmla="*/ 449233 w 546811"/>
              <a:gd name="connsiteY71" fmla="*/ 236309 h 606722"/>
              <a:gd name="connsiteX72" fmla="*/ 449233 w 546811"/>
              <a:gd name="connsiteY72" fmla="*/ 65053 h 606722"/>
              <a:gd name="connsiteX73" fmla="*/ 363615 w 546811"/>
              <a:gd name="connsiteY73" fmla="*/ 29594 h 606722"/>
              <a:gd name="connsiteX74" fmla="*/ 363615 w 546811"/>
              <a:gd name="connsiteY74" fmla="*/ 0 h 606722"/>
              <a:gd name="connsiteX75" fmla="*/ 470148 w 546811"/>
              <a:gd name="connsiteY75" fmla="*/ 44080 h 606722"/>
              <a:gd name="connsiteX76" fmla="*/ 470148 w 546811"/>
              <a:gd name="connsiteY76" fmla="*/ 257104 h 606722"/>
              <a:gd name="connsiteX77" fmla="*/ 367887 w 546811"/>
              <a:gd name="connsiteY77" fmla="*/ 359217 h 606722"/>
              <a:gd name="connsiteX78" fmla="*/ 363615 w 546811"/>
              <a:gd name="connsiteY78" fmla="*/ 363483 h 606722"/>
              <a:gd name="connsiteX79" fmla="*/ 359342 w 546811"/>
              <a:gd name="connsiteY79" fmla="*/ 359217 h 606722"/>
              <a:gd name="connsiteX80" fmla="*/ 257170 w 546811"/>
              <a:gd name="connsiteY80" fmla="*/ 257193 h 606722"/>
              <a:gd name="connsiteX81" fmla="*/ 257081 w 546811"/>
              <a:gd name="connsiteY81" fmla="*/ 44080 h 606722"/>
              <a:gd name="connsiteX82" fmla="*/ 363615 w 546811"/>
              <a:gd name="connsiteY8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46811" h="606722">
                <a:moveTo>
                  <a:pt x="386790" y="491551"/>
                </a:moveTo>
                <a:cubicBezTo>
                  <a:pt x="372907" y="519100"/>
                  <a:pt x="355641" y="544782"/>
                  <a:pt x="335171" y="567977"/>
                </a:cubicBezTo>
                <a:cubicBezTo>
                  <a:pt x="371750" y="558290"/>
                  <a:pt x="406014" y="539984"/>
                  <a:pt x="434583" y="514568"/>
                </a:cubicBezTo>
                <a:cubicBezTo>
                  <a:pt x="417762" y="504881"/>
                  <a:pt x="402098" y="497328"/>
                  <a:pt x="386790" y="491551"/>
                </a:cubicBezTo>
                <a:close/>
                <a:moveTo>
                  <a:pt x="160110" y="491551"/>
                </a:moveTo>
                <a:cubicBezTo>
                  <a:pt x="144802" y="497328"/>
                  <a:pt x="129138" y="504881"/>
                  <a:pt x="112317" y="514568"/>
                </a:cubicBezTo>
                <a:cubicBezTo>
                  <a:pt x="140886" y="539984"/>
                  <a:pt x="175061" y="558290"/>
                  <a:pt x="211729" y="567977"/>
                </a:cubicBezTo>
                <a:cubicBezTo>
                  <a:pt x="191259" y="544694"/>
                  <a:pt x="173904" y="519011"/>
                  <a:pt x="160110" y="491551"/>
                </a:cubicBezTo>
                <a:close/>
                <a:moveTo>
                  <a:pt x="288713" y="471379"/>
                </a:moveTo>
                <a:lnTo>
                  <a:pt x="288713" y="571353"/>
                </a:lnTo>
                <a:cubicBezTo>
                  <a:pt x="317104" y="545227"/>
                  <a:pt x="340244" y="515279"/>
                  <a:pt x="357510" y="482132"/>
                </a:cubicBezTo>
                <a:cubicBezTo>
                  <a:pt x="335260" y="476089"/>
                  <a:pt x="312120" y="472534"/>
                  <a:pt x="288713" y="471379"/>
                </a:cubicBezTo>
                <a:close/>
                <a:moveTo>
                  <a:pt x="258187" y="471379"/>
                </a:moveTo>
                <a:cubicBezTo>
                  <a:pt x="234780" y="472534"/>
                  <a:pt x="211640" y="476089"/>
                  <a:pt x="189301" y="482132"/>
                </a:cubicBezTo>
                <a:cubicBezTo>
                  <a:pt x="206567" y="515279"/>
                  <a:pt x="229707" y="545227"/>
                  <a:pt x="258187" y="571353"/>
                </a:cubicBezTo>
                <a:close/>
                <a:moveTo>
                  <a:pt x="423814" y="348565"/>
                </a:moveTo>
                <a:cubicBezTo>
                  <a:pt x="422123" y="388378"/>
                  <a:pt x="413846" y="427034"/>
                  <a:pt x="399339" y="463559"/>
                </a:cubicBezTo>
                <a:cubicBezTo>
                  <a:pt x="418118" y="470668"/>
                  <a:pt x="436986" y="479999"/>
                  <a:pt x="456833" y="492085"/>
                </a:cubicBezTo>
                <a:cubicBezTo>
                  <a:pt x="491899" y="451562"/>
                  <a:pt x="512190" y="401974"/>
                  <a:pt x="515572" y="348565"/>
                </a:cubicBezTo>
                <a:close/>
                <a:moveTo>
                  <a:pt x="153702" y="348565"/>
                </a:moveTo>
                <a:cubicBezTo>
                  <a:pt x="155393" y="385001"/>
                  <a:pt x="163136" y="420458"/>
                  <a:pt x="176663" y="453872"/>
                </a:cubicBezTo>
                <a:cubicBezTo>
                  <a:pt x="203007" y="446496"/>
                  <a:pt x="230419" y="442053"/>
                  <a:pt x="258187" y="440898"/>
                </a:cubicBezTo>
                <a:lnTo>
                  <a:pt x="258187" y="348565"/>
                </a:lnTo>
                <a:close/>
                <a:moveTo>
                  <a:pt x="31328" y="348565"/>
                </a:moveTo>
                <a:cubicBezTo>
                  <a:pt x="34621" y="401974"/>
                  <a:pt x="54912" y="451562"/>
                  <a:pt x="90067" y="492085"/>
                </a:cubicBezTo>
                <a:cubicBezTo>
                  <a:pt x="109914" y="479999"/>
                  <a:pt x="128693" y="470668"/>
                  <a:pt x="147472" y="463559"/>
                </a:cubicBezTo>
                <a:cubicBezTo>
                  <a:pt x="132965" y="427034"/>
                  <a:pt x="124777" y="388378"/>
                  <a:pt x="123086" y="348565"/>
                </a:cubicBezTo>
                <a:close/>
                <a:moveTo>
                  <a:pt x="90067" y="174476"/>
                </a:moveTo>
                <a:cubicBezTo>
                  <a:pt x="54912" y="214999"/>
                  <a:pt x="34621" y="264587"/>
                  <a:pt x="31328" y="317995"/>
                </a:cubicBezTo>
                <a:lnTo>
                  <a:pt x="123086" y="317995"/>
                </a:lnTo>
                <a:cubicBezTo>
                  <a:pt x="124777" y="278183"/>
                  <a:pt x="132965" y="239526"/>
                  <a:pt x="147472" y="203002"/>
                </a:cubicBezTo>
                <a:cubicBezTo>
                  <a:pt x="128693" y="195893"/>
                  <a:pt x="109914" y="186562"/>
                  <a:pt x="90067" y="174476"/>
                </a:cubicBezTo>
                <a:close/>
                <a:moveTo>
                  <a:pt x="363580" y="104233"/>
                </a:moveTo>
                <a:cubicBezTo>
                  <a:pt x="338041" y="104233"/>
                  <a:pt x="317308" y="125028"/>
                  <a:pt x="317308" y="150622"/>
                </a:cubicBezTo>
                <a:cubicBezTo>
                  <a:pt x="317308" y="176216"/>
                  <a:pt x="338041" y="197011"/>
                  <a:pt x="363580" y="197011"/>
                </a:cubicBezTo>
                <a:cubicBezTo>
                  <a:pt x="389118" y="197011"/>
                  <a:pt x="409940" y="176216"/>
                  <a:pt x="409940" y="150622"/>
                </a:cubicBezTo>
                <a:cubicBezTo>
                  <a:pt x="409940" y="125028"/>
                  <a:pt x="389118" y="104233"/>
                  <a:pt x="363580" y="104233"/>
                </a:cubicBezTo>
                <a:close/>
                <a:moveTo>
                  <a:pt x="363580" y="74729"/>
                </a:moveTo>
                <a:cubicBezTo>
                  <a:pt x="405402" y="74729"/>
                  <a:pt x="439482" y="108766"/>
                  <a:pt x="439482" y="150622"/>
                </a:cubicBezTo>
                <a:cubicBezTo>
                  <a:pt x="439482" y="192479"/>
                  <a:pt x="405402" y="226515"/>
                  <a:pt x="363580" y="226515"/>
                </a:cubicBezTo>
                <a:cubicBezTo>
                  <a:pt x="321758" y="226515"/>
                  <a:pt x="287766" y="192479"/>
                  <a:pt x="287766" y="150622"/>
                </a:cubicBezTo>
                <a:cubicBezTo>
                  <a:pt x="287766" y="108766"/>
                  <a:pt x="321758" y="74729"/>
                  <a:pt x="363580" y="74729"/>
                </a:cubicBezTo>
                <a:close/>
                <a:moveTo>
                  <a:pt x="203007" y="69436"/>
                </a:moveTo>
                <a:cubicBezTo>
                  <a:pt x="197044" y="81167"/>
                  <a:pt x="192416" y="93341"/>
                  <a:pt x="189212" y="105960"/>
                </a:cubicBezTo>
                <a:cubicBezTo>
                  <a:pt x="161089" y="116447"/>
                  <a:pt x="134923" y="131909"/>
                  <a:pt x="112317" y="151993"/>
                </a:cubicBezTo>
                <a:cubicBezTo>
                  <a:pt x="129138" y="161768"/>
                  <a:pt x="144802" y="169233"/>
                  <a:pt x="160110" y="175009"/>
                </a:cubicBezTo>
                <a:cubicBezTo>
                  <a:pt x="167318" y="160791"/>
                  <a:pt x="175506" y="147017"/>
                  <a:pt x="184495" y="133775"/>
                </a:cubicBezTo>
                <a:cubicBezTo>
                  <a:pt x="181914" y="161857"/>
                  <a:pt x="185118" y="190294"/>
                  <a:pt x="195531" y="216866"/>
                </a:cubicBezTo>
                <a:cubicBezTo>
                  <a:pt x="189301" y="215444"/>
                  <a:pt x="182804" y="214377"/>
                  <a:pt x="176663" y="212689"/>
                </a:cubicBezTo>
                <a:cubicBezTo>
                  <a:pt x="163136" y="246103"/>
                  <a:pt x="155393" y="281560"/>
                  <a:pt x="153702" y="318084"/>
                </a:cubicBezTo>
                <a:lnTo>
                  <a:pt x="258187" y="318084"/>
                </a:lnTo>
                <a:lnTo>
                  <a:pt x="258187" y="300933"/>
                </a:lnTo>
                <a:cubicBezTo>
                  <a:pt x="271448" y="314174"/>
                  <a:pt x="288891" y="331592"/>
                  <a:pt x="305890" y="348565"/>
                </a:cubicBezTo>
                <a:lnTo>
                  <a:pt x="288713" y="348565"/>
                </a:lnTo>
                <a:lnTo>
                  <a:pt x="288713" y="440898"/>
                </a:lnTo>
                <a:cubicBezTo>
                  <a:pt x="316481" y="442053"/>
                  <a:pt x="343893" y="446496"/>
                  <a:pt x="370237" y="453872"/>
                </a:cubicBezTo>
                <a:cubicBezTo>
                  <a:pt x="379849" y="430056"/>
                  <a:pt x="386434" y="405173"/>
                  <a:pt x="390083" y="379669"/>
                </a:cubicBezTo>
                <a:cubicBezTo>
                  <a:pt x="407972" y="361807"/>
                  <a:pt x="431735" y="338168"/>
                  <a:pt x="451849" y="317995"/>
                </a:cubicBezTo>
                <a:lnTo>
                  <a:pt x="515572" y="317995"/>
                </a:lnTo>
                <a:cubicBezTo>
                  <a:pt x="514326" y="298800"/>
                  <a:pt x="510232" y="280316"/>
                  <a:pt x="504714" y="262276"/>
                </a:cubicBezTo>
                <a:cubicBezTo>
                  <a:pt x="513080" y="251612"/>
                  <a:pt x="520289" y="240415"/>
                  <a:pt x="525896" y="228596"/>
                </a:cubicBezTo>
                <a:cubicBezTo>
                  <a:pt x="539335" y="260854"/>
                  <a:pt x="546811" y="296223"/>
                  <a:pt x="546811" y="333280"/>
                </a:cubicBezTo>
                <a:cubicBezTo>
                  <a:pt x="546811" y="484087"/>
                  <a:pt x="424170" y="606722"/>
                  <a:pt x="273405" y="606722"/>
                </a:cubicBezTo>
                <a:cubicBezTo>
                  <a:pt x="122641" y="606722"/>
                  <a:pt x="0" y="484087"/>
                  <a:pt x="0" y="333280"/>
                </a:cubicBezTo>
                <a:cubicBezTo>
                  <a:pt x="0" y="206912"/>
                  <a:pt x="86329" y="100539"/>
                  <a:pt x="203007" y="69436"/>
                </a:cubicBezTo>
                <a:close/>
                <a:moveTo>
                  <a:pt x="363615" y="29594"/>
                </a:moveTo>
                <a:cubicBezTo>
                  <a:pt x="331307" y="29594"/>
                  <a:pt x="300869" y="42125"/>
                  <a:pt x="277996" y="65053"/>
                </a:cubicBezTo>
                <a:cubicBezTo>
                  <a:pt x="230826" y="112245"/>
                  <a:pt x="230826" y="189029"/>
                  <a:pt x="278085" y="236220"/>
                </a:cubicBezTo>
                <a:cubicBezTo>
                  <a:pt x="278530" y="236753"/>
                  <a:pt x="290100" y="248395"/>
                  <a:pt x="305408" y="263592"/>
                </a:cubicBezTo>
                <a:lnTo>
                  <a:pt x="363615" y="321803"/>
                </a:lnTo>
                <a:lnTo>
                  <a:pt x="413811" y="271590"/>
                </a:lnTo>
                <a:cubicBezTo>
                  <a:pt x="432857" y="252661"/>
                  <a:pt x="448699" y="236842"/>
                  <a:pt x="449233" y="236309"/>
                </a:cubicBezTo>
                <a:cubicBezTo>
                  <a:pt x="496492" y="189029"/>
                  <a:pt x="496492" y="112245"/>
                  <a:pt x="449233" y="65053"/>
                </a:cubicBezTo>
                <a:cubicBezTo>
                  <a:pt x="426360" y="42125"/>
                  <a:pt x="396011" y="29594"/>
                  <a:pt x="363615" y="29594"/>
                </a:cubicBezTo>
                <a:close/>
                <a:moveTo>
                  <a:pt x="363615" y="0"/>
                </a:moveTo>
                <a:cubicBezTo>
                  <a:pt x="403843" y="0"/>
                  <a:pt x="441668" y="15641"/>
                  <a:pt x="470148" y="44080"/>
                </a:cubicBezTo>
                <a:cubicBezTo>
                  <a:pt x="528888" y="102824"/>
                  <a:pt x="528888" y="198361"/>
                  <a:pt x="470148" y="257104"/>
                </a:cubicBezTo>
                <a:cubicBezTo>
                  <a:pt x="468813" y="258438"/>
                  <a:pt x="367887" y="359217"/>
                  <a:pt x="367887" y="359217"/>
                </a:cubicBezTo>
                <a:lnTo>
                  <a:pt x="363615" y="363483"/>
                </a:lnTo>
                <a:lnTo>
                  <a:pt x="359342" y="359217"/>
                </a:lnTo>
                <a:cubicBezTo>
                  <a:pt x="359342" y="359217"/>
                  <a:pt x="258416" y="258438"/>
                  <a:pt x="257170" y="257193"/>
                </a:cubicBezTo>
                <a:cubicBezTo>
                  <a:pt x="198430" y="198450"/>
                  <a:pt x="198430" y="102824"/>
                  <a:pt x="257081" y="44080"/>
                </a:cubicBezTo>
                <a:cubicBezTo>
                  <a:pt x="285561" y="15641"/>
                  <a:pt x="323386" y="0"/>
                  <a:pt x="363615" y="0"/>
                </a:cubicBez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42" name="文本框 41">
            <a:extLst>
              <a:ext uri="{FF2B5EF4-FFF2-40B4-BE49-F238E27FC236}">
                <a16:creationId xmlns:a16="http://schemas.microsoft.com/office/drawing/2014/main" id="{8A9C48EE-A624-43BF-8855-475675BCD8EC}"/>
              </a:ext>
            </a:extLst>
          </p:cNvPr>
          <p:cNvSpPr txBox="1"/>
          <p:nvPr/>
        </p:nvSpPr>
        <p:spPr>
          <a:xfrm>
            <a:off x="9102291" y="4413861"/>
            <a:ext cx="1239520" cy="430374"/>
          </a:xfrm>
          <a:prstGeom prst="rect">
            <a:avLst/>
          </a:prstGeom>
          <a:noFill/>
        </p:spPr>
        <p:txBody>
          <a:bodyPr wrap="square" rtlCol="0">
            <a:spAutoFit/>
          </a:bodyPr>
          <a:lstStyle>
            <a:defPPr>
              <a:defRPr lang="zh-CN"/>
            </a:defPPr>
            <a:lvl1pPr>
              <a:lnSpc>
                <a:spcPct val="120000"/>
              </a:lnSpc>
              <a:defRPr sz="2000" spc="100">
                <a:solidFill>
                  <a:schemeClr val="tx1">
                    <a:lumMod val="65000"/>
                    <a:lumOff val="35000"/>
                  </a:schemeClr>
                </a:solidFill>
                <a:latin typeface="+mj-ea"/>
                <a:ea typeface="+mj-ea"/>
                <a:cs typeface="+mn-ea"/>
              </a:defRPr>
            </a:lvl1pPr>
          </a:lstStyle>
          <a:p>
            <a:r>
              <a:rPr lang="zh-CN" altLang="en-US" dirty="0">
                <a:sym typeface="+mn-lt"/>
              </a:rPr>
              <a:t>关键词</a:t>
            </a:r>
            <a:r>
              <a:rPr lang="en-US" altLang="zh-CN" dirty="0">
                <a:sym typeface="+mn-lt"/>
              </a:rPr>
              <a:t>4</a:t>
            </a:r>
            <a:endParaRPr lang="zh-CN" altLang="en-US" dirty="0">
              <a:sym typeface="+mn-lt"/>
            </a:endParaRPr>
          </a:p>
        </p:txBody>
      </p:sp>
      <p:cxnSp>
        <p:nvCxnSpPr>
          <p:cNvPr id="43" name="直接连接符 42">
            <a:extLst>
              <a:ext uri="{FF2B5EF4-FFF2-40B4-BE49-F238E27FC236}">
                <a16:creationId xmlns:a16="http://schemas.microsoft.com/office/drawing/2014/main" id="{BA6C27AD-C10A-46C2-B9B5-BA5AFD208D32}"/>
              </a:ext>
            </a:extLst>
          </p:cNvPr>
          <p:cNvCxnSpPr>
            <a:cxnSpLocks/>
          </p:cNvCxnSpPr>
          <p:nvPr/>
        </p:nvCxnSpPr>
        <p:spPr>
          <a:xfrm flipV="1">
            <a:off x="9003071" y="4530306"/>
            <a:ext cx="0" cy="46736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EFA451F1-4F84-4C7A-9FEE-D2E0117CEF96}"/>
              </a:ext>
            </a:extLst>
          </p:cNvPr>
          <p:cNvSpPr txBox="1"/>
          <p:nvPr/>
        </p:nvSpPr>
        <p:spPr>
          <a:xfrm>
            <a:off x="9102291" y="4844235"/>
            <a:ext cx="2380097" cy="1250471"/>
          </a:xfrm>
          <a:prstGeom prst="rect">
            <a:avLst/>
          </a:prstGeom>
          <a:noFill/>
        </p:spPr>
        <p:txBody>
          <a:bodyPr wrap="square" rtlCol="0">
            <a:spAutoFit/>
          </a:bodyPr>
          <a:lstStyle/>
          <a:p>
            <a:pPr>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a:t>
            </a:r>
          </a:p>
        </p:txBody>
      </p:sp>
      <p:sp>
        <p:nvSpPr>
          <p:cNvPr id="49" name="iconfont-1096-617957">
            <a:extLst>
              <a:ext uri="{FF2B5EF4-FFF2-40B4-BE49-F238E27FC236}">
                <a16:creationId xmlns:a16="http://schemas.microsoft.com/office/drawing/2014/main" id="{CBD5C6CF-F3A1-481E-A811-A5439F209ED2}"/>
              </a:ext>
            </a:extLst>
          </p:cNvPr>
          <p:cNvSpPr>
            <a:spLocks noChangeAspect="1"/>
          </p:cNvSpPr>
          <p:nvPr/>
        </p:nvSpPr>
        <p:spPr bwMode="auto">
          <a:xfrm>
            <a:off x="8289110" y="4598402"/>
            <a:ext cx="467360" cy="331168"/>
          </a:xfrm>
          <a:custGeom>
            <a:avLst/>
            <a:gdLst>
              <a:gd name="connsiteX0" fmla="*/ 304631 w 609262"/>
              <a:gd name="connsiteY0" fmla="*/ 187351 h 431719"/>
              <a:gd name="connsiteX1" fmla="*/ 342031 w 609262"/>
              <a:gd name="connsiteY1" fmla="*/ 224751 h 431719"/>
              <a:gd name="connsiteX2" fmla="*/ 304631 w 609262"/>
              <a:gd name="connsiteY2" fmla="*/ 262151 h 431719"/>
              <a:gd name="connsiteX3" fmla="*/ 267231 w 609262"/>
              <a:gd name="connsiteY3" fmla="*/ 224751 h 431719"/>
              <a:gd name="connsiteX4" fmla="*/ 304631 w 609262"/>
              <a:gd name="connsiteY4" fmla="*/ 187351 h 431719"/>
              <a:gd name="connsiteX5" fmla="*/ 208386 w 609262"/>
              <a:gd name="connsiteY5" fmla="*/ 171686 h 431719"/>
              <a:gd name="connsiteX6" fmla="*/ 218064 w 609262"/>
              <a:gd name="connsiteY6" fmla="*/ 178713 h 431719"/>
              <a:gd name="connsiteX7" fmla="*/ 225542 w 609262"/>
              <a:gd name="connsiteY7" fmla="*/ 182959 h 431719"/>
              <a:gd name="connsiteX8" fmla="*/ 234047 w 609262"/>
              <a:gd name="connsiteY8" fmla="*/ 186765 h 431719"/>
              <a:gd name="connsiteX9" fmla="*/ 230528 w 609262"/>
              <a:gd name="connsiteY9" fmla="*/ 195256 h 431719"/>
              <a:gd name="connsiteX10" fmla="*/ 224809 w 609262"/>
              <a:gd name="connsiteY10" fmla="*/ 224682 h 431719"/>
              <a:gd name="connsiteX11" fmla="*/ 251496 w 609262"/>
              <a:gd name="connsiteY11" fmla="*/ 283827 h 431719"/>
              <a:gd name="connsiteX12" fmla="*/ 258975 w 609262"/>
              <a:gd name="connsiteY12" fmla="*/ 290562 h 431719"/>
              <a:gd name="connsiteX13" fmla="*/ 251790 w 609262"/>
              <a:gd name="connsiteY13" fmla="*/ 297735 h 431719"/>
              <a:gd name="connsiteX14" fmla="*/ 246951 w 609262"/>
              <a:gd name="connsiteY14" fmla="*/ 302127 h 431719"/>
              <a:gd name="connsiteX15" fmla="*/ 236980 w 609262"/>
              <a:gd name="connsiteY15" fmla="*/ 310911 h 431719"/>
              <a:gd name="connsiteX16" fmla="*/ 230675 w 609262"/>
              <a:gd name="connsiteY16" fmla="*/ 305055 h 431719"/>
              <a:gd name="connsiteX17" fmla="*/ 195043 w 609262"/>
              <a:gd name="connsiteY17" fmla="*/ 224682 h 431719"/>
              <a:gd name="connsiteX18" fmla="*/ 203694 w 609262"/>
              <a:gd name="connsiteY18" fmla="*/ 182666 h 431719"/>
              <a:gd name="connsiteX19" fmla="*/ 394643 w 609262"/>
              <a:gd name="connsiteY19" fmla="*/ 162159 h 431719"/>
              <a:gd name="connsiteX20" fmla="*/ 399336 w 609262"/>
              <a:gd name="connsiteY20" fmla="*/ 170212 h 431719"/>
              <a:gd name="connsiteX21" fmla="*/ 414149 w 609262"/>
              <a:gd name="connsiteY21" fmla="*/ 224678 h 431719"/>
              <a:gd name="connsiteX22" fmla="*/ 397870 w 609262"/>
              <a:gd name="connsiteY22" fmla="*/ 281925 h 431719"/>
              <a:gd name="connsiteX23" fmla="*/ 390977 w 609262"/>
              <a:gd name="connsiteY23" fmla="*/ 293199 h 431719"/>
              <a:gd name="connsiteX24" fmla="*/ 370737 w 609262"/>
              <a:gd name="connsiteY24" fmla="*/ 269627 h 431719"/>
              <a:gd name="connsiteX25" fmla="*/ 374257 w 609262"/>
              <a:gd name="connsiteY25" fmla="*/ 263624 h 431719"/>
              <a:gd name="connsiteX26" fmla="*/ 384377 w 609262"/>
              <a:gd name="connsiteY26" fmla="*/ 224678 h 431719"/>
              <a:gd name="connsiteX27" fmla="*/ 373231 w 609262"/>
              <a:gd name="connsiteY27" fmla="*/ 184267 h 431719"/>
              <a:gd name="connsiteX28" fmla="*/ 367364 w 609262"/>
              <a:gd name="connsiteY28" fmla="*/ 174458 h 431719"/>
              <a:gd name="connsiteX29" fmla="*/ 378071 w 609262"/>
              <a:gd name="connsiteY29" fmla="*/ 170505 h 431719"/>
              <a:gd name="connsiteX30" fmla="*/ 386577 w 609262"/>
              <a:gd name="connsiteY30" fmla="*/ 166698 h 431719"/>
              <a:gd name="connsiteX31" fmla="*/ 435864 w 609262"/>
              <a:gd name="connsiteY31" fmla="*/ 115163 h 431719"/>
              <a:gd name="connsiteX32" fmla="*/ 443638 w 609262"/>
              <a:gd name="connsiteY32" fmla="*/ 125853 h 431719"/>
              <a:gd name="connsiteX33" fmla="*/ 475611 w 609262"/>
              <a:gd name="connsiteY33" fmla="*/ 224697 h 431719"/>
              <a:gd name="connsiteX34" fmla="*/ 436744 w 609262"/>
              <a:gd name="connsiteY34" fmla="*/ 332766 h 431719"/>
              <a:gd name="connsiteX35" fmla="*/ 429704 w 609262"/>
              <a:gd name="connsiteY35" fmla="*/ 341113 h 431719"/>
              <a:gd name="connsiteX36" fmla="*/ 420171 w 609262"/>
              <a:gd name="connsiteY36" fmla="*/ 331009 h 431719"/>
              <a:gd name="connsiteX37" fmla="*/ 416944 w 609262"/>
              <a:gd name="connsiteY37" fmla="*/ 327495 h 431719"/>
              <a:gd name="connsiteX38" fmla="*/ 410197 w 609262"/>
              <a:gd name="connsiteY38" fmla="*/ 318562 h 431719"/>
              <a:gd name="connsiteX39" fmla="*/ 414744 w 609262"/>
              <a:gd name="connsiteY39" fmla="*/ 312851 h 431719"/>
              <a:gd name="connsiteX40" fmla="*/ 445984 w 609262"/>
              <a:gd name="connsiteY40" fmla="*/ 224697 h 431719"/>
              <a:gd name="connsiteX41" fmla="*/ 421051 w 609262"/>
              <a:gd name="connsiteY41" fmla="*/ 145768 h 431719"/>
              <a:gd name="connsiteX42" fmla="*/ 417237 w 609262"/>
              <a:gd name="connsiteY42" fmla="*/ 140057 h 431719"/>
              <a:gd name="connsiteX43" fmla="*/ 421491 w 609262"/>
              <a:gd name="connsiteY43" fmla="*/ 134492 h 431719"/>
              <a:gd name="connsiteX44" fmla="*/ 428091 w 609262"/>
              <a:gd name="connsiteY44" fmla="*/ 125853 h 431719"/>
              <a:gd name="connsiteX45" fmla="*/ 175703 w 609262"/>
              <a:gd name="connsiteY45" fmla="*/ 112058 h 431719"/>
              <a:gd name="connsiteX46" fmla="*/ 190674 w 609262"/>
              <a:gd name="connsiteY46" fmla="*/ 141496 h 431719"/>
              <a:gd name="connsiteX47" fmla="*/ 187592 w 609262"/>
              <a:gd name="connsiteY47" fmla="*/ 146036 h 431719"/>
              <a:gd name="connsiteX48" fmla="*/ 163374 w 609262"/>
              <a:gd name="connsiteY48" fmla="*/ 224683 h 431719"/>
              <a:gd name="connsiteX49" fmla="*/ 205057 w 609262"/>
              <a:gd name="connsiteY49" fmla="*/ 324419 h 431719"/>
              <a:gd name="connsiteX50" fmla="*/ 212543 w 609262"/>
              <a:gd name="connsiteY50" fmla="*/ 331888 h 431719"/>
              <a:gd name="connsiteX51" fmla="*/ 189353 w 609262"/>
              <a:gd name="connsiteY51" fmla="*/ 350781 h 431719"/>
              <a:gd name="connsiteX52" fmla="*/ 183335 w 609262"/>
              <a:gd name="connsiteY52" fmla="*/ 344776 h 431719"/>
              <a:gd name="connsiteX53" fmla="*/ 133580 w 609262"/>
              <a:gd name="connsiteY53" fmla="*/ 224683 h 431719"/>
              <a:gd name="connsiteX54" fmla="*/ 166603 w 609262"/>
              <a:gd name="connsiteY54" fmla="*/ 124653 h 431719"/>
              <a:gd name="connsiteX55" fmla="*/ 474168 w 609262"/>
              <a:gd name="connsiteY55" fmla="*/ 58146 h 431719"/>
              <a:gd name="connsiteX56" fmla="*/ 482087 w 609262"/>
              <a:gd name="connsiteY56" fmla="*/ 67080 h 431719"/>
              <a:gd name="connsiteX57" fmla="*/ 542507 w 609262"/>
              <a:gd name="connsiteY57" fmla="*/ 224668 h 431719"/>
              <a:gd name="connsiteX58" fmla="*/ 485020 w 609262"/>
              <a:gd name="connsiteY58" fmla="*/ 378887 h 431719"/>
              <a:gd name="connsiteX59" fmla="*/ 478861 w 609262"/>
              <a:gd name="connsiteY59" fmla="*/ 386063 h 431719"/>
              <a:gd name="connsiteX60" fmla="*/ 468742 w 609262"/>
              <a:gd name="connsiteY60" fmla="*/ 377422 h 431719"/>
              <a:gd name="connsiteX61" fmla="*/ 463462 w 609262"/>
              <a:gd name="connsiteY61" fmla="*/ 372882 h 431719"/>
              <a:gd name="connsiteX62" fmla="*/ 456276 w 609262"/>
              <a:gd name="connsiteY62" fmla="*/ 366584 h 431719"/>
              <a:gd name="connsiteX63" fmla="*/ 462436 w 609262"/>
              <a:gd name="connsiteY63" fmla="*/ 359554 h 431719"/>
              <a:gd name="connsiteX64" fmla="*/ 512737 w 609262"/>
              <a:gd name="connsiteY64" fmla="*/ 224668 h 431719"/>
              <a:gd name="connsiteX65" fmla="*/ 461556 w 609262"/>
              <a:gd name="connsiteY65" fmla="*/ 88755 h 431719"/>
              <a:gd name="connsiteX66" fmla="*/ 456716 w 609262"/>
              <a:gd name="connsiteY66" fmla="*/ 83190 h 431719"/>
              <a:gd name="connsiteX67" fmla="*/ 460822 w 609262"/>
              <a:gd name="connsiteY67" fmla="*/ 77185 h 431719"/>
              <a:gd name="connsiteX68" fmla="*/ 467275 w 609262"/>
              <a:gd name="connsiteY68" fmla="*/ 67812 h 431719"/>
              <a:gd name="connsiteX69" fmla="*/ 137413 w 609262"/>
              <a:gd name="connsiteY69" fmla="*/ 55817 h 431719"/>
              <a:gd name="connsiteX70" fmla="*/ 144303 w 609262"/>
              <a:gd name="connsiteY70" fmla="*/ 64605 h 431719"/>
              <a:gd name="connsiteX71" fmla="*/ 151339 w 609262"/>
              <a:gd name="connsiteY71" fmla="*/ 73685 h 431719"/>
              <a:gd name="connsiteX72" fmla="*/ 155884 w 609262"/>
              <a:gd name="connsiteY72" fmla="*/ 79983 h 431719"/>
              <a:gd name="connsiteX73" fmla="*/ 150753 w 609262"/>
              <a:gd name="connsiteY73" fmla="*/ 85695 h 431719"/>
              <a:gd name="connsiteX74" fmla="*/ 96513 w 609262"/>
              <a:gd name="connsiteY74" fmla="*/ 224687 h 431719"/>
              <a:gd name="connsiteX75" fmla="*/ 152219 w 609262"/>
              <a:gd name="connsiteY75" fmla="*/ 365730 h 431719"/>
              <a:gd name="connsiteX76" fmla="*/ 159549 w 609262"/>
              <a:gd name="connsiteY76" fmla="*/ 373492 h 431719"/>
              <a:gd name="connsiteX77" fmla="*/ 135214 w 609262"/>
              <a:gd name="connsiteY77" fmla="*/ 391214 h 431719"/>
              <a:gd name="connsiteX78" fmla="*/ 129497 w 609262"/>
              <a:gd name="connsiteY78" fmla="*/ 385063 h 431719"/>
              <a:gd name="connsiteX79" fmla="*/ 66755 w 609262"/>
              <a:gd name="connsiteY79" fmla="*/ 224687 h 431719"/>
              <a:gd name="connsiteX80" fmla="*/ 129790 w 609262"/>
              <a:gd name="connsiteY80" fmla="*/ 64019 h 431719"/>
              <a:gd name="connsiteX81" fmla="*/ 521684 w 609262"/>
              <a:gd name="connsiteY81" fmla="*/ 11432 h 431719"/>
              <a:gd name="connsiteX82" fmla="*/ 527992 w 609262"/>
              <a:gd name="connsiteY82" fmla="*/ 18169 h 431719"/>
              <a:gd name="connsiteX83" fmla="*/ 609262 w 609262"/>
              <a:gd name="connsiteY83" fmla="*/ 224672 h 431719"/>
              <a:gd name="connsiteX84" fmla="*/ 536647 w 609262"/>
              <a:gd name="connsiteY84" fmla="*/ 421509 h 431719"/>
              <a:gd name="connsiteX85" fmla="*/ 530486 w 609262"/>
              <a:gd name="connsiteY85" fmla="*/ 428685 h 431719"/>
              <a:gd name="connsiteX86" fmla="*/ 522418 w 609262"/>
              <a:gd name="connsiteY86" fmla="*/ 421802 h 431719"/>
              <a:gd name="connsiteX87" fmla="*/ 515376 w 609262"/>
              <a:gd name="connsiteY87" fmla="*/ 415797 h 431719"/>
              <a:gd name="connsiteX88" fmla="*/ 507748 w 609262"/>
              <a:gd name="connsiteY88" fmla="*/ 409646 h 431719"/>
              <a:gd name="connsiteX89" fmla="*/ 514056 w 609262"/>
              <a:gd name="connsiteY89" fmla="*/ 402323 h 431719"/>
              <a:gd name="connsiteX90" fmla="*/ 579483 w 609262"/>
              <a:gd name="connsiteY90" fmla="*/ 224672 h 431719"/>
              <a:gd name="connsiteX91" fmla="*/ 506135 w 609262"/>
              <a:gd name="connsiteY91" fmla="*/ 38380 h 431719"/>
              <a:gd name="connsiteX92" fmla="*/ 499533 w 609262"/>
              <a:gd name="connsiteY92" fmla="*/ 31350 h 431719"/>
              <a:gd name="connsiteX93" fmla="*/ 509362 w 609262"/>
              <a:gd name="connsiteY93" fmla="*/ 22416 h 431719"/>
              <a:gd name="connsiteX94" fmla="*/ 514790 w 609262"/>
              <a:gd name="connsiteY94" fmla="*/ 17437 h 431719"/>
              <a:gd name="connsiteX95" fmla="*/ 99309 w 609262"/>
              <a:gd name="connsiteY95" fmla="*/ 0 h 431719"/>
              <a:gd name="connsiteX96" fmla="*/ 105617 w 609262"/>
              <a:gd name="connsiteY96" fmla="*/ 10398 h 431719"/>
              <a:gd name="connsiteX97" fmla="*/ 109577 w 609262"/>
              <a:gd name="connsiteY97" fmla="*/ 16695 h 431719"/>
              <a:gd name="connsiteX98" fmla="*/ 115445 w 609262"/>
              <a:gd name="connsiteY98" fmla="*/ 25774 h 431719"/>
              <a:gd name="connsiteX99" fmla="*/ 110017 w 609262"/>
              <a:gd name="connsiteY99" fmla="*/ 31193 h 431719"/>
              <a:gd name="connsiteX100" fmla="*/ 29778 w 609262"/>
              <a:gd name="connsiteY100" fmla="*/ 224646 h 431719"/>
              <a:gd name="connsiteX101" fmla="*/ 98575 w 609262"/>
              <a:gd name="connsiteY101" fmla="*/ 405945 h 431719"/>
              <a:gd name="connsiteX102" fmla="*/ 105176 w 609262"/>
              <a:gd name="connsiteY102" fmla="*/ 413413 h 431719"/>
              <a:gd name="connsiteX103" fmla="*/ 81706 w 609262"/>
              <a:gd name="connsiteY103" fmla="*/ 431719 h 431719"/>
              <a:gd name="connsiteX104" fmla="*/ 75838 w 609262"/>
              <a:gd name="connsiteY104" fmla="*/ 424983 h 431719"/>
              <a:gd name="connsiteX105" fmla="*/ 0 w 609262"/>
              <a:gd name="connsiteY105" fmla="*/ 224646 h 431719"/>
              <a:gd name="connsiteX106" fmla="*/ 90801 w 609262"/>
              <a:gd name="connsiteY106" fmla="*/ 8494 h 43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9262" h="431719">
                <a:moveTo>
                  <a:pt x="304631" y="187351"/>
                </a:moveTo>
                <a:cubicBezTo>
                  <a:pt x="325286" y="187351"/>
                  <a:pt x="342031" y="204096"/>
                  <a:pt x="342031" y="224751"/>
                </a:cubicBezTo>
                <a:cubicBezTo>
                  <a:pt x="342031" y="245406"/>
                  <a:pt x="325286" y="262151"/>
                  <a:pt x="304631" y="262151"/>
                </a:cubicBezTo>
                <a:cubicBezTo>
                  <a:pt x="283976" y="262151"/>
                  <a:pt x="267231" y="245406"/>
                  <a:pt x="267231" y="224751"/>
                </a:cubicBezTo>
                <a:cubicBezTo>
                  <a:pt x="267231" y="204096"/>
                  <a:pt x="283976" y="187351"/>
                  <a:pt x="304631" y="187351"/>
                </a:cubicBezTo>
                <a:close/>
                <a:moveTo>
                  <a:pt x="208386" y="171686"/>
                </a:moveTo>
                <a:lnTo>
                  <a:pt x="218064" y="178713"/>
                </a:lnTo>
                <a:cubicBezTo>
                  <a:pt x="220410" y="180323"/>
                  <a:pt x="222903" y="181787"/>
                  <a:pt x="225542" y="182959"/>
                </a:cubicBezTo>
                <a:lnTo>
                  <a:pt x="234047" y="186765"/>
                </a:lnTo>
                <a:lnTo>
                  <a:pt x="230528" y="195256"/>
                </a:lnTo>
                <a:cubicBezTo>
                  <a:pt x="226715" y="204772"/>
                  <a:pt x="224809" y="214727"/>
                  <a:pt x="224809" y="224682"/>
                </a:cubicBezTo>
                <a:cubicBezTo>
                  <a:pt x="224809" y="247081"/>
                  <a:pt x="234487" y="268748"/>
                  <a:pt x="251496" y="283827"/>
                </a:cubicBezTo>
                <a:lnTo>
                  <a:pt x="258975" y="290562"/>
                </a:lnTo>
                <a:lnTo>
                  <a:pt x="251790" y="297735"/>
                </a:lnTo>
                <a:cubicBezTo>
                  <a:pt x="249884" y="299492"/>
                  <a:pt x="248417" y="300810"/>
                  <a:pt x="246951" y="302127"/>
                </a:cubicBezTo>
                <a:lnTo>
                  <a:pt x="236980" y="310911"/>
                </a:lnTo>
                <a:lnTo>
                  <a:pt x="230675" y="305055"/>
                </a:lnTo>
                <a:cubicBezTo>
                  <a:pt x="207653" y="283974"/>
                  <a:pt x="195043" y="255572"/>
                  <a:pt x="195043" y="224682"/>
                </a:cubicBezTo>
                <a:cubicBezTo>
                  <a:pt x="195043" y="210482"/>
                  <a:pt x="197975" y="196281"/>
                  <a:pt x="203694" y="182666"/>
                </a:cubicBezTo>
                <a:close/>
                <a:moveTo>
                  <a:pt x="394643" y="162159"/>
                </a:moveTo>
                <a:lnTo>
                  <a:pt x="399336" y="170212"/>
                </a:lnTo>
                <a:cubicBezTo>
                  <a:pt x="409016" y="186756"/>
                  <a:pt x="414149" y="205644"/>
                  <a:pt x="414149" y="224678"/>
                </a:cubicBezTo>
                <a:cubicBezTo>
                  <a:pt x="414149" y="244883"/>
                  <a:pt x="408576" y="264648"/>
                  <a:pt x="397870" y="281925"/>
                </a:cubicBezTo>
                <a:lnTo>
                  <a:pt x="390977" y="293199"/>
                </a:lnTo>
                <a:lnTo>
                  <a:pt x="370737" y="269627"/>
                </a:lnTo>
                <a:lnTo>
                  <a:pt x="374257" y="263624"/>
                </a:lnTo>
                <a:cubicBezTo>
                  <a:pt x="380857" y="251764"/>
                  <a:pt x="384377" y="238294"/>
                  <a:pt x="384377" y="224678"/>
                </a:cubicBezTo>
                <a:cubicBezTo>
                  <a:pt x="384377" y="210475"/>
                  <a:pt x="380564" y="196566"/>
                  <a:pt x="373231" y="184267"/>
                </a:cubicBezTo>
                <a:lnTo>
                  <a:pt x="367364" y="174458"/>
                </a:lnTo>
                <a:lnTo>
                  <a:pt x="378071" y="170505"/>
                </a:lnTo>
                <a:cubicBezTo>
                  <a:pt x="380857" y="169480"/>
                  <a:pt x="383644" y="168162"/>
                  <a:pt x="386577" y="166698"/>
                </a:cubicBezTo>
                <a:close/>
                <a:moveTo>
                  <a:pt x="435864" y="115163"/>
                </a:moveTo>
                <a:lnTo>
                  <a:pt x="443638" y="125853"/>
                </a:lnTo>
                <a:cubicBezTo>
                  <a:pt x="464611" y="155140"/>
                  <a:pt x="475611" y="189259"/>
                  <a:pt x="475611" y="224697"/>
                </a:cubicBezTo>
                <a:cubicBezTo>
                  <a:pt x="475611" y="264381"/>
                  <a:pt x="462118" y="301722"/>
                  <a:pt x="436744" y="332766"/>
                </a:cubicBezTo>
                <a:lnTo>
                  <a:pt x="429704" y="341113"/>
                </a:lnTo>
                <a:lnTo>
                  <a:pt x="420171" y="331009"/>
                </a:lnTo>
                <a:cubicBezTo>
                  <a:pt x="418851" y="329545"/>
                  <a:pt x="417824" y="328520"/>
                  <a:pt x="416944" y="327495"/>
                </a:cubicBezTo>
                <a:lnTo>
                  <a:pt x="410197" y="318562"/>
                </a:lnTo>
                <a:lnTo>
                  <a:pt x="414744" y="312851"/>
                </a:lnTo>
                <a:cubicBezTo>
                  <a:pt x="435131" y="287518"/>
                  <a:pt x="445984" y="257059"/>
                  <a:pt x="445984" y="224697"/>
                </a:cubicBezTo>
                <a:cubicBezTo>
                  <a:pt x="445984" y="196728"/>
                  <a:pt x="437331" y="169344"/>
                  <a:pt x="421051" y="145768"/>
                </a:cubicBezTo>
                <a:lnTo>
                  <a:pt x="417237" y="140057"/>
                </a:lnTo>
                <a:lnTo>
                  <a:pt x="421491" y="134492"/>
                </a:lnTo>
                <a:cubicBezTo>
                  <a:pt x="423837" y="131710"/>
                  <a:pt x="425891" y="128781"/>
                  <a:pt x="428091" y="125853"/>
                </a:cubicBezTo>
                <a:close/>
                <a:moveTo>
                  <a:pt x="175703" y="112058"/>
                </a:moveTo>
                <a:lnTo>
                  <a:pt x="190674" y="141496"/>
                </a:lnTo>
                <a:lnTo>
                  <a:pt x="187592" y="146036"/>
                </a:lnTo>
                <a:cubicBezTo>
                  <a:pt x="171740" y="169469"/>
                  <a:pt x="163374" y="196710"/>
                  <a:pt x="163374" y="224683"/>
                </a:cubicBezTo>
                <a:cubicBezTo>
                  <a:pt x="163374" y="262322"/>
                  <a:pt x="178198" y="297764"/>
                  <a:pt x="205057" y="324419"/>
                </a:cubicBezTo>
                <a:lnTo>
                  <a:pt x="212543" y="331888"/>
                </a:lnTo>
                <a:lnTo>
                  <a:pt x="189353" y="350781"/>
                </a:lnTo>
                <a:lnTo>
                  <a:pt x="183335" y="344776"/>
                </a:lnTo>
                <a:cubicBezTo>
                  <a:pt x="151192" y="312410"/>
                  <a:pt x="133580" y="269791"/>
                  <a:pt x="133580" y="224683"/>
                </a:cubicBezTo>
                <a:cubicBezTo>
                  <a:pt x="133580" y="188654"/>
                  <a:pt x="145028" y="154091"/>
                  <a:pt x="166603" y="124653"/>
                </a:cubicBezTo>
                <a:close/>
                <a:moveTo>
                  <a:pt x="474168" y="58146"/>
                </a:moveTo>
                <a:lnTo>
                  <a:pt x="482087" y="67080"/>
                </a:lnTo>
                <a:cubicBezTo>
                  <a:pt x="521096" y="110578"/>
                  <a:pt x="542507" y="166670"/>
                  <a:pt x="542507" y="224668"/>
                </a:cubicBezTo>
                <a:cubicBezTo>
                  <a:pt x="542507" y="280907"/>
                  <a:pt x="522123" y="335682"/>
                  <a:pt x="485020" y="378887"/>
                </a:cubicBezTo>
                <a:lnTo>
                  <a:pt x="478861" y="386063"/>
                </a:lnTo>
                <a:lnTo>
                  <a:pt x="468742" y="377422"/>
                </a:lnTo>
                <a:cubicBezTo>
                  <a:pt x="466982" y="375958"/>
                  <a:pt x="465222" y="374347"/>
                  <a:pt x="463462" y="372882"/>
                </a:cubicBezTo>
                <a:lnTo>
                  <a:pt x="456276" y="366584"/>
                </a:lnTo>
                <a:lnTo>
                  <a:pt x="462436" y="359554"/>
                </a:lnTo>
                <a:cubicBezTo>
                  <a:pt x="494846" y="321768"/>
                  <a:pt x="512737" y="273877"/>
                  <a:pt x="512737" y="224668"/>
                </a:cubicBezTo>
                <a:cubicBezTo>
                  <a:pt x="512737" y="174872"/>
                  <a:pt x="494552" y="126541"/>
                  <a:pt x="461556" y="88755"/>
                </a:cubicBezTo>
                <a:lnTo>
                  <a:pt x="456716" y="83190"/>
                </a:lnTo>
                <a:lnTo>
                  <a:pt x="460822" y="77185"/>
                </a:lnTo>
                <a:cubicBezTo>
                  <a:pt x="463022" y="73963"/>
                  <a:pt x="465075" y="70888"/>
                  <a:pt x="467275" y="67812"/>
                </a:cubicBezTo>
                <a:close/>
                <a:moveTo>
                  <a:pt x="137413" y="55817"/>
                </a:moveTo>
                <a:lnTo>
                  <a:pt x="144303" y="64605"/>
                </a:lnTo>
                <a:cubicBezTo>
                  <a:pt x="146942" y="68120"/>
                  <a:pt x="149141" y="70902"/>
                  <a:pt x="151339" y="73685"/>
                </a:cubicBezTo>
                <a:lnTo>
                  <a:pt x="155884" y="79983"/>
                </a:lnTo>
                <a:lnTo>
                  <a:pt x="150753" y="85695"/>
                </a:lnTo>
                <a:cubicBezTo>
                  <a:pt x="115717" y="124214"/>
                  <a:pt x="96513" y="173572"/>
                  <a:pt x="96513" y="224687"/>
                </a:cubicBezTo>
                <a:cubicBezTo>
                  <a:pt x="96513" y="277121"/>
                  <a:pt x="116304" y="327210"/>
                  <a:pt x="152219" y="365730"/>
                </a:cubicBezTo>
                <a:lnTo>
                  <a:pt x="159549" y="373492"/>
                </a:lnTo>
                <a:lnTo>
                  <a:pt x="135214" y="391214"/>
                </a:lnTo>
                <a:lnTo>
                  <a:pt x="129497" y="385063"/>
                </a:lnTo>
                <a:cubicBezTo>
                  <a:pt x="89037" y="341124"/>
                  <a:pt x="66755" y="284151"/>
                  <a:pt x="66755" y="224687"/>
                </a:cubicBezTo>
                <a:cubicBezTo>
                  <a:pt x="66755" y="165224"/>
                  <a:pt x="89184" y="108104"/>
                  <a:pt x="129790" y="64019"/>
                </a:cubicBezTo>
                <a:close/>
                <a:moveTo>
                  <a:pt x="521684" y="11432"/>
                </a:moveTo>
                <a:lnTo>
                  <a:pt x="527992" y="18169"/>
                </a:lnTo>
                <a:cubicBezTo>
                  <a:pt x="580363" y="74554"/>
                  <a:pt x="609262" y="147929"/>
                  <a:pt x="609262" y="224672"/>
                </a:cubicBezTo>
                <a:cubicBezTo>
                  <a:pt x="609262" y="296728"/>
                  <a:pt x="583444" y="366588"/>
                  <a:pt x="536647" y="421509"/>
                </a:cubicBezTo>
                <a:lnTo>
                  <a:pt x="530486" y="428685"/>
                </a:lnTo>
                <a:lnTo>
                  <a:pt x="522418" y="421802"/>
                </a:lnTo>
                <a:cubicBezTo>
                  <a:pt x="520071" y="419751"/>
                  <a:pt x="517724" y="417701"/>
                  <a:pt x="515376" y="415797"/>
                </a:cubicBezTo>
                <a:lnTo>
                  <a:pt x="507748" y="409646"/>
                </a:lnTo>
                <a:lnTo>
                  <a:pt x="514056" y="402323"/>
                </a:lnTo>
                <a:cubicBezTo>
                  <a:pt x="556305" y="352674"/>
                  <a:pt x="579483" y="289698"/>
                  <a:pt x="579483" y="224672"/>
                </a:cubicBezTo>
                <a:cubicBezTo>
                  <a:pt x="579483" y="155545"/>
                  <a:pt x="553371" y="89346"/>
                  <a:pt x="506135" y="38380"/>
                </a:cubicBezTo>
                <a:lnTo>
                  <a:pt x="499533" y="31350"/>
                </a:lnTo>
                <a:lnTo>
                  <a:pt x="509362" y="22416"/>
                </a:lnTo>
                <a:cubicBezTo>
                  <a:pt x="511122" y="20805"/>
                  <a:pt x="512883" y="19048"/>
                  <a:pt x="514790" y="17437"/>
                </a:cubicBezTo>
                <a:close/>
                <a:moveTo>
                  <a:pt x="99309" y="0"/>
                </a:moveTo>
                <a:lnTo>
                  <a:pt x="105617" y="10398"/>
                </a:lnTo>
                <a:cubicBezTo>
                  <a:pt x="106937" y="12448"/>
                  <a:pt x="108257" y="14644"/>
                  <a:pt x="109577" y="16695"/>
                </a:cubicBezTo>
                <a:lnTo>
                  <a:pt x="115445" y="25774"/>
                </a:lnTo>
                <a:lnTo>
                  <a:pt x="110017" y="31193"/>
                </a:lnTo>
                <a:cubicBezTo>
                  <a:pt x="58236" y="83034"/>
                  <a:pt x="29778" y="151863"/>
                  <a:pt x="29778" y="224646"/>
                </a:cubicBezTo>
                <a:cubicBezTo>
                  <a:pt x="29778" y="291279"/>
                  <a:pt x="54128" y="355714"/>
                  <a:pt x="98575" y="405945"/>
                </a:cubicBezTo>
                <a:lnTo>
                  <a:pt x="105176" y="413413"/>
                </a:lnTo>
                <a:lnTo>
                  <a:pt x="81706" y="431719"/>
                </a:lnTo>
                <a:lnTo>
                  <a:pt x="75838" y="424983"/>
                </a:lnTo>
                <a:cubicBezTo>
                  <a:pt x="26844" y="369480"/>
                  <a:pt x="0" y="298308"/>
                  <a:pt x="0" y="224646"/>
                </a:cubicBezTo>
                <a:cubicBezTo>
                  <a:pt x="0" y="142930"/>
                  <a:pt x="32272" y="66193"/>
                  <a:pt x="90801" y="8494"/>
                </a:cubicBez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Tree>
    <p:custDataLst>
      <p:tags r:id="rId1"/>
    </p:custDataLst>
    <p:extLst>
      <p:ext uri="{BB962C8B-B14F-4D97-AF65-F5344CB8AC3E}">
        <p14:creationId xmlns:p14="http://schemas.microsoft.com/office/powerpoint/2010/main" val="3301903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EB78A484-FD62-4BDE-B8A9-30EDFE071B91}"/>
              </a:ext>
            </a:extLst>
          </p:cNvPr>
          <p:cNvSpPr/>
          <p:nvPr/>
        </p:nvSpPr>
        <p:spPr>
          <a:xfrm>
            <a:off x="2009678" y="2566686"/>
            <a:ext cx="1724628" cy="1724628"/>
          </a:xfrm>
          <a:prstGeom prst="ellipse">
            <a:avLst/>
          </a:prstGeom>
          <a:blipFill dpi="0" rotWithShape="1">
            <a:blip r:embed="rId3"/>
            <a:srcRect/>
            <a:tile tx="-1365250" ty="0" sx="20000" sy="20000" flip="none" algn="tl"/>
          </a:blipFill>
          <a:ln w="76200">
            <a:solidFill>
              <a:schemeClr val="bg1">
                <a:lumMod val="95000"/>
              </a:schemeClr>
            </a:solidFill>
          </a:ln>
          <a:effectLst>
            <a:outerShdw blurRad="1651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4" name="矩形 3">
            <a:extLst>
              <a:ext uri="{FF2B5EF4-FFF2-40B4-BE49-F238E27FC236}">
                <a16:creationId xmlns:a16="http://schemas.microsoft.com/office/drawing/2014/main" id="{69A287E0-6239-4C0D-807F-DFC18E529AA0}"/>
              </a:ext>
            </a:extLst>
          </p:cNvPr>
          <p:cNvSpPr/>
          <p:nvPr/>
        </p:nvSpPr>
        <p:spPr>
          <a:xfrm rot="16200000">
            <a:off x="4526697" y="2718230"/>
            <a:ext cx="726831" cy="127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6" name="文本框 5">
            <a:extLst>
              <a:ext uri="{FF2B5EF4-FFF2-40B4-BE49-F238E27FC236}">
                <a16:creationId xmlns:a16="http://schemas.microsoft.com/office/drawing/2014/main" id="{C57A3943-12F9-4E30-9177-FFEE19E77929}"/>
              </a:ext>
            </a:extLst>
          </p:cNvPr>
          <p:cNvSpPr txBox="1"/>
          <p:nvPr/>
        </p:nvSpPr>
        <p:spPr>
          <a:xfrm>
            <a:off x="5092840" y="2241186"/>
            <a:ext cx="2316480" cy="973793"/>
          </a:xfrm>
          <a:prstGeom prst="rect">
            <a:avLst/>
          </a:prstGeom>
          <a:noFill/>
        </p:spPr>
        <p:txBody>
          <a:bodyPr wrap="square" rtlCol="0">
            <a:spAutoFit/>
          </a:bodyPr>
          <a:lstStyle/>
          <a:p>
            <a:pPr algn="just">
              <a:lnSpc>
                <a:spcPct val="150000"/>
              </a:lnSpc>
            </a:pPr>
            <a:r>
              <a:rPr lang="zh-CN" altLang="en-US" sz="2400" spc="100" dirty="0">
                <a:solidFill>
                  <a:schemeClr val="tx1">
                    <a:lumMod val="65000"/>
                    <a:lumOff val="35000"/>
                  </a:schemeClr>
                </a:solidFill>
                <a:latin typeface="+mj-ea"/>
                <a:ea typeface="+mj-ea"/>
                <a:cs typeface="+mn-ea"/>
                <a:sym typeface="+mn-lt"/>
              </a:rPr>
              <a:t>姓名</a:t>
            </a:r>
            <a:endParaRPr lang="en-US" altLang="zh-CN" sz="2400" spc="100" dirty="0">
              <a:solidFill>
                <a:schemeClr val="tx1">
                  <a:lumMod val="65000"/>
                  <a:lumOff val="35000"/>
                </a:schemeClr>
              </a:solidFill>
              <a:latin typeface="+mj-ea"/>
              <a:ea typeface="+mj-ea"/>
              <a:cs typeface="+mn-ea"/>
              <a:sym typeface="+mn-lt"/>
            </a:endParaRPr>
          </a:p>
          <a:p>
            <a:pPr algn="just">
              <a:lnSpc>
                <a:spcPct val="150000"/>
              </a:lnSpc>
            </a:pPr>
            <a:r>
              <a:rPr lang="zh-CN" altLang="en-US" sz="1600" spc="100" dirty="0">
                <a:solidFill>
                  <a:schemeClr val="tx1">
                    <a:lumMod val="65000"/>
                    <a:lumOff val="35000"/>
                  </a:schemeClr>
                </a:solidFill>
                <a:cs typeface="+mn-ea"/>
                <a:sym typeface="+mn-lt"/>
              </a:rPr>
              <a:t>团队主持人</a:t>
            </a:r>
            <a:endParaRPr lang="zh-CN" altLang="en-US" sz="2400" spc="100" dirty="0">
              <a:solidFill>
                <a:schemeClr val="tx1">
                  <a:lumMod val="65000"/>
                  <a:lumOff val="35000"/>
                </a:schemeClr>
              </a:solidFill>
              <a:cs typeface="+mn-ea"/>
              <a:sym typeface="+mn-lt"/>
            </a:endParaRPr>
          </a:p>
        </p:txBody>
      </p:sp>
      <p:sp>
        <p:nvSpPr>
          <p:cNvPr id="17" name="文本框 16">
            <a:extLst>
              <a:ext uri="{FF2B5EF4-FFF2-40B4-BE49-F238E27FC236}">
                <a16:creationId xmlns:a16="http://schemas.microsoft.com/office/drawing/2014/main" id="{668DDCA4-21EC-4073-BDD7-59BB78E90EE8}"/>
              </a:ext>
            </a:extLst>
          </p:cNvPr>
          <p:cNvSpPr txBox="1"/>
          <p:nvPr/>
        </p:nvSpPr>
        <p:spPr>
          <a:xfrm>
            <a:off x="4718048" y="3396334"/>
            <a:ext cx="5001176" cy="955326"/>
          </a:xfrm>
          <a:prstGeom prst="rect">
            <a:avLst/>
          </a:prstGeom>
          <a:noFill/>
        </p:spPr>
        <p:txBody>
          <a:bodyPr wrap="square" rtlCol="0">
            <a:spAutoFit/>
          </a:bodyPr>
          <a:lstStyle/>
          <a:p>
            <a:pPr algn="just">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a:t>
            </a:r>
          </a:p>
        </p:txBody>
      </p:sp>
      <p:grpSp>
        <p:nvGrpSpPr>
          <p:cNvPr id="23" name="组合 22">
            <a:extLst>
              <a:ext uri="{FF2B5EF4-FFF2-40B4-BE49-F238E27FC236}">
                <a16:creationId xmlns:a16="http://schemas.microsoft.com/office/drawing/2014/main" id="{03F72B75-F71C-4EEE-B50B-22819701E1E2}"/>
              </a:ext>
            </a:extLst>
          </p:cNvPr>
          <p:cNvGrpSpPr/>
          <p:nvPr/>
        </p:nvGrpSpPr>
        <p:grpSpPr>
          <a:xfrm>
            <a:off x="4364753" y="1991223"/>
            <a:ext cx="5874517" cy="2875554"/>
            <a:chOff x="4883499" y="2208912"/>
            <a:chExt cx="5677710" cy="2875554"/>
          </a:xfrm>
        </p:grpSpPr>
        <p:sp>
          <p:nvSpPr>
            <p:cNvPr id="18" name="矩形 17">
              <a:extLst>
                <a:ext uri="{FF2B5EF4-FFF2-40B4-BE49-F238E27FC236}">
                  <a16:creationId xmlns:a16="http://schemas.microsoft.com/office/drawing/2014/main" id="{1F411165-A19D-418E-9EFB-C861D4188153}"/>
                </a:ext>
              </a:extLst>
            </p:cNvPr>
            <p:cNvSpPr/>
            <p:nvPr/>
          </p:nvSpPr>
          <p:spPr>
            <a:xfrm>
              <a:off x="4883499" y="2337866"/>
              <a:ext cx="5516545" cy="274660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2" name="任意多边形: 形状 21">
              <a:extLst>
                <a:ext uri="{FF2B5EF4-FFF2-40B4-BE49-F238E27FC236}">
                  <a16:creationId xmlns:a16="http://schemas.microsoft.com/office/drawing/2014/main" id="{BC5D0570-71CC-4AB8-AA08-1BB5F47D2E1A}"/>
                </a:ext>
              </a:extLst>
            </p:cNvPr>
            <p:cNvSpPr/>
            <p:nvPr/>
          </p:nvSpPr>
          <p:spPr>
            <a:xfrm>
              <a:off x="5044664" y="2208912"/>
              <a:ext cx="5516545" cy="2746600"/>
            </a:xfrm>
            <a:custGeom>
              <a:avLst/>
              <a:gdLst>
                <a:gd name="connsiteX0" fmla="*/ 0 w 5516545"/>
                <a:gd name="connsiteY0" fmla="*/ 0 h 2746600"/>
                <a:gd name="connsiteX1" fmla="*/ 5516545 w 5516545"/>
                <a:gd name="connsiteY1" fmla="*/ 0 h 2746600"/>
                <a:gd name="connsiteX2" fmla="*/ 5516545 w 5516545"/>
                <a:gd name="connsiteY2" fmla="*/ 2746600 h 2746600"/>
                <a:gd name="connsiteX3" fmla="*/ 5355380 w 5516545"/>
                <a:gd name="connsiteY3" fmla="*/ 2746600 h 2746600"/>
                <a:gd name="connsiteX4" fmla="*/ 5355380 w 5516545"/>
                <a:gd name="connsiteY4" fmla="*/ 128954 h 2746600"/>
                <a:gd name="connsiteX5" fmla="*/ 0 w 5516545"/>
                <a:gd name="connsiteY5" fmla="*/ 128954 h 274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6545" h="2746600">
                  <a:moveTo>
                    <a:pt x="0" y="0"/>
                  </a:moveTo>
                  <a:lnTo>
                    <a:pt x="5516545" y="0"/>
                  </a:lnTo>
                  <a:lnTo>
                    <a:pt x="5516545" y="2746600"/>
                  </a:lnTo>
                  <a:lnTo>
                    <a:pt x="5355380" y="2746600"/>
                  </a:lnTo>
                  <a:lnTo>
                    <a:pt x="5355380" y="128954"/>
                  </a:lnTo>
                  <a:lnTo>
                    <a:pt x="0" y="128954"/>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grpSp>
      <p:sp>
        <p:nvSpPr>
          <p:cNvPr id="26" name="bookmark-tag_74392">
            <a:extLst>
              <a:ext uri="{FF2B5EF4-FFF2-40B4-BE49-F238E27FC236}">
                <a16:creationId xmlns:a16="http://schemas.microsoft.com/office/drawing/2014/main" id="{C73AAE61-8AB4-4BE3-9B34-B9499572B1CE}"/>
              </a:ext>
            </a:extLst>
          </p:cNvPr>
          <p:cNvSpPr>
            <a:spLocks noChangeAspect="1"/>
          </p:cNvSpPr>
          <p:nvPr/>
        </p:nvSpPr>
        <p:spPr bwMode="auto">
          <a:xfrm>
            <a:off x="9335767" y="2130225"/>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cs typeface="+mn-ea"/>
              <a:sym typeface="+mn-lt"/>
            </a:endParaRPr>
          </a:p>
        </p:txBody>
      </p:sp>
      <p:sp>
        <p:nvSpPr>
          <p:cNvPr id="3" name="文本框 2">
            <a:extLst>
              <a:ext uri="{FF2B5EF4-FFF2-40B4-BE49-F238E27FC236}">
                <a16:creationId xmlns:a16="http://schemas.microsoft.com/office/drawing/2014/main" id="{B35BEE95-CEA4-4B64-ADA7-D7DF8CDDB473}"/>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人物介绍页</a:t>
            </a:r>
          </a:p>
        </p:txBody>
      </p:sp>
    </p:spTree>
    <p:extLst>
      <p:ext uri="{BB962C8B-B14F-4D97-AF65-F5344CB8AC3E}">
        <p14:creationId xmlns:p14="http://schemas.microsoft.com/office/powerpoint/2010/main" val="10058790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751FE8C9-D39D-447D-AA34-C7112F5675A4}"/>
              </a:ext>
            </a:extLst>
          </p:cNvPr>
          <p:cNvSpPr/>
          <p:nvPr/>
        </p:nvSpPr>
        <p:spPr>
          <a:xfrm>
            <a:off x="4063440" y="1996361"/>
            <a:ext cx="1971040" cy="111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4" name="文本框 3">
            <a:extLst>
              <a:ext uri="{FF2B5EF4-FFF2-40B4-BE49-F238E27FC236}">
                <a16:creationId xmlns:a16="http://schemas.microsoft.com/office/drawing/2014/main" id="{C8F05B29-981F-4208-BE54-0B59BF05D585}"/>
              </a:ext>
            </a:extLst>
          </p:cNvPr>
          <p:cNvSpPr txBox="1"/>
          <p:nvPr/>
        </p:nvSpPr>
        <p:spPr>
          <a:xfrm>
            <a:off x="3972000" y="1554284"/>
            <a:ext cx="2316480" cy="497957"/>
          </a:xfrm>
          <a:prstGeom prst="rect">
            <a:avLst/>
          </a:prstGeom>
          <a:noFill/>
        </p:spPr>
        <p:txBody>
          <a:bodyPr wrap="square" rtlCol="0">
            <a:spAutoFit/>
          </a:bodyPr>
          <a:lstStyle/>
          <a:p>
            <a:pPr algn="just">
              <a:lnSpc>
                <a:spcPct val="120000"/>
              </a:lnSpc>
            </a:pPr>
            <a:r>
              <a:rPr lang="zh-CN" altLang="en-US" sz="2400" spc="100" dirty="0">
                <a:solidFill>
                  <a:schemeClr val="tx1">
                    <a:lumMod val="65000"/>
                    <a:lumOff val="35000"/>
                  </a:schemeClr>
                </a:solidFill>
                <a:latin typeface="+mj-ea"/>
                <a:ea typeface="+mj-ea"/>
                <a:cs typeface="+mn-ea"/>
                <a:sym typeface="+mn-lt"/>
              </a:rPr>
              <a:t>姓名</a:t>
            </a:r>
            <a:r>
              <a:rPr lang="zh-CN" altLang="en-US" sz="2400" spc="100" dirty="0">
                <a:solidFill>
                  <a:schemeClr val="tx1">
                    <a:lumMod val="65000"/>
                    <a:lumOff val="35000"/>
                  </a:schemeClr>
                </a:solidFill>
                <a:cs typeface="+mn-ea"/>
                <a:sym typeface="+mn-lt"/>
              </a:rPr>
              <a:t>  </a:t>
            </a:r>
            <a:r>
              <a:rPr lang="zh-CN" altLang="en-US" sz="1600" spc="100" dirty="0">
                <a:solidFill>
                  <a:schemeClr val="tx1">
                    <a:lumMod val="65000"/>
                    <a:lumOff val="35000"/>
                  </a:schemeClr>
                </a:solidFill>
                <a:cs typeface="+mn-ea"/>
                <a:sym typeface="+mn-lt"/>
              </a:rPr>
              <a:t>团队主持人</a:t>
            </a:r>
            <a:endParaRPr lang="zh-CN" altLang="en-US" sz="2400" spc="100" dirty="0">
              <a:solidFill>
                <a:schemeClr val="tx1">
                  <a:lumMod val="65000"/>
                  <a:lumOff val="35000"/>
                </a:schemeClr>
              </a:solidFill>
              <a:cs typeface="+mn-ea"/>
              <a:sym typeface="+mn-lt"/>
            </a:endParaRPr>
          </a:p>
        </p:txBody>
      </p:sp>
      <p:sp>
        <p:nvSpPr>
          <p:cNvPr id="7" name="文本框 6">
            <a:extLst>
              <a:ext uri="{FF2B5EF4-FFF2-40B4-BE49-F238E27FC236}">
                <a16:creationId xmlns:a16="http://schemas.microsoft.com/office/drawing/2014/main" id="{541C324F-ED51-451D-B289-A2FC43ED601D}"/>
              </a:ext>
            </a:extLst>
          </p:cNvPr>
          <p:cNvSpPr txBox="1"/>
          <p:nvPr/>
        </p:nvSpPr>
        <p:spPr>
          <a:xfrm>
            <a:off x="3972000" y="2329312"/>
            <a:ext cx="6156960" cy="955326"/>
          </a:xfrm>
          <a:prstGeom prst="rect">
            <a:avLst/>
          </a:prstGeom>
          <a:noFill/>
        </p:spPr>
        <p:txBody>
          <a:bodyPr wrap="square" rtlCol="0">
            <a:spAutoFit/>
          </a:bodyPr>
          <a:lstStyle/>
          <a:p>
            <a:pPr algn="just">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a:t>
            </a:r>
          </a:p>
        </p:txBody>
      </p:sp>
      <p:sp>
        <p:nvSpPr>
          <p:cNvPr id="11" name="矩形 10">
            <a:extLst>
              <a:ext uri="{FF2B5EF4-FFF2-40B4-BE49-F238E27FC236}">
                <a16:creationId xmlns:a16="http://schemas.microsoft.com/office/drawing/2014/main" id="{5F6160A3-7FE6-46A2-A622-8C378A8AF8B9}"/>
              </a:ext>
            </a:extLst>
          </p:cNvPr>
          <p:cNvSpPr/>
          <p:nvPr/>
        </p:nvSpPr>
        <p:spPr>
          <a:xfrm>
            <a:off x="4063440" y="4221401"/>
            <a:ext cx="1971040" cy="111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2" name="文本框 11">
            <a:extLst>
              <a:ext uri="{FF2B5EF4-FFF2-40B4-BE49-F238E27FC236}">
                <a16:creationId xmlns:a16="http://schemas.microsoft.com/office/drawing/2014/main" id="{85B0AECE-6891-489F-BA83-40F3985F2AC4}"/>
              </a:ext>
            </a:extLst>
          </p:cNvPr>
          <p:cNvSpPr txBox="1"/>
          <p:nvPr/>
        </p:nvSpPr>
        <p:spPr>
          <a:xfrm>
            <a:off x="3972000" y="3779324"/>
            <a:ext cx="2316480" cy="497957"/>
          </a:xfrm>
          <a:prstGeom prst="rect">
            <a:avLst/>
          </a:prstGeom>
          <a:noFill/>
        </p:spPr>
        <p:txBody>
          <a:bodyPr wrap="square" rtlCol="0">
            <a:spAutoFit/>
          </a:bodyPr>
          <a:lstStyle/>
          <a:p>
            <a:pPr algn="just">
              <a:lnSpc>
                <a:spcPct val="120000"/>
              </a:lnSpc>
            </a:pPr>
            <a:r>
              <a:rPr lang="zh-CN" altLang="en-US" sz="2400" spc="100" dirty="0">
                <a:solidFill>
                  <a:schemeClr val="tx1">
                    <a:lumMod val="65000"/>
                    <a:lumOff val="35000"/>
                  </a:schemeClr>
                </a:solidFill>
                <a:latin typeface="+mj-ea"/>
                <a:ea typeface="+mj-ea"/>
                <a:cs typeface="+mn-ea"/>
                <a:sym typeface="+mn-lt"/>
              </a:rPr>
              <a:t>姓名</a:t>
            </a:r>
            <a:r>
              <a:rPr lang="zh-CN" altLang="en-US" sz="2400" spc="100" dirty="0">
                <a:solidFill>
                  <a:schemeClr val="tx1">
                    <a:lumMod val="65000"/>
                    <a:lumOff val="35000"/>
                  </a:schemeClr>
                </a:solidFill>
                <a:cs typeface="+mn-ea"/>
                <a:sym typeface="+mn-lt"/>
              </a:rPr>
              <a:t>  </a:t>
            </a:r>
            <a:r>
              <a:rPr lang="zh-CN" altLang="en-US" sz="1600" spc="100" dirty="0">
                <a:solidFill>
                  <a:schemeClr val="tx1">
                    <a:lumMod val="65000"/>
                    <a:lumOff val="35000"/>
                  </a:schemeClr>
                </a:solidFill>
                <a:cs typeface="+mn-ea"/>
                <a:sym typeface="+mn-lt"/>
              </a:rPr>
              <a:t>团队主持人</a:t>
            </a:r>
            <a:endParaRPr lang="zh-CN" altLang="en-US" sz="2400" spc="100" dirty="0">
              <a:solidFill>
                <a:schemeClr val="tx1">
                  <a:lumMod val="65000"/>
                  <a:lumOff val="35000"/>
                </a:schemeClr>
              </a:solidFill>
              <a:cs typeface="+mn-ea"/>
              <a:sym typeface="+mn-lt"/>
            </a:endParaRPr>
          </a:p>
        </p:txBody>
      </p:sp>
      <p:sp>
        <p:nvSpPr>
          <p:cNvPr id="13" name="文本框 12">
            <a:extLst>
              <a:ext uri="{FF2B5EF4-FFF2-40B4-BE49-F238E27FC236}">
                <a16:creationId xmlns:a16="http://schemas.microsoft.com/office/drawing/2014/main" id="{7952281C-161A-48A3-AA06-F92D3AA65CDA}"/>
              </a:ext>
            </a:extLst>
          </p:cNvPr>
          <p:cNvSpPr txBox="1"/>
          <p:nvPr/>
        </p:nvSpPr>
        <p:spPr>
          <a:xfrm>
            <a:off x="3972000" y="4554352"/>
            <a:ext cx="6156960" cy="955326"/>
          </a:xfrm>
          <a:prstGeom prst="rect">
            <a:avLst/>
          </a:prstGeom>
          <a:noFill/>
        </p:spPr>
        <p:txBody>
          <a:bodyPr wrap="square" rtlCol="0">
            <a:spAutoFit/>
          </a:bodyPr>
          <a:lstStyle/>
          <a:p>
            <a:pPr algn="just">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a:t>
            </a:r>
          </a:p>
        </p:txBody>
      </p:sp>
      <p:grpSp>
        <p:nvGrpSpPr>
          <p:cNvPr id="18" name="组合 17">
            <a:extLst>
              <a:ext uri="{FF2B5EF4-FFF2-40B4-BE49-F238E27FC236}">
                <a16:creationId xmlns:a16="http://schemas.microsoft.com/office/drawing/2014/main" id="{837E8624-4318-492B-A77F-76E807CFF1C6}"/>
              </a:ext>
            </a:extLst>
          </p:cNvPr>
          <p:cNvGrpSpPr/>
          <p:nvPr/>
        </p:nvGrpSpPr>
        <p:grpSpPr>
          <a:xfrm>
            <a:off x="3688341" y="1382103"/>
            <a:ext cx="6744119" cy="2120150"/>
            <a:chOff x="3627455" y="1437983"/>
            <a:chExt cx="6744119" cy="2120150"/>
          </a:xfrm>
        </p:grpSpPr>
        <p:sp>
          <p:nvSpPr>
            <p:cNvPr id="2" name="矩形 1">
              <a:extLst>
                <a:ext uri="{FF2B5EF4-FFF2-40B4-BE49-F238E27FC236}">
                  <a16:creationId xmlns:a16="http://schemas.microsoft.com/office/drawing/2014/main" id="{DC630DFF-0630-4D24-A846-2E7FB9519F87}"/>
                </a:ext>
              </a:extLst>
            </p:cNvPr>
            <p:cNvSpPr/>
            <p:nvPr/>
          </p:nvSpPr>
          <p:spPr>
            <a:xfrm>
              <a:off x="3627455" y="1554284"/>
              <a:ext cx="6591719" cy="2003849"/>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7" name="任意多边形: 形状 16">
              <a:extLst>
                <a:ext uri="{FF2B5EF4-FFF2-40B4-BE49-F238E27FC236}">
                  <a16:creationId xmlns:a16="http://schemas.microsoft.com/office/drawing/2014/main" id="{D2B48DD1-2EC5-4E9F-A904-D9322CDDE303}"/>
                </a:ext>
              </a:extLst>
            </p:cNvPr>
            <p:cNvSpPr/>
            <p:nvPr/>
          </p:nvSpPr>
          <p:spPr>
            <a:xfrm>
              <a:off x="3779855" y="1437983"/>
              <a:ext cx="6591719" cy="2003849"/>
            </a:xfrm>
            <a:custGeom>
              <a:avLst/>
              <a:gdLst>
                <a:gd name="connsiteX0" fmla="*/ 0 w 6591719"/>
                <a:gd name="connsiteY0" fmla="*/ 0 h 2003849"/>
                <a:gd name="connsiteX1" fmla="*/ 6591719 w 6591719"/>
                <a:gd name="connsiteY1" fmla="*/ 0 h 2003849"/>
                <a:gd name="connsiteX2" fmla="*/ 6591719 w 6591719"/>
                <a:gd name="connsiteY2" fmla="*/ 2003849 h 2003849"/>
                <a:gd name="connsiteX3" fmla="*/ 6439319 w 6591719"/>
                <a:gd name="connsiteY3" fmla="*/ 2003849 h 2003849"/>
                <a:gd name="connsiteX4" fmla="*/ 6439319 w 6591719"/>
                <a:gd name="connsiteY4" fmla="*/ 116301 h 2003849"/>
                <a:gd name="connsiteX5" fmla="*/ 0 w 6591719"/>
                <a:gd name="connsiteY5" fmla="*/ 116301 h 2003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91719" h="2003849">
                  <a:moveTo>
                    <a:pt x="0" y="0"/>
                  </a:moveTo>
                  <a:lnTo>
                    <a:pt x="6591719" y="0"/>
                  </a:lnTo>
                  <a:lnTo>
                    <a:pt x="6591719" y="2003849"/>
                  </a:lnTo>
                  <a:lnTo>
                    <a:pt x="6439319" y="2003849"/>
                  </a:lnTo>
                  <a:lnTo>
                    <a:pt x="6439319" y="116301"/>
                  </a:lnTo>
                  <a:lnTo>
                    <a:pt x="0" y="116301"/>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grpSp>
      <p:grpSp>
        <p:nvGrpSpPr>
          <p:cNvPr id="19" name="组合 18">
            <a:extLst>
              <a:ext uri="{FF2B5EF4-FFF2-40B4-BE49-F238E27FC236}">
                <a16:creationId xmlns:a16="http://schemas.microsoft.com/office/drawing/2014/main" id="{C37F61F9-F965-476F-8946-9A6E4AF98D83}"/>
              </a:ext>
            </a:extLst>
          </p:cNvPr>
          <p:cNvGrpSpPr/>
          <p:nvPr/>
        </p:nvGrpSpPr>
        <p:grpSpPr>
          <a:xfrm>
            <a:off x="3688341" y="3670576"/>
            <a:ext cx="6744119" cy="2120150"/>
            <a:chOff x="3627455" y="1437983"/>
            <a:chExt cx="6744119" cy="2120150"/>
          </a:xfrm>
        </p:grpSpPr>
        <p:sp>
          <p:nvSpPr>
            <p:cNvPr id="20" name="矩形 19">
              <a:extLst>
                <a:ext uri="{FF2B5EF4-FFF2-40B4-BE49-F238E27FC236}">
                  <a16:creationId xmlns:a16="http://schemas.microsoft.com/office/drawing/2014/main" id="{FE75863F-E631-48E0-B6E9-B53686F834BD}"/>
                </a:ext>
              </a:extLst>
            </p:cNvPr>
            <p:cNvSpPr/>
            <p:nvPr/>
          </p:nvSpPr>
          <p:spPr>
            <a:xfrm>
              <a:off x="3627455" y="1554284"/>
              <a:ext cx="6591719" cy="2003849"/>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1" name="任意多边形: 形状 20">
              <a:extLst>
                <a:ext uri="{FF2B5EF4-FFF2-40B4-BE49-F238E27FC236}">
                  <a16:creationId xmlns:a16="http://schemas.microsoft.com/office/drawing/2014/main" id="{1ABB0219-942D-46F2-9862-69F7CB777DFA}"/>
                </a:ext>
              </a:extLst>
            </p:cNvPr>
            <p:cNvSpPr/>
            <p:nvPr/>
          </p:nvSpPr>
          <p:spPr>
            <a:xfrm>
              <a:off x="3779855" y="1437983"/>
              <a:ext cx="6591719" cy="2003849"/>
            </a:xfrm>
            <a:custGeom>
              <a:avLst/>
              <a:gdLst>
                <a:gd name="connsiteX0" fmla="*/ 0 w 6591719"/>
                <a:gd name="connsiteY0" fmla="*/ 0 h 2003849"/>
                <a:gd name="connsiteX1" fmla="*/ 6591719 w 6591719"/>
                <a:gd name="connsiteY1" fmla="*/ 0 h 2003849"/>
                <a:gd name="connsiteX2" fmla="*/ 6591719 w 6591719"/>
                <a:gd name="connsiteY2" fmla="*/ 2003849 h 2003849"/>
                <a:gd name="connsiteX3" fmla="*/ 6439319 w 6591719"/>
                <a:gd name="connsiteY3" fmla="*/ 2003849 h 2003849"/>
                <a:gd name="connsiteX4" fmla="*/ 6439319 w 6591719"/>
                <a:gd name="connsiteY4" fmla="*/ 116301 h 2003849"/>
                <a:gd name="connsiteX5" fmla="*/ 0 w 6591719"/>
                <a:gd name="connsiteY5" fmla="*/ 116301 h 2003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91719" h="2003849">
                  <a:moveTo>
                    <a:pt x="0" y="0"/>
                  </a:moveTo>
                  <a:lnTo>
                    <a:pt x="6591719" y="0"/>
                  </a:lnTo>
                  <a:lnTo>
                    <a:pt x="6591719" y="2003849"/>
                  </a:lnTo>
                  <a:lnTo>
                    <a:pt x="6439319" y="2003849"/>
                  </a:lnTo>
                  <a:lnTo>
                    <a:pt x="6439319" y="116301"/>
                  </a:lnTo>
                  <a:lnTo>
                    <a:pt x="0" y="116301"/>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grpSp>
      <p:sp>
        <p:nvSpPr>
          <p:cNvPr id="23" name="bookmark-tag_74392">
            <a:extLst>
              <a:ext uri="{FF2B5EF4-FFF2-40B4-BE49-F238E27FC236}">
                <a16:creationId xmlns:a16="http://schemas.microsoft.com/office/drawing/2014/main" id="{5BFA269A-5068-435C-BA81-9A12BE792F55}"/>
              </a:ext>
            </a:extLst>
          </p:cNvPr>
          <p:cNvSpPr>
            <a:spLocks noChangeAspect="1"/>
          </p:cNvSpPr>
          <p:nvPr/>
        </p:nvSpPr>
        <p:spPr bwMode="auto">
          <a:xfrm>
            <a:off x="9767844" y="1504959"/>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cs typeface="+mn-ea"/>
              <a:sym typeface="+mn-lt"/>
            </a:endParaRPr>
          </a:p>
        </p:txBody>
      </p:sp>
      <p:sp>
        <p:nvSpPr>
          <p:cNvPr id="24" name="bookmark-tag_74392">
            <a:extLst>
              <a:ext uri="{FF2B5EF4-FFF2-40B4-BE49-F238E27FC236}">
                <a16:creationId xmlns:a16="http://schemas.microsoft.com/office/drawing/2014/main" id="{F16FC545-F4BE-4A57-95F0-70CE30AABEAE}"/>
              </a:ext>
            </a:extLst>
          </p:cNvPr>
          <p:cNvSpPr>
            <a:spLocks noChangeAspect="1"/>
          </p:cNvSpPr>
          <p:nvPr/>
        </p:nvSpPr>
        <p:spPr bwMode="auto">
          <a:xfrm>
            <a:off x="9767844" y="3803198"/>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cs typeface="+mn-ea"/>
              <a:sym typeface="+mn-lt"/>
            </a:endParaRPr>
          </a:p>
        </p:txBody>
      </p:sp>
      <p:sp>
        <p:nvSpPr>
          <p:cNvPr id="26" name="椭圆 25">
            <a:extLst>
              <a:ext uri="{FF2B5EF4-FFF2-40B4-BE49-F238E27FC236}">
                <a16:creationId xmlns:a16="http://schemas.microsoft.com/office/drawing/2014/main" id="{AEF49B71-5FAB-47A6-92F2-AD6981F7D905}"/>
              </a:ext>
            </a:extLst>
          </p:cNvPr>
          <p:cNvSpPr/>
          <p:nvPr/>
        </p:nvSpPr>
        <p:spPr>
          <a:xfrm>
            <a:off x="1811313" y="1638014"/>
            <a:ext cx="1724628" cy="1724628"/>
          </a:xfrm>
          <a:prstGeom prst="ellipse">
            <a:avLst/>
          </a:prstGeom>
          <a:blipFill dpi="0" rotWithShape="1">
            <a:blip r:embed="rId3"/>
            <a:srcRect/>
            <a:tile tx="-1365250" ty="0" sx="20000" sy="20000" flip="none" algn="tl"/>
          </a:blipFill>
          <a:ln w="76200">
            <a:solidFill>
              <a:schemeClr val="bg1">
                <a:lumMod val="95000"/>
              </a:schemeClr>
            </a:solidFill>
          </a:ln>
          <a:effectLst>
            <a:outerShdw blurRad="1651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8" name="椭圆 27">
            <a:extLst>
              <a:ext uri="{FF2B5EF4-FFF2-40B4-BE49-F238E27FC236}">
                <a16:creationId xmlns:a16="http://schemas.microsoft.com/office/drawing/2014/main" id="{520FED62-0690-4B48-9A5D-66B4C95C41E9}"/>
              </a:ext>
            </a:extLst>
          </p:cNvPr>
          <p:cNvSpPr/>
          <p:nvPr/>
        </p:nvSpPr>
        <p:spPr>
          <a:xfrm>
            <a:off x="1811313" y="3926487"/>
            <a:ext cx="1724628" cy="1724628"/>
          </a:xfrm>
          <a:prstGeom prst="ellipse">
            <a:avLst/>
          </a:prstGeom>
          <a:blipFill dpi="0" rotWithShape="1">
            <a:blip r:embed="rId3"/>
            <a:srcRect/>
            <a:tile tx="-1365250" ty="0" sx="20000" sy="20000" flip="none" algn="tl"/>
          </a:blipFill>
          <a:ln w="76200">
            <a:solidFill>
              <a:schemeClr val="bg1">
                <a:lumMod val="95000"/>
              </a:schemeClr>
            </a:solidFill>
          </a:ln>
          <a:effectLst>
            <a:outerShdw blurRad="1651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6" name="文本框 5">
            <a:extLst>
              <a:ext uri="{FF2B5EF4-FFF2-40B4-BE49-F238E27FC236}">
                <a16:creationId xmlns:a16="http://schemas.microsoft.com/office/drawing/2014/main" id="{523C93A1-4249-4621-A2BA-BB15E93AA64C}"/>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人物介绍页</a:t>
            </a:r>
          </a:p>
        </p:txBody>
      </p:sp>
    </p:spTree>
    <p:extLst>
      <p:ext uri="{BB962C8B-B14F-4D97-AF65-F5344CB8AC3E}">
        <p14:creationId xmlns:p14="http://schemas.microsoft.com/office/powerpoint/2010/main" val="20138643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B1CAF32E-1503-4380-98F7-AB634B857109}"/>
              </a:ext>
            </a:extLst>
          </p:cNvPr>
          <p:cNvGrpSpPr/>
          <p:nvPr/>
        </p:nvGrpSpPr>
        <p:grpSpPr>
          <a:xfrm>
            <a:off x="1065125" y="1255099"/>
            <a:ext cx="2698748" cy="4864346"/>
            <a:chOff x="1065125" y="1255099"/>
            <a:chExt cx="2698748" cy="4864346"/>
          </a:xfrm>
        </p:grpSpPr>
        <p:sp>
          <p:nvSpPr>
            <p:cNvPr id="3" name="椭圆 2">
              <a:extLst>
                <a:ext uri="{FF2B5EF4-FFF2-40B4-BE49-F238E27FC236}">
                  <a16:creationId xmlns:a16="http://schemas.microsoft.com/office/drawing/2014/main" id="{567A7B97-C72A-4BD9-AB11-2254CB07C7FB}"/>
                </a:ext>
              </a:extLst>
            </p:cNvPr>
            <p:cNvSpPr/>
            <p:nvPr/>
          </p:nvSpPr>
          <p:spPr>
            <a:xfrm>
              <a:off x="1630443" y="1255099"/>
              <a:ext cx="1374014" cy="1374014"/>
            </a:xfrm>
            <a:prstGeom prst="ellipse">
              <a:avLst/>
            </a:prstGeom>
            <a:blipFill dpi="0" rotWithShape="1">
              <a:blip r:embed="rId3"/>
              <a:srcRect/>
              <a:tile tx="-1517650" ty="0" sx="20000" sy="20000" flip="none" algn="tl"/>
            </a:blipFill>
            <a:ln w="76200">
              <a:solidFill>
                <a:schemeClr val="bg1">
                  <a:lumMod val="95000"/>
                </a:schemeClr>
              </a:solidFill>
            </a:ln>
            <a:effectLst>
              <a:outerShdw blurRad="1651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nvGrpSpPr>
            <p:cNvPr id="8" name="组合 7">
              <a:extLst>
                <a:ext uri="{FF2B5EF4-FFF2-40B4-BE49-F238E27FC236}">
                  <a16:creationId xmlns:a16="http://schemas.microsoft.com/office/drawing/2014/main" id="{F8984AB6-21FA-43A6-8402-645C82A1E367}"/>
                </a:ext>
              </a:extLst>
            </p:cNvPr>
            <p:cNvGrpSpPr/>
            <p:nvPr/>
          </p:nvGrpSpPr>
          <p:grpSpPr>
            <a:xfrm>
              <a:off x="1065125" y="2823320"/>
              <a:ext cx="2698748" cy="3296125"/>
              <a:chOff x="1065125" y="2823320"/>
              <a:chExt cx="2698748" cy="3296125"/>
            </a:xfrm>
          </p:grpSpPr>
          <p:sp>
            <p:nvSpPr>
              <p:cNvPr id="4" name="矩形 3">
                <a:extLst>
                  <a:ext uri="{FF2B5EF4-FFF2-40B4-BE49-F238E27FC236}">
                    <a16:creationId xmlns:a16="http://schemas.microsoft.com/office/drawing/2014/main" id="{270FA818-FEB0-469C-BCA1-815F95311535}"/>
                  </a:ext>
                </a:extLst>
              </p:cNvPr>
              <p:cNvSpPr/>
              <p:nvPr/>
            </p:nvSpPr>
            <p:spPr>
              <a:xfrm>
                <a:off x="1065125" y="2989250"/>
                <a:ext cx="2542233" cy="3130195"/>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7" name="任意多边形: 形状 6">
                <a:extLst>
                  <a:ext uri="{FF2B5EF4-FFF2-40B4-BE49-F238E27FC236}">
                    <a16:creationId xmlns:a16="http://schemas.microsoft.com/office/drawing/2014/main" id="{B28147C3-BD7A-4BA0-B38E-84261BECF1C2}"/>
                  </a:ext>
                </a:extLst>
              </p:cNvPr>
              <p:cNvSpPr/>
              <p:nvPr/>
            </p:nvSpPr>
            <p:spPr>
              <a:xfrm>
                <a:off x="1221640" y="2823320"/>
                <a:ext cx="2542233" cy="3130195"/>
              </a:xfrm>
              <a:custGeom>
                <a:avLst/>
                <a:gdLst>
                  <a:gd name="connsiteX0" fmla="*/ 0 w 2542233"/>
                  <a:gd name="connsiteY0" fmla="*/ 0 h 3130195"/>
                  <a:gd name="connsiteX1" fmla="*/ 2542233 w 2542233"/>
                  <a:gd name="connsiteY1" fmla="*/ 0 h 3130195"/>
                  <a:gd name="connsiteX2" fmla="*/ 2542233 w 2542233"/>
                  <a:gd name="connsiteY2" fmla="*/ 3130195 h 3130195"/>
                  <a:gd name="connsiteX3" fmla="*/ 2385718 w 2542233"/>
                  <a:gd name="connsiteY3" fmla="*/ 3130195 h 3130195"/>
                  <a:gd name="connsiteX4" fmla="*/ 2385718 w 2542233"/>
                  <a:gd name="connsiteY4" fmla="*/ 165930 h 3130195"/>
                  <a:gd name="connsiteX5" fmla="*/ 0 w 2542233"/>
                  <a:gd name="connsiteY5" fmla="*/ 165930 h 313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42233" h="3130195">
                    <a:moveTo>
                      <a:pt x="0" y="0"/>
                    </a:moveTo>
                    <a:lnTo>
                      <a:pt x="2542233" y="0"/>
                    </a:lnTo>
                    <a:lnTo>
                      <a:pt x="2542233" y="3130195"/>
                    </a:lnTo>
                    <a:lnTo>
                      <a:pt x="2385718" y="3130195"/>
                    </a:lnTo>
                    <a:lnTo>
                      <a:pt x="2385718" y="165930"/>
                    </a:lnTo>
                    <a:lnTo>
                      <a:pt x="0" y="16593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grpSp>
        <p:sp>
          <p:nvSpPr>
            <p:cNvPr id="10" name="矩形 9">
              <a:extLst>
                <a:ext uri="{FF2B5EF4-FFF2-40B4-BE49-F238E27FC236}">
                  <a16:creationId xmlns:a16="http://schemas.microsoft.com/office/drawing/2014/main" id="{6800D57A-12A2-464C-AB4A-A000420674C2}"/>
                </a:ext>
              </a:extLst>
            </p:cNvPr>
            <p:cNvSpPr/>
            <p:nvPr/>
          </p:nvSpPr>
          <p:spPr>
            <a:xfrm>
              <a:off x="1313080" y="3431327"/>
              <a:ext cx="1971040" cy="111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2" name="文本框 11">
              <a:extLst>
                <a:ext uri="{FF2B5EF4-FFF2-40B4-BE49-F238E27FC236}">
                  <a16:creationId xmlns:a16="http://schemas.microsoft.com/office/drawing/2014/main" id="{EF641E34-FDF9-402E-918C-4A8480B7585A}"/>
                </a:ext>
              </a:extLst>
            </p:cNvPr>
            <p:cNvSpPr txBox="1"/>
            <p:nvPr/>
          </p:nvSpPr>
          <p:spPr>
            <a:xfrm>
              <a:off x="1221640" y="2989250"/>
              <a:ext cx="2316480" cy="497957"/>
            </a:xfrm>
            <a:prstGeom prst="rect">
              <a:avLst/>
            </a:prstGeom>
            <a:noFill/>
          </p:spPr>
          <p:txBody>
            <a:bodyPr wrap="square" rtlCol="0">
              <a:spAutoFit/>
            </a:bodyPr>
            <a:lstStyle/>
            <a:p>
              <a:pPr algn="just">
                <a:lnSpc>
                  <a:spcPct val="120000"/>
                </a:lnSpc>
              </a:pPr>
              <a:r>
                <a:rPr lang="zh-CN" altLang="en-US" sz="2400" spc="100" dirty="0">
                  <a:solidFill>
                    <a:schemeClr val="tx1">
                      <a:lumMod val="65000"/>
                      <a:lumOff val="35000"/>
                    </a:schemeClr>
                  </a:solidFill>
                  <a:latin typeface="+mj-ea"/>
                  <a:ea typeface="+mj-ea"/>
                  <a:cs typeface="+mn-ea"/>
                  <a:sym typeface="+mn-lt"/>
                </a:rPr>
                <a:t>姓名</a:t>
              </a:r>
              <a:r>
                <a:rPr lang="zh-CN" altLang="en-US" sz="2400" spc="100" dirty="0">
                  <a:solidFill>
                    <a:schemeClr val="tx1">
                      <a:lumMod val="65000"/>
                      <a:lumOff val="35000"/>
                    </a:schemeClr>
                  </a:solidFill>
                  <a:cs typeface="+mn-ea"/>
                  <a:sym typeface="+mn-lt"/>
                </a:rPr>
                <a:t>  </a:t>
              </a:r>
              <a:r>
                <a:rPr lang="zh-CN" altLang="en-US" sz="1600" spc="100" dirty="0">
                  <a:solidFill>
                    <a:schemeClr val="tx1">
                      <a:lumMod val="65000"/>
                      <a:lumOff val="35000"/>
                    </a:schemeClr>
                  </a:solidFill>
                  <a:cs typeface="+mn-ea"/>
                  <a:sym typeface="+mn-lt"/>
                </a:rPr>
                <a:t>团队主持人</a:t>
              </a:r>
              <a:endParaRPr lang="zh-CN" altLang="en-US" sz="2400" spc="100" dirty="0">
                <a:solidFill>
                  <a:schemeClr val="tx1">
                    <a:lumMod val="65000"/>
                    <a:lumOff val="35000"/>
                  </a:schemeClr>
                </a:solidFill>
                <a:cs typeface="+mn-ea"/>
                <a:sym typeface="+mn-lt"/>
              </a:endParaRPr>
            </a:p>
          </p:txBody>
        </p:sp>
        <p:sp>
          <p:nvSpPr>
            <p:cNvPr id="14" name="文本框 13">
              <a:extLst>
                <a:ext uri="{FF2B5EF4-FFF2-40B4-BE49-F238E27FC236}">
                  <a16:creationId xmlns:a16="http://schemas.microsoft.com/office/drawing/2014/main" id="{F2423D98-55EE-4BCA-94EA-40397162701A}"/>
                </a:ext>
              </a:extLst>
            </p:cNvPr>
            <p:cNvSpPr txBox="1"/>
            <p:nvPr/>
          </p:nvSpPr>
          <p:spPr>
            <a:xfrm>
              <a:off x="1222324" y="3653137"/>
              <a:ext cx="2227833" cy="2432654"/>
            </a:xfrm>
            <a:prstGeom prst="rect">
              <a:avLst/>
            </a:prstGeom>
            <a:noFill/>
          </p:spPr>
          <p:txBody>
            <a:bodyPr wrap="square" rtlCol="0">
              <a:spAutoFit/>
            </a:bodyPr>
            <a:lstStyle/>
            <a:p>
              <a:pPr algn="just">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a:t>
              </a:r>
            </a:p>
          </p:txBody>
        </p:sp>
      </p:grpSp>
      <p:grpSp>
        <p:nvGrpSpPr>
          <p:cNvPr id="16" name="组合 15">
            <a:extLst>
              <a:ext uri="{FF2B5EF4-FFF2-40B4-BE49-F238E27FC236}">
                <a16:creationId xmlns:a16="http://schemas.microsoft.com/office/drawing/2014/main" id="{32E7FFC2-A087-452C-B8E9-B6FB517C192A}"/>
              </a:ext>
            </a:extLst>
          </p:cNvPr>
          <p:cNvGrpSpPr/>
          <p:nvPr/>
        </p:nvGrpSpPr>
        <p:grpSpPr>
          <a:xfrm>
            <a:off x="4751345" y="1255099"/>
            <a:ext cx="2698748" cy="4864346"/>
            <a:chOff x="1065125" y="1255099"/>
            <a:chExt cx="2698748" cy="4864346"/>
          </a:xfrm>
        </p:grpSpPr>
        <p:sp>
          <p:nvSpPr>
            <p:cNvPr id="17" name="椭圆 16">
              <a:extLst>
                <a:ext uri="{FF2B5EF4-FFF2-40B4-BE49-F238E27FC236}">
                  <a16:creationId xmlns:a16="http://schemas.microsoft.com/office/drawing/2014/main" id="{F6D53459-C808-430B-AD85-FA6E0794CA8A}"/>
                </a:ext>
              </a:extLst>
            </p:cNvPr>
            <p:cNvSpPr/>
            <p:nvPr/>
          </p:nvSpPr>
          <p:spPr>
            <a:xfrm>
              <a:off x="1630443" y="1255099"/>
              <a:ext cx="1374014" cy="1374014"/>
            </a:xfrm>
            <a:prstGeom prst="ellipse">
              <a:avLst/>
            </a:prstGeom>
            <a:blipFill dpi="0" rotWithShape="1">
              <a:blip r:embed="rId3"/>
              <a:srcRect/>
              <a:tile tx="-1517650" ty="0" sx="20000" sy="20000" flip="none" algn="tl"/>
            </a:blipFill>
            <a:ln w="76200">
              <a:solidFill>
                <a:schemeClr val="bg1">
                  <a:lumMod val="95000"/>
                </a:schemeClr>
              </a:solidFill>
            </a:ln>
            <a:effectLst>
              <a:outerShdw blurRad="1651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nvGrpSpPr>
            <p:cNvPr id="18" name="组合 17">
              <a:extLst>
                <a:ext uri="{FF2B5EF4-FFF2-40B4-BE49-F238E27FC236}">
                  <a16:creationId xmlns:a16="http://schemas.microsoft.com/office/drawing/2014/main" id="{793425F0-C657-452A-B0BC-79B409DB7936}"/>
                </a:ext>
              </a:extLst>
            </p:cNvPr>
            <p:cNvGrpSpPr/>
            <p:nvPr/>
          </p:nvGrpSpPr>
          <p:grpSpPr>
            <a:xfrm>
              <a:off x="1065125" y="2823320"/>
              <a:ext cx="2698748" cy="3296125"/>
              <a:chOff x="1065125" y="2823320"/>
              <a:chExt cx="2698748" cy="3296125"/>
            </a:xfrm>
          </p:grpSpPr>
          <p:sp>
            <p:nvSpPr>
              <p:cNvPr id="22" name="矩形 21">
                <a:extLst>
                  <a:ext uri="{FF2B5EF4-FFF2-40B4-BE49-F238E27FC236}">
                    <a16:creationId xmlns:a16="http://schemas.microsoft.com/office/drawing/2014/main" id="{2C868291-6D4F-4B66-9A5F-3222B3B5DADC}"/>
                  </a:ext>
                </a:extLst>
              </p:cNvPr>
              <p:cNvSpPr/>
              <p:nvPr/>
            </p:nvSpPr>
            <p:spPr>
              <a:xfrm>
                <a:off x="1065125" y="2989250"/>
                <a:ext cx="2542233" cy="3130195"/>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3" name="任意多边形: 形状 22">
                <a:extLst>
                  <a:ext uri="{FF2B5EF4-FFF2-40B4-BE49-F238E27FC236}">
                    <a16:creationId xmlns:a16="http://schemas.microsoft.com/office/drawing/2014/main" id="{066AEC31-9DDF-4C66-B5BC-882CC27F55A4}"/>
                  </a:ext>
                </a:extLst>
              </p:cNvPr>
              <p:cNvSpPr/>
              <p:nvPr/>
            </p:nvSpPr>
            <p:spPr>
              <a:xfrm>
                <a:off x="1221640" y="2823320"/>
                <a:ext cx="2542233" cy="3130195"/>
              </a:xfrm>
              <a:custGeom>
                <a:avLst/>
                <a:gdLst>
                  <a:gd name="connsiteX0" fmla="*/ 0 w 2542233"/>
                  <a:gd name="connsiteY0" fmla="*/ 0 h 3130195"/>
                  <a:gd name="connsiteX1" fmla="*/ 2542233 w 2542233"/>
                  <a:gd name="connsiteY1" fmla="*/ 0 h 3130195"/>
                  <a:gd name="connsiteX2" fmla="*/ 2542233 w 2542233"/>
                  <a:gd name="connsiteY2" fmla="*/ 3130195 h 3130195"/>
                  <a:gd name="connsiteX3" fmla="*/ 2385718 w 2542233"/>
                  <a:gd name="connsiteY3" fmla="*/ 3130195 h 3130195"/>
                  <a:gd name="connsiteX4" fmla="*/ 2385718 w 2542233"/>
                  <a:gd name="connsiteY4" fmla="*/ 165930 h 3130195"/>
                  <a:gd name="connsiteX5" fmla="*/ 0 w 2542233"/>
                  <a:gd name="connsiteY5" fmla="*/ 165930 h 313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42233" h="3130195">
                    <a:moveTo>
                      <a:pt x="0" y="0"/>
                    </a:moveTo>
                    <a:lnTo>
                      <a:pt x="2542233" y="0"/>
                    </a:lnTo>
                    <a:lnTo>
                      <a:pt x="2542233" y="3130195"/>
                    </a:lnTo>
                    <a:lnTo>
                      <a:pt x="2385718" y="3130195"/>
                    </a:lnTo>
                    <a:lnTo>
                      <a:pt x="2385718" y="165930"/>
                    </a:lnTo>
                    <a:lnTo>
                      <a:pt x="0" y="16593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grpSp>
        <p:sp>
          <p:nvSpPr>
            <p:cNvPr id="19" name="矩形 18">
              <a:extLst>
                <a:ext uri="{FF2B5EF4-FFF2-40B4-BE49-F238E27FC236}">
                  <a16:creationId xmlns:a16="http://schemas.microsoft.com/office/drawing/2014/main" id="{E9BD0169-7B48-4D6E-8A1B-B7FDEEACB1D1}"/>
                </a:ext>
              </a:extLst>
            </p:cNvPr>
            <p:cNvSpPr/>
            <p:nvPr/>
          </p:nvSpPr>
          <p:spPr>
            <a:xfrm>
              <a:off x="1313080" y="3431327"/>
              <a:ext cx="1971040" cy="111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0" name="文本框 19">
              <a:extLst>
                <a:ext uri="{FF2B5EF4-FFF2-40B4-BE49-F238E27FC236}">
                  <a16:creationId xmlns:a16="http://schemas.microsoft.com/office/drawing/2014/main" id="{8217C78E-558D-40BB-8659-E96EA88A38B1}"/>
                </a:ext>
              </a:extLst>
            </p:cNvPr>
            <p:cNvSpPr txBox="1"/>
            <p:nvPr/>
          </p:nvSpPr>
          <p:spPr>
            <a:xfrm>
              <a:off x="1221640" y="2989250"/>
              <a:ext cx="2316480" cy="497957"/>
            </a:xfrm>
            <a:prstGeom prst="rect">
              <a:avLst/>
            </a:prstGeom>
            <a:noFill/>
          </p:spPr>
          <p:txBody>
            <a:bodyPr wrap="square" rtlCol="0">
              <a:spAutoFit/>
            </a:bodyPr>
            <a:lstStyle/>
            <a:p>
              <a:pPr algn="just">
                <a:lnSpc>
                  <a:spcPct val="120000"/>
                </a:lnSpc>
              </a:pPr>
              <a:r>
                <a:rPr lang="zh-CN" altLang="en-US" sz="2400" spc="100" dirty="0">
                  <a:solidFill>
                    <a:schemeClr val="tx1">
                      <a:lumMod val="65000"/>
                      <a:lumOff val="35000"/>
                    </a:schemeClr>
                  </a:solidFill>
                  <a:latin typeface="+mj-ea"/>
                  <a:ea typeface="+mj-ea"/>
                  <a:cs typeface="+mn-ea"/>
                  <a:sym typeface="+mn-lt"/>
                </a:rPr>
                <a:t>姓名</a:t>
              </a:r>
              <a:r>
                <a:rPr lang="zh-CN" altLang="en-US" sz="2400" spc="100" dirty="0">
                  <a:solidFill>
                    <a:schemeClr val="tx1">
                      <a:lumMod val="65000"/>
                      <a:lumOff val="35000"/>
                    </a:schemeClr>
                  </a:solidFill>
                  <a:cs typeface="+mn-ea"/>
                  <a:sym typeface="+mn-lt"/>
                </a:rPr>
                <a:t>  </a:t>
              </a:r>
              <a:r>
                <a:rPr lang="zh-CN" altLang="en-US" sz="1600" spc="100" dirty="0">
                  <a:solidFill>
                    <a:schemeClr val="tx1">
                      <a:lumMod val="65000"/>
                      <a:lumOff val="35000"/>
                    </a:schemeClr>
                  </a:solidFill>
                  <a:cs typeface="+mn-ea"/>
                  <a:sym typeface="+mn-lt"/>
                </a:rPr>
                <a:t>团队主持人</a:t>
              </a:r>
              <a:endParaRPr lang="zh-CN" altLang="en-US" sz="2400" spc="100" dirty="0">
                <a:solidFill>
                  <a:schemeClr val="tx1">
                    <a:lumMod val="65000"/>
                    <a:lumOff val="35000"/>
                  </a:schemeClr>
                </a:solidFill>
                <a:cs typeface="+mn-ea"/>
                <a:sym typeface="+mn-lt"/>
              </a:endParaRPr>
            </a:p>
          </p:txBody>
        </p:sp>
        <p:sp>
          <p:nvSpPr>
            <p:cNvPr id="21" name="文本框 20">
              <a:extLst>
                <a:ext uri="{FF2B5EF4-FFF2-40B4-BE49-F238E27FC236}">
                  <a16:creationId xmlns:a16="http://schemas.microsoft.com/office/drawing/2014/main" id="{1B5A6190-8CE6-49CA-A5CD-10805F4F60E5}"/>
                </a:ext>
              </a:extLst>
            </p:cNvPr>
            <p:cNvSpPr txBox="1"/>
            <p:nvPr/>
          </p:nvSpPr>
          <p:spPr>
            <a:xfrm>
              <a:off x="1222324" y="3653137"/>
              <a:ext cx="2227833" cy="2432654"/>
            </a:xfrm>
            <a:prstGeom prst="rect">
              <a:avLst/>
            </a:prstGeom>
            <a:noFill/>
          </p:spPr>
          <p:txBody>
            <a:bodyPr wrap="square" rtlCol="0">
              <a:spAutoFit/>
            </a:bodyPr>
            <a:lstStyle/>
            <a:p>
              <a:pPr algn="just">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a:t>
              </a:r>
            </a:p>
          </p:txBody>
        </p:sp>
      </p:grpSp>
      <p:grpSp>
        <p:nvGrpSpPr>
          <p:cNvPr id="24" name="组合 23">
            <a:extLst>
              <a:ext uri="{FF2B5EF4-FFF2-40B4-BE49-F238E27FC236}">
                <a16:creationId xmlns:a16="http://schemas.microsoft.com/office/drawing/2014/main" id="{759EB1DE-BAFA-4A9A-9065-8E8EFEB428B7}"/>
              </a:ext>
            </a:extLst>
          </p:cNvPr>
          <p:cNvGrpSpPr/>
          <p:nvPr/>
        </p:nvGrpSpPr>
        <p:grpSpPr>
          <a:xfrm>
            <a:off x="8437565" y="1255099"/>
            <a:ext cx="2698748" cy="4864346"/>
            <a:chOff x="1065125" y="1255099"/>
            <a:chExt cx="2698748" cy="4864346"/>
          </a:xfrm>
        </p:grpSpPr>
        <p:sp>
          <p:nvSpPr>
            <p:cNvPr id="25" name="椭圆 24">
              <a:extLst>
                <a:ext uri="{FF2B5EF4-FFF2-40B4-BE49-F238E27FC236}">
                  <a16:creationId xmlns:a16="http://schemas.microsoft.com/office/drawing/2014/main" id="{AD2A7BD0-5777-4246-BE65-5DA6A21F9C17}"/>
                </a:ext>
              </a:extLst>
            </p:cNvPr>
            <p:cNvSpPr/>
            <p:nvPr/>
          </p:nvSpPr>
          <p:spPr>
            <a:xfrm>
              <a:off x="1630443" y="1255099"/>
              <a:ext cx="1374014" cy="1374014"/>
            </a:xfrm>
            <a:prstGeom prst="ellipse">
              <a:avLst/>
            </a:prstGeom>
            <a:blipFill dpi="0" rotWithShape="1">
              <a:blip r:embed="rId3"/>
              <a:srcRect/>
              <a:tile tx="-1517650" ty="0" sx="20000" sy="20000" flip="none" algn="tl"/>
            </a:blipFill>
            <a:ln w="76200">
              <a:solidFill>
                <a:schemeClr val="bg1">
                  <a:lumMod val="95000"/>
                </a:schemeClr>
              </a:solidFill>
            </a:ln>
            <a:effectLst>
              <a:outerShdw blurRad="1651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nvGrpSpPr>
            <p:cNvPr id="26" name="组合 25">
              <a:extLst>
                <a:ext uri="{FF2B5EF4-FFF2-40B4-BE49-F238E27FC236}">
                  <a16:creationId xmlns:a16="http://schemas.microsoft.com/office/drawing/2014/main" id="{169E3315-C8C8-4C79-81AA-2B8712B266D9}"/>
                </a:ext>
              </a:extLst>
            </p:cNvPr>
            <p:cNvGrpSpPr/>
            <p:nvPr/>
          </p:nvGrpSpPr>
          <p:grpSpPr>
            <a:xfrm>
              <a:off x="1065125" y="2823320"/>
              <a:ext cx="2698748" cy="3296125"/>
              <a:chOff x="1065125" y="2823320"/>
              <a:chExt cx="2698748" cy="3296125"/>
            </a:xfrm>
          </p:grpSpPr>
          <p:sp>
            <p:nvSpPr>
              <p:cNvPr id="30" name="矩形 29">
                <a:extLst>
                  <a:ext uri="{FF2B5EF4-FFF2-40B4-BE49-F238E27FC236}">
                    <a16:creationId xmlns:a16="http://schemas.microsoft.com/office/drawing/2014/main" id="{FF0B0653-1206-4D36-BFF7-02E63ED036E0}"/>
                  </a:ext>
                </a:extLst>
              </p:cNvPr>
              <p:cNvSpPr/>
              <p:nvPr/>
            </p:nvSpPr>
            <p:spPr>
              <a:xfrm>
                <a:off x="1065125" y="2989250"/>
                <a:ext cx="2542233" cy="3130195"/>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31" name="任意多边形: 形状 30">
                <a:extLst>
                  <a:ext uri="{FF2B5EF4-FFF2-40B4-BE49-F238E27FC236}">
                    <a16:creationId xmlns:a16="http://schemas.microsoft.com/office/drawing/2014/main" id="{8933D581-F1E0-4180-888A-6CBFFFB16460}"/>
                  </a:ext>
                </a:extLst>
              </p:cNvPr>
              <p:cNvSpPr/>
              <p:nvPr/>
            </p:nvSpPr>
            <p:spPr>
              <a:xfrm>
                <a:off x="1221640" y="2823320"/>
                <a:ext cx="2542233" cy="3130195"/>
              </a:xfrm>
              <a:custGeom>
                <a:avLst/>
                <a:gdLst>
                  <a:gd name="connsiteX0" fmla="*/ 0 w 2542233"/>
                  <a:gd name="connsiteY0" fmla="*/ 0 h 3130195"/>
                  <a:gd name="connsiteX1" fmla="*/ 2542233 w 2542233"/>
                  <a:gd name="connsiteY1" fmla="*/ 0 h 3130195"/>
                  <a:gd name="connsiteX2" fmla="*/ 2542233 w 2542233"/>
                  <a:gd name="connsiteY2" fmla="*/ 3130195 h 3130195"/>
                  <a:gd name="connsiteX3" fmla="*/ 2385718 w 2542233"/>
                  <a:gd name="connsiteY3" fmla="*/ 3130195 h 3130195"/>
                  <a:gd name="connsiteX4" fmla="*/ 2385718 w 2542233"/>
                  <a:gd name="connsiteY4" fmla="*/ 165930 h 3130195"/>
                  <a:gd name="connsiteX5" fmla="*/ 0 w 2542233"/>
                  <a:gd name="connsiteY5" fmla="*/ 165930 h 313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42233" h="3130195">
                    <a:moveTo>
                      <a:pt x="0" y="0"/>
                    </a:moveTo>
                    <a:lnTo>
                      <a:pt x="2542233" y="0"/>
                    </a:lnTo>
                    <a:lnTo>
                      <a:pt x="2542233" y="3130195"/>
                    </a:lnTo>
                    <a:lnTo>
                      <a:pt x="2385718" y="3130195"/>
                    </a:lnTo>
                    <a:lnTo>
                      <a:pt x="2385718" y="165930"/>
                    </a:lnTo>
                    <a:lnTo>
                      <a:pt x="0" y="16593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grpSp>
        <p:sp>
          <p:nvSpPr>
            <p:cNvPr id="27" name="矩形 26">
              <a:extLst>
                <a:ext uri="{FF2B5EF4-FFF2-40B4-BE49-F238E27FC236}">
                  <a16:creationId xmlns:a16="http://schemas.microsoft.com/office/drawing/2014/main" id="{A72D039F-C2EB-40BA-AA28-EC3552FD2F1F}"/>
                </a:ext>
              </a:extLst>
            </p:cNvPr>
            <p:cNvSpPr/>
            <p:nvPr/>
          </p:nvSpPr>
          <p:spPr>
            <a:xfrm>
              <a:off x="1313080" y="3431327"/>
              <a:ext cx="1971040" cy="111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8" name="文本框 27">
              <a:extLst>
                <a:ext uri="{FF2B5EF4-FFF2-40B4-BE49-F238E27FC236}">
                  <a16:creationId xmlns:a16="http://schemas.microsoft.com/office/drawing/2014/main" id="{20068A6E-0910-4B6F-9CDC-71928CEF833A}"/>
                </a:ext>
              </a:extLst>
            </p:cNvPr>
            <p:cNvSpPr txBox="1"/>
            <p:nvPr/>
          </p:nvSpPr>
          <p:spPr>
            <a:xfrm>
              <a:off x="1221640" y="2989250"/>
              <a:ext cx="2316480" cy="497957"/>
            </a:xfrm>
            <a:prstGeom prst="rect">
              <a:avLst/>
            </a:prstGeom>
            <a:noFill/>
          </p:spPr>
          <p:txBody>
            <a:bodyPr wrap="square" rtlCol="0">
              <a:spAutoFit/>
            </a:bodyPr>
            <a:lstStyle/>
            <a:p>
              <a:pPr algn="just">
                <a:lnSpc>
                  <a:spcPct val="120000"/>
                </a:lnSpc>
              </a:pPr>
              <a:r>
                <a:rPr lang="zh-CN" altLang="en-US" sz="2400" spc="100" dirty="0">
                  <a:solidFill>
                    <a:schemeClr val="tx1">
                      <a:lumMod val="65000"/>
                      <a:lumOff val="35000"/>
                    </a:schemeClr>
                  </a:solidFill>
                  <a:latin typeface="+mj-ea"/>
                  <a:ea typeface="+mj-ea"/>
                  <a:cs typeface="+mn-ea"/>
                  <a:sym typeface="+mn-lt"/>
                </a:rPr>
                <a:t>姓名</a:t>
              </a:r>
              <a:r>
                <a:rPr lang="zh-CN" altLang="en-US" sz="2400" spc="100" dirty="0">
                  <a:solidFill>
                    <a:schemeClr val="tx1">
                      <a:lumMod val="65000"/>
                      <a:lumOff val="35000"/>
                    </a:schemeClr>
                  </a:solidFill>
                  <a:cs typeface="+mn-ea"/>
                  <a:sym typeface="+mn-lt"/>
                </a:rPr>
                <a:t>  </a:t>
              </a:r>
              <a:r>
                <a:rPr lang="zh-CN" altLang="en-US" sz="1600" spc="100" dirty="0">
                  <a:solidFill>
                    <a:schemeClr val="tx1">
                      <a:lumMod val="65000"/>
                      <a:lumOff val="35000"/>
                    </a:schemeClr>
                  </a:solidFill>
                  <a:cs typeface="+mn-ea"/>
                  <a:sym typeface="+mn-lt"/>
                </a:rPr>
                <a:t>团队主持人</a:t>
              </a:r>
              <a:endParaRPr lang="zh-CN" altLang="en-US" sz="2400" spc="100" dirty="0">
                <a:solidFill>
                  <a:schemeClr val="tx1">
                    <a:lumMod val="65000"/>
                    <a:lumOff val="35000"/>
                  </a:schemeClr>
                </a:solidFill>
                <a:cs typeface="+mn-ea"/>
                <a:sym typeface="+mn-lt"/>
              </a:endParaRPr>
            </a:p>
          </p:txBody>
        </p:sp>
        <p:sp>
          <p:nvSpPr>
            <p:cNvPr id="29" name="文本框 28">
              <a:extLst>
                <a:ext uri="{FF2B5EF4-FFF2-40B4-BE49-F238E27FC236}">
                  <a16:creationId xmlns:a16="http://schemas.microsoft.com/office/drawing/2014/main" id="{3B01F546-85D4-4BF2-8FDA-8AD34BF445CE}"/>
                </a:ext>
              </a:extLst>
            </p:cNvPr>
            <p:cNvSpPr txBox="1"/>
            <p:nvPr/>
          </p:nvSpPr>
          <p:spPr>
            <a:xfrm>
              <a:off x="1222324" y="3653137"/>
              <a:ext cx="2227833" cy="2432654"/>
            </a:xfrm>
            <a:prstGeom prst="rect">
              <a:avLst/>
            </a:prstGeom>
            <a:noFill/>
          </p:spPr>
          <p:txBody>
            <a:bodyPr wrap="square" rtlCol="0">
              <a:spAutoFit/>
            </a:bodyPr>
            <a:lstStyle/>
            <a:p>
              <a:pPr algn="just">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a:t>
              </a:r>
            </a:p>
          </p:txBody>
        </p:sp>
      </p:grpSp>
      <p:sp>
        <p:nvSpPr>
          <p:cNvPr id="5" name="文本框 4">
            <a:extLst>
              <a:ext uri="{FF2B5EF4-FFF2-40B4-BE49-F238E27FC236}">
                <a16:creationId xmlns:a16="http://schemas.microsoft.com/office/drawing/2014/main" id="{7BA7385E-E0EA-4EE0-AFE4-80D90ABDDC74}"/>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人物介绍页</a:t>
            </a:r>
          </a:p>
        </p:txBody>
      </p:sp>
    </p:spTree>
    <p:extLst>
      <p:ext uri="{BB962C8B-B14F-4D97-AF65-F5344CB8AC3E}">
        <p14:creationId xmlns:p14="http://schemas.microsoft.com/office/powerpoint/2010/main" val="15619777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52">
            <a:extLst>
              <a:ext uri="{FF2B5EF4-FFF2-40B4-BE49-F238E27FC236}">
                <a16:creationId xmlns:a16="http://schemas.microsoft.com/office/drawing/2014/main" id="{B8AEAD93-C71B-4450-944D-ADEFDD6D7B08}"/>
              </a:ext>
            </a:extLst>
          </p:cNvPr>
          <p:cNvSpPr/>
          <p:nvPr/>
        </p:nvSpPr>
        <p:spPr>
          <a:xfrm>
            <a:off x="1955800" y="1629098"/>
            <a:ext cx="8280400" cy="3599804"/>
          </a:xfrm>
          <a:prstGeom prst="roundRect">
            <a:avLst>
              <a:gd name="adj" fmla="val 2533"/>
            </a:avLst>
          </a:prstGeom>
          <a:solidFill>
            <a:schemeClr val="bg1"/>
          </a:solidFill>
          <a:ln>
            <a:noFill/>
          </a:ln>
          <a:effectLst>
            <a:outerShdw blurRad="50800" dist="50800" dir="5400000" algn="t"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cs typeface="+mn-ea"/>
              <a:sym typeface="+mn-lt"/>
            </a:endParaRPr>
          </a:p>
        </p:txBody>
      </p:sp>
      <p:grpSp>
        <p:nvGrpSpPr>
          <p:cNvPr id="26" name="组合 25">
            <a:extLst>
              <a:ext uri="{FF2B5EF4-FFF2-40B4-BE49-F238E27FC236}">
                <a16:creationId xmlns:a16="http://schemas.microsoft.com/office/drawing/2014/main" id="{4D042BD4-BC32-45B4-ABA1-3A9EBE8DFB53}"/>
              </a:ext>
            </a:extLst>
          </p:cNvPr>
          <p:cNvGrpSpPr/>
          <p:nvPr/>
        </p:nvGrpSpPr>
        <p:grpSpPr>
          <a:xfrm>
            <a:off x="2619674" y="3607708"/>
            <a:ext cx="1933575" cy="1230786"/>
            <a:chOff x="3338547" y="2395377"/>
            <a:chExt cx="1933575" cy="1230786"/>
          </a:xfrm>
        </p:grpSpPr>
        <p:grpSp>
          <p:nvGrpSpPr>
            <p:cNvPr id="5" name="组合 4">
              <a:extLst>
                <a:ext uri="{FF2B5EF4-FFF2-40B4-BE49-F238E27FC236}">
                  <a16:creationId xmlns:a16="http://schemas.microsoft.com/office/drawing/2014/main" id="{D4AAFEFB-CE6A-472D-BF49-97A9BAC83E49}"/>
                </a:ext>
              </a:extLst>
            </p:cNvPr>
            <p:cNvGrpSpPr/>
            <p:nvPr/>
          </p:nvGrpSpPr>
          <p:grpSpPr>
            <a:xfrm>
              <a:off x="3338547" y="2481338"/>
              <a:ext cx="1933575" cy="571501"/>
              <a:chOff x="7938" y="-2173288"/>
              <a:chExt cx="1933575" cy="571501"/>
            </a:xfrm>
            <a:solidFill>
              <a:schemeClr val="accent1"/>
            </a:solidFill>
          </p:grpSpPr>
          <p:sp>
            <p:nvSpPr>
              <p:cNvPr id="7" name="Freeform 692">
                <a:extLst>
                  <a:ext uri="{FF2B5EF4-FFF2-40B4-BE49-F238E27FC236}">
                    <a16:creationId xmlns:a16="http://schemas.microsoft.com/office/drawing/2014/main" id="{214FD3E0-4FBB-407C-BE36-7D75857F84E0}"/>
                  </a:ext>
                </a:extLst>
              </p:cNvPr>
              <p:cNvSpPr>
                <a:spLocks/>
              </p:cNvSpPr>
              <p:nvPr/>
            </p:nvSpPr>
            <p:spPr bwMode="auto">
              <a:xfrm>
                <a:off x="1141413" y="-2168525"/>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8" name="Freeform 693">
                <a:extLst>
                  <a:ext uri="{FF2B5EF4-FFF2-40B4-BE49-F238E27FC236}">
                    <a16:creationId xmlns:a16="http://schemas.microsoft.com/office/drawing/2014/main" id="{3ED6AAE0-31E0-416E-8E42-A1EF37524E13}"/>
                  </a:ext>
                </a:extLst>
              </p:cNvPr>
              <p:cNvSpPr>
                <a:spLocks/>
              </p:cNvSpPr>
              <p:nvPr/>
            </p:nvSpPr>
            <p:spPr bwMode="auto">
              <a:xfrm>
                <a:off x="1141413" y="-2173288"/>
                <a:ext cx="60325" cy="7938"/>
              </a:xfrm>
              <a:custGeom>
                <a:avLst/>
                <a:gdLst>
                  <a:gd name="T0" fmla="*/ 16 w 16"/>
                  <a:gd name="T1" fmla="*/ 2 h 2"/>
                  <a:gd name="T2" fmla="*/ 16 w 16"/>
                  <a:gd name="T3" fmla="*/ 1 h 2"/>
                  <a:gd name="T4" fmla="*/ 5 w 16"/>
                  <a:gd name="T5" fmla="*/ 1 h 2"/>
                  <a:gd name="T6" fmla="*/ 0 w 16"/>
                  <a:gd name="T7" fmla="*/ 1 h 2"/>
                  <a:gd name="T8" fmla="*/ 16 w 16"/>
                  <a:gd name="T9" fmla="*/ 2 h 2"/>
                </a:gdLst>
                <a:ahLst/>
                <a:cxnLst>
                  <a:cxn ang="0">
                    <a:pos x="T0" y="T1"/>
                  </a:cxn>
                  <a:cxn ang="0">
                    <a:pos x="T2" y="T3"/>
                  </a:cxn>
                  <a:cxn ang="0">
                    <a:pos x="T4" y="T5"/>
                  </a:cxn>
                  <a:cxn ang="0">
                    <a:pos x="T6" y="T7"/>
                  </a:cxn>
                  <a:cxn ang="0">
                    <a:pos x="T8" y="T9"/>
                  </a:cxn>
                </a:cxnLst>
                <a:rect l="0" t="0" r="r" b="b"/>
                <a:pathLst>
                  <a:path w="16" h="2">
                    <a:moveTo>
                      <a:pt x="16" y="2"/>
                    </a:moveTo>
                    <a:cubicBezTo>
                      <a:pt x="16" y="1"/>
                      <a:pt x="16" y="1"/>
                      <a:pt x="16" y="1"/>
                    </a:cubicBezTo>
                    <a:cubicBezTo>
                      <a:pt x="13" y="0"/>
                      <a:pt x="8" y="0"/>
                      <a:pt x="5" y="1"/>
                    </a:cubicBezTo>
                    <a:cubicBezTo>
                      <a:pt x="3" y="0"/>
                      <a:pt x="2" y="0"/>
                      <a:pt x="0" y="1"/>
                    </a:cubicBezTo>
                    <a:cubicBezTo>
                      <a:pt x="5" y="2"/>
                      <a:pt x="11" y="2"/>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9" name="Freeform 699">
                <a:extLst>
                  <a:ext uri="{FF2B5EF4-FFF2-40B4-BE49-F238E27FC236}">
                    <a16:creationId xmlns:a16="http://schemas.microsoft.com/office/drawing/2014/main" id="{8F3645D6-4554-4047-9A9F-D02BE4B0AE83}"/>
                  </a:ext>
                </a:extLst>
              </p:cNvPr>
              <p:cNvSpPr>
                <a:spLocks/>
              </p:cNvSpPr>
              <p:nvPr/>
            </p:nvSpPr>
            <p:spPr bwMode="auto">
              <a:xfrm>
                <a:off x="1201738" y="-2173288"/>
                <a:ext cx="7938" cy="7938"/>
              </a:xfrm>
              <a:custGeom>
                <a:avLst/>
                <a:gdLst>
                  <a:gd name="T0" fmla="*/ 1 w 2"/>
                  <a:gd name="T1" fmla="*/ 2 h 2"/>
                  <a:gd name="T2" fmla="*/ 2 w 2"/>
                  <a:gd name="T3" fmla="*/ 2 h 2"/>
                  <a:gd name="T4" fmla="*/ 2 w 2"/>
                  <a:gd name="T5" fmla="*/ 0 h 2"/>
                  <a:gd name="T6" fmla="*/ 1 w 2"/>
                  <a:gd name="T7" fmla="*/ 2 h 2"/>
                </a:gdLst>
                <a:ahLst/>
                <a:cxnLst>
                  <a:cxn ang="0">
                    <a:pos x="T0" y="T1"/>
                  </a:cxn>
                  <a:cxn ang="0">
                    <a:pos x="T2" y="T3"/>
                  </a:cxn>
                  <a:cxn ang="0">
                    <a:pos x="T4" y="T5"/>
                  </a:cxn>
                  <a:cxn ang="0">
                    <a:pos x="T6" y="T7"/>
                  </a:cxn>
                </a:cxnLst>
                <a:rect l="0" t="0" r="r" b="b"/>
                <a:pathLst>
                  <a:path w="2" h="2">
                    <a:moveTo>
                      <a:pt x="1" y="2"/>
                    </a:moveTo>
                    <a:cubicBezTo>
                      <a:pt x="2" y="2"/>
                      <a:pt x="2" y="2"/>
                      <a:pt x="2" y="2"/>
                    </a:cubicBezTo>
                    <a:cubicBezTo>
                      <a:pt x="2" y="0"/>
                      <a:pt x="2" y="0"/>
                      <a:pt x="2" y="0"/>
                    </a:cubicBezTo>
                    <a:cubicBezTo>
                      <a:pt x="0" y="0"/>
                      <a:pt x="2"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0" name="Freeform 700">
                <a:extLst>
                  <a:ext uri="{FF2B5EF4-FFF2-40B4-BE49-F238E27FC236}">
                    <a16:creationId xmlns:a16="http://schemas.microsoft.com/office/drawing/2014/main" id="{E84D2781-8C29-47E2-A8D4-C71ACFAA91D2}"/>
                  </a:ext>
                </a:extLst>
              </p:cNvPr>
              <p:cNvSpPr>
                <a:spLocks/>
              </p:cNvSpPr>
              <p:nvPr/>
            </p:nvSpPr>
            <p:spPr bwMode="auto">
              <a:xfrm>
                <a:off x="322263" y="-2101850"/>
                <a:ext cx="52388" cy="19050"/>
              </a:xfrm>
              <a:custGeom>
                <a:avLst/>
                <a:gdLst>
                  <a:gd name="T0" fmla="*/ 14 w 14"/>
                  <a:gd name="T1" fmla="*/ 5 h 5"/>
                  <a:gd name="T2" fmla="*/ 14 w 14"/>
                  <a:gd name="T3" fmla="*/ 4 h 5"/>
                  <a:gd name="T4" fmla="*/ 5 w 14"/>
                  <a:gd name="T5" fmla="*/ 2 h 5"/>
                  <a:gd name="T6" fmla="*/ 6 w 14"/>
                  <a:gd name="T7" fmla="*/ 1 h 5"/>
                  <a:gd name="T8" fmla="*/ 0 w 14"/>
                  <a:gd name="T9" fmla="*/ 0 h 5"/>
                  <a:gd name="T10" fmla="*/ 1 w 14"/>
                  <a:gd name="T11" fmla="*/ 2 h 5"/>
                  <a:gd name="T12" fmla="*/ 14 w 14"/>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4" h="5">
                    <a:moveTo>
                      <a:pt x="14" y="5"/>
                    </a:moveTo>
                    <a:cubicBezTo>
                      <a:pt x="14" y="4"/>
                      <a:pt x="14" y="4"/>
                      <a:pt x="14" y="4"/>
                    </a:cubicBezTo>
                    <a:cubicBezTo>
                      <a:pt x="11" y="3"/>
                      <a:pt x="7" y="5"/>
                      <a:pt x="5" y="2"/>
                    </a:cubicBezTo>
                    <a:cubicBezTo>
                      <a:pt x="6" y="1"/>
                      <a:pt x="6" y="1"/>
                      <a:pt x="6" y="1"/>
                    </a:cubicBezTo>
                    <a:cubicBezTo>
                      <a:pt x="4" y="1"/>
                      <a:pt x="2" y="0"/>
                      <a:pt x="0" y="0"/>
                    </a:cubicBezTo>
                    <a:cubicBezTo>
                      <a:pt x="1" y="2"/>
                      <a:pt x="1" y="2"/>
                      <a:pt x="1" y="2"/>
                    </a:cubicBezTo>
                    <a:cubicBezTo>
                      <a:pt x="5" y="3"/>
                      <a:pt x="9" y="5"/>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1" name="Freeform 701">
                <a:extLst>
                  <a:ext uri="{FF2B5EF4-FFF2-40B4-BE49-F238E27FC236}">
                    <a16:creationId xmlns:a16="http://schemas.microsoft.com/office/drawing/2014/main" id="{D250B10E-0F92-4037-801A-73E25AD0A8F5}"/>
                  </a:ext>
                </a:extLst>
              </p:cNvPr>
              <p:cNvSpPr>
                <a:spLocks noEditPoints="1"/>
              </p:cNvSpPr>
              <p:nvPr/>
            </p:nvSpPr>
            <p:spPr bwMode="auto">
              <a:xfrm>
                <a:off x="7938" y="-2071688"/>
                <a:ext cx="1933575" cy="465138"/>
              </a:xfrm>
              <a:custGeom>
                <a:avLst/>
                <a:gdLst>
                  <a:gd name="T0" fmla="*/ 515 w 515"/>
                  <a:gd name="T1" fmla="*/ 105 h 124"/>
                  <a:gd name="T2" fmla="*/ 494 w 515"/>
                  <a:gd name="T3" fmla="*/ 98 h 124"/>
                  <a:gd name="T4" fmla="*/ 449 w 515"/>
                  <a:gd name="T5" fmla="*/ 93 h 124"/>
                  <a:gd name="T6" fmla="*/ 497 w 515"/>
                  <a:gd name="T7" fmla="*/ 88 h 124"/>
                  <a:gd name="T8" fmla="*/ 502 w 515"/>
                  <a:gd name="T9" fmla="*/ 82 h 124"/>
                  <a:gd name="T10" fmla="*/ 509 w 515"/>
                  <a:gd name="T11" fmla="*/ 75 h 124"/>
                  <a:gd name="T12" fmla="*/ 505 w 515"/>
                  <a:gd name="T13" fmla="*/ 70 h 124"/>
                  <a:gd name="T14" fmla="*/ 432 w 515"/>
                  <a:gd name="T15" fmla="*/ 59 h 124"/>
                  <a:gd name="T16" fmla="*/ 365 w 515"/>
                  <a:gd name="T17" fmla="*/ 46 h 124"/>
                  <a:gd name="T18" fmla="*/ 433 w 515"/>
                  <a:gd name="T19" fmla="*/ 50 h 124"/>
                  <a:gd name="T20" fmla="*/ 411 w 515"/>
                  <a:gd name="T21" fmla="*/ 44 h 124"/>
                  <a:gd name="T22" fmla="*/ 361 w 515"/>
                  <a:gd name="T23" fmla="*/ 33 h 124"/>
                  <a:gd name="T24" fmla="*/ 379 w 515"/>
                  <a:gd name="T25" fmla="*/ 33 h 124"/>
                  <a:gd name="T26" fmla="*/ 470 w 515"/>
                  <a:gd name="T27" fmla="*/ 35 h 124"/>
                  <a:gd name="T28" fmla="*/ 441 w 515"/>
                  <a:gd name="T29" fmla="*/ 30 h 124"/>
                  <a:gd name="T30" fmla="*/ 440 w 515"/>
                  <a:gd name="T31" fmla="*/ 31 h 124"/>
                  <a:gd name="T32" fmla="*/ 240 w 515"/>
                  <a:gd name="T33" fmla="*/ 10 h 124"/>
                  <a:gd name="T34" fmla="*/ 265 w 515"/>
                  <a:gd name="T35" fmla="*/ 6 h 124"/>
                  <a:gd name="T36" fmla="*/ 98 w 515"/>
                  <a:gd name="T37" fmla="*/ 2 h 124"/>
                  <a:gd name="T38" fmla="*/ 59 w 515"/>
                  <a:gd name="T39" fmla="*/ 6 h 124"/>
                  <a:gd name="T40" fmla="*/ 17 w 515"/>
                  <a:gd name="T41" fmla="*/ 16 h 124"/>
                  <a:gd name="T42" fmla="*/ 30 w 515"/>
                  <a:gd name="T43" fmla="*/ 26 h 124"/>
                  <a:gd name="T44" fmla="*/ 35 w 515"/>
                  <a:gd name="T45" fmla="*/ 35 h 124"/>
                  <a:gd name="T46" fmla="*/ 21 w 515"/>
                  <a:gd name="T47" fmla="*/ 42 h 124"/>
                  <a:gd name="T48" fmla="*/ 16 w 515"/>
                  <a:gd name="T49" fmla="*/ 48 h 124"/>
                  <a:gd name="T50" fmla="*/ 25 w 515"/>
                  <a:gd name="T51" fmla="*/ 52 h 124"/>
                  <a:gd name="T52" fmla="*/ 9 w 515"/>
                  <a:gd name="T53" fmla="*/ 57 h 124"/>
                  <a:gd name="T54" fmla="*/ 4 w 515"/>
                  <a:gd name="T55" fmla="*/ 65 h 124"/>
                  <a:gd name="T56" fmla="*/ 1 w 515"/>
                  <a:gd name="T57" fmla="*/ 69 h 124"/>
                  <a:gd name="T58" fmla="*/ 9 w 515"/>
                  <a:gd name="T59" fmla="*/ 74 h 124"/>
                  <a:gd name="T60" fmla="*/ 21 w 515"/>
                  <a:gd name="T61" fmla="*/ 86 h 124"/>
                  <a:gd name="T62" fmla="*/ 25 w 515"/>
                  <a:gd name="T63" fmla="*/ 94 h 124"/>
                  <a:gd name="T64" fmla="*/ 23 w 515"/>
                  <a:gd name="T65" fmla="*/ 105 h 124"/>
                  <a:gd name="T66" fmla="*/ 205 w 515"/>
                  <a:gd name="T67" fmla="*/ 120 h 124"/>
                  <a:gd name="T68" fmla="*/ 190 w 515"/>
                  <a:gd name="T69" fmla="*/ 117 h 124"/>
                  <a:gd name="T70" fmla="*/ 49 w 515"/>
                  <a:gd name="T71" fmla="*/ 108 h 124"/>
                  <a:gd name="T72" fmla="*/ 303 w 515"/>
                  <a:gd name="T73" fmla="*/ 117 h 124"/>
                  <a:gd name="T74" fmla="*/ 436 w 515"/>
                  <a:gd name="T75" fmla="*/ 123 h 124"/>
                  <a:gd name="T76" fmla="*/ 440 w 515"/>
                  <a:gd name="T77" fmla="*/ 119 h 124"/>
                  <a:gd name="T78" fmla="*/ 464 w 515"/>
                  <a:gd name="T79" fmla="*/ 112 h 124"/>
                  <a:gd name="T80" fmla="*/ 451 w 515"/>
                  <a:gd name="T81" fmla="*/ 107 h 124"/>
                  <a:gd name="T82" fmla="*/ 477 w 515"/>
                  <a:gd name="T83" fmla="*/ 107 h 124"/>
                  <a:gd name="T84" fmla="*/ 434 w 515"/>
                  <a:gd name="T85" fmla="*/ 28 h 124"/>
                  <a:gd name="T86" fmla="*/ 429 w 515"/>
                  <a:gd name="T87" fmla="*/ 29 h 124"/>
                  <a:gd name="T88" fmla="*/ 424 w 515"/>
                  <a:gd name="T89" fmla="*/ 26 h 124"/>
                  <a:gd name="T90" fmla="*/ 384 w 515"/>
                  <a:gd name="T91" fmla="*/ 108 h 124"/>
                  <a:gd name="T92" fmla="*/ 456 w 515"/>
                  <a:gd name="T93" fmla="*/ 113 h 124"/>
                  <a:gd name="T94" fmla="*/ 456 w 515"/>
                  <a:gd name="T95" fmla="*/ 113 h 124"/>
                  <a:gd name="T96" fmla="*/ 426 w 515"/>
                  <a:gd name="T97" fmla="*/ 10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5" h="124">
                    <a:moveTo>
                      <a:pt x="477" y="107"/>
                    </a:moveTo>
                    <a:cubicBezTo>
                      <a:pt x="477" y="106"/>
                      <a:pt x="477" y="106"/>
                      <a:pt x="477" y="106"/>
                    </a:cubicBezTo>
                    <a:cubicBezTo>
                      <a:pt x="489" y="106"/>
                      <a:pt x="502" y="106"/>
                      <a:pt x="514" y="106"/>
                    </a:cubicBezTo>
                    <a:cubicBezTo>
                      <a:pt x="515" y="105"/>
                      <a:pt x="515" y="105"/>
                      <a:pt x="515" y="105"/>
                    </a:cubicBezTo>
                    <a:cubicBezTo>
                      <a:pt x="492" y="105"/>
                      <a:pt x="472" y="104"/>
                      <a:pt x="450" y="101"/>
                    </a:cubicBezTo>
                    <a:cubicBezTo>
                      <a:pt x="445" y="100"/>
                      <a:pt x="445" y="100"/>
                      <a:pt x="445" y="100"/>
                    </a:cubicBezTo>
                    <a:cubicBezTo>
                      <a:pt x="446" y="99"/>
                      <a:pt x="446" y="99"/>
                      <a:pt x="446" y="99"/>
                    </a:cubicBezTo>
                    <a:cubicBezTo>
                      <a:pt x="463" y="99"/>
                      <a:pt x="478" y="97"/>
                      <a:pt x="494" y="98"/>
                    </a:cubicBezTo>
                    <a:cubicBezTo>
                      <a:pt x="491" y="97"/>
                      <a:pt x="491" y="97"/>
                      <a:pt x="491" y="97"/>
                    </a:cubicBezTo>
                    <a:cubicBezTo>
                      <a:pt x="493" y="95"/>
                      <a:pt x="493" y="95"/>
                      <a:pt x="493" y="95"/>
                    </a:cubicBezTo>
                    <a:cubicBezTo>
                      <a:pt x="478" y="95"/>
                      <a:pt x="463" y="96"/>
                      <a:pt x="449" y="94"/>
                    </a:cubicBezTo>
                    <a:cubicBezTo>
                      <a:pt x="449" y="93"/>
                      <a:pt x="449" y="93"/>
                      <a:pt x="449" y="93"/>
                    </a:cubicBezTo>
                    <a:cubicBezTo>
                      <a:pt x="467" y="93"/>
                      <a:pt x="485" y="94"/>
                      <a:pt x="503" y="93"/>
                    </a:cubicBezTo>
                    <a:cubicBezTo>
                      <a:pt x="505" y="92"/>
                      <a:pt x="506" y="90"/>
                      <a:pt x="508" y="91"/>
                    </a:cubicBezTo>
                    <a:cubicBezTo>
                      <a:pt x="509" y="91"/>
                      <a:pt x="509" y="90"/>
                      <a:pt x="510" y="89"/>
                    </a:cubicBezTo>
                    <a:cubicBezTo>
                      <a:pt x="497" y="88"/>
                      <a:pt x="497" y="88"/>
                      <a:pt x="497" y="88"/>
                    </a:cubicBezTo>
                    <a:cubicBezTo>
                      <a:pt x="492" y="86"/>
                      <a:pt x="486" y="89"/>
                      <a:pt x="482" y="85"/>
                    </a:cubicBezTo>
                    <a:cubicBezTo>
                      <a:pt x="465" y="85"/>
                      <a:pt x="448" y="83"/>
                      <a:pt x="432" y="82"/>
                    </a:cubicBezTo>
                    <a:cubicBezTo>
                      <a:pt x="432" y="81"/>
                      <a:pt x="432" y="81"/>
                      <a:pt x="432" y="81"/>
                    </a:cubicBezTo>
                    <a:cubicBezTo>
                      <a:pt x="455" y="82"/>
                      <a:pt x="479" y="81"/>
                      <a:pt x="502" y="82"/>
                    </a:cubicBezTo>
                    <a:cubicBezTo>
                      <a:pt x="475" y="79"/>
                      <a:pt x="475" y="79"/>
                      <a:pt x="475" y="79"/>
                    </a:cubicBezTo>
                    <a:cubicBezTo>
                      <a:pt x="482" y="78"/>
                      <a:pt x="489" y="76"/>
                      <a:pt x="497" y="78"/>
                    </a:cubicBezTo>
                    <a:cubicBezTo>
                      <a:pt x="500" y="77"/>
                      <a:pt x="503" y="77"/>
                      <a:pt x="506" y="77"/>
                    </a:cubicBezTo>
                    <a:cubicBezTo>
                      <a:pt x="507" y="77"/>
                      <a:pt x="507" y="75"/>
                      <a:pt x="509" y="75"/>
                    </a:cubicBezTo>
                    <a:cubicBezTo>
                      <a:pt x="509" y="74"/>
                      <a:pt x="509" y="74"/>
                      <a:pt x="509" y="74"/>
                    </a:cubicBezTo>
                    <a:cubicBezTo>
                      <a:pt x="492" y="73"/>
                      <a:pt x="492" y="73"/>
                      <a:pt x="492" y="73"/>
                    </a:cubicBezTo>
                    <a:cubicBezTo>
                      <a:pt x="491" y="72"/>
                      <a:pt x="491" y="72"/>
                      <a:pt x="491" y="72"/>
                    </a:cubicBezTo>
                    <a:cubicBezTo>
                      <a:pt x="495" y="71"/>
                      <a:pt x="501" y="72"/>
                      <a:pt x="505" y="70"/>
                    </a:cubicBezTo>
                    <a:cubicBezTo>
                      <a:pt x="500" y="70"/>
                      <a:pt x="494" y="69"/>
                      <a:pt x="490" y="70"/>
                    </a:cubicBezTo>
                    <a:cubicBezTo>
                      <a:pt x="486" y="68"/>
                      <a:pt x="478" y="70"/>
                      <a:pt x="476" y="66"/>
                    </a:cubicBezTo>
                    <a:cubicBezTo>
                      <a:pt x="462" y="64"/>
                      <a:pt x="446" y="64"/>
                      <a:pt x="431" y="62"/>
                    </a:cubicBezTo>
                    <a:cubicBezTo>
                      <a:pt x="432" y="61"/>
                      <a:pt x="429" y="59"/>
                      <a:pt x="432" y="59"/>
                    </a:cubicBezTo>
                    <a:cubicBezTo>
                      <a:pt x="450" y="61"/>
                      <a:pt x="450" y="61"/>
                      <a:pt x="450" y="61"/>
                    </a:cubicBezTo>
                    <a:cubicBezTo>
                      <a:pt x="465" y="61"/>
                      <a:pt x="482" y="63"/>
                      <a:pt x="495" y="60"/>
                    </a:cubicBezTo>
                    <a:cubicBezTo>
                      <a:pt x="462" y="60"/>
                      <a:pt x="432" y="51"/>
                      <a:pt x="400" y="50"/>
                    </a:cubicBezTo>
                    <a:cubicBezTo>
                      <a:pt x="389" y="47"/>
                      <a:pt x="376" y="48"/>
                      <a:pt x="365" y="46"/>
                    </a:cubicBezTo>
                    <a:cubicBezTo>
                      <a:pt x="390" y="46"/>
                      <a:pt x="415" y="50"/>
                      <a:pt x="440" y="51"/>
                    </a:cubicBezTo>
                    <a:cubicBezTo>
                      <a:pt x="438" y="51"/>
                      <a:pt x="438" y="51"/>
                      <a:pt x="438" y="51"/>
                    </a:cubicBezTo>
                    <a:cubicBezTo>
                      <a:pt x="437" y="48"/>
                      <a:pt x="442" y="51"/>
                      <a:pt x="444" y="49"/>
                    </a:cubicBezTo>
                    <a:cubicBezTo>
                      <a:pt x="440" y="47"/>
                      <a:pt x="437" y="51"/>
                      <a:pt x="433" y="50"/>
                    </a:cubicBezTo>
                    <a:cubicBezTo>
                      <a:pt x="432" y="49"/>
                      <a:pt x="429" y="50"/>
                      <a:pt x="430" y="48"/>
                    </a:cubicBezTo>
                    <a:cubicBezTo>
                      <a:pt x="429" y="48"/>
                      <a:pt x="428" y="48"/>
                      <a:pt x="428" y="47"/>
                    </a:cubicBezTo>
                    <a:cubicBezTo>
                      <a:pt x="431" y="45"/>
                      <a:pt x="435" y="50"/>
                      <a:pt x="435" y="47"/>
                    </a:cubicBezTo>
                    <a:cubicBezTo>
                      <a:pt x="428" y="46"/>
                      <a:pt x="418" y="44"/>
                      <a:pt x="411" y="44"/>
                    </a:cubicBezTo>
                    <a:cubicBezTo>
                      <a:pt x="411" y="42"/>
                      <a:pt x="413" y="43"/>
                      <a:pt x="414" y="42"/>
                    </a:cubicBezTo>
                    <a:cubicBezTo>
                      <a:pt x="406" y="41"/>
                      <a:pt x="397" y="41"/>
                      <a:pt x="388" y="39"/>
                    </a:cubicBezTo>
                    <a:cubicBezTo>
                      <a:pt x="396" y="37"/>
                      <a:pt x="407" y="41"/>
                      <a:pt x="415" y="40"/>
                    </a:cubicBezTo>
                    <a:cubicBezTo>
                      <a:pt x="397" y="37"/>
                      <a:pt x="378" y="37"/>
                      <a:pt x="361" y="33"/>
                    </a:cubicBezTo>
                    <a:cubicBezTo>
                      <a:pt x="360" y="32"/>
                      <a:pt x="360" y="32"/>
                      <a:pt x="360" y="32"/>
                    </a:cubicBezTo>
                    <a:cubicBezTo>
                      <a:pt x="366" y="33"/>
                      <a:pt x="373" y="31"/>
                      <a:pt x="379" y="33"/>
                    </a:cubicBezTo>
                    <a:cubicBezTo>
                      <a:pt x="378" y="34"/>
                      <a:pt x="378" y="34"/>
                      <a:pt x="378" y="34"/>
                    </a:cubicBezTo>
                    <a:cubicBezTo>
                      <a:pt x="379" y="33"/>
                      <a:pt x="379" y="33"/>
                      <a:pt x="379" y="33"/>
                    </a:cubicBezTo>
                    <a:cubicBezTo>
                      <a:pt x="398" y="33"/>
                      <a:pt x="423" y="36"/>
                      <a:pt x="444" y="37"/>
                    </a:cubicBezTo>
                    <a:cubicBezTo>
                      <a:pt x="434" y="33"/>
                      <a:pt x="422" y="34"/>
                      <a:pt x="411" y="31"/>
                    </a:cubicBezTo>
                    <a:cubicBezTo>
                      <a:pt x="414" y="29"/>
                      <a:pt x="419" y="30"/>
                      <a:pt x="423" y="31"/>
                    </a:cubicBezTo>
                    <a:cubicBezTo>
                      <a:pt x="437" y="32"/>
                      <a:pt x="455" y="35"/>
                      <a:pt x="470" y="35"/>
                    </a:cubicBezTo>
                    <a:cubicBezTo>
                      <a:pt x="467" y="34"/>
                      <a:pt x="459" y="32"/>
                      <a:pt x="454" y="31"/>
                    </a:cubicBezTo>
                    <a:cubicBezTo>
                      <a:pt x="451" y="32"/>
                      <a:pt x="449" y="29"/>
                      <a:pt x="446" y="31"/>
                    </a:cubicBezTo>
                    <a:cubicBezTo>
                      <a:pt x="446" y="31"/>
                      <a:pt x="446" y="31"/>
                      <a:pt x="446" y="30"/>
                    </a:cubicBezTo>
                    <a:cubicBezTo>
                      <a:pt x="445" y="32"/>
                      <a:pt x="443" y="31"/>
                      <a:pt x="441" y="30"/>
                    </a:cubicBezTo>
                    <a:cubicBezTo>
                      <a:pt x="441" y="30"/>
                      <a:pt x="441" y="30"/>
                      <a:pt x="442" y="29"/>
                    </a:cubicBezTo>
                    <a:cubicBezTo>
                      <a:pt x="441" y="30"/>
                      <a:pt x="440" y="29"/>
                      <a:pt x="439" y="29"/>
                    </a:cubicBezTo>
                    <a:cubicBezTo>
                      <a:pt x="441" y="30"/>
                      <a:pt x="441" y="30"/>
                      <a:pt x="441" y="30"/>
                    </a:cubicBezTo>
                    <a:cubicBezTo>
                      <a:pt x="440" y="31"/>
                      <a:pt x="440" y="31"/>
                      <a:pt x="440" y="31"/>
                    </a:cubicBezTo>
                    <a:cubicBezTo>
                      <a:pt x="438" y="30"/>
                      <a:pt x="436" y="31"/>
                      <a:pt x="435" y="29"/>
                    </a:cubicBezTo>
                    <a:cubicBezTo>
                      <a:pt x="437" y="26"/>
                      <a:pt x="444" y="30"/>
                      <a:pt x="447" y="29"/>
                    </a:cubicBezTo>
                    <a:cubicBezTo>
                      <a:pt x="418" y="23"/>
                      <a:pt x="387" y="20"/>
                      <a:pt x="357" y="17"/>
                    </a:cubicBezTo>
                    <a:cubicBezTo>
                      <a:pt x="240" y="10"/>
                      <a:pt x="240" y="10"/>
                      <a:pt x="240" y="10"/>
                    </a:cubicBezTo>
                    <a:cubicBezTo>
                      <a:pt x="206" y="7"/>
                      <a:pt x="206" y="7"/>
                      <a:pt x="206" y="7"/>
                    </a:cubicBezTo>
                    <a:cubicBezTo>
                      <a:pt x="209" y="7"/>
                      <a:pt x="209" y="7"/>
                      <a:pt x="209" y="7"/>
                    </a:cubicBezTo>
                    <a:cubicBezTo>
                      <a:pt x="250" y="8"/>
                      <a:pt x="292" y="10"/>
                      <a:pt x="331" y="12"/>
                    </a:cubicBezTo>
                    <a:cubicBezTo>
                      <a:pt x="308" y="9"/>
                      <a:pt x="287" y="8"/>
                      <a:pt x="265" y="6"/>
                    </a:cubicBezTo>
                    <a:cubicBezTo>
                      <a:pt x="222" y="4"/>
                      <a:pt x="178" y="2"/>
                      <a:pt x="136" y="3"/>
                    </a:cubicBezTo>
                    <a:cubicBezTo>
                      <a:pt x="133" y="2"/>
                      <a:pt x="129" y="0"/>
                      <a:pt x="126" y="2"/>
                    </a:cubicBezTo>
                    <a:cubicBezTo>
                      <a:pt x="120" y="1"/>
                      <a:pt x="113" y="2"/>
                      <a:pt x="108" y="1"/>
                    </a:cubicBezTo>
                    <a:cubicBezTo>
                      <a:pt x="106" y="4"/>
                      <a:pt x="101" y="2"/>
                      <a:pt x="98" y="2"/>
                    </a:cubicBezTo>
                    <a:cubicBezTo>
                      <a:pt x="84" y="2"/>
                      <a:pt x="69" y="1"/>
                      <a:pt x="55" y="3"/>
                    </a:cubicBezTo>
                    <a:cubicBezTo>
                      <a:pt x="53" y="4"/>
                      <a:pt x="48" y="2"/>
                      <a:pt x="47" y="3"/>
                    </a:cubicBezTo>
                    <a:cubicBezTo>
                      <a:pt x="50" y="5"/>
                      <a:pt x="55" y="4"/>
                      <a:pt x="59" y="5"/>
                    </a:cubicBezTo>
                    <a:cubicBezTo>
                      <a:pt x="59" y="6"/>
                      <a:pt x="59" y="6"/>
                      <a:pt x="59" y="6"/>
                    </a:cubicBezTo>
                    <a:cubicBezTo>
                      <a:pt x="55" y="5"/>
                      <a:pt x="51" y="7"/>
                      <a:pt x="48" y="5"/>
                    </a:cubicBezTo>
                    <a:cubicBezTo>
                      <a:pt x="43" y="6"/>
                      <a:pt x="37" y="3"/>
                      <a:pt x="34" y="7"/>
                    </a:cubicBezTo>
                    <a:cubicBezTo>
                      <a:pt x="28" y="9"/>
                      <a:pt x="21" y="9"/>
                      <a:pt x="16" y="15"/>
                    </a:cubicBezTo>
                    <a:cubicBezTo>
                      <a:pt x="17" y="16"/>
                      <a:pt x="17" y="16"/>
                      <a:pt x="17" y="16"/>
                    </a:cubicBezTo>
                    <a:cubicBezTo>
                      <a:pt x="23" y="21"/>
                      <a:pt x="28" y="16"/>
                      <a:pt x="34" y="20"/>
                    </a:cubicBezTo>
                    <a:cubicBezTo>
                      <a:pt x="29" y="21"/>
                      <a:pt x="23" y="20"/>
                      <a:pt x="18" y="20"/>
                    </a:cubicBezTo>
                    <a:cubicBezTo>
                      <a:pt x="15" y="21"/>
                      <a:pt x="11" y="20"/>
                      <a:pt x="10" y="22"/>
                    </a:cubicBezTo>
                    <a:cubicBezTo>
                      <a:pt x="17" y="22"/>
                      <a:pt x="24" y="24"/>
                      <a:pt x="30" y="26"/>
                    </a:cubicBezTo>
                    <a:cubicBezTo>
                      <a:pt x="29" y="27"/>
                      <a:pt x="29" y="28"/>
                      <a:pt x="30" y="30"/>
                    </a:cubicBezTo>
                    <a:cubicBezTo>
                      <a:pt x="27" y="30"/>
                      <a:pt x="22" y="27"/>
                      <a:pt x="19" y="32"/>
                    </a:cubicBezTo>
                    <a:cubicBezTo>
                      <a:pt x="35" y="33"/>
                      <a:pt x="35" y="33"/>
                      <a:pt x="35" y="33"/>
                    </a:cubicBezTo>
                    <a:cubicBezTo>
                      <a:pt x="35" y="34"/>
                      <a:pt x="36" y="35"/>
                      <a:pt x="35" y="35"/>
                    </a:cubicBezTo>
                    <a:cubicBezTo>
                      <a:pt x="29" y="33"/>
                      <a:pt x="25" y="39"/>
                      <a:pt x="22" y="38"/>
                    </a:cubicBezTo>
                    <a:cubicBezTo>
                      <a:pt x="22" y="39"/>
                      <a:pt x="22" y="39"/>
                      <a:pt x="22" y="39"/>
                    </a:cubicBezTo>
                    <a:cubicBezTo>
                      <a:pt x="21" y="42"/>
                      <a:pt x="17" y="40"/>
                      <a:pt x="15" y="41"/>
                    </a:cubicBezTo>
                    <a:cubicBezTo>
                      <a:pt x="21" y="42"/>
                      <a:pt x="21" y="42"/>
                      <a:pt x="21" y="42"/>
                    </a:cubicBezTo>
                    <a:cubicBezTo>
                      <a:pt x="18" y="43"/>
                      <a:pt x="16" y="45"/>
                      <a:pt x="13" y="44"/>
                    </a:cubicBezTo>
                    <a:cubicBezTo>
                      <a:pt x="14" y="45"/>
                      <a:pt x="15" y="44"/>
                      <a:pt x="15" y="45"/>
                    </a:cubicBezTo>
                    <a:cubicBezTo>
                      <a:pt x="14" y="46"/>
                      <a:pt x="14" y="46"/>
                      <a:pt x="14" y="46"/>
                    </a:cubicBezTo>
                    <a:cubicBezTo>
                      <a:pt x="15" y="46"/>
                      <a:pt x="17" y="47"/>
                      <a:pt x="16" y="48"/>
                    </a:cubicBezTo>
                    <a:cubicBezTo>
                      <a:pt x="19" y="49"/>
                      <a:pt x="21" y="49"/>
                      <a:pt x="23" y="50"/>
                    </a:cubicBezTo>
                    <a:cubicBezTo>
                      <a:pt x="27" y="50"/>
                      <a:pt x="31" y="51"/>
                      <a:pt x="33" y="54"/>
                    </a:cubicBezTo>
                    <a:cubicBezTo>
                      <a:pt x="28" y="55"/>
                      <a:pt x="24" y="53"/>
                      <a:pt x="19" y="53"/>
                    </a:cubicBezTo>
                    <a:cubicBezTo>
                      <a:pt x="21" y="51"/>
                      <a:pt x="23" y="53"/>
                      <a:pt x="25" y="52"/>
                    </a:cubicBezTo>
                    <a:cubicBezTo>
                      <a:pt x="25" y="52"/>
                      <a:pt x="25" y="52"/>
                      <a:pt x="25" y="52"/>
                    </a:cubicBezTo>
                    <a:cubicBezTo>
                      <a:pt x="22" y="52"/>
                      <a:pt x="17" y="50"/>
                      <a:pt x="16" y="53"/>
                    </a:cubicBezTo>
                    <a:cubicBezTo>
                      <a:pt x="13" y="53"/>
                      <a:pt x="7" y="52"/>
                      <a:pt x="5" y="56"/>
                    </a:cubicBezTo>
                    <a:cubicBezTo>
                      <a:pt x="6" y="58"/>
                      <a:pt x="7" y="57"/>
                      <a:pt x="9" y="57"/>
                    </a:cubicBezTo>
                    <a:cubicBezTo>
                      <a:pt x="11" y="61"/>
                      <a:pt x="17" y="58"/>
                      <a:pt x="20" y="61"/>
                    </a:cubicBezTo>
                    <a:cubicBezTo>
                      <a:pt x="17" y="63"/>
                      <a:pt x="17" y="63"/>
                      <a:pt x="17" y="63"/>
                    </a:cubicBezTo>
                    <a:cubicBezTo>
                      <a:pt x="16" y="64"/>
                      <a:pt x="18" y="66"/>
                      <a:pt x="17" y="67"/>
                    </a:cubicBezTo>
                    <a:cubicBezTo>
                      <a:pt x="4" y="65"/>
                      <a:pt x="4" y="65"/>
                      <a:pt x="4" y="65"/>
                    </a:cubicBezTo>
                    <a:cubicBezTo>
                      <a:pt x="4" y="65"/>
                      <a:pt x="4" y="65"/>
                      <a:pt x="4" y="65"/>
                    </a:cubicBezTo>
                    <a:cubicBezTo>
                      <a:pt x="0" y="65"/>
                      <a:pt x="0" y="65"/>
                      <a:pt x="0" y="65"/>
                    </a:cubicBezTo>
                    <a:cubicBezTo>
                      <a:pt x="0" y="66"/>
                      <a:pt x="3" y="68"/>
                      <a:pt x="1" y="69"/>
                    </a:cubicBezTo>
                    <a:cubicBezTo>
                      <a:pt x="1" y="69"/>
                      <a:pt x="1" y="69"/>
                      <a:pt x="1" y="69"/>
                    </a:cubicBezTo>
                    <a:cubicBezTo>
                      <a:pt x="2" y="69"/>
                      <a:pt x="2" y="69"/>
                      <a:pt x="2" y="69"/>
                    </a:cubicBezTo>
                    <a:cubicBezTo>
                      <a:pt x="3" y="69"/>
                      <a:pt x="3" y="70"/>
                      <a:pt x="4" y="70"/>
                    </a:cubicBezTo>
                    <a:cubicBezTo>
                      <a:pt x="4" y="71"/>
                      <a:pt x="4" y="71"/>
                      <a:pt x="3" y="71"/>
                    </a:cubicBezTo>
                    <a:cubicBezTo>
                      <a:pt x="4" y="74"/>
                      <a:pt x="9" y="71"/>
                      <a:pt x="9" y="74"/>
                    </a:cubicBezTo>
                    <a:cubicBezTo>
                      <a:pt x="14" y="75"/>
                      <a:pt x="19" y="75"/>
                      <a:pt x="22" y="77"/>
                    </a:cubicBezTo>
                    <a:cubicBezTo>
                      <a:pt x="21" y="78"/>
                      <a:pt x="19" y="77"/>
                      <a:pt x="17" y="78"/>
                    </a:cubicBezTo>
                    <a:cubicBezTo>
                      <a:pt x="18" y="82"/>
                      <a:pt x="27" y="80"/>
                      <a:pt x="27" y="86"/>
                    </a:cubicBezTo>
                    <a:cubicBezTo>
                      <a:pt x="21" y="86"/>
                      <a:pt x="21" y="86"/>
                      <a:pt x="21" y="86"/>
                    </a:cubicBezTo>
                    <a:cubicBezTo>
                      <a:pt x="21" y="86"/>
                      <a:pt x="19" y="88"/>
                      <a:pt x="21" y="89"/>
                    </a:cubicBezTo>
                    <a:cubicBezTo>
                      <a:pt x="21" y="89"/>
                      <a:pt x="21" y="89"/>
                      <a:pt x="20" y="90"/>
                    </a:cubicBezTo>
                    <a:cubicBezTo>
                      <a:pt x="24" y="91"/>
                      <a:pt x="27" y="92"/>
                      <a:pt x="31" y="93"/>
                    </a:cubicBezTo>
                    <a:cubicBezTo>
                      <a:pt x="29" y="95"/>
                      <a:pt x="26" y="92"/>
                      <a:pt x="25" y="94"/>
                    </a:cubicBezTo>
                    <a:cubicBezTo>
                      <a:pt x="19" y="92"/>
                      <a:pt x="11" y="92"/>
                      <a:pt x="6" y="90"/>
                    </a:cubicBezTo>
                    <a:cubicBezTo>
                      <a:pt x="6" y="97"/>
                      <a:pt x="6" y="97"/>
                      <a:pt x="6" y="97"/>
                    </a:cubicBezTo>
                    <a:cubicBezTo>
                      <a:pt x="10" y="98"/>
                      <a:pt x="13" y="101"/>
                      <a:pt x="17" y="101"/>
                    </a:cubicBezTo>
                    <a:cubicBezTo>
                      <a:pt x="22" y="100"/>
                      <a:pt x="20" y="105"/>
                      <a:pt x="23" y="105"/>
                    </a:cubicBezTo>
                    <a:cubicBezTo>
                      <a:pt x="21" y="106"/>
                      <a:pt x="21" y="106"/>
                      <a:pt x="21" y="106"/>
                    </a:cubicBezTo>
                    <a:cubicBezTo>
                      <a:pt x="42" y="115"/>
                      <a:pt x="69" y="116"/>
                      <a:pt x="93" y="118"/>
                    </a:cubicBezTo>
                    <a:cubicBezTo>
                      <a:pt x="102" y="118"/>
                      <a:pt x="111" y="118"/>
                      <a:pt x="120" y="118"/>
                    </a:cubicBezTo>
                    <a:cubicBezTo>
                      <a:pt x="205" y="120"/>
                      <a:pt x="205" y="120"/>
                      <a:pt x="205" y="120"/>
                    </a:cubicBezTo>
                    <a:cubicBezTo>
                      <a:pt x="277" y="124"/>
                      <a:pt x="277" y="124"/>
                      <a:pt x="277" y="124"/>
                    </a:cubicBezTo>
                    <a:cubicBezTo>
                      <a:pt x="236" y="120"/>
                      <a:pt x="188" y="118"/>
                      <a:pt x="142" y="118"/>
                    </a:cubicBezTo>
                    <a:cubicBezTo>
                      <a:pt x="141" y="117"/>
                      <a:pt x="141" y="117"/>
                      <a:pt x="141" y="117"/>
                    </a:cubicBezTo>
                    <a:cubicBezTo>
                      <a:pt x="157" y="116"/>
                      <a:pt x="173" y="117"/>
                      <a:pt x="190" y="117"/>
                    </a:cubicBezTo>
                    <a:cubicBezTo>
                      <a:pt x="297" y="123"/>
                      <a:pt x="297" y="123"/>
                      <a:pt x="297" y="123"/>
                    </a:cubicBezTo>
                    <a:cubicBezTo>
                      <a:pt x="279" y="120"/>
                      <a:pt x="259" y="120"/>
                      <a:pt x="241" y="119"/>
                    </a:cubicBezTo>
                    <a:cubicBezTo>
                      <a:pt x="175" y="113"/>
                      <a:pt x="113" y="119"/>
                      <a:pt x="48" y="109"/>
                    </a:cubicBezTo>
                    <a:cubicBezTo>
                      <a:pt x="49" y="108"/>
                      <a:pt x="49" y="108"/>
                      <a:pt x="49" y="108"/>
                    </a:cubicBezTo>
                    <a:cubicBezTo>
                      <a:pt x="84" y="111"/>
                      <a:pt x="84" y="111"/>
                      <a:pt x="84" y="111"/>
                    </a:cubicBezTo>
                    <a:cubicBezTo>
                      <a:pt x="147" y="110"/>
                      <a:pt x="213" y="111"/>
                      <a:pt x="276" y="116"/>
                    </a:cubicBezTo>
                    <a:cubicBezTo>
                      <a:pt x="279" y="114"/>
                      <a:pt x="285" y="114"/>
                      <a:pt x="288" y="116"/>
                    </a:cubicBezTo>
                    <a:cubicBezTo>
                      <a:pt x="291" y="114"/>
                      <a:pt x="300" y="115"/>
                      <a:pt x="303" y="117"/>
                    </a:cubicBezTo>
                    <a:cubicBezTo>
                      <a:pt x="303" y="116"/>
                      <a:pt x="303" y="116"/>
                      <a:pt x="303" y="116"/>
                    </a:cubicBezTo>
                    <a:cubicBezTo>
                      <a:pt x="336" y="118"/>
                      <a:pt x="336" y="118"/>
                      <a:pt x="336" y="118"/>
                    </a:cubicBezTo>
                    <a:cubicBezTo>
                      <a:pt x="428" y="124"/>
                      <a:pt x="428" y="124"/>
                      <a:pt x="428" y="124"/>
                    </a:cubicBezTo>
                    <a:cubicBezTo>
                      <a:pt x="436" y="123"/>
                      <a:pt x="436" y="123"/>
                      <a:pt x="436" y="123"/>
                    </a:cubicBezTo>
                    <a:cubicBezTo>
                      <a:pt x="440" y="123"/>
                      <a:pt x="444" y="123"/>
                      <a:pt x="447" y="122"/>
                    </a:cubicBezTo>
                    <a:cubicBezTo>
                      <a:pt x="439" y="120"/>
                      <a:pt x="429" y="120"/>
                      <a:pt x="420" y="120"/>
                    </a:cubicBezTo>
                    <a:cubicBezTo>
                      <a:pt x="419" y="119"/>
                      <a:pt x="419" y="119"/>
                      <a:pt x="419" y="119"/>
                    </a:cubicBezTo>
                    <a:cubicBezTo>
                      <a:pt x="426" y="117"/>
                      <a:pt x="434" y="120"/>
                      <a:pt x="440" y="119"/>
                    </a:cubicBezTo>
                    <a:cubicBezTo>
                      <a:pt x="455" y="119"/>
                      <a:pt x="472" y="121"/>
                      <a:pt x="483" y="115"/>
                    </a:cubicBezTo>
                    <a:cubicBezTo>
                      <a:pt x="470" y="116"/>
                      <a:pt x="470" y="116"/>
                      <a:pt x="470" y="116"/>
                    </a:cubicBezTo>
                    <a:cubicBezTo>
                      <a:pt x="467" y="116"/>
                      <a:pt x="463" y="116"/>
                      <a:pt x="461" y="115"/>
                    </a:cubicBezTo>
                    <a:cubicBezTo>
                      <a:pt x="459" y="112"/>
                      <a:pt x="463" y="113"/>
                      <a:pt x="464" y="112"/>
                    </a:cubicBezTo>
                    <a:cubicBezTo>
                      <a:pt x="452" y="111"/>
                      <a:pt x="452" y="111"/>
                      <a:pt x="452" y="111"/>
                    </a:cubicBezTo>
                    <a:cubicBezTo>
                      <a:pt x="446" y="111"/>
                      <a:pt x="436" y="112"/>
                      <a:pt x="432" y="107"/>
                    </a:cubicBezTo>
                    <a:cubicBezTo>
                      <a:pt x="433" y="107"/>
                      <a:pt x="436" y="108"/>
                      <a:pt x="437" y="108"/>
                    </a:cubicBezTo>
                    <a:cubicBezTo>
                      <a:pt x="442" y="105"/>
                      <a:pt x="447" y="108"/>
                      <a:pt x="451" y="107"/>
                    </a:cubicBezTo>
                    <a:cubicBezTo>
                      <a:pt x="441" y="106"/>
                      <a:pt x="432" y="104"/>
                      <a:pt x="422" y="102"/>
                    </a:cubicBezTo>
                    <a:cubicBezTo>
                      <a:pt x="438" y="103"/>
                      <a:pt x="456" y="104"/>
                      <a:pt x="472" y="106"/>
                    </a:cubicBezTo>
                    <a:cubicBezTo>
                      <a:pt x="471" y="107"/>
                      <a:pt x="471" y="107"/>
                      <a:pt x="471" y="107"/>
                    </a:cubicBezTo>
                    <a:lnTo>
                      <a:pt x="477" y="107"/>
                    </a:lnTo>
                    <a:close/>
                    <a:moveTo>
                      <a:pt x="432" y="27"/>
                    </a:moveTo>
                    <a:cubicBezTo>
                      <a:pt x="433" y="27"/>
                      <a:pt x="433" y="28"/>
                      <a:pt x="434" y="28"/>
                    </a:cubicBezTo>
                    <a:cubicBezTo>
                      <a:pt x="434" y="28"/>
                      <a:pt x="434" y="27"/>
                      <a:pt x="434" y="27"/>
                    </a:cubicBezTo>
                    <a:cubicBezTo>
                      <a:pt x="434" y="27"/>
                      <a:pt x="434" y="28"/>
                      <a:pt x="434" y="28"/>
                    </a:cubicBezTo>
                    <a:cubicBezTo>
                      <a:pt x="434" y="28"/>
                      <a:pt x="433" y="27"/>
                      <a:pt x="432" y="27"/>
                    </a:cubicBezTo>
                    <a:cubicBezTo>
                      <a:pt x="431" y="27"/>
                      <a:pt x="431" y="27"/>
                      <a:pt x="430" y="28"/>
                    </a:cubicBezTo>
                    <a:cubicBezTo>
                      <a:pt x="431" y="29"/>
                      <a:pt x="431" y="29"/>
                      <a:pt x="431" y="29"/>
                    </a:cubicBezTo>
                    <a:cubicBezTo>
                      <a:pt x="429" y="29"/>
                      <a:pt x="429" y="29"/>
                      <a:pt x="429" y="29"/>
                    </a:cubicBezTo>
                    <a:cubicBezTo>
                      <a:pt x="429" y="27"/>
                      <a:pt x="431" y="27"/>
                      <a:pt x="432" y="27"/>
                    </a:cubicBezTo>
                    <a:close/>
                    <a:moveTo>
                      <a:pt x="424" y="26"/>
                    </a:moveTo>
                    <a:cubicBezTo>
                      <a:pt x="425" y="29"/>
                      <a:pt x="421" y="27"/>
                      <a:pt x="420" y="26"/>
                    </a:cubicBezTo>
                    <a:lnTo>
                      <a:pt x="424" y="26"/>
                    </a:lnTo>
                    <a:close/>
                    <a:moveTo>
                      <a:pt x="6" y="71"/>
                    </a:moveTo>
                    <a:cubicBezTo>
                      <a:pt x="8" y="71"/>
                      <a:pt x="8" y="71"/>
                      <a:pt x="8" y="71"/>
                    </a:cubicBezTo>
                    <a:cubicBezTo>
                      <a:pt x="8" y="71"/>
                      <a:pt x="6" y="73"/>
                      <a:pt x="6" y="71"/>
                    </a:cubicBezTo>
                    <a:close/>
                    <a:moveTo>
                      <a:pt x="384" y="108"/>
                    </a:moveTo>
                    <a:cubicBezTo>
                      <a:pt x="385" y="108"/>
                      <a:pt x="385" y="108"/>
                      <a:pt x="385" y="108"/>
                    </a:cubicBezTo>
                    <a:cubicBezTo>
                      <a:pt x="418" y="111"/>
                      <a:pt x="418" y="111"/>
                      <a:pt x="418" y="111"/>
                    </a:cubicBezTo>
                    <a:lnTo>
                      <a:pt x="384" y="108"/>
                    </a:lnTo>
                    <a:close/>
                    <a:moveTo>
                      <a:pt x="456" y="113"/>
                    </a:moveTo>
                    <a:cubicBezTo>
                      <a:pt x="456" y="112"/>
                      <a:pt x="457" y="112"/>
                      <a:pt x="458" y="112"/>
                    </a:cubicBezTo>
                    <a:cubicBezTo>
                      <a:pt x="458" y="113"/>
                      <a:pt x="457" y="113"/>
                      <a:pt x="456" y="113"/>
                    </a:cubicBezTo>
                    <a:cubicBezTo>
                      <a:pt x="456" y="113"/>
                      <a:pt x="455" y="113"/>
                      <a:pt x="455" y="113"/>
                    </a:cubicBezTo>
                    <a:cubicBezTo>
                      <a:pt x="455" y="113"/>
                      <a:pt x="456" y="113"/>
                      <a:pt x="456" y="113"/>
                    </a:cubicBezTo>
                    <a:close/>
                    <a:moveTo>
                      <a:pt x="426" y="108"/>
                    </a:moveTo>
                    <a:cubicBezTo>
                      <a:pt x="430" y="109"/>
                      <a:pt x="430" y="109"/>
                      <a:pt x="430" y="109"/>
                    </a:cubicBezTo>
                    <a:cubicBezTo>
                      <a:pt x="425" y="109"/>
                      <a:pt x="425" y="109"/>
                      <a:pt x="425" y="109"/>
                    </a:cubicBezTo>
                    <a:lnTo>
                      <a:pt x="42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2" name="Freeform 702">
                <a:extLst>
                  <a:ext uri="{FF2B5EF4-FFF2-40B4-BE49-F238E27FC236}">
                    <a16:creationId xmlns:a16="http://schemas.microsoft.com/office/drawing/2014/main" id="{E6001335-8CB1-4A48-87D2-D848C3F5A8D9}"/>
                  </a:ext>
                </a:extLst>
              </p:cNvPr>
              <p:cNvSpPr>
                <a:spLocks/>
              </p:cNvSpPr>
              <p:nvPr/>
            </p:nvSpPr>
            <p:spPr bwMode="auto">
              <a:xfrm>
                <a:off x="1479550" y="-2003425"/>
                <a:ext cx="71438" cy="6350"/>
              </a:xfrm>
              <a:custGeom>
                <a:avLst/>
                <a:gdLst>
                  <a:gd name="T0" fmla="*/ 2 w 45"/>
                  <a:gd name="T1" fmla="*/ 0 h 4"/>
                  <a:gd name="T2" fmla="*/ 0 w 45"/>
                  <a:gd name="T3" fmla="*/ 0 h 4"/>
                  <a:gd name="T4" fmla="*/ 45 w 45"/>
                  <a:gd name="T5" fmla="*/ 4 h 4"/>
                  <a:gd name="T6" fmla="*/ 2 w 45"/>
                  <a:gd name="T7" fmla="*/ 0 h 4"/>
                </a:gdLst>
                <a:ahLst/>
                <a:cxnLst>
                  <a:cxn ang="0">
                    <a:pos x="T0" y="T1"/>
                  </a:cxn>
                  <a:cxn ang="0">
                    <a:pos x="T2" y="T3"/>
                  </a:cxn>
                  <a:cxn ang="0">
                    <a:pos x="T4" y="T5"/>
                  </a:cxn>
                  <a:cxn ang="0">
                    <a:pos x="T6" y="T7"/>
                  </a:cxn>
                </a:cxnLst>
                <a:rect l="0" t="0" r="r" b="b"/>
                <a:pathLst>
                  <a:path w="45" h="4">
                    <a:moveTo>
                      <a:pt x="2" y="0"/>
                    </a:moveTo>
                    <a:lnTo>
                      <a:pt x="0" y="0"/>
                    </a:lnTo>
                    <a:lnTo>
                      <a:pt x="45" y="4"/>
                    </a:ln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3" name="Freeform 703">
                <a:extLst>
                  <a:ext uri="{FF2B5EF4-FFF2-40B4-BE49-F238E27FC236}">
                    <a16:creationId xmlns:a16="http://schemas.microsoft.com/office/drawing/2014/main" id="{5F5B4F53-5721-48A1-8835-006C494347BF}"/>
                  </a:ext>
                </a:extLst>
              </p:cNvPr>
              <p:cNvSpPr>
                <a:spLocks/>
              </p:cNvSpPr>
              <p:nvPr/>
            </p:nvSpPr>
            <p:spPr bwMode="auto">
              <a:xfrm>
                <a:off x="150813" y="-2101850"/>
                <a:ext cx="22225" cy="4763"/>
              </a:xfrm>
              <a:custGeom>
                <a:avLst/>
                <a:gdLst>
                  <a:gd name="T0" fmla="*/ 4 w 14"/>
                  <a:gd name="T1" fmla="*/ 0 h 3"/>
                  <a:gd name="T2" fmla="*/ 0 w 14"/>
                  <a:gd name="T3" fmla="*/ 3 h 3"/>
                  <a:gd name="T4" fmla="*/ 14 w 14"/>
                  <a:gd name="T5" fmla="*/ 3 h 3"/>
                  <a:gd name="T6" fmla="*/ 4 w 14"/>
                  <a:gd name="T7" fmla="*/ 0 h 3"/>
                </a:gdLst>
                <a:ahLst/>
                <a:cxnLst>
                  <a:cxn ang="0">
                    <a:pos x="T0" y="T1"/>
                  </a:cxn>
                  <a:cxn ang="0">
                    <a:pos x="T2" y="T3"/>
                  </a:cxn>
                  <a:cxn ang="0">
                    <a:pos x="T4" y="T5"/>
                  </a:cxn>
                  <a:cxn ang="0">
                    <a:pos x="T6" y="T7"/>
                  </a:cxn>
                </a:cxnLst>
                <a:rect l="0" t="0" r="r" b="b"/>
                <a:pathLst>
                  <a:path w="14" h="3">
                    <a:moveTo>
                      <a:pt x="4" y="0"/>
                    </a:moveTo>
                    <a:lnTo>
                      <a:pt x="0" y="3"/>
                    </a:lnTo>
                    <a:lnTo>
                      <a:pt x="14" y="3"/>
                    </a:ln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4" name="Freeform 704">
                <a:extLst>
                  <a:ext uri="{FF2B5EF4-FFF2-40B4-BE49-F238E27FC236}">
                    <a16:creationId xmlns:a16="http://schemas.microsoft.com/office/drawing/2014/main" id="{BA74299E-FBB5-44C9-8F38-27CB4564FCE3}"/>
                  </a:ext>
                </a:extLst>
              </p:cNvPr>
              <p:cNvSpPr>
                <a:spLocks/>
              </p:cNvSpPr>
              <p:nvPr/>
            </p:nvSpPr>
            <p:spPr bwMode="auto">
              <a:xfrm>
                <a:off x="179388" y="-2105025"/>
                <a:ext cx="57150" cy="19050"/>
              </a:xfrm>
              <a:custGeom>
                <a:avLst/>
                <a:gdLst>
                  <a:gd name="T0" fmla="*/ 15 w 15"/>
                  <a:gd name="T1" fmla="*/ 5 h 5"/>
                  <a:gd name="T2" fmla="*/ 9 w 15"/>
                  <a:gd name="T3" fmla="*/ 4 h 5"/>
                  <a:gd name="T4" fmla="*/ 0 w 15"/>
                  <a:gd name="T5" fmla="*/ 3 h 5"/>
                  <a:gd name="T6" fmla="*/ 15 w 15"/>
                  <a:gd name="T7" fmla="*/ 5 h 5"/>
                </a:gdLst>
                <a:ahLst/>
                <a:cxnLst>
                  <a:cxn ang="0">
                    <a:pos x="T0" y="T1"/>
                  </a:cxn>
                  <a:cxn ang="0">
                    <a:pos x="T2" y="T3"/>
                  </a:cxn>
                  <a:cxn ang="0">
                    <a:pos x="T4" y="T5"/>
                  </a:cxn>
                  <a:cxn ang="0">
                    <a:pos x="T6" y="T7"/>
                  </a:cxn>
                </a:cxnLst>
                <a:rect l="0" t="0" r="r" b="b"/>
                <a:pathLst>
                  <a:path w="15" h="5">
                    <a:moveTo>
                      <a:pt x="15" y="5"/>
                    </a:moveTo>
                    <a:cubicBezTo>
                      <a:pt x="9" y="4"/>
                      <a:pt x="9" y="4"/>
                      <a:pt x="9" y="4"/>
                    </a:cubicBezTo>
                    <a:cubicBezTo>
                      <a:pt x="6" y="3"/>
                      <a:pt x="1" y="0"/>
                      <a:pt x="0" y="3"/>
                    </a:cubicBezTo>
                    <a:cubicBezTo>
                      <a:pt x="5" y="3"/>
                      <a:pt x="10" y="5"/>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5" name="Freeform 705">
                <a:extLst>
                  <a:ext uri="{FF2B5EF4-FFF2-40B4-BE49-F238E27FC236}">
                    <a16:creationId xmlns:a16="http://schemas.microsoft.com/office/drawing/2014/main" id="{AF804F6D-58EB-4EBE-8912-57BAE72FBD0A}"/>
                  </a:ext>
                </a:extLst>
              </p:cNvPr>
              <p:cNvSpPr>
                <a:spLocks/>
              </p:cNvSpPr>
              <p:nvPr/>
            </p:nvSpPr>
            <p:spPr bwMode="auto">
              <a:xfrm>
                <a:off x="247650" y="-2090738"/>
                <a:ext cx="19050" cy="0"/>
              </a:xfrm>
              <a:custGeom>
                <a:avLst/>
                <a:gdLst>
                  <a:gd name="T0" fmla="*/ 5 w 12"/>
                  <a:gd name="T1" fmla="*/ 0 w 12"/>
                  <a:gd name="T2" fmla="*/ 12 w 12"/>
                  <a:gd name="T3" fmla="*/ 5 w 12"/>
                </a:gdLst>
                <a:ahLst/>
                <a:cxnLst>
                  <a:cxn ang="0">
                    <a:pos x="T0" y="0"/>
                  </a:cxn>
                  <a:cxn ang="0">
                    <a:pos x="T1" y="0"/>
                  </a:cxn>
                  <a:cxn ang="0">
                    <a:pos x="T2" y="0"/>
                  </a:cxn>
                  <a:cxn ang="0">
                    <a:pos x="T3" y="0"/>
                  </a:cxn>
                </a:cxnLst>
                <a:rect l="0" t="0" r="r" b="b"/>
                <a:pathLst>
                  <a:path w="12">
                    <a:moveTo>
                      <a:pt x="5" y="0"/>
                    </a:moveTo>
                    <a:lnTo>
                      <a:pt x="0" y="0"/>
                    </a:lnTo>
                    <a:lnTo>
                      <a:pt x="12"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6" name="Freeform 706">
                <a:extLst>
                  <a:ext uri="{FF2B5EF4-FFF2-40B4-BE49-F238E27FC236}">
                    <a16:creationId xmlns:a16="http://schemas.microsoft.com/office/drawing/2014/main" id="{2372533A-9308-4F03-A840-210C6E589039}"/>
                  </a:ext>
                </a:extLst>
              </p:cNvPr>
              <p:cNvSpPr>
                <a:spLocks/>
              </p:cNvSpPr>
              <p:nvPr/>
            </p:nvSpPr>
            <p:spPr bwMode="auto">
              <a:xfrm>
                <a:off x="138113" y="-2063750"/>
                <a:ext cx="15875" cy="3175"/>
              </a:xfrm>
              <a:custGeom>
                <a:avLst/>
                <a:gdLst>
                  <a:gd name="T0" fmla="*/ 0 w 4"/>
                  <a:gd name="T1" fmla="*/ 1 h 1"/>
                  <a:gd name="T2" fmla="*/ 4 w 4"/>
                  <a:gd name="T3" fmla="*/ 0 h 1"/>
                  <a:gd name="T4" fmla="*/ 0 w 4"/>
                  <a:gd name="T5" fmla="*/ 1 h 1"/>
                </a:gdLst>
                <a:ahLst/>
                <a:cxnLst>
                  <a:cxn ang="0">
                    <a:pos x="T0" y="T1"/>
                  </a:cxn>
                  <a:cxn ang="0">
                    <a:pos x="T2" y="T3"/>
                  </a:cxn>
                  <a:cxn ang="0">
                    <a:pos x="T4" y="T5"/>
                  </a:cxn>
                </a:cxnLst>
                <a:rect l="0" t="0" r="r" b="b"/>
                <a:pathLst>
                  <a:path w="4" h="1">
                    <a:moveTo>
                      <a:pt x="0" y="1"/>
                    </a:moveTo>
                    <a:cubicBezTo>
                      <a:pt x="1" y="0"/>
                      <a:pt x="3" y="1"/>
                      <a:pt x="4" y="0"/>
                    </a:cubicBezTo>
                    <a:cubicBezTo>
                      <a:pt x="3" y="0"/>
                      <a:pt x="1"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7" name="Freeform 707">
                <a:extLst>
                  <a:ext uri="{FF2B5EF4-FFF2-40B4-BE49-F238E27FC236}">
                    <a16:creationId xmlns:a16="http://schemas.microsoft.com/office/drawing/2014/main" id="{29578CAF-BA5F-4D64-AA14-A0D6AE5ACA67}"/>
                  </a:ext>
                </a:extLst>
              </p:cNvPr>
              <p:cNvSpPr>
                <a:spLocks/>
              </p:cNvSpPr>
              <p:nvPr/>
            </p:nvSpPr>
            <p:spPr bwMode="auto">
              <a:xfrm>
                <a:off x="7938" y="-1951038"/>
                <a:ext cx="3175" cy="3175"/>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cubicBezTo>
                      <a:pt x="1" y="1"/>
                      <a:pt x="1" y="1"/>
                      <a:pt x="1" y="1"/>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8" name="Freeform 708">
                <a:extLst>
                  <a:ext uri="{FF2B5EF4-FFF2-40B4-BE49-F238E27FC236}">
                    <a16:creationId xmlns:a16="http://schemas.microsoft.com/office/drawing/2014/main" id="{E2FF5654-C267-4532-AAFD-960A40C02EE0}"/>
                  </a:ext>
                </a:extLst>
              </p:cNvPr>
              <p:cNvSpPr>
                <a:spLocks/>
              </p:cNvSpPr>
              <p:nvPr/>
            </p:nvSpPr>
            <p:spPr bwMode="auto">
              <a:xfrm>
                <a:off x="41275" y="-1890713"/>
                <a:ext cx="7938" cy="3175"/>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0"/>
                      <a:pt x="1" y="1"/>
                      <a:pt x="0" y="1"/>
                    </a:cubicBezTo>
                    <a:cubicBezTo>
                      <a:pt x="1"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9" name="Freeform 709">
                <a:extLst>
                  <a:ext uri="{FF2B5EF4-FFF2-40B4-BE49-F238E27FC236}">
                    <a16:creationId xmlns:a16="http://schemas.microsoft.com/office/drawing/2014/main" id="{C66DBEEA-709F-45AA-8701-16685BDAEC8F}"/>
                  </a:ext>
                </a:extLst>
              </p:cNvPr>
              <p:cNvSpPr>
                <a:spLocks/>
              </p:cNvSpPr>
              <p:nvPr/>
            </p:nvSpPr>
            <p:spPr bwMode="auto">
              <a:xfrm>
                <a:off x="1092200" y="-1628775"/>
                <a:ext cx="57150" cy="3175"/>
              </a:xfrm>
              <a:custGeom>
                <a:avLst/>
                <a:gdLst>
                  <a:gd name="T0" fmla="*/ 0 w 36"/>
                  <a:gd name="T1" fmla="*/ 0 h 2"/>
                  <a:gd name="T2" fmla="*/ 36 w 36"/>
                  <a:gd name="T3" fmla="*/ 2 h 2"/>
                  <a:gd name="T4" fmla="*/ 14 w 36"/>
                  <a:gd name="T5" fmla="*/ 0 h 2"/>
                  <a:gd name="T6" fmla="*/ 0 w 36"/>
                  <a:gd name="T7" fmla="*/ 0 h 2"/>
                </a:gdLst>
                <a:ahLst/>
                <a:cxnLst>
                  <a:cxn ang="0">
                    <a:pos x="T0" y="T1"/>
                  </a:cxn>
                  <a:cxn ang="0">
                    <a:pos x="T2" y="T3"/>
                  </a:cxn>
                  <a:cxn ang="0">
                    <a:pos x="T4" y="T5"/>
                  </a:cxn>
                  <a:cxn ang="0">
                    <a:pos x="T6" y="T7"/>
                  </a:cxn>
                </a:cxnLst>
                <a:rect l="0" t="0" r="r" b="b"/>
                <a:pathLst>
                  <a:path w="36" h="2">
                    <a:moveTo>
                      <a:pt x="0" y="0"/>
                    </a:moveTo>
                    <a:lnTo>
                      <a:pt x="36" y="2"/>
                    </a:lnTo>
                    <a:lnTo>
                      <a:pt x="14"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0" name="Freeform 710">
                <a:extLst>
                  <a:ext uri="{FF2B5EF4-FFF2-40B4-BE49-F238E27FC236}">
                    <a16:creationId xmlns:a16="http://schemas.microsoft.com/office/drawing/2014/main" id="{12B2B793-0CAE-42EF-AEF0-9D47C4CE9AE1}"/>
                  </a:ext>
                </a:extLst>
              </p:cNvPr>
              <p:cNvSpPr>
                <a:spLocks/>
              </p:cNvSpPr>
              <p:nvPr/>
            </p:nvSpPr>
            <p:spPr bwMode="auto">
              <a:xfrm>
                <a:off x="1201738" y="-1620838"/>
                <a:ext cx="19050" cy="3175"/>
              </a:xfrm>
              <a:custGeom>
                <a:avLst/>
                <a:gdLst>
                  <a:gd name="T0" fmla="*/ 0 w 5"/>
                  <a:gd name="T1" fmla="*/ 0 h 1"/>
                  <a:gd name="T2" fmla="*/ 5 w 5"/>
                  <a:gd name="T3" fmla="*/ 1 h 1"/>
                  <a:gd name="T4" fmla="*/ 0 w 5"/>
                  <a:gd name="T5" fmla="*/ 0 h 1"/>
                </a:gdLst>
                <a:ahLst/>
                <a:cxnLst>
                  <a:cxn ang="0">
                    <a:pos x="T0" y="T1"/>
                  </a:cxn>
                  <a:cxn ang="0">
                    <a:pos x="T2" y="T3"/>
                  </a:cxn>
                  <a:cxn ang="0">
                    <a:pos x="T4" y="T5"/>
                  </a:cxn>
                </a:cxnLst>
                <a:rect l="0" t="0" r="r" b="b"/>
                <a:pathLst>
                  <a:path w="5" h="1">
                    <a:moveTo>
                      <a:pt x="0" y="0"/>
                    </a:moveTo>
                    <a:cubicBezTo>
                      <a:pt x="5" y="1"/>
                      <a:pt x="5" y="1"/>
                      <a:pt x="5" y="1"/>
                    </a:cubicBezTo>
                    <a:cubicBezTo>
                      <a:pt x="4"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1" name="Freeform 711">
                <a:extLst>
                  <a:ext uri="{FF2B5EF4-FFF2-40B4-BE49-F238E27FC236}">
                    <a16:creationId xmlns:a16="http://schemas.microsoft.com/office/drawing/2014/main" id="{307E1441-C65E-4154-84B0-825FDCF7A1A3}"/>
                  </a:ext>
                </a:extLst>
              </p:cNvPr>
              <p:cNvSpPr>
                <a:spLocks/>
              </p:cNvSpPr>
              <p:nvPr/>
            </p:nvSpPr>
            <p:spPr bwMode="auto">
              <a:xfrm>
                <a:off x="957263" y="-1636713"/>
                <a:ext cx="123825" cy="7938"/>
              </a:xfrm>
              <a:custGeom>
                <a:avLst/>
                <a:gdLst>
                  <a:gd name="T0" fmla="*/ 0 w 33"/>
                  <a:gd name="T1" fmla="*/ 0 h 2"/>
                  <a:gd name="T2" fmla="*/ 33 w 33"/>
                  <a:gd name="T3" fmla="*/ 2 h 2"/>
                  <a:gd name="T4" fmla="*/ 0 w 33"/>
                  <a:gd name="T5" fmla="*/ 0 h 2"/>
                </a:gdLst>
                <a:ahLst/>
                <a:cxnLst>
                  <a:cxn ang="0">
                    <a:pos x="T0" y="T1"/>
                  </a:cxn>
                  <a:cxn ang="0">
                    <a:pos x="T2" y="T3"/>
                  </a:cxn>
                  <a:cxn ang="0">
                    <a:pos x="T4" y="T5"/>
                  </a:cxn>
                </a:cxnLst>
                <a:rect l="0" t="0" r="r" b="b"/>
                <a:pathLst>
                  <a:path w="33" h="2">
                    <a:moveTo>
                      <a:pt x="0" y="0"/>
                    </a:moveTo>
                    <a:cubicBezTo>
                      <a:pt x="11" y="2"/>
                      <a:pt x="22" y="1"/>
                      <a:pt x="33" y="2"/>
                    </a:cubicBezTo>
                    <a:cubicBezTo>
                      <a:pt x="23" y="0"/>
                      <a:pt x="1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2" name="Freeform 712">
                <a:extLst>
                  <a:ext uri="{FF2B5EF4-FFF2-40B4-BE49-F238E27FC236}">
                    <a16:creationId xmlns:a16="http://schemas.microsoft.com/office/drawing/2014/main" id="{88295C2E-3CC0-4FED-8D45-4C3CFA2EFBAE}"/>
                  </a:ext>
                </a:extLst>
              </p:cNvPr>
              <p:cNvSpPr>
                <a:spLocks/>
              </p:cNvSpPr>
              <p:nvPr/>
            </p:nvSpPr>
            <p:spPr bwMode="auto">
              <a:xfrm>
                <a:off x="682625" y="-1651000"/>
                <a:ext cx="241300" cy="14288"/>
              </a:xfrm>
              <a:custGeom>
                <a:avLst/>
                <a:gdLst>
                  <a:gd name="T0" fmla="*/ 63 w 64"/>
                  <a:gd name="T1" fmla="*/ 4 h 4"/>
                  <a:gd name="T2" fmla="*/ 64 w 64"/>
                  <a:gd name="T3" fmla="*/ 3 h 4"/>
                  <a:gd name="T4" fmla="*/ 3 w 64"/>
                  <a:gd name="T5" fmla="*/ 0 h 4"/>
                  <a:gd name="T6" fmla="*/ 0 w 64"/>
                  <a:gd name="T7" fmla="*/ 2 h 4"/>
                  <a:gd name="T8" fmla="*/ 63 w 64"/>
                  <a:gd name="T9" fmla="*/ 4 h 4"/>
                </a:gdLst>
                <a:ahLst/>
                <a:cxnLst>
                  <a:cxn ang="0">
                    <a:pos x="T0" y="T1"/>
                  </a:cxn>
                  <a:cxn ang="0">
                    <a:pos x="T2" y="T3"/>
                  </a:cxn>
                  <a:cxn ang="0">
                    <a:pos x="T4" y="T5"/>
                  </a:cxn>
                  <a:cxn ang="0">
                    <a:pos x="T6" y="T7"/>
                  </a:cxn>
                  <a:cxn ang="0">
                    <a:pos x="T8" y="T9"/>
                  </a:cxn>
                </a:cxnLst>
                <a:rect l="0" t="0" r="r" b="b"/>
                <a:pathLst>
                  <a:path w="64" h="4">
                    <a:moveTo>
                      <a:pt x="63" y="4"/>
                    </a:moveTo>
                    <a:cubicBezTo>
                      <a:pt x="64" y="3"/>
                      <a:pt x="64" y="3"/>
                      <a:pt x="64" y="3"/>
                    </a:cubicBezTo>
                    <a:cubicBezTo>
                      <a:pt x="45" y="3"/>
                      <a:pt x="22" y="1"/>
                      <a:pt x="3" y="0"/>
                    </a:cubicBezTo>
                    <a:cubicBezTo>
                      <a:pt x="0" y="2"/>
                      <a:pt x="0" y="2"/>
                      <a:pt x="0" y="2"/>
                    </a:cubicBezTo>
                    <a:cubicBezTo>
                      <a:pt x="21" y="2"/>
                      <a:pt x="42" y="3"/>
                      <a:pt x="6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3" name="Freeform 713">
                <a:extLst>
                  <a:ext uri="{FF2B5EF4-FFF2-40B4-BE49-F238E27FC236}">
                    <a16:creationId xmlns:a16="http://schemas.microsoft.com/office/drawing/2014/main" id="{3A35320F-471E-4F0A-8D7E-E937BA78B342}"/>
                  </a:ext>
                </a:extLst>
              </p:cNvPr>
              <p:cNvSpPr>
                <a:spLocks/>
              </p:cNvSpPr>
              <p:nvPr/>
            </p:nvSpPr>
            <p:spPr bwMode="auto">
              <a:xfrm>
                <a:off x="931863" y="-1639888"/>
                <a:ext cx="17463" cy="3175"/>
              </a:xfrm>
              <a:custGeom>
                <a:avLst/>
                <a:gdLst>
                  <a:gd name="T0" fmla="*/ 5 w 5"/>
                  <a:gd name="T1" fmla="*/ 1 h 1"/>
                  <a:gd name="T2" fmla="*/ 0 w 5"/>
                  <a:gd name="T3" fmla="*/ 1 h 1"/>
                  <a:gd name="T4" fmla="*/ 5 w 5"/>
                  <a:gd name="T5" fmla="*/ 1 h 1"/>
                </a:gdLst>
                <a:ahLst/>
                <a:cxnLst>
                  <a:cxn ang="0">
                    <a:pos x="T0" y="T1"/>
                  </a:cxn>
                  <a:cxn ang="0">
                    <a:pos x="T2" y="T3"/>
                  </a:cxn>
                  <a:cxn ang="0">
                    <a:pos x="T4" y="T5"/>
                  </a:cxn>
                </a:cxnLst>
                <a:rect l="0" t="0" r="r" b="b"/>
                <a:pathLst>
                  <a:path w="5" h="1">
                    <a:moveTo>
                      <a:pt x="5" y="1"/>
                    </a:moveTo>
                    <a:cubicBezTo>
                      <a:pt x="4" y="0"/>
                      <a:pt x="1" y="0"/>
                      <a:pt x="0" y="1"/>
                    </a:cubicBezTo>
                    <a:lnTo>
                      <a:pt x="5"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4" name="Freeform 714">
                <a:extLst>
                  <a:ext uri="{FF2B5EF4-FFF2-40B4-BE49-F238E27FC236}">
                    <a16:creationId xmlns:a16="http://schemas.microsoft.com/office/drawing/2014/main" id="{681568EB-4D24-416D-9C43-89925FFF0860}"/>
                  </a:ext>
                </a:extLst>
              </p:cNvPr>
              <p:cNvSpPr>
                <a:spLocks/>
              </p:cNvSpPr>
              <p:nvPr/>
            </p:nvSpPr>
            <p:spPr bwMode="auto">
              <a:xfrm>
                <a:off x="1227138" y="-1606550"/>
                <a:ext cx="38100" cy="4763"/>
              </a:xfrm>
              <a:custGeom>
                <a:avLst/>
                <a:gdLst>
                  <a:gd name="T0" fmla="*/ 0 w 10"/>
                  <a:gd name="T1" fmla="*/ 0 h 1"/>
                  <a:gd name="T2" fmla="*/ 10 w 10"/>
                  <a:gd name="T3" fmla="*/ 1 h 1"/>
                  <a:gd name="T4" fmla="*/ 0 w 10"/>
                  <a:gd name="T5" fmla="*/ 0 h 1"/>
                </a:gdLst>
                <a:ahLst/>
                <a:cxnLst>
                  <a:cxn ang="0">
                    <a:pos x="T0" y="T1"/>
                  </a:cxn>
                  <a:cxn ang="0">
                    <a:pos x="T2" y="T3"/>
                  </a:cxn>
                  <a:cxn ang="0">
                    <a:pos x="T4" y="T5"/>
                  </a:cxn>
                </a:cxnLst>
                <a:rect l="0" t="0" r="r" b="b"/>
                <a:pathLst>
                  <a:path w="10" h="1">
                    <a:moveTo>
                      <a:pt x="0" y="0"/>
                    </a:moveTo>
                    <a:cubicBezTo>
                      <a:pt x="10" y="1"/>
                      <a:pt x="10" y="1"/>
                      <a:pt x="10" y="1"/>
                    </a:cubicBezTo>
                    <a:cubicBezTo>
                      <a:pt x="6" y="0"/>
                      <a:pt x="3"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5" name="Freeform 715">
                <a:extLst>
                  <a:ext uri="{FF2B5EF4-FFF2-40B4-BE49-F238E27FC236}">
                    <a16:creationId xmlns:a16="http://schemas.microsoft.com/office/drawing/2014/main" id="{74277604-C5C9-4547-A4AA-72FB27C845B3}"/>
                  </a:ext>
                </a:extLst>
              </p:cNvPr>
              <p:cNvSpPr>
                <a:spLocks/>
              </p:cNvSpPr>
              <p:nvPr/>
            </p:nvSpPr>
            <p:spPr bwMode="auto">
              <a:xfrm>
                <a:off x="1209675" y="-1606550"/>
                <a:ext cx="17463" cy="0"/>
              </a:xfrm>
              <a:custGeom>
                <a:avLst/>
                <a:gdLst>
                  <a:gd name="T0" fmla="*/ 5 w 5"/>
                  <a:gd name="T1" fmla="*/ 0 w 5"/>
                  <a:gd name="T2" fmla="*/ 5 w 5"/>
                </a:gdLst>
                <a:ahLst/>
                <a:cxnLst>
                  <a:cxn ang="0">
                    <a:pos x="T0" y="0"/>
                  </a:cxn>
                  <a:cxn ang="0">
                    <a:pos x="T1" y="0"/>
                  </a:cxn>
                  <a:cxn ang="0">
                    <a:pos x="T2" y="0"/>
                  </a:cxn>
                </a:cxnLst>
                <a:rect l="0" t="0" r="r" b="b"/>
                <a:pathLst>
                  <a:path w="5">
                    <a:moveTo>
                      <a:pt x="5" y="0"/>
                    </a:moveTo>
                    <a:cubicBezTo>
                      <a:pt x="0" y="0"/>
                      <a:pt x="0" y="0"/>
                      <a:pt x="0" y="0"/>
                    </a:cubicBezTo>
                    <a:cubicBezTo>
                      <a:pt x="2" y="0"/>
                      <a:pt x="3"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sp>
          <p:nvSpPr>
            <p:cNvPr id="6" name="矩形 5">
              <a:extLst>
                <a:ext uri="{FF2B5EF4-FFF2-40B4-BE49-F238E27FC236}">
                  <a16:creationId xmlns:a16="http://schemas.microsoft.com/office/drawing/2014/main" id="{45DB8583-7588-48BC-8AF2-1E025A248FEF}"/>
                </a:ext>
              </a:extLst>
            </p:cNvPr>
            <p:cNvSpPr/>
            <p:nvPr/>
          </p:nvSpPr>
          <p:spPr>
            <a:xfrm>
              <a:off x="3428366" y="2395377"/>
              <a:ext cx="1708095" cy="1230786"/>
            </a:xfrm>
            <a:prstGeom prst="rect">
              <a:avLst/>
            </a:prstGeom>
          </p:spPr>
          <p:txBody>
            <a:bodyPr wrap="square">
              <a:spAutoFit/>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kumimoji="0" lang="zh-CN" altLang="en-US" sz="2000" b="0" i="0" u="none" strike="noStrike" kern="1200" cap="none" spc="300" normalizeH="0" baseline="0" noProof="0" dirty="0">
                  <a:ln>
                    <a:noFill/>
                  </a:ln>
                  <a:solidFill>
                    <a:prstClr val="white"/>
                  </a:solidFill>
                  <a:effectLst/>
                  <a:uLnTx/>
                  <a:uFillTx/>
                  <a:latin typeface="+mj-ea"/>
                  <a:ea typeface="+mj-ea"/>
                  <a:cs typeface="+mn-ea"/>
                  <a:sym typeface="+mn-lt"/>
                </a:rPr>
                <a:t>姓名</a:t>
              </a:r>
              <a:endParaRPr kumimoji="0" lang="en-US" altLang="zh-CN" sz="2000" b="0" i="0" u="none" strike="noStrike" kern="1200" cap="none" spc="300" normalizeH="0" baseline="0" noProof="0" dirty="0">
                <a:ln>
                  <a:noFill/>
                </a:ln>
                <a:solidFill>
                  <a:prstClr val="white"/>
                </a:solidFill>
                <a:effectLst/>
                <a:uLnTx/>
                <a:uFillTx/>
                <a:latin typeface="+mj-ea"/>
                <a:ea typeface="+mj-ea"/>
                <a:cs typeface="+mn-ea"/>
                <a:sym typeface="+mn-lt"/>
              </a:endParaRPr>
            </a:p>
            <a:p>
              <a:pPr marL="0" marR="0" lvl="0" indent="0" algn="ctr" defTabSz="914400" rtl="0" eaLnBrk="1" fontAlgn="auto" latinLnBrk="0" hangingPunct="1">
                <a:lnSpc>
                  <a:spcPct val="2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E333E"/>
                  </a:solidFill>
                  <a:effectLst/>
                  <a:uLnTx/>
                  <a:uFillTx/>
                  <a:cs typeface="+mn-ea"/>
                  <a:sym typeface="+mn-lt"/>
                </a:rPr>
                <a:t>团队主持人</a:t>
              </a:r>
              <a:endParaRPr kumimoji="0" lang="en-US" altLang="zh-CN" sz="2000" b="0" i="0" u="none" strike="noStrike" kern="1200" cap="none" spc="0" normalizeH="0" baseline="0" noProof="0" dirty="0">
                <a:ln>
                  <a:noFill/>
                </a:ln>
                <a:solidFill>
                  <a:srgbClr val="2E333E"/>
                </a:solidFill>
                <a:effectLst/>
                <a:uLnTx/>
                <a:uFillTx/>
                <a:cs typeface="+mn-ea"/>
                <a:sym typeface="+mn-lt"/>
              </a:endParaRPr>
            </a:p>
          </p:txBody>
        </p:sp>
      </p:grpSp>
      <p:sp>
        <p:nvSpPr>
          <p:cNvPr id="28" name="文本框 27">
            <a:extLst>
              <a:ext uri="{FF2B5EF4-FFF2-40B4-BE49-F238E27FC236}">
                <a16:creationId xmlns:a16="http://schemas.microsoft.com/office/drawing/2014/main" id="{E2D952BF-E947-44B3-B095-89441B91065B}"/>
              </a:ext>
            </a:extLst>
          </p:cNvPr>
          <p:cNvSpPr txBox="1"/>
          <p:nvPr/>
        </p:nvSpPr>
        <p:spPr>
          <a:xfrm>
            <a:off x="5078465" y="2295773"/>
            <a:ext cx="4731303" cy="2266454"/>
          </a:xfrm>
          <a:prstGeom prst="rect">
            <a:avLst/>
          </a:prstGeom>
          <a:noFill/>
        </p:spPr>
        <p:txBody>
          <a:bodyPr wrap="square" rtlCol="0">
            <a:spAutoFit/>
          </a:bodyPr>
          <a:lstStyle/>
          <a:p>
            <a:pPr algn="just">
              <a:lnSpc>
                <a:spcPct val="15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南京理工大学，位于江苏省南京市，北依紫金山，西临明城墙，是隶属于工业和信息化部，由工信部、教育部与江苏省人民政府共建的全国重点大学，是国家“世界一流学科建设高校“，是国家“</a:t>
            </a:r>
            <a:r>
              <a:rPr lang="en-US" altLang="zh-CN" sz="1600" spc="100" dirty="0">
                <a:solidFill>
                  <a:schemeClr val="tx1">
                    <a:lumMod val="65000"/>
                    <a:lumOff val="35000"/>
                  </a:schemeClr>
                </a:solidFill>
                <a:cs typeface="+mn-ea"/>
                <a:sym typeface="+mn-lt"/>
              </a:rPr>
              <a:t>211</a:t>
            </a:r>
            <a:r>
              <a:rPr lang="zh-CN" altLang="en-US" sz="1600" spc="100" dirty="0">
                <a:solidFill>
                  <a:schemeClr val="tx1">
                    <a:lumMod val="65000"/>
                    <a:lumOff val="35000"/>
                  </a:schemeClr>
                </a:solidFill>
                <a:cs typeface="+mn-ea"/>
                <a:sym typeface="+mn-lt"/>
              </a:rPr>
              <a:t>工程”、“</a:t>
            </a:r>
            <a:r>
              <a:rPr lang="en-US" altLang="zh-CN" sz="1600" spc="100" dirty="0">
                <a:solidFill>
                  <a:schemeClr val="tx1">
                    <a:lumMod val="65000"/>
                    <a:lumOff val="35000"/>
                  </a:schemeClr>
                </a:solidFill>
                <a:cs typeface="+mn-ea"/>
                <a:sym typeface="+mn-lt"/>
              </a:rPr>
              <a:t>985</a:t>
            </a:r>
            <a:r>
              <a:rPr lang="zh-CN" altLang="en-US" sz="1600" spc="100" dirty="0">
                <a:solidFill>
                  <a:schemeClr val="tx1">
                    <a:lumMod val="65000"/>
                    <a:lumOff val="35000"/>
                  </a:schemeClr>
                </a:solidFill>
                <a:cs typeface="+mn-ea"/>
                <a:sym typeface="+mn-lt"/>
              </a:rPr>
              <a:t>工程优势学科创新平台”重点建设高校</a:t>
            </a:r>
          </a:p>
        </p:txBody>
      </p:sp>
      <p:sp>
        <p:nvSpPr>
          <p:cNvPr id="30" name="椭圆 29">
            <a:extLst>
              <a:ext uri="{FF2B5EF4-FFF2-40B4-BE49-F238E27FC236}">
                <a16:creationId xmlns:a16="http://schemas.microsoft.com/office/drawing/2014/main" id="{1FBBFC47-8C42-443F-8A92-529BC4FA9910}"/>
              </a:ext>
            </a:extLst>
          </p:cNvPr>
          <p:cNvSpPr/>
          <p:nvPr/>
        </p:nvSpPr>
        <p:spPr>
          <a:xfrm>
            <a:off x="2807448" y="1921773"/>
            <a:ext cx="1507227" cy="1507227"/>
          </a:xfrm>
          <a:prstGeom prst="ellipse">
            <a:avLst/>
          </a:prstGeom>
          <a:blipFill dpi="0" rotWithShape="1">
            <a:blip r:embed="rId3"/>
            <a:srcRect/>
            <a:tile tx="-1447800" ty="0" sx="20000" sy="20000" flip="none" algn="tl"/>
          </a:blipFill>
          <a:ln w="76200">
            <a:solidFill>
              <a:schemeClr val="bg1">
                <a:lumMod val="95000"/>
              </a:schemeClr>
            </a:solidFill>
          </a:ln>
          <a:effectLst>
            <a:outerShdw blurRad="1651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4" name="文本框 3">
            <a:extLst>
              <a:ext uri="{FF2B5EF4-FFF2-40B4-BE49-F238E27FC236}">
                <a16:creationId xmlns:a16="http://schemas.microsoft.com/office/drawing/2014/main" id="{2793655A-EE6B-4FD8-A2F3-B71153B3FFEE}"/>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人物介绍页</a:t>
            </a:r>
          </a:p>
        </p:txBody>
      </p:sp>
    </p:spTree>
    <p:extLst>
      <p:ext uri="{BB962C8B-B14F-4D97-AF65-F5344CB8AC3E}">
        <p14:creationId xmlns:p14="http://schemas.microsoft.com/office/powerpoint/2010/main" val="29068551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圆角矩形 52">
            <a:extLst>
              <a:ext uri="{FF2B5EF4-FFF2-40B4-BE49-F238E27FC236}">
                <a16:creationId xmlns:a16="http://schemas.microsoft.com/office/drawing/2014/main" id="{7A144CBC-A1FD-4095-BD42-7D0E121E530D}"/>
              </a:ext>
            </a:extLst>
          </p:cNvPr>
          <p:cNvSpPr/>
          <p:nvPr/>
        </p:nvSpPr>
        <p:spPr>
          <a:xfrm>
            <a:off x="6803645" y="1504759"/>
            <a:ext cx="4332668" cy="4443996"/>
          </a:xfrm>
          <a:prstGeom prst="roundRect">
            <a:avLst>
              <a:gd name="adj" fmla="val 2533"/>
            </a:avLst>
          </a:prstGeom>
          <a:solidFill>
            <a:schemeClr val="bg1"/>
          </a:solidFill>
          <a:ln>
            <a:noFill/>
          </a:ln>
          <a:effectLst>
            <a:outerShdw blurRad="50800" dist="50800" dir="5400000" algn="t"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3" name="圆角矩形 52"/>
          <p:cNvSpPr/>
          <p:nvPr/>
        </p:nvSpPr>
        <p:spPr>
          <a:xfrm>
            <a:off x="1053553" y="1504759"/>
            <a:ext cx="4332668" cy="4443996"/>
          </a:xfrm>
          <a:prstGeom prst="roundRect">
            <a:avLst>
              <a:gd name="adj" fmla="val 2533"/>
            </a:avLst>
          </a:prstGeom>
          <a:solidFill>
            <a:schemeClr val="bg1"/>
          </a:solidFill>
          <a:ln>
            <a:noFill/>
          </a:ln>
          <a:effectLst>
            <a:outerShdw blurRad="50800" dist="50800" dir="5400000" algn="t"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87" name="组合 86">
            <a:extLst>
              <a:ext uri="{FF2B5EF4-FFF2-40B4-BE49-F238E27FC236}">
                <a16:creationId xmlns:a16="http://schemas.microsoft.com/office/drawing/2014/main" id="{7E2EC39F-053F-4B69-9456-4E772E2AC292}"/>
              </a:ext>
            </a:extLst>
          </p:cNvPr>
          <p:cNvGrpSpPr/>
          <p:nvPr/>
        </p:nvGrpSpPr>
        <p:grpSpPr>
          <a:xfrm>
            <a:off x="3289537" y="1961644"/>
            <a:ext cx="1776722" cy="1230786"/>
            <a:chOff x="3250155" y="2014565"/>
            <a:chExt cx="1776722" cy="1230786"/>
          </a:xfrm>
        </p:grpSpPr>
        <p:grpSp>
          <p:nvGrpSpPr>
            <p:cNvPr id="12" name="组合 11"/>
            <p:cNvGrpSpPr/>
            <p:nvPr/>
          </p:nvGrpSpPr>
          <p:grpSpPr>
            <a:xfrm>
              <a:off x="3337544" y="2021982"/>
              <a:ext cx="1689333" cy="692296"/>
              <a:chOff x="7938" y="-2173288"/>
              <a:chExt cx="1933575" cy="571501"/>
            </a:xfrm>
            <a:solidFill>
              <a:schemeClr val="accent1"/>
            </a:solidFill>
          </p:grpSpPr>
          <p:sp>
            <p:nvSpPr>
              <p:cNvPr id="13" name="Freeform 692"/>
              <p:cNvSpPr>
                <a:spLocks/>
              </p:cNvSpPr>
              <p:nvPr/>
            </p:nvSpPr>
            <p:spPr bwMode="auto">
              <a:xfrm>
                <a:off x="1141413" y="-2168525"/>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4" name="Freeform 693"/>
              <p:cNvSpPr>
                <a:spLocks/>
              </p:cNvSpPr>
              <p:nvPr/>
            </p:nvSpPr>
            <p:spPr bwMode="auto">
              <a:xfrm>
                <a:off x="1141413" y="-2173288"/>
                <a:ext cx="60325" cy="7938"/>
              </a:xfrm>
              <a:custGeom>
                <a:avLst/>
                <a:gdLst>
                  <a:gd name="T0" fmla="*/ 16 w 16"/>
                  <a:gd name="T1" fmla="*/ 2 h 2"/>
                  <a:gd name="T2" fmla="*/ 16 w 16"/>
                  <a:gd name="T3" fmla="*/ 1 h 2"/>
                  <a:gd name="T4" fmla="*/ 5 w 16"/>
                  <a:gd name="T5" fmla="*/ 1 h 2"/>
                  <a:gd name="T6" fmla="*/ 0 w 16"/>
                  <a:gd name="T7" fmla="*/ 1 h 2"/>
                  <a:gd name="T8" fmla="*/ 16 w 16"/>
                  <a:gd name="T9" fmla="*/ 2 h 2"/>
                </a:gdLst>
                <a:ahLst/>
                <a:cxnLst>
                  <a:cxn ang="0">
                    <a:pos x="T0" y="T1"/>
                  </a:cxn>
                  <a:cxn ang="0">
                    <a:pos x="T2" y="T3"/>
                  </a:cxn>
                  <a:cxn ang="0">
                    <a:pos x="T4" y="T5"/>
                  </a:cxn>
                  <a:cxn ang="0">
                    <a:pos x="T6" y="T7"/>
                  </a:cxn>
                  <a:cxn ang="0">
                    <a:pos x="T8" y="T9"/>
                  </a:cxn>
                </a:cxnLst>
                <a:rect l="0" t="0" r="r" b="b"/>
                <a:pathLst>
                  <a:path w="16" h="2">
                    <a:moveTo>
                      <a:pt x="16" y="2"/>
                    </a:moveTo>
                    <a:cubicBezTo>
                      <a:pt x="16" y="1"/>
                      <a:pt x="16" y="1"/>
                      <a:pt x="16" y="1"/>
                    </a:cubicBezTo>
                    <a:cubicBezTo>
                      <a:pt x="13" y="0"/>
                      <a:pt x="8" y="0"/>
                      <a:pt x="5" y="1"/>
                    </a:cubicBezTo>
                    <a:cubicBezTo>
                      <a:pt x="3" y="0"/>
                      <a:pt x="2" y="0"/>
                      <a:pt x="0" y="1"/>
                    </a:cubicBezTo>
                    <a:cubicBezTo>
                      <a:pt x="5" y="2"/>
                      <a:pt x="11" y="2"/>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5" name="Freeform 699"/>
              <p:cNvSpPr>
                <a:spLocks/>
              </p:cNvSpPr>
              <p:nvPr/>
            </p:nvSpPr>
            <p:spPr bwMode="auto">
              <a:xfrm>
                <a:off x="1201738" y="-2173288"/>
                <a:ext cx="7938" cy="7938"/>
              </a:xfrm>
              <a:custGeom>
                <a:avLst/>
                <a:gdLst>
                  <a:gd name="T0" fmla="*/ 1 w 2"/>
                  <a:gd name="T1" fmla="*/ 2 h 2"/>
                  <a:gd name="T2" fmla="*/ 2 w 2"/>
                  <a:gd name="T3" fmla="*/ 2 h 2"/>
                  <a:gd name="T4" fmla="*/ 2 w 2"/>
                  <a:gd name="T5" fmla="*/ 0 h 2"/>
                  <a:gd name="T6" fmla="*/ 1 w 2"/>
                  <a:gd name="T7" fmla="*/ 2 h 2"/>
                </a:gdLst>
                <a:ahLst/>
                <a:cxnLst>
                  <a:cxn ang="0">
                    <a:pos x="T0" y="T1"/>
                  </a:cxn>
                  <a:cxn ang="0">
                    <a:pos x="T2" y="T3"/>
                  </a:cxn>
                  <a:cxn ang="0">
                    <a:pos x="T4" y="T5"/>
                  </a:cxn>
                  <a:cxn ang="0">
                    <a:pos x="T6" y="T7"/>
                  </a:cxn>
                </a:cxnLst>
                <a:rect l="0" t="0" r="r" b="b"/>
                <a:pathLst>
                  <a:path w="2" h="2">
                    <a:moveTo>
                      <a:pt x="1" y="2"/>
                    </a:moveTo>
                    <a:cubicBezTo>
                      <a:pt x="2" y="2"/>
                      <a:pt x="2" y="2"/>
                      <a:pt x="2" y="2"/>
                    </a:cubicBezTo>
                    <a:cubicBezTo>
                      <a:pt x="2" y="0"/>
                      <a:pt x="2" y="0"/>
                      <a:pt x="2" y="0"/>
                    </a:cubicBezTo>
                    <a:cubicBezTo>
                      <a:pt x="0" y="0"/>
                      <a:pt x="2"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6" name="Freeform 700"/>
              <p:cNvSpPr>
                <a:spLocks/>
              </p:cNvSpPr>
              <p:nvPr/>
            </p:nvSpPr>
            <p:spPr bwMode="auto">
              <a:xfrm>
                <a:off x="322263" y="-2101850"/>
                <a:ext cx="52388" cy="19050"/>
              </a:xfrm>
              <a:custGeom>
                <a:avLst/>
                <a:gdLst>
                  <a:gd name="T0" fmla="*/ 14 w 14"/>
                  <a:gd name="T1" fmla="*/ 5 h 5"/>
                  <a:gd name="T2" fmla="*/ 14 w 14"/>
                  <a:gd name="T3" fmla="*/ 4 h 5"/>
                  <a:gd name="T4" fmla="*/ 5 w 14"/>
                  <a:gd name="T5" fmla="*/ 2 h 5"/>
                  <a:gd name="T6" fmla="*/ 6 w 14"/>
                  <a:gd name="T7" fmla="*/ 1 h 5"/>
                  <a:gd name="T8" fmla="*/ 0 w 14"/>
                  <a:gd name="T9" fmla="*/ 0 h 5"/>
                  <a:gd name="T10" fmla="*/ 1 w 14"/>
                  <a:gd name="T11" fmla="*/ 2 h 5"/>
                  <a:gd name="T12" fmla="*/ 14 w 14"/>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4" h="5">
                    <a:moveTo>
                      <a:pt x="14" y="5"/>
                    </a:moveTo>
                    <a:cubicBezTo>
                      <a:pt x="14" y="4"/>
                      <a:pt x="14" y="4"/>
                      <a:pt x="14" y="4"/>
                    </a:cubicBezTo>
                    <a:cubicBezTo>
                      <a:pt x="11" y="3"/>
                      <a:pt x="7" y="5"/>
                      <a:pt x="5" y="2"/>
                    </a:cubicBezTo>
                    <a:cubicBezTo>
                      <a:pt x="6" y="1"/>
                      <a:pt x="6" y="1"/>
                      <a:pt x="6" y="1"/>
                    </a:cubicBezTo>
                    <a:cubicBezTo>
                      <a:pt x="4" y="1"/>
                      <a:pt x="2" y="0"/>
                      <a:pt x="0" y="0"/>
                    </a:cubicBezTo>
                    <a:cubicBezTo>
                      <a:pt x="1" y="2"/>
                      <a:pt x="1" y="2"/>
                      <a:pt x="1" y="2"/>
                    </a:cubicBezTo>
                    <a:cubicBezTo>
                      <a:pt x="5" y="3"/>
                      <a:pt x="9" y="5"/>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7" name="Freeform 701"/>
              <p:cNvSpPr>
                <a:spLocks noEditPoints="1"/>
              </p:cNvSpPr>
              <p:nvPr/>
            </p:nvSpPr>
            <p:spPr bwMode="auto">
              <a:xfrm>
                <a:off x="7938" y="-2071688"/>
                <a:ext cx="1933575" cy="465138"/>
              </a:xfrm>
              <a:custGeom>
                <a:avLst/>
                <a:gdLst>
                  <a:gd name="T0" fmla="*/ 515 w 515"/>
                  <a:gd name="T1" fmla="*/ 105 h 124"/>
                  <a:gd name="T2" fmla="*/ 494 w 515"/>
                  <a:gd name="T3" fmla="*/ 98 h 124"/>
                  <a:gd name="T4" fmla="*/ 449 w 515"/>
                  <a:gd name="T5" fmla="*/ 93 h 124"/>
                  <a:gd name="T6" fmla="*/ 497 w 515"/>
                  <a:gd name="T7" fmla="*/ 88 h 124"/>
                  <a:gd name="T8" fmla="*/ 502 w 515"/>
                  <a:gd name="T9" fmla="*/ 82 h 124"/>
                  <a:gd name="T10" fmla="*/ 509 w 515"/>
                  <a:gd name="T11" fmla="*/ 75 h 124"/>
                  <a:gd name="T12" fmla="*/ 505 w 515"/>
                  <a:gd name="T13" fmla="*/ 70 h 124"/>
                  <a:gd name="T14" fmla="*/ 432 w 515"/>
                  <a:gd name="T15" fmla="*/ 59 h 124"/>
                  <a:gd name="T16" fmla="*/ 365 w 515"/>
                  <a:gd name="T17" fmla="*/ 46 h 124"/>
                  <a:gd name="T18" fmla="*/ 433 w 515"/>
                  <a:gd name="T19" fmla="*/ 50 h 124"/>
                  <a:gd name="T20" fmla="*/ 411 w 515"/>
                  <a:gd name="T21" fmla="*/ 44 h 124"/>
                  <a:gd name="T22" fmla="*/ 361 w 515"/>
                  <a:gd name="T23" fmla="*/ 33 h 124"/>
                  <a:gd name="T24" fmla="*/ 379 w 515"/>
                  <a:gd name="T25" fmla="*/ 33 h 124"/>
                  <a:gd name="T26" fmla="*/ 470 w 515"/>
                  <a:gd name="T27" fmla="*/ 35 h 124"/>
                  <a:gd name="T28" fmla="*/ 441 w 515"/>
                  <a:gd name="T29" fmla="*/ 30 h 124"/>
                  <a:gd name="T30" fmla="*/ 440 w 515"/>
                  <a:gd name="T31" fmla="*/ 31 h 124"/>
                  <a:gd name="T32" fmla="*/ 240 w 515"/>
                  <a:gd name="T33" fmla="*/ 10 h 124"/>
                  <a:gd name="T34" fmla="*/ 265 w 515"/>
                  <a:gd name="T35" fmla="*/ 6 h 124"/>
                  <a:gd name="T36" fmla="*/ 98 w 515"/>
                  <a:gd name="T37" fmla="*/ 2 h 124"/>
                  <a:gd name="T38" fmla="*/ 59 w 515"/>
                  <a:gd name="T39" fmla="*/ 6 h 124"/>
                  <a:gd name="T40" fmla="*/ 17 w 515"/>
                  <a:gd name="T41" fmla="*/ 16 h 124"/>
                  <a:gd name="T42" fmla="*/ 30 w 515"/>
                  <a:gd name="T43" fmla="*/ 26 h 124"/>
                  <a:gd name="T44" fmla="*/ 35 w 515"/>
                  <a:gd name="T45" fmla="*/ 35 h 124"/>
                  <a:gd name="T46" fmla="*/ 21 w 515"/>
                  <a:gd name="T47" fmla="*/ 42 h 124"/>
                  <a:gd name="T48" fmla="*/ 16 w 515"/>
                  <a:gd name="T49" fmla="*/ 48 h 124"/>
                  <a:gd name="T50" fmla="*/ 25 w 515"/>
                  <a:gd name="T51" fmla="*/ 52 h 124"/>
                  <a:gd name="T52" fmla="*/ 9 w 515"/>
                  <a:gd name="T53" fmla="*/ 57 h 124"/>
                  <a:gd name="T54" fmla="*/ 4 w 515"/>
                  <a:gd name="T55" fmla="*/ 65 h 124"/>
                  <a:gd name="T56" fmla="*/ 1 w 515"/>
                  <a:gd name="T57" fmla="*/ 69 h 124"/>
                  <a:gd name="T58" fmla="*/ 9 w 515"/>
                  <a:gd name="T59" fmla="*/ 74 h 124"/>
                  <a:gd name="T60" fmla="*/ 21 w 515"/>
                  <a:gd name="T61" fmla="*/ 86 h 124"/>
                  <a:gd name="T62" fmla="*/ 25 w 515"/>
                  <a:gd name="T63" fmla="*/ 94 h 124"/>
                  <a:gd name="T64" fmla="*/ 23 w 515"/>
                  <a:gd name="T65" fmla="*/ 105 h 124"/>
                  <a:gd name="T66" fmla="*/ 205 w 515"/>
                  <a:gd name="T67" fmla="*/ 120 h 124"/>
                  <a:gd name="T68" fmla="*/ 190 w 515"/>
                  <a:gd name="T69" fmla="*/ 117 h 124"/>
                  <a:gd name="T70" fmla="*/ 49 w 515"/>
                  <a:gd name="T71" fmla="*/ 108 h 124"/>
                  <a:gd name="T72" fmla="*/ 303 w 515"/>
                  <a:gd name="T73" fmla="*/ 117 h 124"/>
                  <a:gd name="T74" fmla="*/ 436 w 515"/>
                  <a:gd name="T75" fmla="*/ 123 h 124"/>
                  <a:gd name="T76" fmla="*/ 440 w 515"/>
                  <a:gd name="T77" fmla="*/ 119 h 124"/>
                  <a:gd name="T78" fmla="*/ 464 w 515"/>
                  <a:gd name="T79" fmla="*/ 112 h 124"/>
                  <a:gd name="T80" fmla="*/ 451 w 515"/>
                  <a:gd name="T81" fmla="*/ 107 h 124"/>
                  <a:gd name="T82" fmla="*/ 477 w 515"/>
                  <a:gd name="T83" fmla="*/ 107 h 124"/>
                  <a:gd name="T84" fmla="*/ 434 w 515"/>
                  <a:gd name="T85" fmla="*/ 28 h 124"/>
                  <a:gd name="T86" fmla="*/ 429 w 515"/>
                  <a:gd name="T87" fmla="*/ 29 h 124"/>
                  <a:gd name="T88" fmla="*/ 424 w 515"/>
                  <a:gd name="T89" fmla="*/ 26 h 124"/>
                  <a:gd name="T90" fmla="*/ 384 w 515"/>
                  <a:gd name="T91" fmla="*/ 108 h 124"/>
                  <a:gd name="T92" fmla="*/ 456 w 515"/>
                  <a:gd name="T93" fmla="*/ 113 h 124"/>
                  <a:gd name="T94" fmla="*/ 456 w 515"/>
                  <a:gd name="T95" fmla="*/ 113 h 124"/>
                  <a:gd name="T96" fmla="*/ 426 w 515"/>
                  <a:gd name="T97" fmla="*/ 10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5" h="124">
                    <a:moveTo>
                      <a:pt x="477" y="107"/>
                    </a:moveTo>
                    <a:cubicBezTo>
                      <a:pt x="477" y="106"/>
                      <a:pt x="477" y="106"/>
                      <a:pt x="477" y="106"/>
                    </a:cubicBezTo>
                    <a:cubicBezTo>
                      <a:pt x="489" y="106"/>
                      <a:pt x="502" y="106"/>
                      <a:pt x="514" y="106"/>
                    </a:cubicBezTo>
                    <a:cubicBezTo>
                      <a:pt x="515" y="105"/>
                      <a:pt x="515" y="105"/>
                      <a:pt x="515" y="105"/>
                    </a:cubicBezTo>
                    <a:cubicBezTo>
                      <a:pt x="492" y="105"/>
                      <a:pt x="472" y="104"/>
                      <a:pt x="450" y="101"/>
                    </a:cubicBezTo>
                    <a:cubicBezTo>
                      <a:pt x="445" y="100"/>
                      <a:pt x="445" y="100"/>
                      <a:pt x="445" y="100"/>
                    </a:cubicBezTo>
                    <a:cubicBezTo>
                      <a:pt x="446" y="99"/>
                      <a:pt x="446" y="99"/>
                      <a:pt x="446" y="99"/>
                    </a:cubicBezTo>
                    <a:cubicBezTo>
                      <a:pt x="463" y="99"/>
                      <a:pt x="478" y="97"/>
                      <a:pt x="494" y="98"/>
                    </a:cubicBezTo>
                    <a:cubicBezTo>
                      <a:pt x="491" y="97"/>
                      <a:pt x="491" y="97"/>
                      <a:pt x="491" y="97"/>
                    </a:cubicBezTo>
                    <a:cubicBezTo>
                      <a:pt x="493" y="95"/>
                      <a:pt x="493" y="95"/>
                      <a:pt x="493" y="95"/>
                    </a:cubicBezTo>
                    <a:cubicBezTo>
                      <a:pt x="478" y="95"/>
                      <a:pt x="463" y="96"/>
                      <a:pt x="449" y="94"/>
                    </a:cubicBezTo>
                    <a:cubicBezTo>
                      <a:pt x="449" y="93"/>
                      <a:pt x="449" y="93"/>
                      <a:pt x="449" y="93"/>
                    </a:cubicBezTo>
                    <a:cubicBezTo>
                      <a:pt x="467" y="93"/>
                      <a:pt x="485" y="94"/>
                      <a:pt x="503" y="93"/>
                    </a:cubicBezTo>
                    <a:cubicBezTo>
                      <a:pt x="505" y="92"/>
                      <a:pt x="506" y="90"/>
                      <a:pt x="508" y="91"/>
                    </a:cubicBezTo>
                    <a:cubicBezTo>
                      <a:pt x="509" y="91"/>
                      <a:pt x="509" y="90"/>
                      <a:pt x="510" y="89"/>
                    </a:cubicBezTo>
                    <a:cubicBezTo>
                      <a:pt x="497" y="88"/>
                      <a:pt x="497" y="88"/>
                      <a:pt x="497" y="88"/>
                    </a:cubicBezTo>
                    <a:cubicBezTo>
                      <a:pt x="492" y="86"/>
                      <a:pt x="486" y="89"/>
                      <a:pt x="482" y="85"/>
                    </a:cubicBezTo>
                    <a:cubicBezTo>
                      <a:pt x="465" y="85"/>
                      <a:pt x="448" y="83"/>
                      <a:pt x="432" y="82"/>
                    </a:cubicBezTo>
                    <a:cubicBezTo>
                      <a:pt x="432" y="81"/>
                      <a:pt x="432" y="81"/>
                      <a:pt x="432" y="81"/>
                    </a:cubicBezTo>
                    <a:cubicBezTo>
                      <a:pt x="455" y="82"/>
                      <a:pt x="479" y="81"/>
                      <a:pt x="502" y="82"/>
                    </a:cubicBezTo>
                    <a:cubicBezTo>
                      <a:pt x="475" y="79"/>
                      <a:pt x="475" y="79"/>
                      <a:pt x="475" y="79"/>
                    </a:cubicBezTo>
                    <a:cubicBezTo>
                      <a:pt x="482" y="78"/>
                      <a:pt x="489" y="76"/>
                      <a:pt x="497" y="78"/>
                    </a:cubicBezTo>
                    <a:cubicBezTo>
                      <a:pt x="500" y="77"/>
                      <a:pt x="503" y="77"/>
                      <a:pt x="506" y="77"/>
                    </a:cubicBezTo>
                    <a:cubicBezTo>
                      <a:pt x="507" y="77"/>
                      <a:pt x="507" y="75"/>
                      <a:pt x="509" y="75"/>
                    </a:cubicBezTo>
                    <a:cubicBezTo>
                      <a:pt x="509" y="74"/>
                      <a:pt x="509" y="74"/>
                      <a:pt x="509" y="74"/>
                    </a:cubicBezTo>
                    <a:cubicBezTo>
                      <a:pt x="492" y="73"/>
                      <a:pt x="492" y="73"/>
                      <a:pt x="492" y="73"/>
                    </a:cubicBezTo>
                    <a:cubicBezTo>
                      <a:pt x="491" y="72"/>
                      <a:pt x="491" y="72"/>
                      <a:pt x="491" y="72"/>
                    </a:cubicBezTo>
                    <a:cubicBezTo>
                      <a:pt x="495" y="71"/>
                      <a:pt x="501" y="72"/>
                      <a:pt x="505" y="70"/>
                    </a:cubicBezTo>
                    <a:cubicBezTo>
                      <a:pt x="500" y="70"/>
                      <a:pt x="494" y="69"/>
                      <a:pt x="490" y="70"/>
                    </a:cubicBezTo>
                    <a:cubicBezTo>
                      <a:pt x="486" y="68"/>
                      <a:pt x="478" y="70"/>
                      <a:pt x="476" y="66"/>
                    </a:cubicBezTo>
                    <a:cubicBezTo>
                      <a:pt x="462" y="64"/>
                      <a:pt x="446" y="64"/>
                      <a:pt x="431" y="62"/>
                    </a:cubicBezTo>
                    <a:cubicBezTo>
                      <a:pt x="432" y="61"/>
                      <a:pt x="429" y="59"/>
                      <a:pt x="432" y="59"/>
                    </a:cubicBezTo>
                    <a:cubicBezTo>
                      <a:pt x="450" y="61"/>
                      <a:pt x="450" y="61"/>
                      <a:pt x="450" y="61"/>
                    </a:cubicBezTo>
                    <a:cubicBezTo>
                      <a:pt x="465" y="61"/>
                      <a:pt x="482" y="63"/>
                      <a:pt x="495" y="60"/>
                    </a:cubicBezTo>
                    <a:cubicBezTo>
                      <a:pt x="462" y="60"/>
                      <a:pt x="432" y="51"/>
                      <a:pt x="400" y="50"/>
                    </a:cubicBezTo>
                    <a:cubicBezTo>
                      <a:pt x="389" y="47"/>
                      <a:pt x="376" y="48"/>
                      <a:pt x="365" y="46"/>
                    </a:cubicBezTo>
                    <a:cubicBezTo>
                      <a:pt x="390" y="46"/>
                      <a:pt x="415" y="50"/>
                      <a:pt x="440" y="51"/>
                    </a:cubicBezTo>
                    <a:cubicBezTo>
                      <a:pt x="438" y="51"/>
                      <a:pt x="438" y="51"/>
                      <a:pt x="438" y="51"/>
                    </a:cubicBezTo>
                    <a:cubicBezTo>
                      <a:pt x="437" y="48"/>
                      <a:pt x="442" y="51"/>
                      <a:pt x="444" y="49"/>
                    </a:cubicBezTo>
                    <a:cubicBezTo>
                      <a:pt x="440" y="47"/>
                      <a:pt x="437" y="51"/>
                      <a:pt x="433" y="50"/>
                    </a:cubicBezTo>
                    <a:cubicBezTo>
                      <a:pt x="432" y="49"/>
                      <a:pt x="429" y="50"/>
                      <a:pt x="430" y="48"/>
                    </a:cubicBezTo>
                    <a:cubicBezTo>
                      <a:pt x="429" y="48"/>
                      <a:pt x="428" y="48"/>
                      <a:pt x="428" y="47"/>
                    </a:cubicBezTo>
                    <a:cubicBezTo>
                      <a:pt x="431" y="45"/>
                      <a:pt x="435" y="50"/>
                      <a:pt x="435" y="47"/>
                    </a:cubicBezTo>
                    <a:cubicBezTo>
                      <a:pt x="428" y="46"/>
                      <a:pt x="418" y="44"/>
                      <a:pt x="411" y="44"/>
                    </a:cubicBezTo>
                    <a:cubicBezTo>
                      <a:pt x="411" y="42"/>
                      <a:pt x="413" y="43"/>
                      <a:pt x="414" y="42"/>
                    </a:cubicBezTo>
                    <a:cubicBezTo>
                      <a:pt x="406" y="41"/>
                      <a:pt x="397" y="41"/>
                      <a:pt x="388" y="39"/>
                    </a:cubicBezTo>
                    <a:cubicBezTo>
                      <a:pt x="396" y="37"/>
                      <a:pt x="407" y="41"/>
                      <a:pt x="415" y="40"/>
                    </a:cubicBezTo>
                    <a:cubicBezTo>
                      <a:pt x="397" y="37"/>
                      <a:pt x="378" y="37"/>
                      <a:pt x="361" y="33"/>
                    </a:cubicBezTo>
                    <a:cubicBezTo>
                      <a:pt x="360" y="32"/>
                      <a:pt x="360" y="32"/>
                      <a:pt x="360" y="32"/>
                    </a:cubicBezTo>
                    <a:cubicBezTo>
                      <a:pt x="366" y="33"/>
                      <a:pt x="373" y="31"/>
                      <a:pt x="379" y="33"/>
                    </a:cubicBezTo>
                    <a:cubicBezTo>
                      <a:pt x="378" y="34"/>
                      <a:pt x="378" y="34"/>
                      <a:pt x="378" y="34"/>
                    </a:cubicBezTo>
                    <a:cubicBezTo>
                      <a:pt x="379" y="33"/>
                      <a:pt x="379" y="33"/>
                      <a:pt x="379" y="33"/>
                    </a:cubicBezTo>
                    <a:cubicBezTo>
                      <a:pt x="398" y="33"/>
                      <a:pt x="423" y="36"/>
                      <a:pt x="444" y="37"/>
                    </a:cubicBezTo>
                    <a:cubicBezTo>
                      <a:pt x="434" y="33"/>
                      <a:pt x="422" y="34"/>
                      <a:pt x="411" y="31"/>
                    </a:cubicBezTo>
                    <a:cubicBezTo>
                      <a:pt x="414" y="29"/>
                      <a:pt x="419" y="30"/>
                      <a:pt x="423" y="31"/>
                    </a:cubicBezTo>
                    <a:cubicBezTo>
                      <a:pt x="437" y="32"/>
                      <a:pt x="455" y="35"/>
                      <a:pt x="470" y="35"/>
                    </a:cubicBezTo>
                    <a:cubicBezTo>
                      <a:pt x="467" y="34"/>
                      <a:pt x="459" y="32"/>
                      <a:pt x="454" y="31"/>
                    </a:cubicBezTo>
                    <a:cubicBezTo>
                      <a:pt x="451" y="32"/>
                      <a:pt x="449" y="29"/>
                      <a:pt x="446" y="31"/>
                    </a:cubicBezTo>
                    <a:cubicBezTo>
                      <a:pt x="446" y="31"/>
                      <a:pt x="446" y="31"/>
                      <a:pt x="446" y="30"/>
                    </a:cubicBezTo>
                    <a:cubicBezTo>
                      <a:pt x="445" y="32"/>
                      <a:pt x="443" y="31"/>
                      <a:pt x="441" y="30"/>
                    </a:cubicBezTo>
                    <a:cubicBezTo>
                      <a:pt x="441" y="30"/>
                      <a:pt x="441" y="30"/>
                      <a:pt x="442" y="29"/>
                    </a:cubicBezTo>
                    <a:cubicBezTo>
                      <a:pt x="441" y="30"/>
                      <a:pt x="440" y="29"/>
                      <a:pt x="439" y="29"/>
                    </a:cubicBezTo>
                    <a:cubicBezTo>
                      <a:pt x="441" y="30"/>
                      <a:pt x="441" y="30"/>
                      <a:pt x="441" y="30"/>
                    </a:cubicBezTo>
                    <a:cubicBezTo>
                      <a:pt x="440" y="31"/>
                      <a:pt x="440" y="31"/>
                      <a:pt x="440" y="31"/>
                    </a:cubicBezTo>
                    <a:cubicBezTo>
                      <a:pt x="438" y="30"/>
                      <a:pt x="436" y="31"/>
                      <a:pt x="435" y="29"/>
                    </a:cubicBezTo>
                    <a:cubicBezTo>
                      <a:pt x="437" y="26"/>
                      <a:pt x="444" y="30"/>
                      <a:pt x="447" y="29"/>
                    </a:cubicBezTo>
                    <a:cubicBezTo>
                      <a:pt x="418" y="23"/>
                      <a:pt x="387" y="20"/>
                      <a:pt x="357" y="17"/>
                    </a:cubicBezTo>
                    <a:cubicBezTo>
                      <a:pt x="240" y="10"/>
                      <a:pt x="240" y="10"/>
                      <a:pt x="240" y="10"/>
                    </a:cubicBezTo>
                    <a:cubicBezTo>
                      <a:pt x="206" y="7"/>
                      <a:pt x="206" y="7"/>
                      <a:pt x="206" y="7"/>
                    </a:cubicBezTo>
                    <a:cubicBezTo>
                      <a:pt x="209" y="7"/>
                      <a:pt x="209" y="7"/>
                      <a:pt x="209" y="7"/>
                    </a:cubicBezTo>
                    <a:cubicBezTo>
                      <a:pt x="250" y="8"/>
                      <a:pt x="292" y="10"/>
                      <a:pt x="331" y="12"/>
                    </a:cubicBezTo>
                    <a:cubicBezTo>
                      <a:pt x="308" y="9"/>
                      <a:pt x="287" y="8"/>
                      <a:pt x="265" y="6"/>
                    </a:cubicBezTo>
                    <a:cubicBezTo>
                      <a:pt x="222" y="4"/>
                      <a:pt x="178" y="2"/>
                      <a:pt x="136" y="3"/>
                    </a:cubicBezTo>
                    <a:cubicBezTo>
                      <a:pt x="133" y="2"/>
                      <a:pt x="129" y="0"/>
                      <a:pt x="126" y="2"/>
                    </a:cubicBezTo>
                    <a:cubicBezTo>
                      <a:pt x="120" y="1"/>
                      <a:pt x="113" y="2"/>
                      <a:pt x="108" y="1"/>
                    </a:cubicBezTo>
                    <a:cubicBezTo>
                      <a:pt x="106" y="4"/>
                      <a:pt x="101" y="2"/>
                      <a:pt x="98" y="2"/>
                    </a:cubicBezTo>
                    <a:cubicBezTo>
                      <a:pt x="84" y="2"/>
                      <a:pt x="69" y="1"/>
                      <a:pt x="55" y="3"/>
                    </a:cubicBezTo>
                    <a:cubicBezTo>
                      <a:pt x="53" y="4"/>
                      <a:pt x="48" y="2"/>
                      <a:pt x="47" y="3"/>
                    </a:cubicBezTo>
                    <a:cubicBezTo>
                      <a:pt x="50" y="5"/>
                      <a:pt x="55" y="4"/>
                      <a:pt x="59" y="5"/>
                    </a:cubicBezTo>
                    <a:cubicBezTo>
                      <a:pt x="59" y="6"/>
                      <a:pt x="59" y="6"/>
                      <a:pt x="59" y="6"/>
                    </a:cubicBezTo>
                    <a:cubicBezTo>
                      <a:pt x="55" y="5"/>
                      <a:pt x="51" y="7"/>
                      <a:pt x="48" y="5"/>
                    </a:cubicBezTo>
                    <a:cubicBezTo>
                      <a:pt x="43" y="6"/>
                      <a:pt x="37" y="3"/>
                      <a:pt x="34" y="7"/>
                    </a:cubicBezTo>
                    <a:cubicBezTo>
                      <a:pt x="28" y="9"/>
                      <a:pt x="21" y="9"/>
                      <a:pt x="16" y="15"/>
                    </a:cubicBezTo>
                    <a:cubicBezTo>
                      <a:pt x="17" y="16"/>
                      <a:pt x="17" y="16"/>
                      <a:pt x="17" y="16"/>
                    </a:cubicBezTo>
                    <a:cubicBezTo>
                      <a:pt x="23" y="21"/>
                      <a:pt x="28" y="16"/>
                      <a:pt x="34" y="20"/>
                    </a:cubicBezTo>
                    <a:cubicBezTo>
                      <a:pt x="29" y="21"/>
                      <a:pt x="23" y="20"/>
                      <a:pt x="18" y="20"/>
                    </a:cubicBezTo>
                    <a:cubicBezTo>
                      <a:pt x="15" y="21"/>
                      <a:pt x="11" y="20"/>
                      <a:pt x="10" y="22"/>
                    </a:cubicBezTo>
                    <a:cubicBezTo>
                      <a:pt x="17" y="22"/>
                      <a:pt x="24" y="24"/>
                      <a:pt x="30" y="26"/>
                    </a:cubicBezTo>
                    <a:cubicBezTo>
                      <a:pt x="29" y="27"/>
                      <a:pt x="29" y="28"/>
                      <a:pt x="30" y="30"/>
                    </a:cubicBezTo>
                    <a:cubicBezTo>
                      <a:pt x="27" y="30"/>
                      <a:pt x="22" y="27"/>
                      <a:pt x="19" y="32"/>
                    </a:cubicBezTo>
                    <a:cubicBezTo>
                      <a:pt x="35" y="33"/>
                      <a:pt x="35" y="33"/>
                      <a:pt x="35" y="33"/>
                    </a:cubicBezTo>
                    <a:cubicBezTo>
                      <a:pt x="35" y="34"/>
                      <a:pt x="36" y="35"/>
                      <a:pt x="35" y="35"/>
                    </a:cubicBezTo>
                    <a:cubicBezTo>
                      <a:pt x="29" y="33"/>
                      <a:pt x="25" y="39"/>
                      <a:pt x="22" y="38"/>
                    </a:cubicBezTo>
                    <a:cubicBezTo>
                      <a:pt x="22" y="39"/>
                      <a:pt x="22" y="39"/>
                      <a:pt x="22" y="39"/>
                    </a:cubicBezTo>
                    <a:cubicBezTo>
                      <a:pt x="21" y="42"/>
                      <a:pt x="17" y="40"/>
                      <a:pt x="15" y="41"/>
                    </a:cubicBezTo>
                    <a:cubicBezTo>
                      <a:pt x="21" y="42"/>
                      <a:pt x="21" y="42"/>
                      <a:pt x="21" y="42"/>
                    </a:cubicBezTo>
                    <a:cubicBezTo>
                      <a:pt x="18" y="43"/>
                      <a:pt x="16" y="45"/>
                      <a:pt x="13" y="44"/>
                    </a:cubicBezTo>
                    <a:cubicBezTo>
                      <a:pt x="14" y="45"/>
                      <a:pt x="15" y="44"/>
                      <a:pt x="15" y="45"/>
                    </a:cubicBezTo>
                    <a:cubicBezTo>
                      <a:pt x="14" y="46"/>
                      <a:pt x="14" y="46"/>
                      <a:pt x="14" y="46"/>
                    </a:cubicBezTo>
                    <a:cubicBezTo>
                      <a:pt x="15" y="46"/>
                      <a:pt x="17" y="47"/>
                      <a:pt x="16" y="48"/>
                    </a:cubicBezTo>
                    <a:cubicBezTo>
                      <a:pt x="19" y="49"/>
                      <a:pt x="21" y="49"/>
                      <a:pt x="23" y="50"/>
                    </a:cubicBezTo>
                    <a:cubicBezTo>
                      <a:pt x="27" y="50"/>
                      <a:pt x="31" y="51"/>
                      <a:pt x="33" y="54"/>
                    </a:cubicBezTo>
                    <a:cubicBezTo>
                      <a:pt x="28" y="55"/>
                      <a:pt x="24" y="53"/>
                      <a:pt x="19" y="53"/>
                    </a:cubicBezTo>
                    <a:cubicBezTo>
                      <a:pt x="21" y="51"/>
                      <a:pt x="23" y="53"/>
                      <a:pt x="25" y="52"/>
                    </a:cubicBezTo>
                    <a:cubicBezTo>
                      <a:pt x="25" y="52"/>
                      <a:pt x="25" y="52"/>
                      <a:pt x="25" y="52"/>
                    </a:cubicBezTo>
                    <a:cubicBezTo>
                      <a:pt x="22" y="52"/>
                      <a:pt x="17" y="50"/>
                      <a:pt x="16" y="53"/>
                    </a:cubicBezTo>
                    <a:cubicBezTo>
                      <a:pt x="13" y="53"/>
                      <a:pt x="7" y="52"/>
                      <a:pt x="5" y="56"/>
                    </a:cubicBezTo>
                    <a:cubicBezTo>
                      <a:pt x="6" y="58"/>
                      <a:pt x="7" y="57"/>
                      <a:pt x="9" y="57"/>
                    </a:cubicBezTo>
                    <a:cubicBezTo>
                      <a:pt x="11" y="61"/>
                      <a:pt x="17" y="58"/>
                      <a:pt x="20" y="61"/>
                    </a:cubicBezTo>
                    <a:cubicBezTo>
                      <a:pt x="17" y="63"/>
                      <a:pt x="17" y="63"/>
                      <a:pt x="17" y="63"/>
                    </a:cubicBezTo>
                    <a:cubicBezTo>
                      <a:pt x="16" y="64"/>
                      <a:pt x="18" y="66"/>
                      <a:pt x="17" y="67"/>
                    </a:cubicBezTo>
                    <a:cubicBezTo>
                      <a:pt x="4" y="65"/>
                      <a:pt x="4" y="65"/>
                      <a:pt x="4" y="65"/>
                    </a:cubicBezTo>
                    <a:cubicBezTo>
                      <a:pt x="4" y="65"/>
                      <a:pt x="4" y="65"/>
                      <a:pt x="4" y="65"/>
                    </a:cubicBezTo>
                    <a:cubicBezTo>
                      <a:pt x="0" y="65"/>
                      <a:pt x="0" y="65"/>
                      <a:pt x="0" y="65"/>
                    </a:cubicBezTo>
                    <a:cubicBezTo>
                      <a:pt x="0" y="66"/>
                      <a:pt x="3" y="68"/>
                      <a:pt x="1" y="69"/>
                    </a:cubicBezTo>
                    <a:cubicBezTo>
                      <a:pt x="1" y="69"/>
                      <a:pt x="1" y="69"/>
                      <a:pt x="1" y="69"/>
                    </a:cubicBezTo>
                    <a:cubicBezTo>
                      <a:pt x="2" y="69"/>
                      <a:pt x="2" y="69"/>
                      <a:pt x="2" y="69"/>
                    </a:cubicBezTo>
                    <a:cubicBezTo>
                      <a:pt x="3" y="69"/>
                      <a:pt x="3" y="70"/>
                      <a:pt x="4" y="70"/>
                    </a:cubicBezTo>
                    <a:cubicBezTo>
                      <a:pt x="4" y="71"/>
                      <a:pt x="4" y="71"/>
                      <a:pt x="3" y="71"/>
                    </a:cubicBezTo>
                    <a:cubicBezTo>
                      <a:pt x="4" y="74"/>
                      <a:pt x="9" y="71"/>
                      <a:pt x="9" y="74"/>
                    </a:cubicBezTo>
                    <a:cubicBezTo>
                      <a:pt x="14" y="75"/>
                      <a:pt x="19" y="75"/>
                      <a:pt x="22" y="77"/>
                    </a:cubicBezTo>
                    <a:cubicBezTo>
                      <a:pt x="21" y="78"/>
                      <a:pt x="19" y="77"/>
                      <a:pt x="17" y="78"/>
                    </a:cubicBezTo>
                    <a:cubicBezTo>
                      <a:pt x="18" y="82"/>
                      <a:pt x="27" y="80"/>
                      <a:pt x="27" y="86"/>
                    </a:cubicBezTo>
                    <a:cubicBezTo>
                      <a:pt x="21" y="86"/>
                      <a:pt x="21" y="86"/>
                      <a:pt x="21" y="86"/>
                    </a:cubicBezTo>
                    <a:cubicBezTo>
                      <a:pt x="21" y="86"/>
                      <a:pt x="19" y="88"/>
                      <a:pt x="21" y="89"/>
                    </a:cubicBezTo>
                    <a:cubicBezTo>
                      <a:pt x="21" y="89"/>
                      <a:pt x="21" y="89"/>
                      <a:pt x="20" y="90"/>
                    </a:cubicBezTo>
                    <a:cubicBezTo>
                      <a:pt x="24" y="91"/>
                      <a:pt x="27" y="92"/>
                      <a:pt x="31" y="93"/>
                    </a:cubicBezTo>
                    <a:cubicBezTo>
                      <a:pt x="29" y="95"/>
                      <a:pt x="26" y="92"/>
                      <a:pt x="25" y="94"/>
                    </a:cubicBezTo>
                    <a:cubicBezTo>
                      <a:pt x="19" y="92"/>
                      <a:pt x="11" y="92"/>
                      <a:pt x="6" y="90"/>
                    </a:cubicBezTo>
                    <a:cubicBezTo>
                      <a:pt x="6" y="97"/>
                      <a:pt x="6" y="97"/>
                      <a:pt x="6" y="97"/>
                    </a:cubicBezTo>
                    <a:cubicBezTo>
                      <a:pt x="10" y="98"/>
                      <a:pt x="13" y="101"/>
                      <a:pt x="17" y="101"/>
                    </a:cubicBezTo>
                    <a:cubicBezTo>
                      <a:pt x="22" y="100"/>
                      <a:pt x="20" y="105"/>
                      <a:pt x="23" y="105"/>
                    </a:cubicBezTo>
                    <a:cubicBezTo>
                      <a:pt x="21" y="106"/>
                      <a:pt x="21" y="106"/>
                      <a:pt x="21" y="106"/>
                    </a:cubicBezTo>
                    <a:cubicBezTo>
                      <a:pt x="42" y="115"/>
                      <a:pt x="69" y="116"/>
                      <a:pt x="93" y="118"/>
                    </a:cubicBezTo>
                    <a:cubicBezTo>
                      <a:pt x="102" y="118"/>
                      <a:pt x="111" y="118"/>
                      <a:pt x="120" y="118"/>
                    </a:cubicBezTo>
                    <a:cubicBezTo>
                      <a:pt x="205" y="120"/>
                      <a:pt x="205" y="120"/>
                      <a:pt x="205" y="120"/>
                    </a:cubicBezTo>
                    <a:cubicBezTo>
                      <a:pt x="277" y="124"/>
                      <a:pt x="277" y="124"/>
                      <a:pt x="277" y="124"/>
                    </a:cubicBezTo>
                    <a:cubicBezTo>
                      <a:pt x="236" y="120"/>
                      <a:pt x="188" y="118"/>
                      <a:pt x="142" y="118"/>
                    </a:cubicBezTo>
                    <a:cubicBezTo>
                      <a:pt x="141" y="117"/>
                      <a:pt x="141" y="117"/>
                      <a:pt x="141" y="117"/>
                    </a:cubicBezTo>
                    <a:cubicBezTo>
                      <a:pt x="157" y="116"/>
                      <a:pt x="173" y="117"/>
                      <a:pt x="190" y="117"/>
                    </a:cubicBezTo>
                    <a:cubicBezTo>
                      <a:pt x="297" y="123"/>
                      <a:pt x="297" y="123"/>
                      <a:pt x="297" y="123"/>
                    </a:cubicBezTo>
                    <a:cubicBezTo>
                      <a:pt x="279" y="120"/>
                      <a:pt x="259" y="120"/>
                      <a:pt x="241" y="119"/>
                    </a:cubicBezTo>
                    <a:cubicBezTo>
                      <a:pt x="175" y="113"/>
                      <a:pt x="113" y="119"/>
                      <a:pt x="48" y="109"/>
                    </a:cubicBezTo>
                    <a:cubicBezTo>
                      <a:pt x="49" y="108"/>
                      <a:pt x="49" y="108"/>
                      <a:pt x="49" y="108"/>
                    </a:cubicBezTo>
                    <a:cubicBezTo>
                      <a:pt x="84" y="111"/>
                      <a:pt x="84" y="111"/>
                      <a:pt x="84" y="111"/>
                    </a:cubicBezTo>
                    <a:cubicBezTo>
                      <a:pt x="147" y="110"/>
                      <a:pt x="213" y="111"/>
                      <a:pt x="276" y="116"/>
                    </a:cubicBezTo>
                    <a:cubicBezTo>
                      <a:pt x="279" y="114"/>
                      <a:pt x="285" y="114"/>
                      <a:pt x="288" y="116"/>
                    </a:cubicBezTo>
                    <a:cubicBezTo>
                      <a:pt x="291" y="114"/>
                      <a:pt x="300" y="115"/>
                      <a:pt x="303" y="117"/>
                    </a:cubicBezTo>
                    <a:cubicBezTo>
                      <a:pt x="303" y="116"/>
                      <a:pt x="303" y="116"/>
                      <a:pt x="303" y="116"/>
                    </a:cubicBezTo>
                    <a:cubicBezTo>
                      <a:pt x="336" y="118"/>
                      <a:pt x="336" y="118"/>
                      <a:pt x="336" y="118"/>
                    </a:cubicBezTo>
                    <a:cubicBezTo>
                      <a:pt x="428" y="124"/>
                      <a:pt x="428" y="124"/>
                      <a:pt x="428" y="124"/>
                    </a:cubicBezTo>
                    <a:cubicBezTo>
                      <a:pt x="436" y="123"/>
                      <a:pt x="436" y="123"/>
                      <a:pt x="436" y="123"/>
                    </a:cubicBezTo>
                    <a:cubicBezTo>
                      <a:pt x="440" y="123"/>
                      <a:pt x="444" y="123"/>
                      <a:pt x="447" y="122"/>
                    </a:cubicBezTo>
                    <a:cubicBezTo>
                      <a:pt x="439" y="120"/>
                      <a:pt x="429" y="120"/>
                      <a:pt x="420" y="120"/>
                    </a:cubicBezTo>
                    <a:cubicBezTo>
                      <a:pt x="419" y="119"/>
                      <a:pt x="419" y="119"/>
                      <a:pt x="419" y="119"/>
                    </a:cubicBezTo>
                    <a:cubicBezTo>
                      <a:pt x="426" y="117"/>
                      <a:pt x="434" y="120"/>
                      <a:pt x="440" y="119"/>
                    </a:cubicBezTo>
                    <a:cubicBezTo>
                      <a:pt x="455" y="119"/>
                      <a:pt x="472" y="121"/>
                      <a:pt x="483" y="115"/>
                    </a:cubicBezTo>
                    <a:cubicBezTo>
                      <a:pt x="470" y="116"/>
                      <a:pt x="470" y="116"/>
                      <a:pt x="470" y="116"/>
                    </a:cubicBezTo>
                    <a:cubicBezTo>
                      <a:pt x="467" y="116"/>
                      <a:pt x="463" y="116"/>
                      <a:pt x="461" y="115"/>
                    </a:cubicBezTo>
                    <a:cubicBezTo>
                      <a:pt x="459" y="112"/>
                      <a:pt x="463" y="113"/>
                      <a:pt x="464" y="112"/>
                    </a:cubicBezTo>
                    <a:cubicBezTo>
                      <a:pt x="452" y="111"/>
                      <a:pt x="452" y="111"/>
                      <a:pt x="452" y="111"/>
                    </a:cubicBezTo>
                    <a:cubicBezTo>
                      <a:pt x="446" y="111"/>
                      <a:pt x="436" y="112"/>
                      <a:pt x="432" y="107"/>
                    </a:cubicBezTo>
                    <a:cubicBezTo>
                      <a:pt x="433" y="107"/>
                      <a:pt x="436" y="108"/>
                      <a:pt x="437" y="108"/>
                    </a:cubicBezTo>
                    <a:cubicBezTo>
                      <a:pt x="442" y="105"/>
                      <a:pt x="447" y="108"/>
                      <a:pt x="451" y="107"/>
                    </a:cubicBezTo>
                    <a:cubicBezTo>
                      <a:pt x="441" y="106"/>
                      <a:pt x="432" y="104"/>
                      <a:pt x="422" y="102"/>
                    </a:cubicBezTo>
                    <a:cubicBezTo>
                      <a:pt x="438" y="103"/>
                      <a:pt x="456" y="104"/>
                      <a:pt x="472" y="106"/>
                    </a:cubicBezTo>
                    <a:cubicBezTo>
                      <a:pt x="471" y="107"/>
                      <a:pt x="471" y="107"/>
                      <a:pt x="471" y="107"/>
                    </a:cubicBezTo>
                    <a:lnTo>
                      <a:pt x="477" y="107"/>
                    </a:lnTo>
                    <a:close/>
                    <a:moveTo>
                      <a:pt x="432" y="27"/>
                    </a:moveTo>
                    <a:cubicBezTo>
                      <a:pt x="433" y="27"/>
                      <a:pt x="433" y="28"/>
                      <a:pt x="434" y="28"/>
                    </a:cubicBezTo>
                    <a:cubicBezTo>
                      <a:pt x="434" y="28"/>
                      <a:pt x="434" y="27"/>
                      <a:pt x="434" y="27"/>
                    </a:cubicBezTo>
                    <a:cubicBezTo>
                      <a:pt x="434" y="27"/>
                      <a:pt x="434" y="28"/>
                      <a:pt x="434" y="28"/>
                    </a:cubicBezTo>
                    <a:cubicBezTo>
                      <a:pt x="434" y="28"/>
                      <a:pt x="433" y="27"/>
                      <a:pt x="432" y="27"/>
                    </a:cubicBezTo>
                    <a:cubicBezTo>
                      <a:pt x="431" y="27"/>
                      <a:pt x="431" y="27"/>
                      <a:pt x="430" y="28"/>
                    </a:cubicBezTo>
                    <a:cubicBezTo>
                      <a:pt x="431" y="29"/>
                      <a:pt x="431" y="29"/>
                      <a:pt x="431" y="29"/>
                    </a:cubicBezTo>
                    <a:cubicBezTo>
                      <a:pt x="429" y="29"/>
                      <a:pt x="429" y="29"/>
                      <a:pt x="429" y="29"/>
                    </a:cubicBezTo>
                    <a:cubicBezTo>
                      <a:pt x="429" y="27"/>
                      <a:pt x="431" y="27"/>
                      <a:pt x="432" y="27"/>
                    </a:cubicBezTo>
                    <a:close/>
                    <a:moveTo>
                      <a:pt x="424" y="26"/>
                    </a:moveTo>
                    <a:cubicBezTo>
                      <a:pt x="425" y="29"/>
                      <a:pt x="421" y="27"/>
                      <a:pt x="420" y="26"/>
                    </a:cubicBezTo>
                    <a:lnTo>
                      <a:pt x="424" y="26"/>
                    </a:lnTo>
                    <a:close/>
                    <a:moveTo>
                      <a:pt x="6" y="71"/>
                    </a:moveTo>
                    <a:cubicBezTo>
                      <a:pt x="8" y="71"/>
                      <a:pt x="8" y="71"/>
                      <a:pt x="8" y="71"/>
                    </a:cubicBezTo>
                    <a:cubicBezTo>
                      <a:pt x="8" y="71"/>
                      <a:pt x="6" y="73"/>
                      <a:pt x="6" y="71"/>
                    </a:cubicBezTo>
                    <a:close/>
                    <a:moveTo>
                      <a:pt x="384" y="108"/>
                    </a:moveTo>
                    <a:cubicBezTo>
                      <a:pt x="385" y="108"/>
                      <a:pt x="385" y="108"/>
                      <a:pt x="385" y="108"/>
                    </a:cubicBezTo>
                    <a:cubicBezTo>
                      <a:pt x="418" y="111"/>
                      <a:pt x="418" y="111"/>
                      <a:pt x="418" y="111"/>
                    </a:cubicBezTo>
                    <a:lnTo>
                      <a:pt x="384" y="108"/>
                    </a:lnTo>
                    <a:close/>
                    <a:moveTo>
                      <a:pt x="456" y="113"/>
                    </a:moveTo>
                    <a:cubicBezTo>
                      <a:pt x="456" y="112"/>
                      <a:pt x="457" y="112"/>
                      <a:pt x="458" y="112"/>
                    </a:cubicBezTo>
                    <a:cubicBezTo>
                      <a:pt x="458" y="113"/>
                      <a:pt x="457" y="113"/>
                      <a:pt x="456" y="113"/>
                    </a:cubicBezTo>
                    <a:cubicBezTo>
                      <a:pt x="456" y="113"/>
                      <a:pt x="455" y="113"/>
                      <a:pt x="455" y="113"/>
                    </a:cubicBezTo>
                    <a:cubicBezTo>
                      <a:pt x="455" y="113"/>
                      <a:pt x="456" y="113"/>
                      <a:pt x="456" y="113"/>
                    </a:cubicBezTo>
                    <a:close/>
                    <a:moveTo>
                      <a:pt x="426" y="108"/>
                    </a:moveTo>
                    <a:cubicBezTo>
                      <a:pt x="430" y="109"/>
                      <a:pt x="430" y="109"/>
                      <a:pt x="430" y="109"/>
                    </a:cubicBezTo>
                    <a:cubicBezTo>
                      <a:pt x="425" y="109"/>
                      <a:pt x="425" y="109"/>
                      <a:pt x="425" y="109"/>
                    </a:cubicBezTo>
                    <a:lnTo>
                      <a:pt x="42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8" name="Freeform 702"/>
              <p:cNvSpPr>
                <a:spLocks/>
              </p:cNvSpPr>
              <p:nvPr/>
            </p:nvSpPr>
            <p:spPr bwMode="auto">
              <a:xfrm>
                <a:off x="1479550" y="-2003425"/>
                <a:ext cx="71438" cy="6350"/>
              </a:xfrm>
              <a:custGeom>
                <a:avLst/>
                <a:gdLst>
                  <a:gd name="T0" fmla="*/ 2 w 45"/>
                  <a:gd name="T1" fmla="*/ 0 h 4"/>
                  <a:gd name="T2" fmla="*/ 0 w 45"/>
                  <a:gd name="T3" fmla="*/ 0 h 4"/>
                  <a:gd name="T4" fmla="*/ 45 w 45"/>
                  <a:gd name="T5" fmla="*/ 4 h 4"/>
                  <a:gd name="T6" fmla="*/ 2 w 45"/>
                  <a:gd name="T7" fmla="*/ 0 h 4"/>
                </a:gdLst>
                <a:ahLst/>
                <a:cxnLst>
                  <a:cxn ang="0">
                    <a:pos x="T0" y="T1"/>
                  </a:cxn>
                  <a:cxn ang="0">
                    <a:pos x="T2" y="T3"/>
                  </a:cxn>
                  <a:cxn ang="0">
                    <a:pos x="T4" y="T5"/>
                  </a:cxn>
                  <a:cxn ang="0">
                    <a:pos x="T6" y="T7"/>
                  </a:cxn>
                </a:cxnLst>
                <a:rect l="0" t="0" r="r" b="b"/>
                <a:pathLst>
                  <a:path w="45" h="4">
                    <a:moveTo>
                      <a:pt x="2" y="0"/>
                    </a:moveTo>
                    <a:lnTo>
                      <a:pt x="0" y="0"/>
                    </a:lnTo>
                    <a:lnTo>
                      <a:pt x="45" y="4"/>
                    </a:ln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9" name="Freeform 703"/>
              <p:cNvSpPr>
                <a:spLocks/>
              </p:cNvSpPr>
              <p:nvPr/>
            </p:nvSpPr>
            <p:spPr bwMode="auto">
              <a:xfrm>
                <a:off x="150813" y="-2101850"/>
                <a:ext cx="22225" cy="4763"/>
              </a:xfrm>
              <a:custGeom>
                <a:avLst/>
                <a:gdLst>
                  <a:gd name="T0" fmla="*/ 4 w 14"/>
                  <a:gd name="T1" fmla="*/ 0 h 3"/>
                  <a:gd name="T2" fmla="*/ 0 w 14"/>
                  <a:gd name="T3" fmla="*/ 3 h 3"/>
                  <a:gd name="T4" fmla="*/ 14 w 14"/>
                  <a:gd name="T5" fmla="*/ 3 h 3"/>
                  <a:gd name="T6" fmla="*/ 4 w 14"/>
                  <a:gd name="T7" fmla="*/ 0 h 3"/>
                </a:gdLst>
                <a:ahLst/>
                <a:cxnLst>
                  <a:cxn ang="0">
                    <a:pos x="T0" y="T1"/>
                  </a:cxn>
                  <a:cxn ang="0">
                    <a:pos x="T2" y="T3"/>
                  </a:cxn>
                  <a:cxn ang="0">
                    <a:pos x="T4" y="T5"/>
                  </a:cxn>
                  <a:cxn ang="0">
                    <a:pos x="T6" y="T7"/>
                  </a:cxn>
                </a:cxnLst>
                <a:rect l="0" t="0" r="r" b="b"/>
                <a:pathLst>
                  <a:path w="14" h="3">
                    <a:moveTo>
                      <a:pt x="4" y="0"/>
                    </a:moveTo>
                    <a:lnTo>
                      <a:pt x="0" y="3"/>
                    </a:lnTo>
                    <a:lnTo>
                      <a:pt x="14" y="3"/>
                    </a:ln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0" name="Freeform 704"/>
              <p:cNvSpPr>
                <a:spLocks/>
              </p:cNvSpPr>
              <p:nvPr/>
            </p:nvSpPr>
            <p:spPr bwMode="auto">
              <a:xfrm>
                <a:off x="179388" y="-2105025"/>
                <a:ext cx="57150" cy="19050"/>
              </a:xfrm>
              <a:custGeom>
                <a:avLst/>
                <a:gdLst>
                  <a:gd name="T0" fmla="*/ 15 w 15"/>
                  <a:gd name="T1" fmla="*/ 5 h 5"/>
                  <a:gd name="T2" fmla="*/ 9 w 15"/>
                  <a:gd name="T3" fmla="*/ 4 h 5"/>
                  <a:gd name="T4" fmla="*/ 0 w 15"/>
                  <a:gd name="T5" fmla="*/ 3 h 5"/>
                  <a:gd name="T6" fmla="*/ 15 w 15"/>
                  <a:gd name="T7" fmla="*/ 5 h 5"/>
                </a:gdLst>
                <a:ahLst/>
                <a:cxnLst>
                  <a:cxn ang="0">
                    <a:pos x="T0" y="T1"/>
                  </a:cxn>
                  <a:cxn ang="0">
                    <a:pos x="T2" y="T3"/>
                  </a:cxn>
                  <a:cxn ang="0">
                    <a:pos x="T4" y="T5"/>
                  </a:cxn>
                  <a:cxn ang="0">
                    <a:pos x="T6" y="T7"/>
                  </a:cxn>
                </a:cxnLst>
                <a:rect l="0" t="0" r="r" b="b"/>
                <a:pathLst>
                  <a:path w="15" h="5">
                    <a:moveTo>
                      <a:pt x="15" y="5"/>
                    </a:moveTo>
                    <a:cubicBezTo>
                      <a:pt x="9" y="4"/>
                      <a:pt x="9" y="4"/>
                      <a:pt x="9" y="4"/>
                    </a:cubicBezTo>
                    <a:cubicBezTo>
                      <a:pt x="6" y="3"/>
                      <a:pt x="1" y="0"/>
                      <a:pt x="0" y="3"/>
                    </a:cubicBezTo>
                    <a:cubicBezTo>
                      <a:pt x="5" y="3"/>
                      <a:pt x="10" y="5"/>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1" name="Freeform 705"/>
              <p:cNvSpPr>
                <a:spLocks/>
              </p:cNvSpPr>
              <p:nvPr/>
            </p:nvSpPr>
            <p:spPr bwMode="auto">
              <a:xfrm>
                <a:off x="247650" y="-2090738"/>
                <a:ext cx="19050" cy="0"/>
              </a:xfrm>
              <a:custGeom>
                <a:avLst/>
                <a:gdLst>
                  <a:gd name="T0" fmla="*/ 5 w 12"/>
                  <a:gd name="T1" fmla="*/ 0 w 12"/>
                  <a:gd name="T2" fmla="*/ 12 w 12"/>
                  <a:gd name="T3" fmla="*/ 5 w 12"/>
                </a:gdLst>
                <a:ahLst/>
                <a:cxnLst>
                  <a:cxn ang="0">
                    <a:pos x="T0" y="0"/>
                  </a:cxn>
                  <a:cxn ang="0">
                    <a:pos x="T1" y="0"/>
                  </a:cxn>
                  <a:cxn ang="0">
                    <a:pos x="T2" y="0"/>
                  </a:cxn>
                  <a:cxn ang="0">
                    <a:pos x="T3" y="0"/>
                  </a:cxn>
                </a:cxnLst>
                <a:rect l="0" t="0" r="r" b="b"/>
                <a:pathLst>
                  <a:path w="12">
                    <a:moveTo>
                      <a:pt x="5" y="0"/>
                    </a:moveTo>
                    <a:lnTo>
                      <a:pt x="0" y="0"/>
                    </a:lnTo>
                    <a:lnTo>
                      <a:pt x="12"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2" name="Freeform 706"/>
              <p:cNvSpPr>
                <a:spLocks/>
              </p:cNvSpPr>
              <p:nvPr/>
            </p:nvSpPr>
            <p:spPr bwMode="auto">
              <a:xfrm>
                <a:off x="138113" y="-2063750"/>
                <a:ext cx="15875" cy="3175"/>
              </a:xfrm>
              <a:custGeom>
                <a:avLst/>
                <a:gdLst>
                  <a:gd name="T0" fmla="*/ 0 w 4"/>
                  <a:gd name="T1" fmla="*/ 1 h 1"/>
                  <a:gd name="T2" fmla="*/ 4 w 4"/>
                  <a:gd name="T3" fmla="*/ 0 h 1"/>
                  <a:gd name="T4" fmla="*/ 0 w 4"/>
                  <a:gd name="T5" fmla="*/ 1 h 1"/>
                </a:gdLst>
                <a:ahLst/>
                <a:cxnLst>
                  <a:cxn ang="0">
                    <a:pos x="T0" y="T1"/>
                  </a:cxn>
                  <a:cxn ang="0">
                    <a:pos x="T2" y="T3"/>
                  </a:cxn>
                  <a:cxn ang="0">
                    <a:pos x="T4" y="T5"/>
                  </a:cxn>
                </a:cxnLst>
                <a:rect l="0" t="0" r="r" b="b"/>
                <a:pathLst>
                  <a:path w="4" h="1">
                    <a:moveTo>
                      <a:pt x="0" y="1"/>
                    </a:moveTo>
                    <a:cubicBezTo>
                      <a:pt x="1" y="0"/>
                      <a:pt x="3" y="1"/>
                      <a:pt x="4" y="0"/>
                    </a:cubicBezTo>
                    <a:cubicBezTo>
                      <a:pt x="3" y="0"/>
                      <a:pt x="1"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3" name="Freeform 707"/>
              <p:cNvSpPr>
                <a:spLocks/>
              </p:cNvSpPr>
              <p:nvPr/>
            </p:nvSpPr>
            <p:spPr bwMode="auto">
              <a:xfrm>
                <a:off x="7938" y="-1951038"/>
                <a:ext cx="3175" cy="3175"/>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cubicBezTo>
                      <a:pt x="1" y="1"/>
                      <a:pt x="1" y="1"/>
                      <a:pt x="1" y="1"/>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4" name="Freeform 708"/>
              <p:cNvSpPr>
                <a:spLocks/>
              </p:cNvSpPr>
              <p:nvPr/>
            </p:nvSpPr>
            <p:spPr bwMode="auto">
              <a:xfrm>
                <a:off x="41275" y="-1890713"/>
                <a:ext cx="7938" cy="3175"/>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0"/>
                      <a:pt x="1" y="1"/>
                      <a:pt x="0" y="1"/>
                    </a:cubicBezTo>
                    <a:cubicBezTo>
                      <a:pt x="1"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5" name="Freeform 709"/>
              <p:cNvSpPr>
                <a:spLocks/>
              </p:cNvSpPr>
              <p:nvPr/>
            </p:nvSpPr>
            <p:spPr bwMode="auto">
              <a:xfrm>
                <a:off x="1092200" y="-1628775"/>
                <a:ext cx="57150" cy="3175"/>
              </a:xfrm>
              <a:custGeom>
                <a:avLst/>
                <a:gdLst>
                  <a:gd name="T0" fmla="*/ 0 w 36"/>
                  <a:gd name="T1" fmla="*/ 0 h 2"/>
                  <a:gd name="T2" fmla="*/ 36 w 36"/>
                  <a:gd name="T3" fmla="*/ 2 h 2"/>
                  <a:gd name="T4" fmla="*/ 14 w 36"/>
                  <a:gd name="T5" fmla="*/ 0 h 2"/>
                  <a:gd name="T6" fmla="*/ 0 w 36"/>
                  <a:gd name="T7" fmla="*/ 0 h 2"/>
                </a:gdLst>
                <a:ahLst/>
                <a:cxnLst>
                  <a:cxn ang="0">
                    <a:pos x="T0" y="T1"/>
                  </a:cxn>
                  <a:cxn ang="0">
                    <a:pos x="T2" y="T3"/>
                  </a:cxn>
                  <a:cxn ang="0">
                    <a:pos x="T4" y="T5"/>
                  </a:cxn>
                  <a:cxn ang="0">
                    <a:pos x="T6" y="T7"/>
                  </a:cxn>
                </a:cxnLst>
                <a:rect l="0" t="0" r="r" b="b"/>
                <a:pathLst>
                  <a:path w="36" h="2">
                    <a:moveTo>
                      <a:pt x="0" y="0"/>
                    </a:moveTo>
                    <a:lnTo>
                      <a:pt x="36" y="2"/>
                    </a:lnTo>
                    <a:lnTo>
                      <a:pt x="14"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6" name="Freeform 710"/>
              <p:cNvSpPr>
                <a:spLocks/>
              </p:cNvSpPr>
              <p:nvPr/>
            </p:nvSpPr>
            <p:spPr bwMode="auto">
              <a:xfrm>
                <a:off x="1201738" y="-1620838"/>
                <a:ext cx="19050" cy="3175"/>
              </a:xfrm>
              <a:custGeom>
                <a:avLst/>
                <a:gdLst>
                  <a:gd name="T0" fmla="*/ 0 w 5"/>
                  <a:gd name="T1" fmla="*/ 0 h 1"/>
                  <a:gd name="T2" fmla="*/ 5 w 5"/>
                  <a:gd name="T3" fmla="*/ 1 h 1"/>
                  <a:gd name="T4" fmla="*/ 0 w 5"/>
                  <a:gd name="T5" fmla="*/ 0 h 1"/>
                </a:gdLst>
                <a:ahLst/>
                <a:cxnLst>
                  <a:cxn ang="0">
                    <a:pos x="T0" y="T1"/>
                  </a:cxn>
                  <a:cxn ang="0">
                    <a:pos x="T2" y="T3"/>
                  </a:cxn>
                  <a:cxn ang="0">
                    <a:pos x="T4" y="T5"/>
                  </a:cxn>
                </a:cxnLst>
                <a:rect l="0" t="0" r="r" b="b"/>
                <a:pathLst>
                  <a:path w="5" h="1">
                    <a:moveTo>
                      <a:pt x="0" y="0"/>
                    </a:moveTo>
                    <a:cubicBezTo>
                      <a:pt x="5" y="1"/>
                      <a:pt x="5" y="1"/>
                      <a:pt x="5" y="1"/>
                    </a:cubicBezTo>
                    <a:cubicBezTo>
                      <a:pt x="4"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7" name="Freeform 711"/>
              <p:cNvSpPr>
                <a:spLocks/>
              </p:cNvSpPr>
              <p:nvPr/>
            </p:nvSpPr>
            <p:spPr bwMode="auto">
              <a:xfrm>
                <a:off x="957263" y="-1636713"/>
                <a:ext cx="123825" cy="7938"/>
              </a:xfrm>
              <a:custGeom>
                <a:avLst/>
                <a:gdLst>
                  <a:gd name="T0" fmla="*/ 0 w 33"/>
                  <a:gd name="T1" fmla="*/ 0 h 2"/>
                  <a:gd name="T2" fmla="*/ 33 w 33"/>
                  <a:gd name="T3" fmla="*/ 2 h 2"/>
                  <a:gd name="T4" fmla="*/ 0 w 33"/>
                  <a:gd name="T5" fmla="*/ 0 h 2"/>
                </a:gdLst>
                <a:ahLst/>
                <a:cxnLst>
                  <a:cxn ang="0">
                    <a:pos x="T0" y="T1"/>
                  </a:cxn>
                  <a:cxn ang="0">
                    <a:pos x="T2" y="T3"/>
                  </a:cxn>
                  <a:cxn ang="0">
                    <a:pos x="T4" y="T5"/>
                  </a:cxn>
                </a:cxnLst>
                <a:rect l="0" t="0" r="r" b="b"/>
                <a:pathLst>
                  <a:path w="33" h="2">
                    <a:moveTo>
                      <a:pt x="0" y="0"/>
                    </a:moveTo>
                    <a:cubicBezTo>
                      <a:pt x="11" y="2"/>
                      <a:pt x="22" y="1"/>
                      <a:pt x="33" y="2"/>
                    </a:cubicBezTo>
                    <a:cubicBezTo>
                      <a:pt x="23" y="0"/>
                      <a:pt x="1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8" name="Freeform 712"/>
              <p:cNvSpPr>
                <a:spLocks/>
              </p:cNvSpPr>
              <p:nvPr/>
            </p:nvSpPr>
            <p:spPr bwMode="auto">
              <a:xfrm>
                <a:off x="682625" y="-1651000"/>
                <a:ext cx="241300" cy="14288"/>
              </a:xfrm>
              <a:custGeom>
                <a:avLst/>
                <a:gdLst>
                  <a:gd name="T0" fmla="*/ 63 w 64"/>
                  <a:gd name="T1" fmla="*/ 4 h 4"/>
                  <a:gd name="T2" fmla="*/ 64 w 64"/>
                  <a:gd name="T3" fmla="*/ 3 h 4"/>
                  <a:gd name="T4" fmla="*/ 3 w 64"/>
                  <a:gd name="T5" fmla="*/ 0 h 4"/>
                  <a:gd name="T6" fmla="*/ 0 w 64"/>
                  <a:gd name="T7" fmla="*/ 2 h 4"/>
                  <a:gd name="T8" fmla="*/ 63 w 64"/>
                  <a:gd name="T9" fmla="*/ 4 h 4"/>
                </a:gdLst>
                <a:ahLst/>
                <a:cxnLst>
                  <a:cxn ang="0">
                    <a:pos x="T0" y="T1"/>
                  </a:cxn>
                  <a:cxn ang="0">
                    <a:pos x="T2" y="T3"/>
                  </a:cxn>
                  <a:cxn ang="0">
                    <a:pos x="T4" y="T5"/>
                  </a:cxn>
                  <a:cxn ang="0">
                    <a:pos x="T6" y="T7"/>
                  </a:cxn>
                  <a:cxn ang="0">
                    <a:pos x="T8" y="T9"/>
                  </a:cxn>
                </a:cxnLst>
                <a:rect l="0" t="0" r="r" b="b"/>
                <a:pathLst>
                  <a:path w="64" h="4">
                    <a:moveTo>
                      <a:pt x="63" y="4"/>
                    </a:moveTo>
                    <a:cubicBezTo>
                      <a:pt x="64" y="3"/>
                      <a:pt x="64" y="3"/>
                      <a:pt x="64" y="3"/>
                    </a:cubicBezTo>
                    <a:cubicBezTo>
                      <a:pt x="45" y="3"/>
                      <a:pt x="22" y="1"/>
                      <a:pt x="3" y="0"/>
                    </a:cubicBezTo>
                    <a:cubicBezTo>
                      <a:pt x="0" y="2"/>
                      <a:pt x="0" y="2"/>
                      <a:pt x="0" y="2"/>
                    </a:cubicBezTo>
                    <a:cubicBezTo>
                      <a:pt x="21" y="2"/>
                      <a:pt x="42" y="3"/>
                      <a:pt x="6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9" name="Freeform 713"/>
              <p:cNvSpPr>
                <a:spLocks/>
              </p:cNvSpPr>
              <p:nvPr/>
            </p:nvSpPr>
            <p:spPr bwMode="auto">
              <a:xfrm>
                <a:off x="931863" y="-1639888"/>
                <a:ext cx="17463" cy="3175"/>
              </a:xfrm>
              <a:custGeom>
                <a:avLst/>
                <a:gdLst>
                  <a:gd name="T0" fmla="*/ 5 w 5"/>
                  <a:gd name="T1" fmla="*/ 1 h 1"/>
                  <a:gd name="T2" fmla="*/ 0 w 5"/>
                  <a:gd name="T3" fmla="*/ 1 h 1"/>
                  <a:gd name="T4" fmla="*/ 5 w 5"/>
                  <a:gd name="T5" fmla="*/ 1 h 1"/>
                </a:gdLst>
                <a:ahLst/>
                <a:cxnLst>
                  <a:cxn ang="0">
                    <a:pos x="T0" y="T1"/>
                  </a:cxn>
                  <a:cxn ang="0">
                    <a:pos x="T2" y="T3"/>
                  </a:cxn>
                  <a:cxn ang="0">
                    <a:pos x="T4" y="T5"/>
                  </a:cxn>
                </a:cxnLst>
                <a:rect l="0" t="0" r="r" b="b"/>
                <a:pathLst>
                  <a:path w="5" h="1">
                    <a:moveTo>
                      <a:pt x="5" y="1"/>
                    </a:moveTo>
                    <a:cubicBezTo>
                      <a:pt x="4" y="0"/>
                      <a:pt x="1" y="0"/>
                      <a:pt x="0" y="1"/>
                    </a:cubicBezTo>
                    <a:lnTo>
                      <a:pt x="5"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30" name="Freeform 714"/>
              <p:cNvSpPr>
                <a:spLocks/>
              </p:cNvSpPr>
              <p:nvPr/>
            </p:nvSpPr>
            <p:spPr bwMode="auto">
              <a:xfrm>
                <a:off x="1227138" y="-1606550"/>
                <a:ext cx="38100" cy="4763"/>
              </a:xfrm>
              <a:custGeom>
                <a:avLst/>
                <a:gdLst>
                  <a:gd name="T0" fmla="*/ 0 w 10"/>
                  <a:gd name="T1" fmla="*/ 0 h 1"/>
                  <a:gd name="T2" fmla="*/ 10 w 10"/>
                  <a:gd name="T3" fmla="*/ 1 h 1"/>
                  <a:gd name="T4" fmla="*/ 0 w 10"/>
                  <a:gd name="T5" fmla="*/ 0 h 1"/>
                </a:gdLst>
                <a:ahLst/>
                <a:cxnLst>
                  <a:cxn ang="0">
                    <a:pos x="T0" y="T1"/>
                  </a:cxn>
                  <a:cxn ang="0">
                    <a:pos x="T2" y="T3"/>
                  </a:cxn>
                  <a:cxn ang="0">
                    <a:pos x="T4" y="T5"/>
                  </a:cxn>
                </a:cxnLst>
                <a:rect l="0" t="0" r="r" b="b"/>
                <a:pathLst>
                  <a:path w="10" h="1">
                    <a:moveTo>
                      <a:pt x="0" y="0"/>
                    </a:moveTo>
                    <a:cubicBezTo>
                      <a:pt x="10" y="1"/>
                      <a:pt x="10" y="1"/>
                      <a:pt x="10" y="1"/>
                    </a:cubicBezTo>
                    <a:cubicBezTo>
                      <a:pt x="6" y="0"/>
                      <a:pt x="3"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31" name="Freeform 715"/>
              <p:cNvSpPr>
                <a:spLocks/>
              </p:cNvSpPr>
              <p:nvPr/>
            </p:nvSpPr>
            <p:spPr bwMode="auto">
              <a:xfrm>
                <a:off x="1209675" y="-1606550"/>
                <a:ext cx="17463" cy="0"/>
              </a:xfrm>
              <a:custGeom>
                <a:avLst/>
                <a:gdLst>
                  <a:gd name="T0" fmla="*/ 5 w 5"/>
                  <a:gd name="T1" fmla="*/ 0 w 5"/>
                  <a:gd name="T2" fmla="*/ 5 w 5"/>
                </a:gdLst>
                <a:ahLst/>
                <a:cxnLst>
                  <a:cxn ang="0">
                    <a:pos x="T0" y="0"/>
                  </a:cxn>
                  <a:cxn ang="0">
                    <a:pos x="T1" y="0"/>
                  </a:cxn>
                  <a:cxn ang="0">
                    <a:pos x="T2" y="0"/>
                  </a:cxn>
                </a:cxnLst>
                <a:rect l="0" t="0" r="r" b="b"/>
                <a:pathLst>
                  <a:path w="5">
                    <a:moveTo>
                      <a:pt x="5" y="0"/>
                    </a:moveTo>
                    <a:cubicBezTo>
                      <a:pt x="0" y="0"/>
                      <a:pt x="0" y="0"/>
                      <a:pt x="0" y="0"/>
                    </a:cubicBezTo>
                    <a:cubicBezTo>
                      <a:pt x="2" y="0"/>
                      <a:pt x="3"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sp>
          <p:nvSpPr>
            <p:cNvPr id="8" name="矩形 7"/>
            <p:cNvSpPr/>
            <p:nvPr/>
          </p:nvSpPr>
          <p:spPr>
            <a:xfrm>
              <a:off x="3250155" y="2014565"/>
              <a:ext cx="1708095" cy="1230786"/>
            </a:xfrm>
            <a:prstGeom prst="rect">
              <a:avLst/>
            </a:prstGeom>
          </p:spPr>
          <p:txBody>
            <a:bodyPr wrap="square">
              <a:spAutoFit/>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kumimoji="0" lang="zh-CN" altLang="en-US" sz="2000" b="0" i="0" u="none" strike="noStrike" kern="1200" cap="none" spc="300" normalizeH="0" baseline="0" noProof="0" dirty="0">
                  <a:ln>
                    <a:noFill/>
                  </a:ln>
                  <a:solidFill>
                    <a:prstClr val="white"/>
                  </a:solidFill>
                  <a:effectLst/>
                  <a:uLnTx/>
                  <a:uFillTx/>
                  <a:latin typeface="+mj-ea"/>
                  <a:ea typeface="+mj-ea"/>
                  <a:cs typeface="+mn-ea"/>
                  <a:sym typeface="+mn-lt"/>
                </a:rPr>
                <a:t>姓名</a:t>
              </a:r>
              <a:endParaRPr kumimoji="0" lang="en-US" altLang="zh-CN" sz="2000" b="0" i="0" u="none" strike="noStrike" kern="1200" cap="none" spc="300" normalizeH="0" baseline="0" noProof="0" dirty="0">
                <a:ln>
                  <a:noFill/>
                </a:ln>
                <a:solidFill>
                  <a:prstClr val="white"/>
                </a:solidFill>
                <a:effectLst/>
                <a:uLnTx/>
                <a:uFillTx/>
                <a:latin typeface="+mj-ea"/>
                <a:ea typeface="+mj-ea"/>
                <a:cs typeface="+mn-ea"/>
                <a:sym typeface="+mn-lt"/>
              </a:endParaRPr>
            </a:p>
            <a:p>
              <a:pPr marL="0" marR="0" lvl="0" indent="0" algn="ctr" defTabSz="914400" rtl="0" eaLnBrk="1" fontAlgn="auto" latinLnBrk="0" hangingPunct="1">
                <a:lnSpc>
                  <a:spcPct val="2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E333E"/>
                  </a:solidFill>
                  <a:effectLst/>
                  <a:uLnTx/>
                  <a:uFillTx/>
                  <a:cs typeface="+mn-ea"/>
                  <a:sym typeface="+mn-lt"/>
                </a:rPr>
                <a:t>团队主持人</a:t>
              </a:r>
              <a:endParaRPr kumimoji="0" lang="en-US" altLang="zh-CN" sz="2000" b="0" i="0" u="none" strike="noStrike" kern="1200" cap="none" spc="0" normalizeH="0" baseline="0" noProof="0" dirty="0">
                <a:ln>
                  <a:noFill/>
                </a:ln>
                <a:solidFill>
                  <a:srgbClr val="2E333E"/>
                </a:solidFill>
                <a:effectLst/>
                <a:uLnTx/>
                <a:uFillTx/>
                <a:cs typeface="+mn-ea"/>
                <a:sym typeface="+mn-lt"/>
              </a:endParaRPr>
            </a:p>
          </p:txBody>
        </p:sp>
      </p:grpSp>
      <p:sp>
        <p:nvSpPr>
          <p:cNvPr id="52" name="文本框 51">
            <a:extLst>
              <a:ext uri="{FF2B5EF4-FFF2-40B4-BE49-F238E27FC236}">
                <a16:creationId xmlns:a16="http://schemas.microsoft.com/office/drawing/2014/main" id="{11E797A1-CD71-471D-8EDC-5D7C199C94E9}"/>
              </a:ext>
            </a:extLst>
          </p:cNvPr>
          <p:cNvSpPr txBox="1"/>
          <p:nvPr/>
        </p:nvSpPr>
        <p:spPr>
          <a:xfrm>
            <a:off x="1327486" y="3702019"/>
            <a:ext cx="3784803" cy="1897122"/>
          </a:xfrm>
          <a:prstGeom prst="rect">
            <a:avLst/>
          </a:prstGeom>
          <a:noFill/>
        </p:spPr>
        <p:txBody>
          <a:bodyPr wrap="square" rtlCol="0">
            <a:spAutoFit/>
          </a:bodyPr>
          <a:lstStyle/>
          <a:p>
            <a:pPr algn="just">
              <a:lnSpc>
                <a:spcPct val="15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a:t>
            </a:r>
          </a:p>
        </p:txBody>
      </p:sp>
      <p:grpSp>
        <p:nvGrpSpPr>
          <p:cNvPr id="88" name="组合 87">
            <a:extLst>
              <a:ext uri="{FF2B5EF4-FFF2-40B4-BE49-F238E27FC236}">
                <a16:creationId xmlns:a16="http://schemas.microsoft.com/office/drawing/2014/main" id="{FA20CD24-6394-4A99-A682-EFA911459EEA}"/>
              </a:ext>
            </a:extLst>
          </p:cNvPr>
          <p:cNvGrpSpPr/>
          <p:nvPr/>
        </p:nvGrpSpPr>
        <p:grpSpPr>
          <a:xfrm>
            <a:off x="9036755" y="1961644"/>
            <a:ext cx="1719730" cy="1230786"/>
            <a:chOff x="6790974" y="2014565"/>
            <a:chExt cx="1719730" cy="1230786"/>
          </a:xfrm>
        </p:grpSpPr>
        <p:grpSp>
          <p:nvGrpSpPr>
            <p:cNvPr id="63" name="组合 62">
              <a:extLst>
                <a:ext uri="{FF2B5EF4-FFF2-40B4-BE49-F238E27FC236}">
                  <a16:creationId xmlns:a16="http://schemas.microsoft.com/office/drawing/2014/main" id="{61DF850E-1C28-446E-91B0-6B6D0CA4F090}"/>
                </a:ext>
              </a:extLst>
            </p:cNvPr>
            <p:cNvGrpSpPr/>
            <p:nvPr/>
          </p:nvGrpSpPr>
          <p:grpSpPr>
            <a:xfrm>
              <a:off x="6821371" y="2021982"/>
              <a:ext cx="1689333" cy="692296"/>
              <a:chOff x="7938" y="-2173288"/>
              <a:chExt cx="1933575" cy="571501"/>
            </a:xfrm>
            <a:solidFill>
              <a:schemeClr val="accent1"/>
            </a:solidFill>
          </p:grpSpPr>
          <p:sp>
            <p:nvSpPr>
              <p:cNvPr id="64" name="Freeform 692">
                <a:extLst>
                  <a:ext uri="{FF2B5EF4-FFF2-40B4-BE49-F238E27FC236}">
                    <a16:creationId xmlns:a16="http://schemas.microsoft.com/office/drawing/2014/main" id="{EFA47E72-B0E5-4569-BC5D-69FC7B89442F}"/>
                  </a:ext>
                </a:extLst>
              </p:cNvPr>
              <p:cNvSpPr>
                <a:spLocks/>
              </p:cNvSpPr>
              <p:nvPr/>
            </p:nvSpPr>
            <p:spPr bwMode="auto">
              <a:xfrm>
                <a:off x="1141413" y="-2168525"/>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65" name="Freeform 693">
                <a:extLst>
                  <a:ext uri="{FF2B5EF4-FFF2-40B4-BE49-F238E27FC236}">
                    <a16:creationId xmlns:a16="http://schemas.microsoft.com/office/drawing/2014/main" id="{9CC8DC96-75EA-4A49-A1F9-7E4CAA1FEB00}"/>
                  </a:ext>
                </a:extLst>
              </p:cNvPr>
              <p:cNvSpPr>
                <a:spLocks/>
              </p:cNvSpPr>
              <p:nvPr/>
            </p:nvSpPr>
            <p:spPr bwMode="auto">
              <a:xfrm>
                <a:off x="1141413" y="-2173288"/>
                <a:ext cx="60325" cy="7938"/>
              </a:xfrm>
              <a:custGeom>
                <a:avLst/>
                <a:gdLst>
                  <a:gd name="T0" fmla="*/ 16 w 16"/>
                  <a:gd name="T1" fmla="*/ 2 h 2"/>
                  <a:gd name="T2" fmla="*/ 16 w 16"/>
                  <a:gd name="T3" fmla="*/ 1 h 2"/>
                  <a:gd name="T4" fmla="*/ 5 w 16"/>
                  <a:gd name="T5" fmla="*/ 1 h 2"/>
                  <a:gd name="T6" fmla="*/ 0 w 16"/>
                  <a:gd name="T7" fmla="*/ 1 h 2"/>
                  <a:gd name="T8" fmla="*/ 16 w 16"/>
                  <a:gd name="T9" fmla="*/ 2 h 2"/>
                </a:gdLst>
                <a:ahLst/>
                <a:cxnLst>
                  <a:cxn ang="0">
                    <a:pos x="T0" y="T1"/>
                  </a:cxn>
                  <a:cxn ang="0">
                    <a:pos x="T2" y="T3"/>
                  </a:cxn>
                  <a:cxn ang="0">
                    <a:pos x="T4" y="T5"/>
                  </a:cxn>
                  <a:cxn ang="0">
                    <a:pos x="T6" y="T7"/>
                  </a:cxn>
                  <a:cxn ang="0">
                    <a:pos x="T8" y="T9"/>
                  </a:cxn>
                </a:cxnLst>
                <a:rect l="0" t="0" r="r" b="b"/>
                <a:pathLst>
                  <a:path w="16" h="2">
                    <a:moveTo>
                      <a:pt x="16" y="2"/>
                    </a:moveTo>
                    <a:cubicBezTo>
                      <a:pt x="16" y="1"/>
                      <a:pt x="16" y="1"/>
                      <a:pt x="16" y="1"/>
                    </a:cubicBezTo>
                    <a:cubicBezTo>
                      <a:pt x="13" y="0"/>
                      <a:pt x="8" y="0"/>
                      <a:pt x="5" y="1"/>
                    </a:cubicBezTo>
                    <a:cubicBezTo>
                      <a:pt x="3" y="0"/>
                      <a:pt x="2" y="0"/>
                      <a:pt x="0" y="1"/>
                    </a:cubicBezTo>
                    <a:cubicBezTo>
                      <a:pt x="5" y="2"/>
                      <a:pt x="11" y="2"/>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66" name="Freeform 699">
                <a:extLst>
                  <a:ext uri="{FF2B5EF4-FFF2-40B4-BE49-F238E27FC236}">
                    <a16:creationId xmlns:a16="http://schemas.microsoft.com/office/drawing/2014/main" id="{BF555E0B-DF8E-4475-8297-C186043F2D68}"/>
                  </a:ext>
                </a:extLst>
              </p:cNvPr>
              <p:cNvSpPr>
                <a:spLocks/>
              </p:cNvSpPr>
              <p:nvPr/>
            </p:nvSpPr>
            <p:spPr bwMode="auto">
              <a:xfrm>
                <a:off x="1201738" y="-2173288"/>
                <a:ext cx="7938" cy="7938"/>
              </a:xfrm>
              <a:custGeom>
                <a:avLst/>
                <a:gdLst>
                  <a:gd name="T0" fmla="*/ 1 w 2"/>
                  <a:gd name="T1" fmla="*/ 2 h 2"/>
                  <a:gd name="T2" fmla="*/ 2 w 2"/>
                  <a:gd name="T3" fmla="*/ 2 h 2"/>
                  <a:gd name="T4" fmla="*/ 2 w 2"/>
                  <a:gd name="T5" fmla="*/ 0 h 2"/>
                  <a:gd name="T6" fmla="*/ 1 w 2"/>
                  <a:gd name="T7" fmla="*/ 2 h 2"/>
                </a:gdLst>
                <a:ahLst/>
                <a:cxnLst>
                  <a:cxn ang="0">
                    <a:pos x="T0" y="T1"/>
                  </a:cxn>
                  <a:cxn ang="0">
                    <a:pos x="T2" y="T3"/>
                  </a:cxn>
                  <a:cxn ang="0">
                    <a:pos x="T4" y="T5"/>
                  </a:cxn>
                  <a:cxn ang="0">
                    <a:pos x="T6" y="T7"/>
                  </a:cxn>
                </a:cxnLst>
                <a:rect l="0" t="0" r="r" b="b"/>
                <a:pathLst>
                  <a:path w="2" h="2">
                    <a:moveTo>
                      <a:pt x="1" y="2"/>
                    </a:moveTo>
                    <a:cubicBezTo>
                      <a:pt x="2" y="2"/>
                      <a:pt x="2" y="2"/>
                      <a:pt x="2" y="2"/>
                    </a:cubicBezTo>
                    <a:cubicBezTo>
                      <a:pt x="2" y="0"/>
                      <a:pt x="2" y="0"/>
                      <a:pt x="2" y="0"/>
                    </a:cubicBezTo>
                    <a:cubicBezTo>
                      <a:pt x="0" y="0"/>
                      <a:pt x="2"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67" name="Freeform 700">
                <a:extLst>
                  <a:ext uri="{FF2B5EF4-FFF2-40B4-BE49-F238E27FC236}">
                    <a16:creationId xmlns:a16="http://schemas.microsoft.com/office/drawing/2014/main" id="{79F2CEED-91E8-4C65-B344-FD4498E42279}"/>
                  </a:ext>
                </a:extLst>
              </p:cNvPr>
              <p:cNvSpPr>
                <a:spLocks/>
              </p:cNvSpPr>
              <p:nvPr/>
            </p:nvSpPr>
            <p:spPr bwMode="auto">
              <a:xfrm>
                <a:off x="322263" y="-2101850"/>
                <a:ext cx="52388" cy="19050"/>
              </a:xfrm>
              <a:custGeom>
                <a:avLst/>
                <a:gdLst>
                  <a:gd name="T0" fmla="*/ 14 w 14"/>
                  <a:gd name="T1" fmla="*/ 5 h 5"/>
                  <a:gd name="T2" fmla="*/ 14 w 14"/>
                  <a:gd name="T3" fmla="*/ 4 h 5"/>
                  <a:gd name="T4" fmla="*/ 5 w 14"/>
                  <a:gd name="T5" fmla="*/ 2 h 5"/>
                  <a:gd name="T6" fmla="*/ 6 w 14"/>
                  <a:gd name="T7" fmla="*/ 1 h 5"/>
                  <a:gd name="T8" fmla="*/ 0 w 14"/>
                  <a:gd name="T9" fmla="*/ 0 h 5"/>
                  <a:gd name="T10" fmla="*/ 1 w 14"/>
                  <a:gd name="T11" fmla="*/ 2 h 5"/>
                  <a:gd name="T12" fmla="*/ 14 w 14"/>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4" h="5">
                    <a:moveTo>
                      <a:pt x="14" y="5"/>
                    </a:moveTo>
                    <a:cubicBezTo>
                      <a:pt x="14" y="4"/>
                      <a:pt x="14" y="4"/>
                      <a:pt x="14" y="4"/>
                    </a:cubicBezTo>
                    <a:cubicBezTo>
                      <a:pt x="11" y="3"/>
                      <a:pt x="7" y="5"/>
                      <a:pt x="5" y="2"/>
                    </a:cubicBezTo>
                    <a:cubicBezTo>
                      <a:pt x="6" y="1"/>
                      <a:pt x="6" y="1"/>
                      <a:pt x="6" y="1"/>
                    </a:cubicBezTo>
                    <a:cubicBezTo>
                      <a:pt x="4" y="1"/>
                      <a:pt x="2" y="0"/>
                      <a:pt x="0" y="0"/>
                    </a:cubicBezTo>
                    <a:cubicBezTo>
                      <a:pt x="1" y="2"/>
                      <a:pt x="1" y="2"/>
                      <a:pt x="1" y="2"/>
                    </a:cubicBezTo>
                    <a:cubicBezTo>
                      <a:pt x="5" y="3"/>
                      <a:pt x="9" y="5"/>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68" name="Freeform 701">
                <a:extLst>
                  <a:ext uri="{FF2B5EF4-FFF2-40B4-BE49-F238E27FC236}">
                    <a16:creationId xmlns:a16="http://schemas.microsoft.com/office/drawing/2014/main" id="{F2D52C34-2C5D-4870-A050-85257EB274C8}"/>
                  </a:ext>
                </a:extLst>
              </p:cNvPr>
              <p:cNvSpPr>
                <a:spLocks noEditPoints="1"/>
              </p:cNvSpPr>
              <p:nvPr/>
            </p:nvSpPr>
            <p:spPr bwMode="auto">
              <a:xfrm>
                <a:off x="7938" y="-2071688"/>
                <a:ext cx="1933575" cy="465138"/>
              </a:xfrm>
              <a:custGeom>
                <a:avLst/>
                <a:gdLst>
                  <a:gd name="T0" fmla="*/ 515 w 515"/>
                  <a:gd name="T1" fmla="*/ 105 h 124"/>
                  <a:gd name="T2" fmla="*/ 494 w 515"/>
                  <a:gd name="T3" fmla="*/ 98 h 124"/>
                  <a:gd name="T4" fmla="*/ 449 w 515"/>
                  <a:gd name="T5" fmla="*/ 93 h 124"/>
                  <a:gd name="T6" fmla="*/ 497 w 515"/>
                  <a:gd name="T7" fmla="*/ 88 h 124"/>
                  <a:gd name="T8" fmla="*/ 502 w 515"/>
                  <a:gd name="T9" fmla="*/ 82 h 124"/>
                  <a:gd name="T10" fmla="*/ 509 w 515"/>
                  <a:gd name="T11" fmla="*/ 75 h 124"/>
                  <a:gd name="T12" fmla="*/ 505 w 515"/>
                  <a:gd name="T13" fmla="*/ 70 h 124"/>
                  <a:gd name="T14" fmla="*/ 432 w 515"/>
                  <a:gd name="T15" fmla="*/ 59 h 124"/>
                  <a:gd name="T16" fmla="*/ 365 w 515"/>
                  <a:gd name="T17" fmla="*/ 46 h 124"/>
                  <a:gd name="T18" fmla="*/ 433 w 515"/>
                  <a:gd name="T19" fmla="*/ 50 h 124"/>
                  <a:gd name="T20" fmla="*/ 411 w 515"/>
                  <a:gd name="T21" fmla="*/ 44 h 124"/>
                  <a:gd name="T22" fmla="*/ 361 w 515"/>
                  <a:gd name="T23" fmla="*/ 33 h 124"/>
                  <a:gd name="T24" fmla="*/ 379 w 515"/>
                  <a:gd name="T25" fmla="*/ 33 h 124"/>
                  <a:gd name="T26" fmla="*/ 470 w 515"/>
                  <a:gd name="T27" fmla="*/ 35 h 124"/>
                  <a:gd name="T28" fmla="*/ 441 w 515"/>
                  <a:gd name="T29" fmla="*/ 30 h 124"/>
                  <a:gd name="T30" fmla="*/ 440 w 515"/>
                  <a:gd name="T31" fmla="*/ 31 h 124"/>
                  <a:gd name="T32" fmla="*/ 240 w 515"/>
                  <a:gd name="T33" fmla="*/ 10 h 124"/>
                  <a:gd name="T34" fmla="*/ 265 w 515"/>
                  <a:gd name="T35" fmla="*/ 6 h 124"/>
                  <a:gd name="T36" fmla="*/ 98 w 515"/>
                  <a:gd name="T37" fmla="*/ 2 h 124"/>
                  <a:gd name="T38" fmla="*/ 59 w 515"/>
                  <a:gd name="T39" fmla="*/ 6 h 124"/>
                  <a:gd name="T40" fmla="*/ 17 w 515"/>
                  <a:gd name="T41" fmla="*/ 16 h 124"/>
                  <a:gd name="T42" fmla="*/ 30 w 515"/>
                  <a:gd name="T43" fmla="*/ 26 h 124"/>
                  <a:gd name="T44" fmla="*/ 35 w 515"/>
                  <a:gd name="T45" fmla="*/ 35 h 124"/>
                  <a:gd name="T46" fmla="*/ 21 w 515"/>
                  <a:gd name="T47" fmla="*/ 42 h 124"/>
                  <a:gd name="T48" fmla="*/ 16 w 515"/>
                  <a:gd name="T49" fmla="*/ 48 h 124"/>
                  <a:gd name="T50" fmla="*/ 25 w 515"/>
                  <a:gd name="T51" fmla="*/ 52 h 124"/>
                  <a:gd name="T52" fmla="*/ 9 w 515"/>
                  <a:gd name="T53" fmla="*/ 57 h 124"/>
                  <a:gd name="T54" fmla="*/ 4 w 515"/>
                  <a:gd name="T55" fmla="*/ 65 h 124"/>
                  <a:gd name="T56" fmla="*/ 1 w 515"/>
                  <a:gd name="T57" fmla="*/ 69 h 124"/>
                  <a:gd name="T58" fmla="*/ 9 w 515"/>
                  <a:gd name="T59" fmla="*/ 74 h 124"/>
                  <a:gd name="T60" fmla="*/ 21 w 515"/>
                  <a:gd name="T61" fmla="*/ 86 h 124"/>
                  <a:gd name="T62" fmla="*/ 25 w 515"/>
                  <a:gd name="T63" fmla="*/ 94 h 124"/>
                  <a:gd name="T64" fmla="*/ 23 w 515"/>
                  <a:gd name="T65" fmla="*/ 105 h 124"/>
                  <a:gd name="T66" fmla="*/ 205 w 515"/>
                  <a:gd name="T67" fmla="*/ 120 h 124"/>
                  <a:gd name="T68" fmla="*/ 190 w 515"/>
                  <a:gd name="T69" fmla="*/ 117 h 124"/>
                  <a:gd name="T70" fmla="*/ 49 w 515"/>
                  <a:gd name="T71" fmla="*/ 108 h 124"/>
                  <a:gd name="T72" fmla="*/ 303 w 515"/>
                  <a:gd name="T73" fmla="*/ 117 h 124"/>
                  <a:gd name="T74" fmla="*/ 436 w 515"/>
                  <a:gd name="T75" fmla="*/ 123 h 124"/>
                  <a:gd name="T76" fmla="*/ 440 w 515"/>
                  <a:gd name="T77" fmla="*/ 119 h 124"/>
                  <a:gd name="T78" fmla="*/ 464 w 515"/>
                  <a:gd name="T79" fmla="*/ 112 h 124"/>
                  <a:gd name="T80" fmla="*/ 451 w 515"/>
                  <a:gd name="T81" fmla="*/ 107 h 124"/>
                  <a:gd name="T82" fmla="*/ 477 w 515"/>
                  <a:gd name="T83" fmla="*/ 107 h 124"/>
                  <a:gd name="T84" fmla="*/ 434 w 515"/>
                  <a:gd name="T85" fmla="*/ 28 h 124"/>
                  <a:gd name="T86" fmla="*/ 429 w 515"/>
                  <a:gd name="T87" fmla="*/ 29 h 124"/>
                  <a:gd name="T88" fmla="*/ 424 w 515"/>
                  <a:gd name="T89" fmla="*/ 26 h 124"/>
                  <a:gd name="T90" fmla="*/ 384 w 515"/>
                  <a:gd name="T91" fmla="*/ 108 h 124"/>
                  <a:gd name="T92" fmla="*/ 456 w 515"/>
                  <a:gd name="T93" fmla="*/ 113 h 124"/>
                  <a:gd name="T94" fmla="*/ 456 w 515"/>
                  <a:gd name="T95" fmla="*/ 113 h 124"/>
                  <a:gd name="T96" fmla="*/ 426 w 515"/>
                  <a:gd name="T97" fmla="*/ 10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5" h="124">
                    <a:moveTo>
                      <a:pt x="477" y="107"/>
                    </a:moveTo>
                    <a:cubicBezTo>
                      <a:pt x="477" y="106"/>
                      <a:pt x="477" y="106"/>
                      <a:pt x="477" y="106"/>
                    </a:cubicBezTo>
                    <a:cubicBezTo>
                      <a:pt x="489" y="106"/>
                      <a:pt x="502" y="106"/>
                      <a:pt x="514" y="106"/>
                    </a:cubicBezTo>
                    <a:cubicBezTo>
                      <a:pt x="515" y="105"/>
                      <a:pt x="515" y="105"/>
                      <a:pt x="515" y="105"/>
                    </a:cubicBezTo>
                    <a:cubicBezTo>
                      <a:pt x="492" y="105"/>
                      <a:pt x="472" y="104"/>
                      <a:pt x="450" y="101"/>
                    </a:cubicBezTo>
                    <a:cubicBezTo>
                      <a:pt x="445" y="100"/>
                      <a:pt x="445" y="100"/>
                      <a:pt x="445" y="100"/>
                    </a:cubicBezTo>
                    <a:cubicBezTo>
                      <a:pt x="446" y="99"/>
                      <a:pt x="446" y="99"/>
                      <a:pt x="446" y="99"/>
                    </a:cubicBezTo>
                    <a:cubicBezTo>
                      <a:pt x="463" y="99"/>
                      <a:pt x="478" y="97"/>
                      <a:pt x="494" y="98"/>
                    </a:cubicBezTo>
                    <a:cubicBezTo>
                      <a:pt x="491" y="97"/>
                      <a:pt x="491" y="97"/>
                      <a:pt x="491" y="97"/>
                    </a:cubicBezTo>
                    <a:cubicBezTo>
                      <a:pt x="493" y="95"/>
                      <a:pt x="493" y="95"/>
                      <a:pt x="493" y="95"/>
                    </a:cubicBezTo>
                    <a:cubicBezTo>
                      <a:pt x="478" y="95"/>
                      <a:pt x="463" y="96"/>
                      <a:pt x="449" y="94"/>
                    </a:cubicBezTo>
                    <a:cubicBezTo>
                      <a:pt x="449" y="93"/>
                      <a:pt x="449" y="93"/>
                      <a:pt x="449" y="93"/>
                    </a:cubicBezTo>
                    <a:cubicBezTo>
                      <a:pt x="467" y="93"/>
                      <a:pt x="485" y="94"/>
                      <a:pt x="503" y="93"/>
                    </a:cubicBezTo>
                    <a:cubicBezTo>
                      <a:pt x="505" y="92"/>
                      <a:pt x="506" y="90"/>
                      <a:pt x="508" y="91"/>
                    </a:cubicBezTo>
                    <a:cubicBezTo>
                      <a:pt x="509" y="91"/>
                      <a:pt x="509" y="90"/>
                      <a:pt x="510" y="89"/>
                    </a:cubicBezTo>
                    <a:cubicBezTo>
                      <a:pt x="497" y="88"/>
                      <a:pt x="497" y="88"/>
                      <a:pt x="497" y="88"/>
                    </a:cubicBezTo>
                    <a:cubicBezTo>
                      <a:pt x="492" y="86"/>
                      <a:pt x="486" y="89"/>
                      <a:pt x="482" y="85"/>
                    </a:cubicBezTo>
                    <a:cubicBezTo>
                      <a:pt x="465" y="85"/>
                      <a:pt x="448" y="83"/>
                      <a:pt x="432" y="82"/>
                    </a:cubicBezTo>
                    <a:cubicBezTo>
                      <a:pt x="432" y="81"/>
                      <a:pt x="432" y="81"/>
                      <a:pt x="432" y="81"/>
                    </a:cubicBezTo>
                    <a:cubicBezTo>
                      <a:pt x="455" y="82"/>
                      <a:pt x="479" y="81"/>
                      <a:pt x="502" y="82"/>
                    </a:cubicBezTo>
                    <a:cubicBezTo>
                      <a:pt x="475" y="79"/>
                      <a:pt x="475" y="79"/>
                      <a:pt x="475" y="79"/>
                    </a:cubicBezTo>
                    <a:cubicBezTo>
                      <a:pt x="482" y="78"/>
                      <a:pt x="489" y="76"/>
                      <a:pt x="497" y="78"/>
                    </a:cubicBezTo>
                    <a:cubicBezTo>
                      <a:pt x="500" y="77"/>
                      <a:pt x="503" y="77"/>
                      <a:pt x="506" y="77"/>
                    </a:cubicBezTo>
                    <a:cubicBezTo>
                      <a:pt x="507" y="77"/>
                      <a:pt x="507" y="75"/>
                      <a:pt x="509" y="75"/>
                    </a:cubicBezTo>
                    <a:cubicBezTo>
                      <a:pt x="509" y="74"/>
                      <a:pt x="509" y="74"/>
                      <a:pt x="509" y="74"/>
                    </a:cubicBezTo>
                    <a:cubicBezTo>
                      <a:pt x="492" y="73"/>
                      <a:pt x="492" y="73"/>
                      <a:pt x="492" y="73"/>
                    </a:cubicBezTo>
                    <a:cubicBezTo>
                      <a:pt x="491" y="72"/>
                      <a:pt x="491" y="72"/>
                      <a:pt x="491" y="72"/>
                    </a:cubicBezTo>
                    <a:cubicBezTo>
                      <a:pt x="495" y="71"/>
                      <a:pt x="501" y="72"/>
                      <a:pt x="505" y="70"/>
                    </a:cubicBezTo>
                    <a:cubicBezTo>
                      <a:pt x="500" y="70"/>
                      <a:pt x="494" y="69"/>
                      <a:pt x="490" y="70"/>
                    </a:cubicBezTo>
                    <a:cubicBezTo>
                      <a:pt x="486" y="68"/>
                      <a:pt x="478" y="70"/>
                      <a:pt x="476" y="66"/>
                    </a:cubicBezTo>
                    <a:cubicBezTo>
                      <a:pt x="462" y="64"/>
                      <a:pt x="446" y="64"/>
                      <a:pt x="431" y="62"/>
                    </a:cubicBezTo>
                    <a:cubicBezTo>
                      <a:pt x="432" y="61"/>
                      <a:pt x="429" y="59"/>
                      <a:pt x="432" y="59"/>
                    </a:cubicBezTo>
                    <a:cubicBezTo>
                      <a:pt x="450" y="61"/>
                      <a:pt x="450" y="61"/>
                      <a:pt x="450" y="61"/>
                    </a:cubicBezTo>
                    <a:cubicBezTo>
                      <a:pt x="465" y="61"/>
                      <a:pt x="482" y="63"/>
                      <a:pt x="495" y="60"/>
                    </a:cubicBezTo>
                    <a:cubicBezTo>
                      <a:pt x="462" y="60"/>
                      <a:pt x="432" y="51"/>
                      <a:pt x="400" y="50"/>
                    </a:cubicBezTo>
                    <a:cubicBezTo>
                      <a:pt x="389" y="47"/>
                      <a:pt x="376" y="48"/>
                      <a:pt x="365" y="46"/>
                    </a:cubicBezTo>
                    <a:cubicBezTo>
                      <a:pt x="390" y="46"/>
                      <a:pt x="415" y="50"/>
                      <a:pt x="440" y="51"/>
                    </a:cubicBezTo>
                    <a:cubicBezTo>
                      <a:pt x="438" y="51"/>
                      <a:pt x="438" y="51"/>
                      <a:pt x="438" y="51"/>
                    </a:cubicBezTo>
                    <a:cubicBezTo>
                      <a:pt x="437" y="48"/>
                      <a:pt x="442" y="51"/>
                      <a:pt x="444" y="49"/>
                    </a:cubicBezTo>
                    <a:cubicBezTo>
                      <a:pt x="440" y="47"/>
                      <a:pt x="437" y="51"/>
                      <a:pt x="433" y="50"/>
                    </a:cubicBezTo>
                    <a:cubicBezTo>
                      <a:pt x="432" y="49"/>
                      <a:pt x="429" y="50"/>
                      <a:pt x="430" y="48"/>
                    </a:cubicBezTo>
                    <a:cubicBezTo>
                      <a:pt x="429" y="48"/>
                      <a:pt x="428" y="48"/>
                      <a:pt x="428" y="47"/>
                    </a:cubicBezTo>
                    <a:cubicBezTo>
                      <a:pt x="431" y="45"/>
                      <a:pt x="435" y="50"/>
                      <a:pt x="435" y="47"/>
                    </a:cubicBezTo>
                    <a:cubicBezTo>
                      <a:pt x="428" y="46"/>
                      <a:pt x="418" y="44"/>
                      <a:pt x="411" y="44"/>
                    </a:cubicBezTo>
                    <a:cubicBezTo>
                      <a:pt x="411" y="42"/>
                      <a:pt x="413" y="43"/>
                      <a:pt x="414" y="42"/>
                    </a:cubicBezTo>
                    <a:cubicBezTo>
                      <a:pt x="406" y="41"/>
                      <a:pt x="397" y="41"/>
                      <a:pt x="388" y="39"/>
                    </a:cubicBezTo>
                    <a:cubicBezTo>
                      <a:pt x="396" y="37"/>
                      <a:pt x="407" y="41"/>
                      <a:pt x="415" y="40"/>
                    </a:cubicBezTo>
                    <a:cubicBezTo>
                      <a:pt x="397" y="37"/>
                      <a:pt x="378" y="37"/>
                      <a:pt x="361" y="33"/>
                    </a:cubicBezTo>
                    <a:cubicBezTo>
                      <a:pt x="360" y="32"/>
                      <a:pt x="360" y="32"/>
                      <a:pt x="360" y="32"/>
                    </a:cubicBezTo>
                    <a:cubicBezTo>
                      <a:pt x="366" y="33"/>
                      <a:pt x="373" y="31"/>
                      <a:pt x="379" y="33"/>
                    </a:cubicBezTo>
                    <a:cubicBezTo>
                      <a:pt x="378" y="34"/>
                      <a:pt x="378" y="34"/>
                      <a:pt x="378" y="34"/>
                    </a:cubicBezTo>
                    <a:cubicBezTo>
                      <a:pt x="379" y="33"/>
                      <a:pt x="379" y="33"/>
                      <a:pt x="379" y="33"/>
                    </a:cubicBezTo>
                    <a:cubicBezTo>
                      <a:pt x="398" y="33"/>
                      <a:pt x="423" y="36"/>
                      <a:pt x="444" y="37"/>
                    </a:cubicBezTo>
                    <a:cubicBezTo>
                      <a:pt x="434" y="33"/>
                      <a:pt x="422" y="34"/>
                      <a:pt x="411" y="31"/>
                    </a:cubicBezTo>
                    <a:cubicBezTo>
                      <a:pt x="414" y="29"/>
                      <a:pt x="419" y="30"/>
                      <a:pt x="423" y="31"/>
                    </a:cubicBezTo>
                    <a:cubicBezTo>
                      <a:pt x="437" y="32"/>
                      <a:pt x="455" y="35"/>
                      <a:pt x="470" y="35"/>
                    </a:cubicBezTo>
                    <a:cubicBezTo>
                      <a:pt x="467" y="34"/>
                      <a:pt x="459" y="32"/>
                      <a:pt x="454" y="31"/>
                    </a:cubicBezTo>
                    <a:cubicBezTo>
                      <a:pt x="451" y="32"/>
                      <a:pt x="449" y="29"/>
                      <a:pt x="446" y="31"/>
                    </a:cubicBezTo>
                    <a:cubicBezTo>
                      <a:pt x="446" y="31"/>
                      <a:pt x="446" y="31"/>
                      <a:pt x="446" y="30"/>
                    </a:cubicBezTo>
                    <a:cubicBezTo>
                      <a:pt x="445" y="32"/>
                      <a:pt x="443" y="31"/>
                      <a:pt x="441" y="30"/>
                    </a:cubicBezTo>
                    <a:cubicBezTo>
                      <a:pt x="441" y="30"/>
                      <a:pt x="441" y="30"/>
                      <a:pt x="442" y="29"/>
                    </a:cubicBezTo>
                    <a:cubicBezTo>
                      <a:pt x="441" y="30"/>
                      <a:pt x="440" y="29"/>
                      <a:pt x="439" y="29"/>
                    </a:cubicBezTo>
                    <a:cubicBezTo>
                      <a:pt x="441" y="30"/>
                      <a:pt x="441" y="30"/>
                      <a:pt x="441" y="30"/>
                    </a:cubicBezTo>
                    <a:cubicBezTo>
                      <a:pt x="440" y="31"/>
                      <a:pt x="440" y="31"/>
                      <a:pt x="440" y="31"/>
                    </a:cubicBezTo>
                    <a:cubicBezTo>
                      <a:pt x="438" y="30"/>
                      <a:pt x="436" y="31"/>
                      <a:pt x="435" y="29"/>
                    </a:cubicBezTo>
                    <a:cubicBezTo>
                      <a:pt x="437" y="26"/>
                      <a:pt x="444" y="30"/>
                      <a:pt x="447" y="29"/>
                    </a:cubicBezTo>
                    <a:cubicBezTo>
                      <a:pt x="418" y="23"/>
                      <a:pt x="387" y="20"/>
                      <a:pt x="357" y="17"/>
                    </a:cubicBezTo>
                    <a:cubicBezTo>
                      <a:pt x="240" y="10"/>
                      <a:pt x="240" y="10"/>
                      <a:pt x="240" y="10"/>
                    </a:cubicBezTo>
                    <a:cubicBezTo>
                      <a:pt x="206" y="7"/>
                      <a:pt x="206" y="7"/>
                      <a:pt x="206" y="7"/>
                    </a:cubicBezTo>
                    <a:cubicBezTo>
                      <a:pt x="209" y="7"/>
                      <a:pt x="209" y="7"/>
                      <a:pt x="209" y="7"/>
                    </a:cubicBezTo>
                    <a:cubicBezTo>
                      <a:pt x="250" y="8"/>
                      <a:pt x="292" y="10"/>
                      <a:pt x="331" y="12"/>
                    </a:cubicBezTo>
                    <a:cubicBezTo>
                      <a:pt x="308" y="9"/>
                      <a:pt x="287" y="8"/>
                      <a:pt x="265" y="6"/>
                    </a:cubicBezTo>
                    <a:cubicBezTo>
                      <a:pt x="222" y="4"/>
                      <a:pt x="178" y="2"/>
                      <a:pt x="136" y="3"/>
                    </a:cubicBezTo>
                    <a:cubicBezTo>
                      <a:pt x="133" y="2"/>
                      <a:pt x="129" y="0"/>
                      <a:pt x="126" y="2"/>
                    </a:cubicBezTo>
                    <a:cubicBezTo>
                      <a:pt x="120" y="1"/>
                      <a:pt x="113" y="2"/>
                      <a:pt x="108" y="1"/>
                    </a:cubicBezTo>
                    <a:cubicBezTo>
                      <a:pt x="106" y="4"/>
                      <a:pt x="101" y="2"/>
                      <a:pt x="98" y="2"/>
                    </a:cubicBezTo>
                    <a:cubicBezTo>
                      <a:pt x="84" y="2"/>
                      <a:pt x="69" y="1"/>
                      <a:pt x="55" y="3"/>
                    </a:cubicBezTo>
                    <a:cubicBezTo>
                      <a:pt x="53" y="4"/>
                      <a:pt x="48" y="2"/>
                      <a:pt x="47" y="3"/>
                    </a:cubicBezTo>
                    <a:cubicBezTo>
                      <a:pt x="50" y="5"/>
                      <a:pt x="55" y="4"/>
                      <a:pt x="59" y="5"/>
                    </a:cubicBezTo>
                    <a:cubicBezTo>
                      <a:pt x="59" y="6"/>
                      <a:pt x="59" y="6"/>
                      <a:pt x="59" y="6"/>
                    </a:cubicBezTo>
                    <a:cubicBezTo>
                      <a:pt x="55" y="5"/>
                      <a:pt x="51" y="7"/>
                      <a:pt x="48" y="5"/>
                    </a:cubicBezTo>
                    <a:cubicBezTo>
                      <a:pt x="43" y="6"/>
                      <a:pt x="37" y="3"/>
                      <a:pt x="34" y="7"/>
                    </a:cubicBezTo>
                    <a:cubicBezTo>
                      <a:pt x="28" y="9"/>
                      <a:pt x="21" y="9"/>
                      <a:pt x="16" y="15"/>
                    </a:cubicBezTo>
                    <a:cubicBezTo>
                      <a:pt x="17" y="16"/>
                      <a:pt x="17" y="16"/>
                      <a:pt x="17" y="16"/>
                    </a:cubicBezTo>
                    <a:cubicBezTo>
                      <a:pt x="23" y="21"/>
                      <a:pt x="28" y="16"/>
                      <a:pt x="34" y="20"/>
                    </a:cubicBezTo>
                    <a:cubicBezTo>
                      <a:pt x="29" y="21"/>
                      <a:pt x="23" y="20"/>
                      <a:pt x="18" y="20"/>
                    </a:cubicBezTo>
                    <a:cubicBezTo>
                      <a:pt x="15" y="21"/>
                      <a:pt x="11" y="20"/>
                      <a:pt x="10" y="22"/>
                    </a:cubicBezTo>
                    <a:cubicBezTo>
                      <a:pt x="17" y="22"/>
                      <a:pt x="24" y="24"/>
                      <a:pt x="30" y="26"/>
                    </a:cubicBezTo>
                    <a:cubicBezTo>
                      <a:pt x="29" y="27"/>
                      <a:pt x="29" y="28"/>
                      <a:pt x="30" y="30"/>
                    </a:cubicBezTo>
                    <a:cubicBezTo>
                      <a:pt x="27" y="30"/>
                      <a:pt x="22" y="27"/>
                      <a:pt x="19" y="32"/>
                    </a:cubicBezTo>
                    <a:cubicBezTo>
                      <a:pt x="35" y="33"/>
                      <a:pt x="35" y="33"/>
                      <a:pt x="35" y="33"/>
                    </a:cubicBezTo>
                    <a:cubicBezTo>
                      <a:pt x="35" y="34"/>
                      <a:pt x="36" y="35"/>
                      <a:pt x="35" y="35"/>
                    </a:cubicBezTo>
                    <a:cubicBezTo>
                      <a:pt x="29" y="33"/>
                      <a:pt x="25" y="39"/>
                      <a:pt x="22" y="38"/>
                    </a:cubicBezTo>
                    <a:cubicBezTo>
                      <a:pt x="22" y="39"/>
                      <a:pt x="22" y="39"/>
                      <a:pt x="22" y="39"/>
                    </a:cubicBezTo>
                    <a:cubicBezTo>
                      <a:pt x="21" y="42"/>
                      <a:pt x="17" y="40"/>
                      <a:pt x="15" y="41"/>
                    </a:cubicBezTo>
                    <a:cubicBezTo>
                      <a:pt x="21" y="42"/>
                      <a:pt x="21" y="42"/>
                      <a:pt x="21" y="42"/>
                    </a:cubicBezTo>
                    <a:cubicBezTo>
                      <a:pt x="18" y="43"/>
                      <a:pt x="16" y="45"/>
                      <a:pt x="13" y="44"/>
                    </a:cubicBezTo>
                    <a:cubicBezTo>
                      <a:pt x="14" y="45"/>
                      <a:pt x="15" y="44"/>
                      <a:pt x="15" y="45"/>
                    </a:cubicBezTo>
                    <a:cubicBezTo>
                      <a:pt x="14" y="46"/>
                      <a:pt x="14" y="46"/>
                      <a:pt x="14" y="46"/>
                    </a:cubicBezTo>
                    <a:cubicBezTo>
                      <a:pt x="15" y="46"/>
                      <a:pt x="17" y="47"/>
                      <a:pt x="16" y="48"/>
                    </a:cubicBezTo>
                    <a:cubicBezTo>
                      <a:pt x="19" y="49"/>
                      <a:pt x="21" y="49"/>
                      <a:pt x="23" y="50"/>
                    </a:cubicBezTo>
                    <a:cubicBezTo>
                      <a:pt x="27" y="50"/>
                      <a:pt x="31" y="51"/>
                      <a:pt x="33" y="54"/>
                    </a:cubicBezTo>
                    <a:cubicBezTo>
                      <a:pt x="28" y="55"/>
                      <a:pt x="24" y="53"/>
                      <a:pt x="19" y="53"/>
                    </a:cubicBezTo>
                    <a:cubicBezTo>
                      <a:pt x="21" y="51"/>
                      <a:pt x="23" y="53"/>
                      <a:pt x="25" y="52"/>
                    </a:cubicBezTo>
                    <a:cubicBezTo>
                      <a:pt x="25" y="52"/>
                      <a:pt x="25" y="52"/>
                      <a:pt x="25" y="52"/>
                    </a:cubicBezTo>
                    <a:cubicBezTo>
                      <a:pt x="22" y="52"/>
                      <a:pt x="17" y="50"/>
                      <a:pt x="16" y="53"/>
                    </a:cubicBezTo>
                    <a:cubicBezTo>
                      <a:pt x="13" y="53"/>
                      <a:pt x="7" y="52"/>
                      <a:pt x="5" y="56"/>
                    </a:cubicBezTo>
                    <a:cubicBezTo>
                      <a:pt x="6" y="58"/>
                      <a:pt x="7" y="57"/>
                      <a:pt x="9" y="57"/>
                    </a:cubicBezTo>
                    <a:cubicBezTo>
                      <a:pt x="11" y="61"/>
                      <a:pt x="17" y="58"/>
                      <a:pt x="20" y="61"/>
                    </a:cubicBezTo>
                    <a:cubicBezTo>
                      <a:pt x="17" y="63"/>
                      <a:pt x="17" y="63"/>
                      <a:pt x="17" y="63"/>
                    </a:cubicBezTo>
                    <a:cubicBezTo>
                      <a:pt x="16" y="64"/>
                      <a:pt x="18" y="66"/>
                      <a:pt x="17" y="67"/>
                    </a:cubicBezTo>
                    <a:cubicBezTo>
                      <a:pt x="4" y="65"/>
                      <a:pt x="4" y="65"/>
                      <a:pt x="4" y="65"/>
                    </a:cubicBezTo>
                    <a:cubicBezTo>
                      <a:pt x="4" y="65"/>
                      <a:pt x="4" y="65"/>
                      <a:pt x="4" y="65"/>
                    </a:cubicBezTo>
                    <a:cubicBezTo>
                      <a:pt x="0" y="65"/>
                      <a:pt x="0" y="65"/>
                      <a:pt x="0" y="65"/>
                    </a:cubicBezTo>
                    <a:cubicBezTo>
                      <a:pt x="0" y="66"/>
                      <a:pt x="3" y="68"/>
                      <a:pt x="1" y="69"/>
                    </a:cubicBezTo>
                    <a:cubicBezTo>
                      <a:pt x="1" y="69"/>
                      <a:pt x="1" y="69"/>
                      <a:pt x="1" y="69"/>
                    </a:cubicBezTo>
                    <a:cubicBezTo>
                      <a:pt x="2" y="69"/>
                      <a:pt x="2" y="69"/>
                      <a:pt x="2" y="69"/>
                    </a:cubicBezTo>
                    <a:cubicBezTo>
                      <a:pt x="3" y="69"/>
                      <a:pt x="3" y="70"/>
                      <a:pt x="4" y="70"/>
                    </a:cubicBezTo>
                    <a:cubicBezTo>
                      <a:pt x="4" y="71"/>
                      <a:pt x="4" y="71"/>
                      <a:pt x="3" y="71"/>
                    </a:cubicBezTo>
                    <a:cubicBezTo>
                      <a:pt x="4" y="74"/>
                      <a:pt x="9" y="71"/>
                      <a:pt x="9" y="74"/>
                    </a:cubicBezTo>
                    <a:cubicBezTo>
                      <a:pt x="14" y="75"/>
                      <a:pt x="19" y="75"/>
                      <a:pt x="22" y="77"/>
                    </a:cubicBezTo>
                    <a:cubicBezTo>
                      <a:pt x="21" y="78"/>
                      <a:pt x="19" y="77"/>
                      <a:pt x="17" y="78"/>
                    </a:cubicBezTo>
                    <a:cubicBezTo>
                      <a:pt x="18" y="82"/>
                      <a:pt x="27" y="80"/>
                      <a:pt x="27" y="86"/>
                    </a:cubicBezTo>
                    <a:cubicBezTo>
                      <a:pt x="21" y="86"/>
                      <a:pt x="21" y="86"/>
                      <a:pt x="21" y="86"/>
                    </a:cubicBezTo>
                    <a:cubicBezTo>
                      <a:pt x="21" y="86"/>
                      <a:pt x="19" y="88"/>
                      <a:pt x="21" y="89"/>
                    </a:cubicBezTo>
                    <a:cubicBezTo>
                      <a:pt x="21" y="89"/>
                      <a:pt x="21" y="89"/>
                      <a:pt x="20" y="90"/>
                    </a:cubicBezTo>
                    <a:cubicBezTo>
                      <a:pt x="24" y="91"/>
                      <a:pt x="27" y="92"/>
                      <a:pt x="31" y="93"/>
                    </a:cubicBezTo>
                    <a:cubicBezTo>
                      <a:pt x="29" y="95"/>
                      <a:pt x="26" y="92"/>
                      <a:pt x="25" y="94"/>
                    </a:cubicBezTo>
                    <a:cubicBezTo>
                      <a:pt x="19" y="92"/>
                      <a:pt x="11" y="92"/>
                      <a:pt x="6" y="90"/>
                    </a:cubicBezTo>
                    <a:cubicBezTo>
                      <a:pt x="6" y="97"/>
                      <a:pt x="6" y="97"/>
                      <a:pt x="6" y="97"/>
                    </a:cubicBezTo>
                    <a:cubicBezTo>
                      <a:pt x="10" y="98"/>
                      <a:pt x="13" y="101"/>
                      <a:pt x="17" y="101"/>
                    </a:cubicBezTo>
                    <a:cubicBezTo>
                      <a:pt x="22" y="100"/>
                      <a:pt x="20" y="105"/>
                      <a:pt x="23" y="105"/>
                    </a:cubicBezTo>
                    <a:cubicBezTo>
                      <a:pt x="21" y="106"/>
                      <a:pt x="21" y="106"/>
                      <a:pt x="21" y="106"/>
                    </a:cubicBezTo>
                    <a:cubicBezTo>
                      <a:pt x="42" y="115"/>
                      <a:pt x="69" y="116"/>
                      <a:pt x="93" y="118"/>
                    </a:cubicBezTo>
                    <a:cubicBezTo>
                      <a:pt x="102" y="118"/>
                      <a:pt x="111" y="118"/>
                      <a:pt x="120" y="118"/>
                    </a:cubicBezTo>
                    <a:cubicBezTo>
                      <a:pt x="205" y="120"/>
                      <a:pt x="205" y="120"/>
                      <a:pt x="205" y="120"/>
                    </a:cubicBezTo>
                    <a:cubicBezTo>
                      <a:pt x="277" y="124"/>
                      <a:pt x="277" y="124"/>
                      <a:pt x="277" y="124"/>
                    </a:cubicBezTo>
                    <a:cubicBezTo>
                      <a:pt x="236" y="120"/>
                      <a:pt x="188" y="118"/>
                      <a:pt x="142" y="118"/>
                    </a:cubicBezTo>
                    <a:cubicBezTo>
                      <a:pt x="141" y="117"/>
                      <a:pt x="141" y="117"/>
                      <a:pt x="141" y="117"/>
                    </a:cubicBezTo>
                    <a:cubicBezTo>
                      <a:pt x="157" y="116"/>
                      <a:pt x="173" y="117"/>
                      <a:pt x="190" y="117"/>
                    </a:cubicBezTo>
                    <a:cubicBezTo>
                      <a:pt x="297" y="123"/>
                      <a:pt x="297" y="123"/>
                      <a:pt x="297" y="123"/>
                    </a:cubicBezTo>
                    <a:cubicBezTo>
                      <a:pt x="279" y="120"/>
                      <a:pt x="259" y="120"/>
                      <a:pt x="241" y="119"/>
                    </a:cubicBezTo>
                    <a:cubicBezTo>
                      <a:pt x="175" y="113"/>
                      <a:pt x="113" y="119"/>
                      <a:pt x="48" y="109"/>
                    </a:cubicBezTo>
                    <a:cubicBezTo>
                      <a:pt x="49" y="108"/>
                      <a:pt x="49" y="108"/>
                      <a:pt x="49" y="108"/>
                    </a:cubicBezTo>
                    <a:cubicBezTo>
                      <a:pt x="84" y="111"/>
                      <a:pt x="84" y="111"/>
                      <a:pt x="84" y="111"/>
                    </a:cubicBezTo>
                    <a:cubicBezTo>
                      <a:pt x="147" y="110"/>
                      <a:pt x="213" y="111"/>
                      <a:pt x="276" y="116"/>
                    </a:cubicBezTo>
                    <a:cubicBezTo>
                      <a:pt x="279" y="114"/>
                      <a:pt x="285" y="114"/>
                      <a:pt x="288" y="116"/>
                    </a:cubicBezTo>
                    <a:cubicBezTo>
                      <a:pt x="291" y="114"/>
                      <a:pt x="300" y="115"/>
                      <a:pt x="303" y="117"/>
                    </a:cubicBezTo>
                    <a:cubicBezTo>
                      <a:pt x="303" y="116"/>
                      <a:pt x="303" y="116"/>
                      <a:pt x="303" y="116"/>
                    </a:cubicBezTo>
                    <a:cubicBezTo>
                      <a:pt x="336" y="118"/>
                      <a:pt x="336" y="118"/>
                      <a:pt x="336" y="118"/>
                    </a:cubicBezTo>
                    <a:cubicBezTo>
                      <a:pt x="428" y="124"/>
                      <a:pt x="428" y="124"/>
                      <a:pt x="428" y="124"/>
                    </a:cubicBezTo>
                    <a:cubicBezTo>
                      <a:pt x="436" y="123"/>
                      <a:pt x="436" y="123"/>
                      <a:pt x="436" y="123"/>
                    </a:cubicBezTo>
                    <a:cubicBezTo>
                      <a:pt x="440" y="123"/>
                      <a:pt x="444" y="123"/>
                      <a:pt x="447" y="122"/>
                    </a:cubicBezTo>
                    <a:cubicBezTo>
                      <a:pt x="439" y="120"/>
                      <a:pt x="429" y="120"/>
                      <a:pt x="420" y="120"/>
                    </a:cubicBezTo>
                    <a:cubicBezTo>
                      <a:pt x="419" y="119"/>
                      <a:pt x="419" y="119"/>
                      <a:pt x="419" y="119"/>
                    </a:cubicBezTo>
                    <a:cubicBezTo>
                      <a:pt x="426" y="117"/>
                      <a:pt x="434" y="120"/>
                      <a:pt x="440" y="119"/>
                    </a:cubicBezTo>
                    <a:cubicBezTo>
                      <a:pt x="455" y="119"/>
                      <a:pt x="472" y="121"/>
                      <a:pt x="483" y="115"/>
                    </a:cubicBezTo>
                    <a:cubicBezTo>
                      <a:pt x="470" y="116"/>
                      <a:pt x="470" y="116"/>
                      <a:pt x="470" y="116"/>
                    </a:cubicBezTo>
                    <a:cubicBezTo>
                      <a:pt x="467" y="116"/>
                      <a:pt x="463" y="116"/>
                      <a:pt x="461" y="115"/>
                    </a:cubicBezTo>
                    <a:cubicBezTo>
                      <a:pt x="459" y="112"/>
                      <a:pt x="463" y="113"/>
                      <a:pt x="464" y="112"/>
                    </a:cubicBezTo>
                    <a:cubicBezTo>
                      <a:pt x="452" y="111"/>
                      <a:pt x="452" y="111"/>
                      <a:pt x="452" y="111"/>
                    </a:cubicBezTo>
                    <a:cubicBezTo>
                      <a:pt x="446" y="111"/>
                      <a:pt x="436" y="112"/>
                      <a:pt x="432" y="107"/>
                    </a:cubicBezTo>
                    <a:cubicBezTo>
                      <a:pt x="433" y="107"/>
                      <a:pt x="436" y="108"/>
                      <a:pt x="437" y="108"/>
                    </a:cubicBezTo>
                    <a:cubicBezTo>
                      <a:pt x="442" y="105"/>
                      <a:pt x="447" y="108"/>
                      <a:pt x="451" y="107"/>
                    </a:cubicBezTo>
                    <a:cubicBezTo>
                      <a:pt x="441" y="106"/>
                      <a:pt x="432" y="104"/>
                      <a:pt x="422" y="102"/>
                    </a:cubicBezTo>
                    <a:cubicBezTo>
                      <a:pt x="438" y="103"/>
                      <a:pt x="456" y="104"/>
                      <a:pt x="472" y="106"/>
                    </a:cubicBezTo>
                    <a:cubicBezTo>
                      <a:pt x="471" y="107"/>
                      <a:pt x="471" y="107"/>
                      <a:pt x="471" y="107"/>
                    </a:cubicBezTo>
                    <a:lnTo>
                      <a:pt x="477" y="107"/>
                    </a:lnTo>
                    <a:close/>
                    <a:moveTo>
                      <a:pt x="432" y="27"/>
                    </a:moveTo>
                    <a:cubicBezTo>
                      <a:pt x="433" y="27"/>
                      <a:pt x="433" y="28"/>
                      <a:pt x="434" y="28"/>
                    </a:cubicBezTo>
                    <a:cubicBezTo>
                      <a:pt x="434" y="28"/>
                      <a:pt x="434" y="27"/>
                      <a:pt x="434" y="27"/>
                    </a:cubicBezTo>
                    <a:cubicBezTo>
                      <a:pt x="434" y="27"/>
                      <a:pt x="434" y="28"/>
                      <a:pt x="434" y="28"/>
                    </a:cubicBezTo>
                    <a:cubicBezTo>
                      <a:pt x="434" y="28"/>
                      <a:pt x="433" y="27"/>
                      <a:pt x="432" y="27"/>
                    </a:cubicBezTo>
                    <a:cubicBezTo>
                      <a:pt x="431" y="27"/>
                      <a:pt x="431" y="27"/>
                      <a:pt x="430" y="28"/>
                    </a:cubicBezTo>
                    <a:cubicBezTo>
                      <a:pt x="431" y="29"/>
                      <a:pt x="431" y="29"/>
                      <a:pt x="431" y="29"/>
                    </a:cubicBezTo>
                    <a:cubicBezTo>
                      <a:pt x="429" y="29"/>
                      <a:pt x="429" y="29"/>
                      <a:pt x="429" y="29"/>
                    </a:cubicBezTo>
                    <a:cubicBezTo>
                      <a:pt x="429" y="27"/>
                      <a:pt x="431" y="27"/>
                      <a:pt x="432" y="27"/>
                    </a:cubicBezTo>
                    <a:close/>
                    <a:moveTo>
                      <a:pt x="424" y="26"/>
                    </a:moveTo>
                    <a:cubicBezTo>
                      <a:pt x="425" y="29"/>
                      <a:pt x="421" y="27"/>
                      <a:pt x="420" y="26"/>
                    </a:cubicBezTo>
                    <a:lnTo>
                      <a:pt x="424" y="26"/>
                    </a:lnTo>
                    <a:close/>
                    <a:moveTo>
                      <a:pt x="6" y="71"/>
                    </a:moveTo>
                    <a:cubicBezTo>
                      <a:pt x="8" y="71"/>
                      <a:pt x="8" y="71"/>
                      <a:pt x="8" y="71"/>
                    </a:cubicBezTo>
                    <a:cubicBezTo>
                      <a:pt x="8" y="71"/>
                      <a:pt x="6" y="73"/>
                      <a:pt x="6" y="71"/>
                    </a:cubicBezTo>
                    <a:close/>
                    <a:moveTo>
                      <a:pt x="384" y="108"/>
                    </a:moveTo>
                    <a:cubicBezTo>
                      <a:pt x="385" y="108"/>
                      <a:pt x="385" y="108"/>
                      <a:pt x="385" y="108"/>
                    </a:cubicBezTo>
                    <a:cubicBezTo>
                      <a:pt x="418" y="111"/>
                      <a:pt x="418" y="111"/>
                      <a:pt x="418" y="111"/>
                    </a:cubicBezTo>
                    <a:lnTo>
                      <a:pt x="384" y="108"/>
                    </a:lnTo>
                    <a:close/>
                    <a:moveTo>
                      <a:pt x="456" y="113"/>
                    </a:moveTo>
                    <a:cubicBezTo>
                      <a:pt x="456" y="112"/>
                      <a:pt x="457" y="112"/>
                      <a:pt x="458" y="112"/>
                    </a:cubicBezTo>
                    <a:cubicBezTo>
                      <a:pt x="458" y="113"/>
                      <a:pt x="457" y="113"/>
                      <a:pt x="456" y="113"/>
                    </a:cubicBezTo>
                    <a:cubicBezTo>
                      <a:pt x="456" y="113"/>
                      <a:pt x="455" y="113"/>
                      <a:pt x="455" y="113"/>
                    </a:cubicBezTo>
                    <a:cubicBezTo>
                      <a:pt x="455" y="113"/>
                      <a:pt x="456" y="113"/>
                      <a:pt x="456" y="113"/>
                    </a:cubicBezTo>
                    <a:close/>
                    <a:moveTo>
                      <a:pt x="426" y="108"/>
                    </a:moveTo>
                    <a:cubicBezTo>
                      <a:pt x="430" y="109"/>
                      <a:pt x="430" y="109"/>
                      <a:pt x="430" y="109"/>
                    </a:cubicBezTo>
                    <a:cubicBezTo>
                      <a:pt x="425" y="109"/>
                      <a:pt x="425" y="109"/>
                      <a:pt x="425" y="109"/>
                    </a:cubicBezTo>
                    <a:lnTo>
                      <a:pt x="42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69" name="Freeform 702">
                <a:extLst>
                  <a:ext uri="{FF2B5EF4-FFF2-40B4-BE49-F238E27FC236}">
                    <a16:creationId xmlns:a16="http://schemas.microsoft.com/office/drawing/2014/main" id="{EB8FF8D2-12C5-475F-9246-FDF8E079D95C}"/>
                  </a:ext>
                </a:extLst>
              </p:cNvPr>
              <p:cNvSpPr>
                <a:spLocks/>
              </p:cNvSpPr>
              <p:nvPr/>
            </p:nvSpPr>
            <p:spPr bwMode="auto">
              <a:xfrm>
                <a:off x="1479550" y="-2003425"/>
                <a:ext cx="71438" cy="6350"/>
              </a:xfrm>
              <a:custGeom>
                <a:avLst/>
                <a:gdLst>
                  <a:gd name="T0" fmla="*/ 2 w 45"/>
                  <a:gd name="T1" fmla="*/ 0 h 4"/>
                  <a:gd name="T2" fmla="*/ 0 w 45"/>
                  <a:gd name="T3" fmla="*/ 0 h 4"/>
                  <a:gd name="T4" fmla="*/ 45 w 45"/>
                  <a:gd name="T5" fmla="*/ 4 h 4"/>
                  <a:gd name="T6" fmla="*/ 2 w 45"/>
                  <a:gd name="T7" fmla="*/ 0 h 4"/>
                </a:gdLst>
                <a:ahLst/>
                <a:cxnLst>
                  <a:cxn ang="0">
                    <a:pos x="T0" y="T1"/>
                  </a:cxn>
                  <a:cxn ang="0">
                    <a:pos x="T2" y="T3"/>
                  </a:cxn>
                  <a:cxn ang="0">
                    <a:pos x="T4" y="T5"/>
                  </a:cxn>
                  <a:cxn ang="0">
                    <a:pos x="T6" y="T7"/>
                  </a:cxn>
                </a:cxnLst>
                <a:rect l="0" t="0" r="r" b="b"/>
                <a:pathLst>
                  <a:path w="45" h="4">
                    <a:moveTo>
                      <a:pt x="2" y="0"/>
                    </a:moveTo>
                    <a:lnTo>
                      <a:pt x="0" y="0"/>
                    </a:lnTo>
                    <a:lnTo>
                      <a:pt x="45" y="4"/>
                    </a:ln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0" name="Freeform 703">
                <a:extLst>
                  <a:ext uri="{FF2B5EF4-FFF2-40B4-BE49-F238E27FC236}">
                    <a16:creationId xmlns:a16="http://schemas.microsoft.com/office/drawing/2014/main" id="{1F8704F8-5507-4818-A2A3-A037C1B83BD2}"/>
                  </a:ext>
                </a:extLst>
              </p:cNvPr>
              <p:cNvSpPr>
                <a:spLocks/>
              </p:cNvSpPr>
              <p:nvPr/>
            </p:nvSpPr>
            <p:spPr bwMode="auto">
              <a:xfrm>
                <a:off x="150813" y="-2101850"/>
                <a:ext cx="22225" cy="4763"/>
              </a:xfrm>
              <a:custGeom>
                <a:avLst/>
                <a:gdLst>
                  <a:gd name="T0" fmla="*/ 4 w 14"/>
                  <a:gd name="T1" fmla="*/ 0 h 3"/>
                  <a:gd name="T2" fmla="*/ 0 w 14"/>
                  <a:gd name="T3" fmla="*/ 3 h 3"/>
                  <a:gd name="T4" fmla="*/ 14 w 14"/>
                  <a:gd name="T5" fmla="*/ 3 h 3"/>
                  <a:gd name="T6" fmla="*/ 4 w 14"/>
                  <a:gd name="T7" fmla="*/ 0 h 3"/>
                </a:gdLst>
                <a:ahLst/>
                <a:cxnLst>
                  <a:cxn ang="0">
                    <a:pos x="T0" y="T1"/>
                  </a:cxn>
                  <a:cxn ang="0">
                    <a:pos x="T2" y="T3"/>
                  </a:cxn>
                  <a:cxn ang="0">
                    <a:pos x="T4" y="T5"/>
                  </a:cxn>
                  <a:cxn ang="0">
                    <a:pos x="T6" y="T7"/>
                  </a:cxn>
                </a:cxnLst>
                <a:rect l="0" t="0" r="r" b="b"/>
                <a:pathLst>
                  <a:path w="14" h="3">
                    <a:moveTo>
                      <a:pt x="4" y="0"/>
                    </a:moveTo>
                    <a:lnTo>
                      <a:pt x="0" y="3"/>
                    </a:lnTo>
                    <a:lnTo>
                      <a:pt x="14" y="3"/>
                    </a:ln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1" name="Freeform 704">
                <a:extLst>
                  <a:ext uri="{FF2B5EF4-FFF2-40B4-BE49-F238E27FC236}">
                    <a16:creationId xmlns:a16="http://schemas.microsoft.com/office/drawing/2014/main" id="{FC6362F8-56DE-4AD5-A699-B79E6CCCAC21}"/>
                  </a:ext>
                </a:extLst>
              </p:cNvPr>
              <p:cNvSpPr>
                <a:spLocks/>
              </p:cNvSpPr>
              <p:nvPr/>
            </p:nvSpPr>
            <p:spPr bwMode="auto">
              <a:xfrm>
                <a:off x="179388" y="-2105025"/>
                <a:ext cx="57150" cy="19050"/>
              </a:xfrm>
              <a:custGeom>
                <a:avLst/>
                <a:gdLst>
                  <a:gd name="T0" fmla="*/ 15 w 15"/>
                  <a:gd name="T1" fmla="*/ 5 h 5"/>
                  <a:gd name="T2" fmla="*/ 9 w 15"/>
                  <a:gd name="T3" fmla="*/ 4 h 5"/>
                  <a:gd name="T4" fmla="*/ 0 w 15"/>
                  <a:gd name="T5" fmla="*/ 3 h 5"/>
                  <a:gd name="T6" fmla="*/ 15 w 15"/>
                  <a:gd name="T7" fmla="*/ 5 h 5"/>
                </a:gdLst>
                <a:ahLst/>
                <a:cxnLst>
                  <a:cxn ang="0">
                    <a:pos x="T0" y="T1"/>
                  </a:cxn>
                  <a:cxn ang="0">
                    <a:pos x="T2" y="T3"/>
                  </a:cxn>
                  <a:cxn ang="0">
                    <a:pos x="T4" y="T5"/>
                  </a:cxn>
                  <a:cxn ang="0">
                    <a:pos x="T6" y="T7"/>
                  </a:cxn>
                </a:cxnLst>
                <a:rect l="0" t="0" r="r" b="b"/>
                <a:pathLst>
                  <a:path w="15" h="5">
                    <a:moveTo>
                      <a:pt x="15" y="5"/>
                    </a:moveTo>
                    <a:cubicBezTo>
                      <a:pt x="9" y="4"/>
                      <a:pt x="9" y="4"/>
                      <a:pt x="9" y="4"/>
                    </a:cubicBezTo>
                    <a:cubicBezTo>
                      <a:pt x="6" y="3"/>
                      <a:pt x="1" y="0"/>
                      <a:pt x="0" y="3"/>
                    </a:cubicBezTo>
                    <a:cubicBezTo>
                      <a:pt x="5" y="3"/>
                      <a:pt x="10" y="5"/>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2" name="Freeform 705">
                <a:extLst>
                  <a:ext uri="{FF2B5EF4-FFF2-40B4-BE49-F238E27FC236}">
                    <a16:creationId xmlns:a16="http://schemas.microsoft.com/office/drawing/2014/main" id="{FFD69CA5-00D5-45EA-A712-65FD2D351C16}"/>
                  </a:ext>
                </a:extLst>
              </p:cNvPr>
              <p:cNvSpPr>
                <a:spLocks/>
              </p:cNvSpPr>
              <p:nvPr/>
            </p:nvSpPr>
            <p:spPr bwMode="auto">
              <a:xfrm>
                <a:off x="247650" y="-2090738"/>
                <a:ext cx="19050" cy="0"/>
              </a:xfrm>
              <a:custGeom>
                <a:avLst/>
                <a:gdLst>
                  <a:gd name="T0" fmla="*/ 5 w 12"/>
                  <a:gd name="T1" fmla="*/ 0 w 12"/>
                  <a:gd name="T2" fmla="*/ 12 w 12"/>
                  <a:gd name="T3" fmla="*/ 5 w 12"/>
                </a:gdLst>
                <a:ahLst/>
                <a:cxnLst>
                  <a:cxn ang="0">
                    <a:pos x="T0" y="0"/>
                  </a:cxn>
                  <a:cxn ang="0">
                    <a:pos x="T1" y="0"/>
                  </a:cxn>
                  <a:cxn ang="0">
                    <a:pos x="T2" y="0"/>
                  </a:cxn>
                  <a:cxn ang="0">
                    <a:pos x="T3" y="0"/>
                  </a:cxn>
                </a:cxnLst>
                <a:rect l="0" t="0" r="r" b="b"/>
                <a:pathLst>
                  <a:path w="12">
                    <a:moveTo>
                      <a:pt x="5" y="0"/>
                    </a:moveTo>
                    <a:lnTo>
                      <a:pt x="0" y="0"/>
                    </a:lnTo>
                    <a:lnTo>
                      <a:pt x="12"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3" name="Freeform 706">
                <a:extLst>
                  <a:ext uri="{FF2B5EF4-FFF2-40B4-BE49-F238E27FC236}">
                    <a16:creationId xmlns:a16="http://schemas.microsoft.com/office/drawing/2014/main" id="{69A07334-D9A3-43E3-9FED-DF0BD69BBC89}"/>
                  </a:ext>
                </a:extLst>
              </p:cNvPr>
              <p:cNvSpPr>
                <a:spLocks/>
              </p:cNvSpPr>
              <p:nvPr/>
            </p:nvSpPr>
            <p:spPr bwMode="auto">
              <a:xfrm>
                <a:off x="138113" y="-2063750"/>
                <a:ext cx="15875" cy="3175"/>
              </a:xfrm>
              <a:custGeom>
                <a:avLst/>
                <a:gdLst>
                  <a:gd name="T0" fmla="*/ 0 w 4"/>
                  <a:gd name="T1" fmla="*/ 1 h 1"/>
                  <a:gd name="T2" fmla="*/ 4 w 4"/>
                  <a:gd name="T3" fmla="*/ 0 h 1"/>
                  <a:gd name="T4" fmla="*/ 0 w 4"/>
                  <a:gd name="T5" fmla="*/ 1 h 1"/>
                </a:gdLst>
                <a:ahLst/>
                <a:cxnLst>
                  <a:cxn ang="0">
                    <a:pos x="T0" y="T1"/>
                  </a:cxn>
                  <a:cxn ang="0">
                    <a:pos x="T2" y="T3"/>
                  </a:cxn>
                  <a:cxn ang="0">
                    <a:pos x="T4" y="T5"/>
                  </a:cxn>
                </a:cxnLst>
                <a:rect l="0" t="0" r="r" b="b"/>
                <a:pathLst>
                  <a:path w="4" h="1">
                    <a:moveTo>
                      <a:pt x="0" y="1"/>
                    </a:moveTo>
                    <a:cubicBezTo>
                      <a:pt x="1" y="0"/>
                      <a:pt x="3" y="1"/>
                      <a:pt x="4" y="0"/>
                    </a:cubicBezTo>
                    <a:cubicBezTo>
                      <a:pt x="3" y="0"/>
                      <a:pt x="1"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4" name="Freeform 707">
                <a:extLst>
                  <a:ext uri="{FF2B5EF4-FFF2-40B4-BE49-F238E27FC236}">
                    <a16:creationId xmlns:a16="http://schemas.microsoft.com/office/drawing/2014/main" id="{D127C214-BCAA-4D27-B70B-4E33907C7362}"/>
                  </a:ext>
                </a:extLst>
              </p:cNvPr>
              <p:cNvSpPr>
                <a:spLocks/>
              </p:cNvSpPr>
              <p:nvPr/>
            </p:nvSpPr>
            <p:spPr bwMode="auto">
              <a:xfrm>
                <a:off x="7938" y="-1951038"/>
                <a:ext cx="3175" cy="3175"/>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cubicBezTo>
                      <a:pt x="1" y="1"/>
                      <a:pt x="1" y="1"/>
                      <a:pt x="1" y="1"/>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5" name="Freeform 708">
                <a:extLst>
                  <a:ext uri="{FF2B5EF4-FFF2-40B4-BE49-F238E27FC236}">
                    <a16:creationId xmlns:a16="http://schemas.microsoft.com/office/drawing/2014/main" id="{A880AC76-9A9A-477F-A400-8B05B9034071}"/>
                  </a:ext>
                </a:extLst>
              </p:cNvPr>
              <p:cNvSpPr>
                <a:spLocks/>
              </p:cNvSpPr>
              <p:nvPr/>
            </p:nvSpPr>
            <p:spPr bwMode="auto">
              <a:xfrm>
                <a:off x="41275" y="-1890713"/>
                <a:ext cx="7938" cy="3175"/>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0"/>
                      <a:pt x="1" y="1"/>
                      <a:pt x="0" y="1"/>
                    </a:cubicBezTo>
                    <a:cubicBezTo>
                      <a:pt x="1"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6" name="Freeform 709">
                <a:extLst>
                  <a:ext uri="{FF2B5EF4-FFF2-40B4-BE49-F238E27FC236}">
                    <a16:creationId xmlns:a16="http://schemas.microsoft.com/office/drawing/2014/main" id="{605C5D13-9FB4-4FA3-B55C-13F856075E69}"/>
                  </a:ext>
                </a:extLst>
              </p:cNvPr>
              <p:cNvSpPr>
                <a:spLocks/>
              </p:cNvSpPr>
              <p:nvPr/>
            </p:nvSpPr>
            <p:spPr bwMode="auto">
              <a:xfrm>
                <a:off x="1092200" y="-1628775"/>
                <a:ext cx="57150" cy="3175"/>
              </a:xfrm>
              <a:custGeom>
                <a:avLst/>
                <a:gdLst>
                  <a:gd name="T0" fmla="*/ 0 w 36"/>
                  <a:gd name="T1" fmla="*/ 0 h 2"/>
                  <a:gd name="T2" fmla="*/ 36 w 36"/>
                  <a:gd name="T3" fmla="*/ 2 h 2"/>
                  <a:gd name="T4" fmla="*/ 14 w 36"/>
                  <a:gd name="T5" fmla="*/ 0 h 2"/>
                  <a:gd name="T6" fmla="*/ 0 w 36"/>
                  <a:gd name="T7" fmla="*/ 0 h 2"/>
                </a:gdLst>
                <a:ahLst/>
                <a:cxnLst>
                  <a:cxn ang="0">
                    <a:pos x="T0" y="T1"/>
                  </a:cxn>
                  <a:cxn ang="0">
                    <a:pos x="T2" y="T3"/>
                  </a:cxn>
                  <a:cxn ang="0">
                    <a:pos x="T4" y="T5"/>
                  </a:cxn>
                  <a:cxn ang="0">
                    <a:pos x="T6" y="T7"/>
                  </a:cxn>
                </a:cxnLst>
                <a:rect l="0" t="0" r="r" b="b"/>
                <a:pathLst>
                  <a:path w="36" h="2">
                    <a:moveTo>
                      <a:pt x="0" y="0"/>
                    </a:moveTo>
                    <a:lnTo>
                      <a:pt x="36" y="2"/>
                    </a:lnTo>
                    <a:lnTo>
                      <a:pt x="14"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7" name="Freeform 710">
                <a:extLst>
                  <a:ext uri="{FF2B5EF4-FFF2-40B4-BE49-F238E27FC236}">
                    <a16:creationId xmlns:a16="http://schemas.microsoft.com/office/drawing/2014/main" id="{AF503F80-7C14-4B84-994C-A78F67612F3E}"/>
                  </a:ext>
                </a:extLst>
              </p:cNvPr>
              <p:cNvSpPr>
                <a:spLocks/>
              </p:cNvSpPr>
              <p:nvPr/>
            </p:nvSpPr>
            <p:spPr bwMode="auto">
              <a:xfrm>
                <a:off x="1201738" y="-1620838"/>
                <a:ext cx="19050" cy="3175"/>
              </a:xfrm>
              <a:custGeom>
                <a:avLst/>
                <a:gdLst>
                  <a:gd name="T0" fmla="*/ 0 w 5"/>
                  <a:gd name="T1" fmla="*/ 0 h 1"/>
                  <a:gd name="T2" fmla="*/ 5 w 5"/>
                  <a:gd name="T3" fmla="*/ 1 h 1"/>
                  <a:gd name="T4" fmla="*/ 0 w 5"/>
                  <a:gd name="T5" fmla="*/ 0 h 1"/>
                </a:gdLst>
                <a:ahLst/>
                <a:cxnLst>
                  <a:cxn ang="0">
                    <a:pos x="T0" y="T1"/>
                  </a:cxn>
                  <a:cxn ang="0">
                    <a:pos x="T2" y="T3"/>
                  </a:cxn>
                  <a:cxn ang="0">
                    <a:pos x="T4" y="T5"/>
                  </a:cxn>
                </a:cxnLst>
                <a:rect l="0" t="0" r="r" b="b"/>
                <a:pathLst>
                  <a:path w="5" h="1">
                    <a:moveTo>
                      <a:pt x="0" y="0"/>
                    </a:moveTo>
                    <a:cubicBezTo>
                      <a:pt x="5" y="1"/>
                      <a:pt x="5" y="1"/>
                      <a:pt x="5" y="1"/>
                    </a:cubicBezTo>
                    <a:cubicBezTo>
                      <a:pt x="4"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8" name="Freeform 711">
                <a:extLst>
                  <a:ext uri="{FF2B5EF4-FFF2-40B4-BE49-F238E27FC236}">
                    <a16:creationId xmlns:a16="http://schemas.microsoft.com/office/drawing/2014/main" id="{759EC633-72C9-46EC-AE19-08F919D031FC}"/>
                  </a:ext>
                </a:extLst>
              </p:cNvPr>
              <p:cNvSpPr>
                <a:spLocks/>
              </p:cNvSpPr>
              <p:nvPr/>
            </p:nvSpPr>
            <p:spPr bwMode="auto">
              <a:xfrm>
                <a:off x="957263" y="-1636713"/>
                <a:ext cx="123825" cy="7938"/>
              </a:xfrm>
              <a:custGeom>
                <a:avLst/>
                <a:gdLst>
                  <a:gd name="T0" fmla="*/ 0 w 33"/>
                  <a:gd name="T1" fmla="*/ 0 h 2"/>
                  <a:gd name="T2" fmla="*/ 33 w 33"/>
                  <a:gd name="T3" fmla="*/ 2 h 2"/>
                  <a:gd name="T4" fmla="*/ 0 w 33"/>
                  <a:gd name="T5" fmla="*/ 0 h 2"/>
                </a:gdLst>
                <a:ahLst/>
                <a:cxnLst>
                  <a:cxn ang="0">
                    <a:pos x="T0" y="T1"/>
                  </a:cxn>
                  <a:cxn ang="0">
                    <a:pos x="T2" y="T3"/>
                  </a:cxn>
                  <a:cxn ang="0">
                    <a:pos x="T4" y="T5"/>
                  </a:cxn>
                </a:cxnLst>
                <a:rect l="0" t="0" r="r" b="b"/>
                <a:pathLst>
                  <a:path w="33" h="2">
                    <a:moveTo>
                      <a:pt x="0" y="0"/>
                    </a:moveTo>
                    <a:cubicBezTo>
                      <a:pt x="11" y="2"/>
                      <a:pt x="22" y="1"/>
                      <a:pt x="33" y="2"/>
                    </a:cubicBezTo>
                    <a:cubicBezTo>
                      <a:pt x="23" y="0"/>
                      <a:pt x="1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9" name="Freeform 712">
                <a:extLst>
                  <a:ext uri="{FF2B5EF4-FFF2-40B4-BE49-F238E27FC236}">
                    <a16:creationId xmlns:a16="http://schemas.microsoft.com/office/drawing/2014/main" id="{E42CD165-CD34-4BE8-BAB8-32D1B12D2651}"/>
                  </a:ext>
                </a:extLst>
              </p:cNvPr>
              <p:cNvSpPr>
                <a:spLocks/>
              </p:cNvSpPr>
              <p:nvPr/>
            </p:nvSpPr>
            <p:spPr bwMode="auto">
              <a:xfrm>
                <a:off x="682625" y="-1651000"/>
                <a:ext cx="241300" cy="14288"/>
              </a:xfrm>
              <a:custGeom>
                <a:avLst/>
                <a:gdLst>
                  <a:gd name="T0" fmla="*/ 63 w 64"/>
                  <a:gd name="T1" fmla="*/ 4 h 4"/>
                  <a:gd name="T2" fmla="*/ 64 w 64"/>
                  <a:gd name="T3" fmla="*/ 3 h 4"/>
                  <a:gd name="T4" fmla="*/ 3 w 64"/>
                  <a:gd name="T5" fmla="*/ 0 h 4"/>
                  <a:gd name="T6" fmla="*/ 0 w 64"/>
                  <a:gd name="T7" fmla="*/ 2 h 4"/>
                  <a:gd name="T8" fmla="*/ 63 w 64"/>
                  <a:gd name="T9" fmla="*/ 4 h 4"/>
                </a:gdLst>
                <a:ahLst/>
                <a:cxnLst>
                  <a:cxn ang="0">
                    <a:pos x="T0" y="T1"/>
                  </a:cxn>
                  <a:cxn ang="0">
                    <a:pos x="T2" y="T3"/>
                  </a:cxn>
                  <a:cxn ang="0">
                    <a:pos x="T4" y="T5"/>
                  </a:cxn>
                  <a:cxn ang="0">
                    <a:pos x="T6" y="T7"/>
                  </a:cxn>
                  <a:cxn ang="0">
                    <a:pos x="T8" y="T9"/>
                  </a:cxn>
                </a:cxnLst>
                <a:rect l="0" t="0" r="r" b="b"/>
                <a:pathLst>
                  <a:path w="64" h="4">
                    <a:moveTo>
                      <a:pt x="63" y="4"/>
                    </a:moveTo>
                    <a:cubicBezTo>
                      <a:pt x="64" y="3"/>
                      <a:pt x="64" y="3"/>
                      <a:pt x="64" y="3"/>
                    </a:cubicBezTo>
                    <a:cubicBezTo>
                      <a:pt x="45" y="3"/>
                      <a:pt x="22" y="1"/>
                      <a:pt x="3" y="0"/>
                    </a:cubicBezTo>
                    <a:cubicBezTo>
                      <a:pt x="0" y="2"/>
                      <a:pt x="0" y="2"/>
                      <a:pt x="0" y="2"/>
                    </a:cubicBezTo>
                    <a:cubicBezTo>
                      <a:pt x="21" y="2"/>
                      <a:pt x="42" y="3"/>
                      <a:pt x="6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80" name="Freeform 713">
                <a:extLst>
                  <a:ext uri="{FF2B5EF4-FFF2-40B4-BE49-F238E27FC236}">
                    <a16:creationId xmlns:a16="http://schemas.microsoft.com/office/drawing/2014/main" id="{6ED0C317-A464-45BB-9158-8471753DE0BF}"/>
                  </a:ext>
                </a:extLst>
              </p:cNvPr>
              <p:cNvSpPr>
                <a:spLocks/>
              </p:cNvSpPr>
              <p:nvPr/>
            </p:nvSpPr>
            <p:spPr bwMode="auto">
              <a:xfrm>
                <a:off x="931863" y="-1639888"/>
                <a:ext cx="17463" cy="3175"/>
              </a:xfrm>
              <a:custGeom>
                <a:avLst/>
                <a:gdLst>
                  <a:gd name="T0" fmla="*/ 5 w 5"/>
                  <a:gd name="T1" fmla="*/ 1 h 1"/>
                  <a:gd name="T2" fmla="*/ 0 w 5"/>
                  <a:gd name="T3" fmla="*/ 1 h 1"/>
                  <a:gd name="T4" fmla="*/ 5 w 5"/>
                  <a:gd name="T5" fmla="*/ 1 h 1"/>
                </a:gdLst>
                <a:ahLst/>
                <a:cxnLst>
                  <a:cxn ang="0">
                    <a:pos x="T0" y="T1"/>
                  </a:cxn>
                  <a:cxn ang="0">
                    <a:pos x="T2" y="T3"/>
                  </a:cxn>
                  <a:cxn ang="0">
                    <a:pos x="T4" y="T5"/>
                  </a:cxn>
                </a:cxnLst>
                <a:rect l="0" t="0" r="r" b="b"/>
                <a:pathLst>
                  <a:path w="5" h="1">
                    <a:moveTo>
                      <a:pt x="5" y="1"/>
                    </a:moveTo>
                    <a:cubicBezTo>
                      <a:pt x="4" y="0"/>
                      <a:pt x="1" y="0"/>
                      <a:pt x="0" y="1"/>
                    </a:cubicBezTo>
                    <a:lnTo>
                      <a:pt x="5"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81" name="Freeform 714">
                <a:extLst>
                  <a:ext uri="{FF2B5EF4-FFF2-40B4-BE49-F238E27FC236}">
                    <a16:creationId xmlns:a16="http://schemas.microsoft.com/office/drawing/2014/main" id="{923246B2-FACA-4099-BA1B-5D10FAD8E0D8}"/>
                  </a:ext>
                </a:extLst>
              </p:cNvPr>
              <p:cNvSpPr>
                <a:spLocks/>
              </p:cNvSpPr>
              <p:nvPr/>
            </p:nvSpPr>
            <p:spPr bwMode="auto">
              <a:xfrm>
                <a:off x="1227138" y="-1606550"/>
                <a:ext cx="38100" cy="4763"/>
              </a:xfrm>
              <a:custGeom>
                <a:avLst/>
                <a:gdLst>
                  <a:gd name="T0" fmla="*/ 0 w 10"/>
                  <a:gd name="T1" fmla="*/ 0 h 1"/>
                  <a:gd name="T2" fmla="*/ 10 w 10"/>
                  <a:gd name="T3" fmla="*/ 1 h 1"/>
                  <a:gd name="T4" fmla="*/ 0 w 10"/>
                  <a:gd name="T5" fmla="*/ 0 h 1"/>
                </a:gdLst>
                <a:ahLst/>
                <a:cxnLst>
                  <a:cxn ang="0">
                    <a:pos x="T0" y="T1"/>
                  </a:cxn>
                  <a:cxn ang="0">
                    <a:pos x="T2" y="T3"/>
                  </a:cxn>
                  <a:cxn ang="0">
                    <a:pos x="T4" y="T5"/>
                  </a:cxn>
                </a:cxnLst>
                <a:rect l="0" t="0" r="r" b="b"/>
                <a:pathLst>
                  <a:path w="10" h="1">
                    <a:moveTo>
                      <a:pt x="0" y="0"/>
                    </a:moveTo>
                    <a:cubicBezTo>
                      <a:pt x="10" y="1"/>
                      <a:pt x="10" y="1"/>
                      <a:pt x="10" y="1"/>
                    </a:cubicBezTo>
                    <a:cubicBezTo>
                      <a:pt x="6" y="0"/>
                      <a:pt x="3"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82" name="Freeform 715">
                <a:extLst>
                  <a:ext uri="{FF2B5EF4-FFF2-40B4-BE49-F238E27FC236}">
                    <a16:creationId xmlns:a16="http://schemas.microsoft.com/office/drawing/2014/main" id="{C93147ED-B489-4D5F-9B33-A4C86326CEFF}"/>
                  </a:ext>
                </a:extLst>
              </p:cNvPr>
              <p:cNvSpPr>
                <a:spLocks/>
              </p:cNvSpPr>
              <p:nvPr/>
            </p:nvSpPr>
            <p:spPr bwMode="auto">
              <a:xfrm>
                <a:off x="1209675" y="-1606550"/>
                <a:ext cx="17463" cy="0"/>
              </a:xfrm>
              <a:custGeom>
                <a:avLst/>
                <a:gdLst>
                  <a:gd name="T0" fmla="*/ 5 w 5"/>
                  <a:gd name="T1" fmla="*/ 0 w 5"/>
                  <a:gd name="T2" fmla="*/ 5 w 5"/>
                </a:gdLst>
                <a:ahLst/>
                <a:cxnLst>
                  <a:cxn ang="0">
                    <a:pos x="T0" y="0"/>
                  </a:cxn>
                  <a:cxn ang="0">
                    <a:pos x="T1" y="0"/>
                  </a:cxn>
                  <a:cxn ang="0">
                    <a:pos x="T2" y="0"/>
                  </a:cxn>
                </a:cxnLst>
                <a:rect l="0" t="0" r="r" b="b"/>
                <a:pathLst>
                  <a:path w="5">
                    <a:moveTo>
                      <a:pt x="5" y="0"/>
                    </a:moveTo>
                    <a:cubicBezTo>
                      <a:pt x="0" y="0"/>
                      <a:pt x="0" y="0"/>
                      <a:pt x="0" y="0"/>
                    </a:cubicBezTo>
                    <a:cubicBezTo>
                      <a:pt x="2" y="0"/>
                      <a:pt x="3"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sp>
          <p:nvSpPr>
            <p:cNvPr id="83" name="矩形 82">
              <a:extLst>
                <a:ext uri="{FF2B5EF4-FFF2-40B4-BE49-F238E27FC236}">
                  <a16:creationId xmlns:a16="http://schemas.microsoft.com/office/drawing/2014/main" id="{9197D060-E221-47D9-B076-92698ECD8457}"/>
                </a:ext>
              </a:extLst>
            </p:cNvPr>
            <p:cNvSpPr/>
            <p:nvPr/>
          </p:nvSpPr>
          <p:spPr>
            <a:xfrm>
              <a:off x="6790974" y="2014565"/>
              <a:ext cx="1708095" cy="1230786"/>
            </a:xfrm>
            <a:prstGeom prst="rect">
              <a:avLst/>
            </a:prstGeom>
          </p:spPr>
          <p:txBody>
            <a:bodyPr wrap="square">
              <a:spAutoFit/>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lang="zh-CN" altLang="en-US" sz="2000" spc="300" dirty="0">
                  <a:solidFill>
                    <a:prstClr val="white"/>
                  </a:solidFill>
                  <a:latin typeface="+mj-ea"/>
                  <a:ea typeface="+mj-ea"/>
                  <a:cs typeface="+mn-ea"/>
                  <a:sym typeface="+mn-lt"/>
                </a:rPr>
                <a:t>姓名</a:t>
              </a:r>
              <a:endParaRPr lang="en-US" altLang="zh-CN" sz="2000" spc="300" dirty="0">
                <a:solidFill>
                  <a:prstClr val="white"/>
                </a:solidFill>
                <a:latin typeface="+mj-ea"/>
                <a:ea typeface="+mj-ea"/>
                <a:cs typeface="+mn-ea"/>
                <a:sym typeface="+mn-lt"/>
              </a:endParaRPr>
            </a:p>
            <a:p>
              <a:pPr marL="0" marR="0" lvl="0" indent="0" algn="ctr" defTabSz="914400" rtl="0" eaLnBrk="1" fontAlgn="auto" latinLnBrk="0" hangingPunct="1">
                <a:lnSpc>
                  <a:spcPct val="2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E333E"/>
                  </a:solidFill>
                  <a:effectLst/>
                  <a:uLnTx/>
                  <a:uFillTx/>
                  <a:cs typeface="+mn-ea"/>
                  <a:sym typeface="+mn-lt"/>
                </a:rPr>
                <a:t>团队主持人</a:t>
              </a:r>
              <a:endParaRPr kumimoji="0" lang="en-US" altLang="zh-CN" sz="2000" b="0" i="0" u="none" strike="noStrike" kern="1200" cap="none" spc="0" normalizeH="0" baseline="0" noProof="0" dirty="0">
                <a:ln>
                  <a:noFill/>
                </a:ln>
                <a:solidFill>
                  <a:srgbClr val="2E333E"/>
                </a:solidFill>
                <a:effectLst/>
                <a:uLnTx/>
                <a:uFillTx/>
                <a:cs typeface="+mn-ea"/>
                <a:sym typeface="+mn-lt"/>
              </a:endParaRPr>
            </a:p>
          </p:txBody>
        </p:sp>
      </p:grpSp>
      <p:sp>
        <p:nvSpPr>
          <p:cNvPr id="89" name="文本框 88">
            <a:extLst>
              <a:ext uri="{FF2B5EF4-FFF2-40B4-BE49-F238E27FC236}">
                <a16:creationId xmlns:a16="http://schemas.microsoft.com/office/drawing/2014/main" id="{C9C21350-AA78-4BB7-A6A6-5BA3B6151CCC}"/>
              </a:ext>
            </a:extLst>
          </p:cNvPr>
          <p:cNvSpPr txBox="1"/>
          <p:nvPr/>
        </p:nvSpPr>
        <p:spPr>
          <a:xfrm>
            <a:off x="7077578" y="3702019"/>
            <a:ext cx="3784803" cy="1897122"/>
          </a:xfrm>
          <a:prstGeom prst="rect">
            <a:avLst/>
          </a:prstGeom>
          <a:noFill/>
        </p:spPr>
        <p:txBody>
          <a:bodyPr wrap="square" rtlCol="0">
            <a:spAutoFit/>
          </a:bodyPr>
          <a:lstStyle/>
          <a:p>
            <a:pPr algn="just">
              <a:lnSpc>
                <a:spcPct val="15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a:t>
            </a:r>
          </a:p>
        </p:txBody>
      </p:sp>
      <p:sp>
        <p:nvSpPr>
          <p:cNvPr id="2" name="椭圆 1">
            <a:extLst>
              <a:ext uri="{FF2B5EF4-FFF2-40B4-BE49-F238E27FC236}">
                <a16:creationId xmlns:a16="http://schemas.microsoft.com/office/drawing/2014/main" id="{0A92DA81-42B9-4F56-AF36-423CE791A93A}"/>
              </a:ext>
            </a:extLst>
          </p:cNvPr>
          <p:cNvSpPr/>
          <p:nvPr/>
        </p:nvSpPr>
        <p:spPr>
          <a:xfrm>
            <a:off x="1449446" y="1704372"/>
            <a:ext cx="1507227" cy="1507227"/>
          </a:xfrm>
          <a:prstGeom prst="ellipse">
            <a:avLst/>
          </a:prstGeom>
          <a:blipFill dpi="0" rotWithShape="1">
            <a:blip r:embed="rId3"/>
            <a:srcRect/>
            <a:tile tx="-1447800" ty="0" sx="20000" sy="20000" flip="none" algn="tl"/>
          </a:blipFill>
          <a:ln w="76200">
            <a:solidFill>
              <a:schemeClr val="bg1">
                <a:lumMod val="95000"/>
              </a:schemeClr>
            </a:solidFill>
          </a:ln>
          <a:effectLst>
            <a:outerShdw blurRad="1651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61" name="椭圆 60">
            <a:extLst>
              <a:ext uri="{FF2B5EF4-FFF2-40B4-BE49-F238E27FC236}">
                <a16:creationId xmlns:a16="http://schemas.microsoft.com/office/drawing/2014/main" id="{AA2EBB14-A08E-4811-BE15-70F9A26F713A}"/>
              </a:ext>
            </a:extLst>
          </p:cNvPr>
          <p:cNvSpPr/>
          <p:nvPr/>
        </p:nvSpPr>
        <p:spPr>
          <a:xfrm>
            <a:off x="7221262" y="1644953"/>
            <a:ext cx="1507227" cy="1507227"/>
          </a:xfrm>
          <a:prstGeom prst="ellipse">
            <a:avLst/>
          </a:prstGeom>
          <a:blipFill dpi="0" rotWithShape="1">
            <a:blip r:embed="rId3"/>
            <a:srcRect/>
            <a:tile tx="-1447800" ty="0" sx="20000" sy="20000" flip="none" algn="tl"/>
          </a:blipFill>
          <a:ln w="76200">
            <a:solidFill>
              <a:schemeClr val="bg1">
                <a:lumMod val="95000"/>
              </a:schemeClr>
            </a:solidFill>
          </a:ln>
          <a:effectLst>
            <a:outerShdw blurRad="1651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5" name="文本框 4">
            <a:extLst>
              <a:ext uri="{FF2B5EF4-FFF2-40B4-BE49-F238E27FC236}">
                <a16:creationId xmlns:a16="http://schemas.microsoft.com/office/drawing/2014/main" id="{604C5CB9-F8D8-48B0-82A6-60112EE98FC4}"/>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人物介绍页</a:t>
            </a:r>
          </a:p>
        </p:txBody>
      </p:sp>
    </p:spTree>
    <p:extLst>
      <p:ext uri="{BB962C8B-B14F-4D97-AF65-F5344CB8AC3E}">
        <p14:creationId xmlns:p14="http://schemas.microsoft.com/office/powerpoint/2010/main" val="37340600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52">
            <a:extLst>
              <a:ext uri="{FF2B5EF4-FFF2-40B4-BE49-F238E27FC236}">
                <a16:creationId xmlns:a16="http://schemas.microsoft.com/office/drawing/2014/main" id="{EC947548-7923-4525-B1B1-17F0C4E5CCDC}"/>
              </a:ext>
            </a:extLst>
          </p:cNvPr>
          <p:cNvSpPr/>
          <p:nvPr/>
        </p:nvSpPr>
        <p:spPr>
          <a:xfrm>
            <a:off x="695325" y="1504759"/>
            <a:ext cx="3347759" cy="4443996"/>
          </a:xfrm>
          <a:prstGeom prst="roundRect">
            <a:avLst>
              <a:gd name="adj" fmla="val 2533"/>
            </a:avLst>
          </a:prstGeom>
          <a:solidFill>
            <a:schemeClr val="bg1"/>
          </a:solidFill>
          <a:ln>
            <a:noFill/>
          </a:ln>
          <a:effectLst>
            <a:outerShdw blurRad="50800" dist="50800" dir="5400000" algn="t"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7" name="组合 6">
            <a:extLst>
              <a:ext uri="{FF2B5EF4-FFF2-40B4-BE49-F238E27FC236}">
                <a16:creationId xmlns:a16="http://schemas.microsoft.com/office/drawing/2014/main" id="{B74858F0-2742-488C-B41E-69A748E2137A}"/>
              </a:ext>
            </a:extLst>
          </p:cNvPr>
          <p:cNvGrpSpPr/>
          <p:nvPr/>
        </p:nvGrpSpPr>
        <p:grpSpPr>
          <a:xfrm>
            <a:off x="2557713" y="1816865"/>
            <a:ext cx="1238154" cy="571501"/>
            <a:chOff x="7938" y="-2173288"/>
            <a:chExt cx="1543050" cy="571501"/>
          </a:xfrm>
          <a:solidFill>
            <a:schemeClr val="accent1"/>
          </a:solidFill>
        </p:grpSpPr>
        <p:sp>
          <p:nvSpPr>
            <p:cNvPr id="9" name="Freeform 692">
              <a:extLst>
                <a:ext uri="{FF2B5EF4-FFF2-40B4-BE49-F238E27FC236}">
                  <a16:creationId xmlns:a16="http://schemas.microsoft.com/office/drawing/2014/main" id="{3A4B3B1E-5188-4A4C-87B8-3B7B3E1D7116}"/>
                </a:ext>
              </a:extLst>
            </p:cNvPr>
            <p:cNvSpPr>
              <a:spLocks/>
            </p:cNvSpPr>
            <p:nvPr/>
          </p:nvSpPr>
          <p:spPr bwMode="auto">
            <a:xfrm>
              <a:off x="1141413" y="-2168525"/>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0" name="Freeform 693">
              <a:extLst>
                <a:ext uri="{FF2B5EF4-FFF2-40B4-BE49-F238E27FC236}">
                  <a16:creationId xmlns:a16="http://schemas.microsoft.com/office/drawing/2014/main" id="{405B5B25-9A62-4D32-B093-D0936CBFACE1}"/>
                </a:ext>
              </a:extLst>
            </p:cNvPr>
            <p:cNvSpPr>
              <a:spLocks/>
            </p:cNvSpPr>
            <p:nvPr/>
          </p:nvSpPr>
          <p:spPr bwMode="auto">
            <a:xfrm>
              <a:off x="1141413" y="-2173288"/>
              <a:ext cx="60325" cy="7938"/>
            </a:xfrm>
            <a:custGeom>
              <a:avLst/>
              <a:gdLst>
                <a:gd name="T0" fmla="*/ 16 w 16"/>
                <a:gd name="T1" fmla="*/ 2 h 2"/>
                <a:gd name="T2" fmla="*/ 16 w 16"/>
                <a:gd name="T3" fmla="*/ 1 h 2"/>
                <a:gd name="T4" fmla="*/ 5 w 16"/>
                <a:gd name="T5" fmla="*/ 1 h 2"/>
                <a:gd name="T6" fmla="*/ 0 w 16"/>
                <a:gd name="T7" fmla="*/ 1 h 2"/>
                <a:gd name="T8" fmla="*/ 16 w 16"/>
                <a:gd name="T9" fmla="*/ 2 h 2"/>
              </a:gdLst>
              <a:ahLst/>
              <a:cxnLst>
                <a:cxn ang="0">
                  <a:pos x="T0" y="T1"/>
                </a:cxn>
                <a:cxn ang="0">
                  <a:pos x="T2" y="T3"/>
                </a:cxn>
                <a:cxn ang="0">
                  <a:pos x="T4" y="T5"/>
                </a:cxn>
                <a:cxn ang="0">
                  <a:pos x="T6" y="T7"/>
                </a:cxn>
                <a:cxn ang="0">
                  <a:pos x="T8" y="T9"/>
                </a:cxn>
              </a:cxnLst>
              <a:rect l="0" t="0" r="r" b="b"/>
              <a:pathLst>
                <a:path w="16" h="2">
                  <a:moveTo>
                    <a:pt x="16" y="2"/>
                  </a:moveTo>
                  <a:cubicBezTo>
                    <a:pt x="16" y="1"/>
                    <a:pt x="16" y="1"/>
                    <a:pt x="16" y="1"/>
                  </a:cubicBezTo>
                  <a:cubicBezTo>
                    <a:pt x="13" y="0"/>
                    <a:pt x="8" y="0"/>
                    <a:pt x="5" y="1"/>
                  </a:cubicBezTo>
                  <a:cubicBezTo>
                    <a:pt x="3" y="0"/>
                    <a:pt x="2" y="0"/>
                    <a:pt x="0" y="1"/>
                  </a:cubicBezTo>
                  <a:cubicBezTo>
                    <a:pt x="5" y="2"/>
                    <a:pt x="11" y="2"/>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1" name="Freeform 699">
              <a:extLst>
                <a:ext uri="{FF2B5EF4-FFF2-40B4-BE49-F238E27FC236}">
                  <a16:creationId xmlns:a16="http://schemas.microsoft.com/office/drawing/2014/main" id="{14F96D99-531A-48DD-AC11-3CC4B8EF341C}"/>
                </a:ext>
              </a:extLst>
            </p:cNvPr>
            <p:cNvSpPr>
              <a:spLocks/>
            </p:cNvSpPr>
            <p:nvPr/>
          </p:nvSpPr>
          <p:spPr bwMode="auto">
            <a:xfrm>
              <a:off x="1201738" y="-2173288"/>
              <a:ext cx="7938" cy="7938"/>
            </a:xfrm>
            <a:custGeom>
              <a:avLst/>
              <a:gdLst>
                <a:gd name="T0" fmla="*/ 1 w 2"/>
                <a:gd name="T1" fmla="*/ 2 h 2"/>
                <a:gd name="T2" fmla="*/ 2 w 2"/>
                <a:gd name="T3" fmla="*/ 2 h 2"/>
                <a:gd name="T4" fmla="*/ 2 w 2"/>
                <a:gd name="T5" fmla="*/ 0 h 2"/>
                <a:gd name="T6" fmla="*/ 1 w 2"/>
                <a:gd name="T7" fmla="*/ 2 h 2"/>
              </a:gdLst>
              <a:ahLst/>
              <a:cxnLst>
                <a:cxn ang="0">
                  <a:pos x="T0" y="T1"/>
                </a:cxn>
                <a:cxn ang="0">
                  <a:pos x="T2" y="T3"/>
                </a:cxn>
                <a:cxn ang="0">
                  <a:pos x="T4" y="T5"/>
                </a:cxn>
                <a:cxn ang="0">
                  <a:pos x="T6" y="T7"/>
                </a:cxn>
              </a:cxnLst>
              <a:rect l="0" t="0" r="r" b="b"/>
              <a:pathLst>
                <a:path w="2" h="2">
                  <a:moveTo>
                    <a:pt x="1" y="2"/>
                  </a:moveTo>
                  <a:cubicBezTo>
                    <a:pt x="2" y="2"/>
                    <a:pt x="2" y="2"/>
                    <a:pt x="2" y="2"/>
                  </a:cubicBezTo>
                  <a:cubicBezTo>
                    <a:pt x="2" y="0"/>
                    <a:pt x="2" y="0"/>
                    <a:pt x="2" y="0"/>
                  </a:cubicBezTo>
                  <a:cubicBezTo>
                    <a:pt x="0" y="0"/>
                    <a:pt x="2"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2" name="Freeform 700">
              <a:extLst>
                <a:ext uri="{FF2B5EF4-FFF2-40B4-BE49-F238E27FC236}">
                  <a16:creationId xmlns:a16="http://schemas.microsoft.com/office/drawing/2014/main" id="{6B72FF4A-3392-4599-95F1-FA2A1F478F9A}"/>
                </a:ext>
              </a:extLst>
            </p:cNvPr>
            <p:cNvSpPr>
              <a:spLocks/>
            </p:cNvSpPr>
            <p:nvPr/>
          </p:nvSpPr>
          <p:spPr bwMode="auto">
            <a:xfrm>
              <a:off x="322263" y="-2101850"/>
              <a:ext cx="52388" cy="19050"/>
            </a:xfrm>
            <a:custGeom>
              <a:avLst/>
              <a:gdLst>
                <a:gd name="T0" fmla="*/ 14 w 14"/>
                <a:gd name="T1" fmla="*/ 5 h 5"/>
                <a:gd name="T2" fmla="*/ 14 w 14"/>
                <a:gd name="T3" fmla="*/ 4 h 5"/>
                <a:gd name="T4" fmla="*/ 5 w 14"/>
                <a:gd name="T5" fmla="*/ 2 h 5"/>
                <a:gd name="T6" fmla="*/ 6 w 14"/>
                <a:gd name="T7" fmla="*/ 1 h 5"/>
                <a:gd name="T8" fmla="*/ 0 w 14"/>
                <a:gd name="T9" fmla="*/ 0 h 5"/>
                <a:gd name="T10" fmla="*/ 1 w 14"/>
                <a:gd name="T11" fmla="*/ 2 h 5"/>
                <a:gd name="T12" fmla="*/ 14 w 14"/>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4" h="5">
                  <a:moveTo>
                    <a:pt x="14" y="5"/>
                  </a:moveTo>
                  <a:cubicBezTo>
                    <a:pt x="14" y="4"/>
                    <a:pt x="14" y="4"/>
                    <a:pt x="14" y="4"/>
                  </a:cubicBezTo>
                  <a:cubicBezTo>
                    <a:pt x="11" y="3"/>
                    <a:pt x="7" y="5"/>
                    <a:pt x="5" y="2"/>
                  </a:cubicBezTo>
                  <a:cubicBezTo>
                    <a:pt x="6" y="1"/>
                    <a:pt x="6" y="1"/>
                    <a:pt x="6" y="1"/>
                  </a:cubicBezTo>
                  <a:cubicBezTo>
                    <a:pt x="4" y="1"/>
                    <a:pt x="2" y="0"/>
                    <a:pt x="0" y="0"/>
                  </a:cubicBezTo>
                  <a:cubicBezTo>
                    <a:pt x="1" y="2"/>
                    <a:pt x="1" y="2"/>
                    <a:pt x="1" y="2"/>
                  </a:cubicBezTo>
                  <a:cubicBezTo>
                    <a:pt x="5" y="3"/>
                    <a:pt x="9" y="5"/>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3" name="Freeform 701">
              <a:extLst>
                <a:ext uri="{FF2B5EF4-FFF2-40B4-BE49-F238E27FC236}">
                  <a16:creationId xmlns:a16="http://schemas.microsoft.com/office/drawing/2014/main" id="{B645E4BB-39C5-410B-942E-BCD9A82171DE}"/>
                </a:ext>
              </a:extLst>
            </p:cNvPr>
            <p:cNvSpPr>
              <a:spLocks noEditPoints="1"/>
            </p:cNvSpPr>
            <p:nvPr/>
          </p:nvSpPr>
          <p:spPr bwMode="auto">
            <a:xfrm>
              <a:off x="7938" y="-2071688"/>
              <a:ext cx="1516063" cy="465138"/>
            </a:xfrm>
            <a:custGeom>
              <a:avLst/>
              <a:gdLst>
                <a:gd name="T0" fmla="*/ 515 w 515"/>
                <a:gd name="T1" fmla="*/ 105 h 124"/>
                <a:gd name="T2" fmla="*/ 494 w 515"/>
                <a:gd name="T3" fmla="*/ 98 h 124"/>
                <a:gd name="T4" fmla="*/ 449 w 515"/>
                <a:gd name="T5" fmla="*/ 93 h 124"/>
                <a:gd name="T6" fmla="*/ 497 w 515"/>
                <a:gd name="T7" fmla="*/ 88 h 124"/>
                <a:gd name="T8" fmla="*/ 502 w 515"/>
                <a:gd name="T9" fmla="*/ 82 h 124"/>
                <a:gd name="T10" fmla="*/ 509 w 515"/>
                <a:gd name="T11" fmla="*/ 75 h 124"/>
                <a:gd name="T12" fmla="*/ 505 w 515"/>
                <a:gd name="T13" fmla="*/ 70 h 124"/>
                <a:gd name="T14" fmla="*/ 432 w 515"/>
                <a:gd name="T15" fmla="*/ 59 h 124"/>
                <a:gd name="T16" fmla="*/ 365 w 515"/>
                <a:gd name="T17" fmla="*/ 46 h 124"/>
                <a:gd name="T18" fmla="*/ 433 w 515"/>
                <a:gd name="T19" fmla="*/ 50 h 124"/>
                <a:gd name="T20" fmla="*/ 411 w 515"/>
                <a:gd name="T21" fmla="*/ 44 h 124"/>
                <a:gd name="T22" fmla="*/ 361 w 515"/>
                <a:gd name="T23" fmla="*/ 33 h 124"/>
                <a:gd name="T24" fmla="*/ 379 w 515"/>
                <a:gd name="T25" fmla="*/ 33 h 124"/>
                <a:gd name="T26" fmla="*/ 470 w 515"/>
                <a:gd name="T27" fmla="*/ 35 h 124"/>
                <a:gd name="T28" fmla="*/ 441 w 515"/>
                <a:gd name="T29" fmla="*/ 30 h 124"/>
                <a:gd name="T30" fmla="*/ 440 w 515"/>
                <a:gd name="T31" fmla="*/ 31 h 124"/>
                <a:gd name="T32" fmla="*/ 240 w 515"/>
                <a:gd name="T33" fmla="*/ 10 h 124"/>
                <a:gd name="T34" fmla="*/ 265 w 515"/>
                <a:gd name="T35" fmla="*/ 6 h 124"/>
                <a:gd name="T36" fmla="*/ 98 w 515"/>
                <a:gd name="T37" fmla="*/ 2 h 124"/>
                <a:gd name="T38" fmla="*/ 59 w 515"/>
                <a:gd name="T39" fmla="*/ 6 h 124"/>
                <a:gd name="T40" fmla="*/ 17 w 515"/>
                <a:gd name="T41" fmla="*/ 16 h 124"/>
                <a:gd name="T42" fmla="*/ 30 w 515"/>
                <a:gd name="T43" fmla="*/ 26 h 124"/>
                <a:gd name="T44" fmla="*/ 35 w 515"/>
                <a:gd name="T45" fmla="*/ 35 h 124"/>
                <a:gd name="T46" fmla="*/ 21 w 515"/>
                <a:gd name="T47" fmla="*/ 42 h 124"/>
                <a:gd name="T48" fmla="*/ 16 w 515"/>
                <a:gd name="T49" fmla="*/ 48 h 124"/>
                <a:gd name="T50" fmla="*/ 25 w 515"/>
                <a:gd name="T51" fmla="*/ 52 h 124"/>
                <a:gd name="T52" fmla="*/ 9 w 515"/>
                <a:gd name="T53" fmla="*/ 57 h 124"/>
                <a:gd name="T54" fmla="*/ 4 w 515"/>
                <a:gd name="T55" fmla="*/ 65 h 124"/>
                <a:gd name="T56" fmla="*/ 1 w 515"/>
                <a:gd name="T57" fmla="*/ 69 h 124"/>
                <a:gd name="T58" fmla="*/ 9 w 515"/>
                <a:gd name="T59" fmla="*/ 74 h 124"/>
                <a:gd name="T60" fmla="*/ 21 w 515"/>
                <a:gd name="T61" fmla="*/ 86 h 124"/>
                <a:gd name="T62" fmla="*/ 25 w 515"/>
                <a:gd name="T63" fmla="*/ 94 h 124"/>
                <a:gd name="T64" fmla="*/ 23 w 515"/>
                <a:gd name="T65" fmla="*/ 105 h 124"/>
                <a:gd name="T66" fmla="*/ 205 w 515"/>
                <a:gd name="T67" fmla="*/ 120 h 124"/>
                <a:gd name="T68" fmla="*/ 190 w 515"/>
                <a:gd name="T69" fmla="*/ 117 h 124"/>
                <a:gd name="T70" fmla="*/ 49 w 515"/>
                <a:gd name="T71" fmla="*/ 108 h 124"/>
                <a:gd name="T72" fmla="*/ 303 w 515"/>
                <a:gd name="T73" fmla="*/ 117 h 124"/>
                <a:gd name="T74" fmla="*/ 436 w 515"/>
                <a:gd name="T75" fmla="*/ 123 h 124"/>
                <a:gd name="T76" fmla="*/ 440 w 515"/>
                <a:gd name="T77" fmla="*/ 119 h 124"/>
                <a:gd name="T78" fmla="*/ 464 w 515"/>
                <a:gd name="T79" fmla="*/ 112 h 124"/>
                <a:gd name="T80" fmla="*/ 451 w 515"/>
                <a:gd name="T81" fmla="*/ 107 h 124"/>
                <a:gd name="T82" fmla="*/ 477 w 515"/>
                <a:gd name="T83" fmla="*/ 107 h 124"/>
                <a:gd name="T84" fmla="*/ 434 w 515"/>
                <a:gd name="T85" fmla="*/ 28 h 124"/>
                <a:gd name="T86" fmla="*/ 429 w 515"/>
                <a:gd name="T87" fmla="*/ 29 h 124"/>
                <a:gd name="T88" fmla="*/ 424 w 515"/>
                <a:gd name="T89" fmla="*/ 26 h 124"/>
                <a:gd name="T90" fmla="*/ 384 w 515"/>
                <a:gd name="T91" fmla="*/ 108 h 124"/>
                <a:gd name="T92" fmla="*/ 456 w 515"/>
                <a:gd name="T93" fmla="*/ 113 h 124"/>
                <a:gd name="T94" fmla="*/ 456 w 515"/>
                <a:gd name="T95" fmla="*/ 113 h 124"/>
                <a:gd name="T96" fmla="*/ 426 w 515"/>
                <a:gd name="T97" fmla="*/ 10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5" h="124">
                  <a:moveTo>
                    <a:pt x="477" y="107"/>
                  </a:moveTo>
                  <a:cubicBezTo>
                    <a:pt x="477" y="106"/>
                    <a:pt x="477" y="106"/>
                    <a:pt x="477" y="106"/>
                  </a:cubicBezTo>
                  <a:cubicBezTo>
                    <a:pt x="489" y="106"/>
                    <a:pt x="502" y="106"/>
                    <a:pt x="514" y="106"/>
                  </a:cubicBezTo>
                  <a:cubicBezTo>
                    <a:pt x="515" y="105"/>
                    <a:pt x="515" y="105"/>
                    <a:pt x="515" y="105"/>
                  </a:cubicBezTo>
                  <a:cubicBezTo>
                    <a:pt x="492" y="105"/>
                    <a:pt x="472" y="104"/>
                    <a:pt x="450" y="101"/>
                  </a:cubicBezTo>
                  <a:cubicBezTo>
                    <a:pt x="445" y="100"/>
                    <a:pt x="445" y="100"/>
                    <a:pt x="445" y="100"/>
                  </a:cubicBezTo>
                  <a:cubicBezTo>
                    <a:pt x="446" y="99"/>
                    <a:pt x="446" y="99"/>
                    <a:pt x="446" y="99"/>
                  </a:cubicBezTo>
                  <a:cubicBezTo>
                    <a:pt x="463" y="99"/>
                    <a:pt x="478" y="97"/>
                    <a:pt x="494" y="98"/>
                  </a:cubicBezTo>
                  <a:cubicBezTo>
                    <a:pt x="491" y="97"/>
                    <a:pt x="491" y="97"/>
                    <a:pt x="491" y="97"/>
                  </a:cubicBezTo>
                  <a:cubicBezTo>
                    <a:pt x="493" y="95"/>
                    <a:pt x="493" y="95"/>
                    <a:pt x="493" y="95"/>
                  </a:cubicBezTo>
                  <a:cubicBezTo>
                    <a:pt x="478" y="95"/>
                    <a:pt x="463" y="96"/>
                    <a:pt x="449" y="94"/>
                  </a:cubicBezTo>
                  <a:cubicBezTo>
                    <a:pt x="449" y="93"/>
                    <a:pt x="449" y="93"/>
                    <a:pt x="449" y="93"/>
                  </a:cubicBezTo>
                  <a:cubicBezTo>
                    <a:pt x="467" y="93"/>
                    <a:pt x="485" y="94"/>
                    <a:pt x="503" y="93"/>
                  </a:cubicBezTo>
                  <a:cubicBezTo>
                    <a:pt x="505" y="92"/>
                    <a:pt x="506" y="90"/>
                    <a:pt x="508" y="91"/>
                  </a:cubicBezTo>
                  <a:cubicBezTo>
                    <a:pt x="509" y="91"/>
                    <a:pt x="509" y="90"/>
                    <a:pt x="510" y="89"/>
                  </a:cubicBezTo>
                  <a:cubicBezTo>
                    <a:pt x="497" y="88"/>
                    <a:pt x="497" y="88"/>
                    <a:pt x="497" y="88"/>
                  </a:cubicBezTo>
                  <a:cubicBezTo>
                    <a:pt x="492" y="86"/>
                    <a:pt x="486" y="89"/>
                    <a:pt x="482" y="85"/>
                  </a:cubicBezTo>
                  <a:cubicBezTo>
                    <a:pt x="465" y="85"/>
                    <a:pt x="448" y="83"/>
                    <a:pt x="432" y="82"/>
                  </a:cubicBezTo>
                  <a:cubicBezTo>
                    <a:pt x="432" y="81"/>
                    <a:pt x="432" y="81"/>
                    <a:pt x="432" y="81"/>
                  </a:cubicBezTo>
                  <a:cubicBezTo>
                    <a:pt x="455" y="82"/>
                    <a:pt x="479" y="81"/>
                    <a:pt x="502" y="82"/>
                  </a:cubicBezTo>
                  <a:cubicBezTo>
                    <a:pt x="475" y="79"/>
                    <a:pt x="475" y="79"/>
                    <a:pt x="475" y="79"/>
                  </a:cubicBezTo>
                  <a:cubicBezTo>
                    <a:pt x="482" y="78"/>
                    <a:pt x="489" y="76"/>
                    <a:pt x="497" y="78"/>
                  </a:cubicBezTo>
                  <a:cubicBezTo>
                    <a:pt x="500" y="77"/>
                    <a:pt x="503" y="77"/>
                    <a:pt x="506" y="77"/>
                  </a:cubicBezTo>
                  <a:cubicBezTo>
                    <a:pt x="507" y="77"/>
                    <a:pt x="507" y="75"/>
                    <a:pt x="509" y="75"/>
                  </a:cubicBezTo>
                  <a:cubicBezTo>
                    <a:pt x="509" y="74"/>
                    <a:pt x="509" y="74"/>
                    <a:pt x="509" y="74"/>
                  </a:cubicBezTo>
                  <a:cubicBezTo>
                    <a:pt x="492" y="73"/>
                    <a:pt x="492" y="73"/>
                    <a:pt x="492" y="73"/>
                  </a:cubicBezTo>
                  <a:cubicBezTo>
                    <a:pt x="491" y="72"/>
                    <a:pt x="491" y="72"/>
                    <a:pt x="491" y="72"/>
                  </a:cubicBezTo>
                  <a:cubicBezTo>
                    <a:pt x="495" y="71"/>
                    <a:pt x="501" y="72"/>
                    <a:pt x="505" y="70"/>
                  </a:cubicBezTo>
                  <a:cubicBezTo>
                    <a:pt x="500" y="70"/>
                    <a:pt x="494" y="69"/>
                    <a:pt x="490" y="70"/>
                  </a:cubicBezTo>
                  <a:cubicBezTo>
                    <a:pt x="486" y="68"/>
                    <a:pt x="478" y="70"/>
                    <a:pt x="476" y="66"/>
                  </a:cubicBezTo>
                  <a:cubicBezTo>
                    <a:pt x="462" y="64"/>
                    <a:pt x="446" y="64"/>
                    <a:pt x="431" y="62"/>
                  </a:cubicBezTo>
                  <a:cubicBezTo>
                    <a:pt x="432" y="61"/>
                    <a:pt x="429" y="59"/>
                    <a:pt x="432" y="59"/>
                  </a:cubicBezTo>
                  <a:cubicBezTo>
                    <a:pt x="450" y="61"/>
                    <a:pt x="450" y="61"/>
                    <a:pt x="450" y="61"/>
                  </a:cubicBezTo>
                  <a:cubicBezTo>
                    <a:pt x="465" y="61"/>
                    <a:pt x="482" y="63"/>
                    <a:pt x="495" y="60"/>
                  </a:cubicBezTo>
                  <a:cubicBezTo>
                    <a:pt x="462" y="60"/>
                    <a:pt x="432" y="51"/>
                    <a:pt x="400" y="50"/>
                  </a:cubicBezTo>
                  <a:cubicBezTo>
                    <a:pt x="389" y="47"/>
                    <a:pt x="376" y="48"/>
                    <a:pt x="365" y="46"/>
                  </a:cubicBezTo>
                  <a:cubicBezTo>
                    <a:pt x="390" y="46"/>
                    <a:pt x="415" y="50"/>
                    <a:pt x="440" y="51"/>
                  </a:cubicBezTo>
                  <a:cubicBezTo>
                    <a:pt x="438" y="51"/>
                    <a:pt x="438" y="51"/>
                    <a:pt x="438" y="51"/>
                  </a:cubicBezTo>
                  <a:cubicBezTo>
                    <a:pt x="437" y="48"/>
                    <a:pt x="442" y="51"/>
                    <a:pt x="444" y="49"/>
                  </a:cubicBezTo>
                  <a:cubicBezTo>
                    <a:pt x="440" y="47"/>
                    <a:pt x="437" y="51"/>
                    <a:pt x="433" y="50"/>
                  </a:cubicBezTo>
                  <a:cubicBezTo>
                    <a:pt x="432" y="49"/>
                    <a:pt x="429" y="50"/>
                    <a:pt x="430" y="48"/>
                  </a:cubicBezTo>
                  <a:cubicBezTo>
                    <a:pt x="429" y="48"/>
                    <a:pt x="428" y="48"/>
                    <a:pt x="428" y="47"/>
                  </a:cubicBezTo>
                  <a:cubicBezTo>
                    <a:pt x="431" y="45"/>
                    <a:pt x="435" y="50"/>
                    <a:pt x="435" y="47"/>
                  </a:cubicBezTo>
                  <a:cubicBezTo>
                    <a:pt x="428" y="46"/>
                    <a:pt x="418" y="44"/>
                    <a:pt x="411" y="44"/>
                  </a:cubicBezTo>
                  <a:cubicBezTo>
                    <a:pt x="411" y="42"/>
                    <a:pt x="413" y="43"/>
                    <a:pt x="414" y="42"/>
                  </a:cubicBezTo>
                  <a:cubicBezTo>
                    <a:pt x="406" y="41"/>
                    <a:pt x="397" y="41"/>
                    <a:pt x="388" y="39"/>
                  </a:cubicBezTo>
                  <a:cubicBezTo>
                    <a:pt x="396" y="37"/>
                    <a:pt x="407" y="41"/>
                    <a:pt x="415" y="40"/>
                  </a:cubicBezTo>
                  <a:cubicBezTo>
                    <a:pt x="397" y="37"/>
                    <a:pt x="378" y="37"/>
                    <a:pt x="361" y="33"/>
                  </a:cubicBezTo>
                  <a:cubicBezTo>
                    <a:pt x="360" y="32"/>
                    <a:pt x="360" y="32"/>
                    <a:pt x="360" y="32"/>
                  </a:cubicBezTo>
                  <a:cubicBezTo>
                    <a:pt x="366" y="33"/>
                    <a:pt x="373" y="31"/>
                    <a:pt x="379" y="33"/>
                  </a:cubicBezTo>
                  <a:cubicBezTo>
                    <a:pt x="378" y="34"/>
                    <a:pt x="378" y="34"/>
                    <a:pt x="378" y="34"/>
                  </a:cubicBezTo>
                  <a:cubicBezTo>
                    <a:pt x="379" y="33"/>
                    <a:pt x="379" y="33"/>
                    <a:pt x="379" y="33"/>
                  </a:cubicBezTo>
                  <a:cubicBezTo>
                    <a:pt x="398" y="33"/>
                    <a:pt x="423" y="36"/>
                    <a:pt x="444" y="37"/>
                  </a:cubicBezTo>
                  <a:cubicBezTo>
                    <a:pt x="434" y="33"/>
                    <a:pt x="422" y="34"/>
                    <a:pt x="411" y="31"/>
                  </a:cubicBezTo>
                  <a:cubicBezTo>
                    <a:pt x="414" y="29"/>
                    <a:pt x="419" y="30"/>
                    <a:pt x="423" y="31"/>
                  </a:cubicBezTo>
                  <a:cubicBezTo>
                    <a:pt x="437" y="32"/>
                    <a:pt x="455" y="35"/>
                    <a:pt x="470" y="35"/>
                  </a:cubicBezTo>
                  <a:cubicBezTo>
                    <a:pt x="467" y="34"/>
                    <a:pt x="459" y="32"/>
                    <a:pt x="454" y="31"/>
                  </a:cubicBezTo>
                  <a:cubicBezTo>
                    <a:pt x="451" y="32"/>
                    <a:pt x="449" y="29"/>
                    <a:pt x="446" y="31"/>
                  </a:cubicBezTo>
                  <a:cubicBezTo>
                    <a:pt x="446" y="31"/>
                    <a:pt x="446" y="31"/>
                    <a:pt x="446" y="30"/>
                  </a:cubicBezTo>
                  <a:cubicBezTo>
                    <a:pt x="445" y="32"/>
                    <a:pt x="443" y="31"/>
                    <a:pt x="441" y="30"/>
                  </a:cubicBezTo>
                  <a:cubicBezTo>
                    <a:pt x="441" y="30"/>
                    <a:pt x="441" y="30"/>
                    <a:pt x="442" y="29"/>
                  </a:cubicBezTo>
                  <a:cubicBezTo>
                    <a:pt x="441" y="30"/>
                    <a:pt x="440" y="29"/>
                    <a:pt x="439" y="29"/>
                  </a:cubicBezTo>
                  <a:cubicBezTo>
                    <a:pt x="441" y="30"/>
                    <a:pt x="441" y="30"/>
                    <a:pt x="441" y="30"/>
                  </a:cubicBezTo>
                  <a:cubicBezTo>
                    <a:pt x="440" y="31"/>
                    <a:pt x="440" y="31"/>
                    <a:pt x="440" y="31"/>
                  </a:cubicBezTo>
                  <a:cubicBezTo>
                    <a:pt x="438" y="30"/>
                    <a:pt x="436" y="31"/>
                    <a:pt x="435" y="29"/>
                  </a:cubicBezTo>
                  <a:cubicBezTo>
                    <a:pt x="437" y="26"/>
                    <a:pt x="444" y="30"/>
                    <a:pt x="447" y="29"/>
                  </a:cubicBezTo>
                  <a:cubicBezTo>
                    <a:pt x="418" y="23"/>
                    <a:pt x="387" y="20"/>
                    <a:pt x="357" y="17"/>
                  </a:cubicBezTo>
                  <a:cubicBezTo>
                    <a:pt x="240" y="10"/>
                    <a:pt x="240" y="10"/>
                    <a:pt x="240" y="10"/>
                  </a:cubicBezTo>
                  <a:cubicBezTo>
                    <a:pt x="206" y="7"/>
                    <a:pt x="206" y="7"/>
                    <a:pt x="206" y="7"/>
                  </a:cubicBezTo>
                  <a:cubicBezTo>
                    <a:pt x="209" y="7"/>
                    <a:pt x="209" y="7"/>
                    <a:pt x="209" y="7"/>
                  </a:cubicBezTo>
                  <a:cubicBezTo>
                    <a:pt x="250" y="8"/>
                    <a:pt x="292" y="10"/>
                    <a:pt x="331" y="12"/>
                  </a:cubicBezTo>
                  <a:cubicBezTo>
                    <a:pt x="308" y="9"/>
                    <a:pt x="287" y="8"/>
                    <a:pt x="265" y="6"/>
                  </a:cubicBezTo>
                  <a:cubicBezTo>
                    <a:pt x="222" y="4"/>
                    <a:pt x="178" y="2"/>
                    <a:pt x="136" y="3"/>
                  </a:cubicBezTo>
                  <a:cubicBezTo>
                    <a:pt x="133" y="2"/>
                    <a:pt x="129" y="0"/>
                    <a:pt x="126" y="2"/>
                  </a:cubicBezTo>
                  <a:cubicBezTo>
                    <a:pt x="120" y="1"/>
                    <a:pt x="113" y="2"/>
                    <a:pt x="108" y="1"/>
                  </a:cubicBezTo>
                  <a:cubicBezTo>
                    <a:pt x="106" y="4"/>
                    <a:pt x="101" y="2"/>
                    <a:pt x="98" y="2"/>
                  </a:cubicBezTo>
                  <a:cubicBezTo>
                    <a:pt x="84" y="2"/>
                    <a:pt x="69" y="1"/>
                    <a:pt x="55" y="3"/>
                  </a:cubicBezTo>
                  <a:cubicBezTo>
                    <a:pt x="53" y="4"/>
                    <a:pt x="48" y="2"/>
                    <a:pt x="47" y="3"/>
                  </a:cubicBezTo>
                  <a:cubicBezTo>
                    <a:pt x="50" y="5"/>
                    <a:pt x="55" y="4"/>
                    <a:pt x="59" y="5"/>
                  </a:cubicBezTo>
                  <a:cubicBezTo>
                    <a:pt x="59" y="6"/>
                    <a:pt x="59" y="6"/>
                    <a:pt x="59" y="6"/>
                  </a:cubicBezTo>
                  <a:cubicBezTo>
                    <a:pt x="55" y="5"/>
                    <a:pt x="51" y="7"/>
                    <a:pt x="48" y="5"/>
                  </a:cubicBezTo>
                  <a:cubicBezTo>
                    <a:pt x="43" y="6"/>
                    <a:pt x="37" y="3"/>
                    <a:pt x="34" y="7"/>
                  </a:cubicBezTo>
                  <a:cubicBezTo>
                    <a:pt x="28" y="9"/>
                    <a:pt x="21" y="9"/>
                    <a:pt x="16" y="15"/>
                  </a:cubicBezTo>
                  <a:cubicBezTo>
                    <a:pt x="17" y="16"/>
                    <a:pt x="17" y="16"/>
                    <a:pt x="17" y="16"/>
                  </a:cubicBezTo>
                  <a:cubicBezTo>
                    <a:pt x="23" y="21"/>
                    <a:pt x="28" y="16"/>
                    <a:pt x="34" y="20"/>
                  </a:cubicBezTo>
                  <a:cubicBezTo>
                    <a:pt x="29" y="21"/>
                    <a:pt x="23" y="20"/>
                    <a:pt x="18" y="20"/>
                  </a:cubicBezTo>
                  <a:cubicBezTo>
                    <a:pt x="15" y="21"/>
                    <a:pt x="11" y="20"/>
                    <a:pt x="10" y="22"/>
                  </a:cubicBezTo>
                  <a:cubicBezTo>
                    <a:pt x="17" y="22"/>
                    <a:pt x="24" y="24"/>
                    <a:pt x="30" y="26"/>
                  </a:cubicBezTo>
                  <a:cubicBezTo>
                    <a:pt x="29" y="27"/>
                    <a:pt x="29" y="28"/>
                    <a:pt x="30" y="30"/>
                  </a:cubicBezTo>
                  <a:cubicBezTo>
                    <a:pt x="27" y="30"/>
                    <a:pt x="22" y="27"/>
                    <a:pt x="19" y="32"/>
                  </a:cubicBezTo>
                  <a:cubicBezTo>
                    <a:pt x="35" y="33"/>
                    <a:pt x="35" y="33"/>
                    <a:pt x="35" y="33"/>
                  </a:cubicBezTo>
                  <a:cubicBezTo>
                    <a:pt x="35" y="34"/>
                    <a:pt x="36" y="35"/>
                    <a:pt x="35" y="35"/>
                  </a:cubicBezTo>
                  <a:cubicBezTo>
                    <a:pt x="29" y="33"/>
                    <a:pt x="25" y="39"/>
                    <a:pt x="22" y="38"/>
                  </a:cubicBezTo>
                  <a:cubicBezTo>
                    <a:pt x="22" y="39"/>
                    <a:pt x="22" y="39"/>
                    <a:pt x="22" y="39"/>
                  </a:cubicBezTo>
                  <a:cubicBezTo>
                    <a:pt x="21" y="42"/>
                    <a:pt x="17" y="40"/>
                    <a:pt x="15" y="41"/>
                  </a:cubicBezTo>
                  <a:cubicBezTo>
                    <a:pt x="21" y="42"/>
                    <a:pt x="21" y="42"/>
                    <a:pt x="21" y="42"/>
                  </a:cubicBezTo>
                  <a:cubicBezTo>
                    <a:pt x="18" y="43"/>
                    <a:pt x="16" y="45"/>
                    <a:pt x="13" y="44"/>
                  </a:cubicBezTo>
                  <a:cubicBezTo>
                    <a:pt x="14" y="45"/>
                    <a:pt x="15" y="44"/>
                    <a:pt x="15" y="45"/>
                  </a:cubicBezTo>
                  <a:cubicBezTo>
                    <a:pt x="14" y="46"/>
                    <a:pt x="14" y="46"/>
                    <a:pt x="14" y="46"/>
                  </a:cubicBezTo>
                  <a:cubicBezTo>
                    <a:pt x="15" y="46"/>
                    <a:pt x="17" y="47"/>
                    <a:pt x="16" y="48"/>
                  </a:cubicBezTo>
                  <a:cubicBezTo>
                    <a:pt x="19" y="49"/>
                    <a:pt x="21" y="49"/>
                    <a:pt x="23" y="50"/>
                  </a:cubicBezTo>
                  <a:cubicBezTo>
                    <a:pt x="27" y="50"/>
                    <a:pt x="31" y="51"/>
                    <a:pt x="33" y="54"/>
                  </a:cubicBezTo>
                  <a:cubicBezTo>
                    <a:pt x="28" y="55"/>
                    <a:pt x="24" y="53"/>
                    <a:pt x="19" y="53"/>
                  </a:cubicBezTo>
                  <a:cubicBezTo>
                    <a:pt x="21" y="51"/>
                    <a:pt x="23" y="53"/>
                    <a:pt x="25" y="52"/>
                  </a:cubicBezTo>
                  <a:cubicBezTo>
                    <a:pt x="25" y="52"/>
                    <a:pt x="25" y="52"/>
                    <a:pt x="25" y="52"/>
                  </a:cubicBezTo>
                  <a:cubicBezTo>
                    <a:pt x="22" y="52"/>
                    <a:pt x="17" y="50"/>
                    <a:pt x="16" y="53"/>
                  </a:cubicBezTo>
                  <a:cubicBezTo>
                    <a:pt x="13" y="53"/>
                    <a:pt x="7" y="52"/>
                    <a:pt x="5" y="56"/>
                  </a:cubicBezTo>
                  <a:cubicBezTo>
                    <a:pt x="6" y="58"/>
                    <a:pt x="7" y="57"/>
                    <a:pt x="9" y="57"/>
                  </a:cubicBezTo>
                  <a:cubicBezTo>
                    <a:pt x="11" y="61"/>
                    <a:pt x="17" y="58"/>
                    <a:pt x="20" y="61"/>
                  </a:cubicBezTo>
                  <a:cubicBezTo>
                    <a:pt x="17" y="63"/>
                    <a:pt x="17" y="63"/>
                    <a:pt x="17" y="63"/>
                  </a:cubicBezTo>
                  <a:cubicBezTo>
                    <a:pt x="16" y="64"/>
                    <a:pt x="18" y="66"/>
                    <a:pt x="17" y="67"/>
                  </a:cubicBezTo>
                  <a:cubicBezTo>
                    <a:pt x="4" y="65"/>
                    <a:pt x="4" y="65"/>
                    <a:pt x="4" y="65"/>
                  </a:cubicBezTo>
                  <a:cubicBezTo>
                    <a:pt x="4" y="65"/>
                    <a:pt x="4" y="65"/>
                    <a:pt x="4" y="65"/>
                  </a:cubicBezTo>
                  <a:cubicBezTo>
                    <a:pt x="0" y="65"/>
                    <a:pt x="0" y="65"/>
                    <a:pt x="0" y="65"/>
                  </a:cubicBezTo>
                  <a:cubicBezTo>
                    <a:pt x="0" y="66"/>
                    <a:pt x="3" y="68"/>
                    <a:pt x="1" y="69"/>
                  </a:cubicBezTo>
                  <a:cubicBezTo>
                    <a:pt x="1" y="69"/>
                    <a:pt x="1" y="69"/>
                    <a:pt x="1" y="69"/>
                  </a:cubicBezTo>
                  <a:cubicBezTo>
                    <a:pt x="2" y="69"/>
                    <a:pt x="2" y="69"/>
                    <a:pt x="2" y="69"/>
                  </a:cubicBezTo>
                  <a:cubicBezTo>
                    <a:pt x="3" y="69"/>
                    <a:pt x="3" y="70"/>
                    <a:pt x="4" y="70"/>
                  </a:cubicBezTo>
                  <a:cubicBezTo>
                    <a:pt x="4" y="71"/>
                    <a:pt x="4" y="71"/>
                    <a:pt x="3" y="71"/>
                  </a:cubicBezTo>
                  <a:cubicBezTo>
                    <a:pt x="4" y="74"/>
                    <a:pt x="9" y="71"/>
                    <a:pt x="9" y="74"/>
                  </a:cubicBezTo>
                  <a:cubicBezTo>
                    <a:pt x="14" y="75"/>
                    <a:pt x="19" y="75"/>
                    <a:pt x="22" y="77"/>
                  </a:cubicBezTo>
                  <a:cubicBezTo>
                    <a:pt x="21" y="78"/>
                    <a:pt x="19" y="77"/>
                    <a:pt x="17" y="78"/>
                  </a:cubicBezTo>
                  <a:cubicBezTo>
                    <a:pt x="18" y="82"/>
                    <a:pt x="27" y="80"/>
                    <a:pt x="27" y="86"/>
                  </a:cubicBezTo>
                  <a:cubicBezTo>
                    <a:pt x="21" y="86"/>
                    <a:pt x="21" y="86"/>
                    <a:pt x="21" y="86"/>
                  </a:cubicBezTo>
                  <a:cubicBezTo>
                    <a:pt x="21" y="86"/>
                    <a:pt x="19" y="88"/>
                    <a:pt x="21" y="89"/>
                  </a:cubicBezTo>
                  <a:cubicBezTo>
                    <a:pt x="21" y="89"/>
                    <a:pt x="21" y="89"/>
                    <a:pt x="20" y="90"/>
                  </a:cubicBezTo>
                  <a:cubicBezTo>
                    <a:pt x="24" y="91"/>
                    <a:pt x="27" y="92"/>
                    <a:pt x="31" y="93"/>
                  </a:cubicBezTo>
                  <a:cubicBezTo>
                    <a:pt x="29" y="95"/>
                    <a:pt x="26" y="92"/>
                    <a:pt x="25" y="94"/>
                  </a:cubicBezTo>
                  <a:cubicBezTo>
                    <a:pt x="19" y="92"/>
                    <a:pt x="11" y="92"/>
                    <a:pt x="6" y="90"/>
                  </a:cubicBezTo>
                  <a:cubicBezTo>
                    <a:pt x="6" y="97"/>
                    <a:pt x="6" y="97"/>
                    <a:pt x="6" y="97"/>
                  </a:cubicBezTo>
                  <a:cubicBezTo>
                    <a:pt x="10" y="98"/>
                    <a:pt x="13" y="101"/>
                    <a:pt x="17" y="101"/>
                  </a:cubicBezTo>
                  <a:cubicBezTo>
                    <a:pt x="22" y="100"/>
                    <a:pt x="20" y="105"/>
                    <a:pt x="23" y="105"/>
                  </a:cubicBezTo>
                  <a:cubicBezTo>
                    <a:pt x="21" y="106"/>
                    <a:pt x="21" y="106"/>
                    <a:pt x="21" y="106"/>
                  </a:cubicBezTo>
                  <a:cubicBezTo>
                    <a:pt x="42" y="115"/>
                    <a:pt x="69" y="116"/>
                    <a:pt x="93" y="118"/>
                  </a:cubicBezTo>
                  <a:cubicBezTo>
                    <a:pt x="102" y="118"/>
                    <a:pt x="111" y="118"/>
                    <a:pt x="120" y="118"/>
                  </a:cubicBezTo>
                  <a:cubicBezTo>
                    <a:pt x="205" y="120"/>
                    <a:pt x="205" y="120"/>
                    <a:pt x="205" y="120"/>
                  </a:cubicBezTo>
                  <a:cubicBezTo>
                    <a:pt x="277" y="124"/>
                    <a:pt x="277" y="124"/>
                    <a:pt x="277" y="124"/>
                  </a:cubicBezTo>
                  <a:cubicBezTo>
                    <a:pt x="236" y="120"/>
                    <a:pt x="188" y="118"/>
                    <a:pt x="142" y="118"/>
                  </a:cubicBezTo>
                  <a:cubicBezTo>
                    <a:pt x="141" y="117"/>
                    <a:pt x="141" y="117"/>
                    <a:pt x="141" y="117"/>
                  </a:cubicBezTo>
                  <a:cubicBezTo>
                    <a:pt x="157" y="116"/>
                    <a:pt x="173" y="117"/>
                    <a:pt x="190" y="117"/>
                  </a:cubicBezTo>
                  <a:cubicBezTo>
                    <a:pt x="297" y="123"/>
                    <a:pt x="297" y="123"/>
                    <a:pt x="297" y="123"/>
                  </a:cubicBezTo>
                  <a:cubicBezTo>
                    <a:pt x="279" y="120"/>
                    <a:pt x="259" y="120"/>
                    <a:pt x="241" y="119"/>
                  </a:cubicBezTo>
                  <a:cubicBezTo>
                    <a:pt x="175" y="113"/>
                    <a:pt x="113" y="119"/>
                    <a:pt x="48" y="109"/>
                  </a:cubicBezTo>
                  <a:cubicBezTo>
                    <a:pt x="49" y="108"/>
                    <a:pt x="49" y="108"/>
                    <a:pt x="49" y="108"/>
                  </a:cubicBezTo>
                  <a:cubicBezTo>
                    <a:pt x="84" y="111"/>
                    <a:pt x="84" y="111"/>
                    <a:pt x="84" y="111"/>
                  </a:cubicBezTo>
                  <a:cubicBezTo>
                    <a:pt x="147" y="110"/>
                    <a:pt x="213" y="111"/>
                    <a:pt x="276" y="116"/>
                  </a:cubicBezTo>
                  <a:cubicBezTo>
                    <a:pt x="279" y="114"/>
                    <a:pt x="285" y="114"/>
                    <a:pt x="288" y="116"/>
                  </a:cubicBezTo>
                  <a:cubicBezTo>
                    <a:pt x="291" y="114"/>
                    <a:pt x="300" y="115"/>
                    <a:pt x="303" y="117"/>
                  </a:cubicBezTo>
                  <a:cubicBezTo>
                    <a:pt x="303" y="116"/>
                    <a:pt x="303" y="116"/>
                    <a:pt x="303" y="116"/>
                  </a:cubicBezTo>
                  <a:cubicBezTo>
                    <a:pt x="336" y="118"/>
                    <a:pt x="336" y="118"/>
                    <a:pt x="336" y="118"/>
                  </a:cubicBezTo>
                  <a:cubicBezTo>
                    <a:pt x="428" y="124"/>
                    <a:pt x="428" y="124"/>
                    <a:pt x="428" y="124"/>
                  </a:cubicBezTo>
                  <a:cubicBezTo>
                    <a:pt x="436" y="123"/>
                    <a:pt x="436" y="123"/>
                    <a:pt x="436" y="123"/>
                  </a:cubicBezTo>
                  <a:cubicBezTo>
                    <a:pt x="440" y="123"/>
                    <a:pt x="444" y="123"/>
                    <a:pt x="447" y="122"/>
                  </a:cubicBezTo>
                  <a:cubicBezTo>
                    <a:pt x="439" y="120"/>
                    <a:pt x="429" y="120"/>
                    <a:pt x="420" y="120"/>
                  </a:cubicBezTo>
                  <a:cubicBezTo>
                    <a:pt x="419" y="119"/>
                    <a:pt x="419" y="119"/>
                    <a:pt x="419" y="119"/>
                  </a:cubicBezTo>
                  <a:cubicBezTo>
                    <a:pt x="426" y="117"/>
                    <a:pt x="434" y="120"/>
                    <a:pt x="440" y="119"/>
                  </a:cubicBezTo>
                  <a:cubicBezTo>
                    <a:pt x="455" y="119"/>
                    <a:pt x="472" y="121"/>
                    <a:pt x="483" y="115"/>
                  </a:cubicBezTo>
                  <a:cubicBezTo>
                    <a:pt x="470" y="116"/>
                    <a:pt x="470" y="116"/>
                    <a:pt x="470" y="116"/>
                  </a:cubicBezTo>
                  <a:cubicBezTo>
                    <a:pt x="467" y="116"/>
                    <a:pt x="463" y="116"/>
                    <a:pt x="461" y="115"/>
                  </a:cubicBezTo>
                  <a:cubicBezTo>
                    <a:pt x="459" y="112"/>
                    <a:pt x="463" y="113"/>
                    <a:pt x="464" y="112"/>
                  </a:cubicBezTo>
                  <a:cubicBezTo>
                    <a:pt x="452" y="111"/>
                    <a:pt x="452" y="111"/>
                    <a:pt x="452" y="111"/>
                  </a:cubicBezTo>
                  <a:cubicBezTo>
                    <a:pt x="446" y="111"/>
                    <a:pt x="436" y="112"/>
                    <a:pt x="432" y="107"/>
                  </a:cubicBezTo>
                  <a:cubicBezTo>
                    <a:pt x="433" y="107"/>
                    <a:pt x="436" y="108"/>
                    <a:pt x="437" y="108"/>
                  </a:cubicBezTo>
                  <a:cubicBezTo>
                    <a:pt x="442" y="105"/>
                    <a:pt x="447" y="108"/>
                    <a:pt x="451" y="107"/>
                  </a:cubicBezTo>
                  <a:cubicBezTo>
                    <a:pt x="441" y="106"/>
                    <a:pt x="432" y="104"/>
                    <a:pt x="422" y="102"/>
                  </a:cubicBezTo>
                  <a:cubicBezTo>
                    <a:pt x="438" y="103"/>
                    <a:pt x="456" y="104"/>
                    <a:pt x="472" y="106"/>
                  </a:cubicBezTo>
                  <a:cubicBezTo>
                    <a:pt x="471" y="107"/>
                    <a:pt x="471" y="107"/>
                    <a:pt x="471" y="107"/>
                  </a:cubicBezTo>
                  <a:lnTo>
                    <a:pt x="477" y="107"/>
                  </a:lnTo>
                  <a:close/>
                  <a:moveTo>
                    <a:pt x="432" y="27"/>
                  </a:moveTo>
                  <a:cubicBezTo>
                    <a:pt x="433" y="27"/>
                    <a:pt x="433" y="28"/>
                    <a:pt x="434" y="28"/>
                  </a:cubicBezTo>
                  <a:cubicBezTo>
                    <a:pt x="434" y="28"/>
                    <a:pt x="434" y="27"/>
                    <a:pt x="434" y="27"/>
                  </a:cubicBezTo>
                  <a:cubicBezTo>
                    <a:pt x="434" y="27"/>
                    <a:pt x="434" y="28"/>
                    <a:pt x="434" y="28"/>
                  </a:cubicBezTo>
                  <a:cubicBezTo>
                    <a:pt x="434" y="28"/>
                    <a:pt x="433" y="27"/>
                    <a:pt x="432" y="27"/>
                  </a:cubicBezTo>
                  <a:cubicBezTo>
                    <a:pt x="431" y="27"/>
                    <a:pt x="431" y="27"/>
                    <a:pt x="430" y="28"/>
                  </a:cubicBezTo>
                  <a:cubicBezTo>
                    <a:pt x="431" y="29"/>
                    <a:pt x="431" y="29"/>
                    <a:pt x="431" y="29"/>
                  </a:cubicBezTo>
                  <a:cubicBezTo>
                    <a:pt x="429" y="29"/>
                    <a:pt x="429" y="29"/>
                    <a:pt x="429" y="29"/>
                  </a:cubicBezTo>
                  <a:cubicBezTo>
                    <a:pt x="429" y="27"/>
                    <a:pt x="431" y="27"/>
                    <a:pt x="432" y="27"/>
                  </a:cubicBezTo>
                  <a:close/>
                  <a:moveTo>
                    <a:pt x="424" y="26"/>
                  </a:moveTo>
                  <a:cubicBezTo>
                    <a:pt x="425" y="29"/>
                    <a:pt x="421" y="27"/>
                    <a:pt x="420" y="26"/>
                  </a:cubicBezTo>
                  <a:lnTo>
                    <a:pt x="424" y="26"/>
                  </a:lnTo>
                  <a:close/>
                  <a:moveTo>
                    <a:pt x="6" y="71"/>
                  </a:moveTo>
                  <a:cubicBezTo>
                    <a:pt x="8" y="71"/>
                    <a:pt x="8" y="71"/>
                    <a:pt x="8" y="71"/>
                  </a:cubicBezTo>
                  <a:cubicBezTo>
                    <a:pt x="8" y="71"/>
                    <a:pt x="6" y="73"/>
                    <a:pt x="6" y="71"/>
                  </a:cubicBezTo>
                  <a:close/>
                  <a:moveTo>
                    <a:pt x="384" y="108"/>
                  </a:moveTo>
                  <a:cubicBezTo>
                    <a:pt x="385" y="108"/>
                    <a:pt x="385" y="108"/>
                    <a:pt x="385" y="108"/>
                  </a:cubicBezTo>
                  <a:cubicBezTo>
                    <a:pt x="418" y="111"/>
                    <a:pt x="418" y="111"/>
                    <a:pt x="418" y="111"/>
                  </a:cubicBezTo>
                  <a:lnTo>
                    <a:pt x="384" y="108"/>
                  </a:lnTo>
                  <a:close/>
                  <a:moveTo>
                    <a:pt x="456" y="113"/>
                  </a:moveTo>
                  <a:cubicBezTo>
                    <a:pt x="456" y="112"/>
                    <a:pt x="457" y="112"/>
                    <a:pt x="458" y="112"/>
                  </a:cubicBezTo>
                  <a:cubicBezTo>
                    <a:pt x="458" y="113"/>
                    <a:pt x="457" y="113"/>
                    <a:pt x="456" y="113"/>
                  </a:cubicBezTo>
                  <a:cubicBezTo>
                    <a:pt x="456" y="113"/>
                    <a:pt x="455" y="113"/>
                    <a:pt x="455" y="113"/>
                  </a:cubicBezTo>
                  <a:cubicBezTo>
                    <a:pt x="455" y="113"/>
                    <a:pt x="456" y="113"/>
                    <a:pt x="456" y="113"/>
                  </a:cubicBezTo>
                  <a:close/>
                  <a:moveTo>
                    <a:pt x="426" y="108"/>
                  </a:moveTo>
                  <a:cubicBezTo>
                    <a:pt x="430" y="109"/>
                    <a:pt x="430" y="109"/>
                    <a:pt x="430" y="109"/>
                  </a:cubicBezTo>
                  <a:cubicBezTo>
                    <a:pt x="425" y="109"/>
                    <a:pt x="425" y="109"/>
                    <a:pt x="425" y="109"/>
                  </a:cubicBezTo>
                  <a:lnTo>
                    <a:pt x="42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4" name="Freeform 702">
              <a:extLst>
                <a:ext uri="{FF2B5EF4-FFF2-40B4-BE49-F238E27FC236}">
                  <a16:creationId xmlns:a16="http://schemas.microsoft.com/office/drawing/2014/main" id="{98B86198-444A-4121-9584-EC2C9309D6DB}"/>
                </a:ext>
              </a:extLst>
            </p:cNvPr>
            <p:cNvSpPr>
              <a:spLocks/>
            </p:cNvSpPr>
            <p:nvPr/>
          </p:nvSpPr>
          <p:spPr bwMode="auto">
            <a:xfrm>
              <a:off x="1479550" y="-2003425"/>
              <a:ext cx="71438" cy="6350"/>
            </a:xfrm>
            <a:custGeom>
              <a:avLst/>
              <a:gdLst>
                <a:gd name="T0" fmla="*/ 2 w 45"/>
                <a:gd name="T1" fmla="*/ 0 h 4"/>
                <a:gd name="T2" fmla="*/ 0 w 45"/>
                <a:gd name="T3" fmla="*/ 0 h 4"/>
                <a:gd name="T4" fmla="*/ 45 w 45"/>
                <a:gd name="T5" fmla="*/ 4 h 4"/>
                <a:gd name="T6" fmla="*/ 2 w 45"/>
                <a:gd name="T7" fmla="*/ 0 h 4"/>
              </a:gdLst>
              <a:ahLst/>
              <a:cxnLst>
                <a:cxn ang="0">
                  <a:pos x="T0" y="T1"/>
                </a:cxn>
                <a:cxn ang="0">
                  <a:pos x="T2" y="T3"/>
                </a:cxn>
                <a:cxn ang="0">
                  <a:pos x="T4" y="T5"/>
                </a:cxn>
                <a:cxn ang="0">
                  <a:pos x="T6" y="T7"/>
                </a:cxn>
              </a:cxnLst>
              <a:rect l="0" t="0" r="r" b="b"/>
              <a:pathLst>
                <a:path w="45" h="4">
                  <a:moveTo>
                    <a:pt x="2" y="0"/>
                  </a:moveTo>
                  <a:lnTo>
                    <a:pt x="0" y="0"/>
                  </a:lnTo>
                  <a:lnTo>
                    <a:pt x="45" y="4"/>
                  </a:ln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5" name="Freeform 703">
              <a:extLst>
                <a:ext uri="{FF2B5EF4-FFF2-40B4-BE49-F238E27FC236}">
                  <a16:creationId xmlns:a16="http://schemas.microsoft.com/office/drawing/2014/main" id="{8420E2FD-04D0-409F-84D8-EDF7165D1D8C}"/>
                </a:ext>
              </a:extLst>
            </p:cNvPr>
            <p:cNvSpPr>
              <a:spLocks/>
            </p:cNvSpPr>
            <p:nvPr/>
          </p:nvSpPr>
          <p:spPr bwMode="auto">
            <a:xfrm>
              <a:off x="150813" y="-2101850"/>
              <a:ext cx="22225" cy="4763"/>
            </a:xfrm>
            <a:custGeom>
              <a:avLst/>
              <a:gdLst>
                <a:gd name="T0" fmla="*/ 4 w 14"/>
                <a:gd name="T1" fmla="*/ 0 h 3"/>
                <a:gd name="T2" fmla="*/ 0 w 14"/>
                <a:gd name="T3" fmla="*/ 3 h 3"/>
                <a:gd name="T4" fmla="*/ 14 w 14"/>
                <a:gd name="T5" fmla="*/ 3 h 3"/>
                <a:gd name="T6" fmla="*/ 4 w 14"/>
                <a:gd name="T7" fmla="*/ 0 h 3"/>
              </a:gdLst>
              <a:ahLst/>
              <a:cxnLst>
                <a:cxn ang="0">
                  <a:pos x="T0" y="T1"/>
                </a:cxn>
                <a:cxn ang="0">
                  <a:pos x="T2" y="T3"/>
                </a:cxn>
                <a:cxn ang="0">
                  <a:pos x="T4" y="T5"/>
                </a:cxn>
                <a:cxn ang="0">
                  <a:pos x="T6" y="T7"/>
                </a:cxn>
              </a:cxnLst>
              <a:rect l="0" t="0" r="r" b="b"/>
              <a:pathLst>
                <a:path w="14" h="3">
                  <a:moveTo>
                    <a:pt x="4" y="0"/>
                  </a:moveTo>
                  <a:lnTo>
                    <a:pt x="0" y="3"/>
                  </a:lnTo>
                  <a:lnTo>
                    <a:pt x="14" y="3"/>
                  </a:ln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6" name="Freeform 704">
              <a:extLst>
                <a:ext uri="{FF2B5EF4-FFF2-40B4-BE49-F238E27FC236}">
                  <a16:creationId xmlns:a16="http://schemas.microsoft.com/office/drawing/2014/main" id="{41EECF65-995B-4A7B-B3AC-095D38F611B2}"/>
                </a:ext>
              </a:extLst>
            </p:cNvPr>
            <p:cNvSpPr>
              <a:spLocks/>
            </p:cNvSpPr>
            <p:nvPr/>
          </p:nvSpPr>
          <p:spPr bwMode="auto">
            <a:xfrm>
              <a:off x="179388" y="-2105025"/>
              <a:ext cx="57150" cy="19050"/>
            </a:xfrm>
            <a:custGeom>
              <a:avLst/>
              <a:gdLst>
                <a:gd name="T0" fmla="*/ 15 w 15"/>
                <a:gd name="T1" fmla="*/ 5 h 5"/>
                <a:gd name="T2" fmla="*/ 9 w 15"/>
                <a:gd name="T3" fmla="*/ 4 h 5"/>
                <a:gd name="T4" fmla="*/ 0 w 15"/>
                <a:gd name="T5" fmla="*/ 3 h 5"/>
                <a:gd name="T6" fmla="*/ 15 w 15"/>
                <a:gd name="T7" fmla="*/ 5 h 5"/>
              </a:gdLst>
              <a:ahLst/>
              <a:cxnLst>
                <a:cxn ang="0">
                  <a:pos x="T0" y="T1"/>
                </a:cxn>
                <a:cxn ang="0">
                  <a:pos x="T2" y="T3"/>
                </a:cxn>
                <a:cxn ang="0">
                  <a:pos x="T4" y="T5"/>
                </a:cxn>
                <a:cxn ang="0">
                  <a:pos x="T6" y="T7"/>
                </a:cxn>
              </a:cxnLst>
              <a:rect l="0" t="0" r="r" b="b"/>
              <a:pathLst>
                <a:path w="15" h="5">
                  <a:moveTo>
                    <a:pt x="15" y="5"/>
                  </a:moveTo>
                  <a:cubicBezTo>
                    <a:pt x="9" y="4"/>
                    <a:pt x="9" y="4"/>
                    <a:pt x="9" y="4"/>
                  </a:cubicBezTo>
                  <a:cubicBezTo>
                    <a:pt x="6" y="3"/>
                    <a:pt x="1" y="0"/>
                    <a:pt x="0" y="3"/>
                  </a:cubicBezTo>
                  <a:cubicBezTo>
                    <a:pt x="5" y="3"/>
                    <a:pt x="10" y="5"/>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7" name="Freeform 705">
              <a:extLst>
                <a:ext uri="{FF2B5EF4-FFF2-40B4-BE49-F238E27FC236}">
                  <a16:creationId xmlns:a16="http://schemas.microsoft.com/office/drawing/2014/main" id="{AC0B2656-49BB-4F8A-8F8A-2A69C7061904}"/>
                </a:ext>
              </a:extLst>
            </p:cNvPr>
            <p:cNvSpPr>
              <a:spLocks/>
            </p:cNvSpPr>
            <p:nvPr/>
          </p:nvSpPr>
          <p:spPr bwMode="auto">
            <a:xfrm>
              <a:off x="247650" y="-2090738"/>
              <a:ext cx="19050" cy="0"/>
            </a:xfrm>
            <a:custGeom>
              <a:avLst/>
              <a:gdLst>
                <a:gd name="T0" fmla="*/ 5 w 12"/>
                <a:gd name="T1" fmla="*/ 0 w 12"/>
                <a:gd name="T2" fmla="*/ 12 w 12"/>
                <a:gd name="T3" fmla="*/ 5 w 12"/>
              </a:gdLst>
              <a:ahLst/>
              <a:cxnLst>
                <a:cxn ang="0">
                  <a:pos x="T0" y="0"/>
                </a:cxn>
                <a:cxn ang="0">
                  <a:pos x="T1" y="0"/>
                </a:cxn>
                <a:cxn ang="0">
                  <a:pos x="T2" y="0"/>
                </a:cxn>
                <a:cxn ang="0">
                  <a:pos x="T3" y="0"/>
                </a:cxn>
              </a:cxnLst>
              <a:rect l="0" t="0" r="r" b="b"/>
              <a:pathLst>
                <a:path w="12">
                  <a:moveTo>
                    <a:pt x="5" y="0"/>
                  </a:moveTo>
                  <a:lnTo>
                    <a:pt x="0" y="0"/>
                  </a:lnTo>
                  <a:lnTo>
                    <a:pt x="12"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8" name="Freeform 706">
              <a:extLst>
                <a:ext uri="{FF2B5EF4-FFF2-40B4-BE49-F238E27FC236}">
                  <a16:creationId xmlns:a16="http://schemas.microsoft.com/office/drawing/2014/main" id="{54CD005C-D0FB-470D-80D4-FEFBFF956DE9}"/>
                </a:ext>
              </a:extLst>
            </p:cNvPr>
            <p:cNvSpPr>
              <a:spLocks/>
            </p:cNvSpPr>
            <p:nvPr/>
          </p:nvSpPr>
          <p:spPr bwMode="auto">
            <a:xfrm>
              <a:off x="138113" y="-2063750"/>
              <a:ext cx="15875" cy="3175"/>
            </a:xfrm>
            <a:custGeom>
              <a:avLst/>
              <a:gdLst>
                <a:gd name="T0" fmla="*/ 0 w 4"/>
                <a:gd name="T1" fmla="*/ 1 h 1"/>
                <a:gd name="T2" fmla="*/ 4 w 4"/>
                <a:gd name="T3" fmla="*/ 0 h 1"/>
                <a:gd name="T4" fmla="*/ 0 w 4"/>
                <a:gd name="T5" fmla="*/ 1 h 1"/>
              </a:gdLst>
              <a:ahLst/>
              <a:cxnLst>
                <a:cxn ang="0">
                  <a:pos x="T0" y="T1"/>
                </a:cxn>
                <a:cxn ang="0">
                  <a:pos x="T2" y="T3"/>
                </a:cxn>
                <a:cxn ang="0">
                  <a:pos x="T4" y="T5"/>
                </a:cxn>
              </a:cxnLst>
              <a:rect l="0" t="0" r="r" b="b"/>
              <a:pathLst>
                <a:path w="4" h="1">
                  <a:moveTo>
                    <a:pt x="0" y="1"/>
                  </a:moveTo>
                  <a:cubicBezTo>
                    <a:pt x="1" y="0"/>
                    <a:pt x="3" y="1"/>
                    <a:pt x="4" y="0"/>
                  </a:cubicBezTo>
                  <a:cubicBezTo>
                    <a:pt x="3" y="0"/>
                    <a:pt x="1"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9" name="Freeform 707">
              <a:extLst>
                <a:ext uri="{FF2B5EF4-FFF2-40B4-BE49-F238E27FC236}">
                  <a16:creationId xmlns:a16="http://schemas.microsoft.com/office/drawing/2014/main" id="{7EE1F71F-BA50-44CF-9604-9D69A4788052}"/>
                </a:ext>
              </a:extLst>
            </p:cNvPr>
            <p:cNvSpPr>
              <a:spLocks/>
            </p:cNvSpPr>
            <p:nvPr/>
          </p:nvSpPr>
          <p:spPr bwMode="auto">
            <a:xfrm>
              <a:off x="7938" y="-1951038"/>
              <a:ext cx="3175" cy="3175"/>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cubicBezTo>
                    <a:pt x="1" y="1"/>
                    <a:pt x="1" y="1"/>
                    <a:pt x="1" y="1"/>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0" name="Freeform 708">
              <a:extLst>
                <a:ext uri="{FF2B5EF4-FFF2-40B4-BE49-F238E27FC236}">
                  <a16:creationId xmlns:a16="http://schemas.microsoft.com/office/drawing/2014/main" id="{BDE90059-0233-4979-8F67-DC8492BA70FD}"/>
                </a:ext>
              </a:extLst>
            </p:cNvPr>
            <p:cNvSpPr>
              <a:spLocks/>
            </p:cNvSpPr>
            <p:nvPr/>
          </p:nvSpPr>
          <p:spPr bwMode="auto">
            <a:xfrm>
              <a:off x="41275" y="-1890713"/>
              <a:ext cx="7938" cy="3175"/>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0"/>
                    <a:pt x="1" y="1"/>
                    <a:pt x="0" y="1"/>
                  </a:cubicBezTo>
                  <a:cubicBezTo>
                    <a:pt x="1"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1" name="Freeform 709">
              <a:extLst>
                <a:ext uri="{FF2B5EF4-FFF2-40B4-BE49-F238E27FC236}">
                  <a16:creationId xmlns:a16="http://schemas.microsoft.com/office/drawing/2014/main" id="{7793794F-0921-4514-ABE8-05C3AFF3547C}"/>
                </a:ext>
              </a:extLst>
            </p:cNvPr>
            <p:cNvSpPr>
              <a:spLocks/>
            </p:cNvSpPr>
            <p:nvPr/>
          </p:nvSpPr>
          <p:spPr bwMode="auto">
            <a:xfrm>
              <a:off x="1092200" y="-1628775"/>
              <a:ext cx="57150" cy="3175"/>
            </a:xfrm>
            <a:custGeom>
              <a:avLst/>
              <a:gdLst>
                <a:gd name="T0" fmla="*/ 0 w 36"/>
                <a:gd name="T1" fmla="*/ 0 h 2"/>
                <a:gd name="T2" fmla="*/ 36 w 36"/>
                <a:gd name="T3" fmla="*/ 2 h 2"/>
                <a:gd name="T4" fmla="*/ 14 w 36"/>
                <a:gd name="T5" fmla="*/ 0 h 2"/>
                <a:gd name="T6" fmla="*/ 0 w 36"/>
                <a:gd name="T7" fmla="*/ 0 h 2"/>
              </a:gdLst>
              <a:ahLst/>
              <a:cxnLst>
                <a:cxn ang="0">
                  <a:pos x="T0" y="T1"/>
                </a:cxn>
                <a:cxn ang="0">
                  <a:pos x="T2" y="T3"/>
                </a:cxn>
                <a:cxn ang="0">
                  <a:pos x="T4" y="T5"/>
                </a:cxn>
                <a:cxn ang="0">
                  <a:pos x="T6" y="T7"/>
                </a:cxn>
              </a:cxnLst>
              <a:rect l="0" t="0" r="r" b="b"/>
              <a:pathLst>
                <a:path w="36" h="2">
                  <a:moveTo>
                    <a:pt x="0" y="0"/>
                  </a:moveTo>
                  <a:lnTo>
                    <a:pt x="36" y="2"/>
                  </a:lnTo>
                  <a:lnTo>
                    <a:pt x="14"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2" name="Freeform 710">
              <a:extLst>
                <a:ext uri="{FF2B5EF4-FFF2-40B4-BE49-F238E27FC236}">
                  <a16:creationId xmlns:a16="http://schemas.microsoft.com/office/drawing/2014/main" id="{7AD6CE00-1AB5-4D78-B67D-188FC5E57892}"/>
                </a:ext>
              </a:extLst>
            </p:cNvPr>
            <p:cNvSpPr>
              <a:spLocks/>
            </p:cNvSpPr>
            <p:nvPr/>
          </p:nvSpPr>
          <p:spPr bwMode="auto">
            <a:xfrm>
              <a:off x="1201738" y="-1620838"/>
              <a:ext cx="19050" cy="3175"/>
            </a:xfrm>
            <a:custGeom>
              <a:avLst/>
              <a:gdLst>
                <a:gd name="T0" fmla="*/ 0 w 5"/>
                <a:gd name="T1" fmla="*/ 0 h 1"/>
                <a:gd name="T2" fmla="*/ 5 w 5"/>
                <a:gd name="T3" fmla="*/ 1 h 1"/>
                <a:gd name="T4" fmla="*/ 0 w 5"/>
                <a:gd name="T5" fmla="*/ 0 h 1"/>
              </a:gdLst>
              <a:ahLst/>
              <a:cxnLst>
                <a:cxn ang="0">
                  <a:pos x="T0" y="T1"/>
                </a:cxn>
                <a:cxn ang="0">
                  <a:pos x="T2" y="T3"/>
                </a:cxn>
                <a:cxn ang="0">
                  <a:pos x="T4" y="T5"/>
                </a:cxn>
              </a:cxnLst>
              <a:rect l="0" t="0" r="r" b="b"/>
              <a:pathLst>
                <a:path w="5" h="1">
                  <a:moveTo>
                    <a:pt x="0" y="0"/>
                  </a:moveTo>
                  <a:cubicBezTo>
                    <a:pt x="5" y="1"/>
                    <a:pt x="5" y="1"/>
                    <a:pt x="5" y="1"/>
                  </a:cubicBezTo>
                  <a:cubicBezTo>
                    <a:pt x="4"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3" name="Freeform 711">
              <a:extLst>
                <a:ext uri="{FF2B5EF4-FFF2-40B4-BE49-F238E27FC236}">
                  <a16:creationId xmlns:a16="http://schemas.microsoft.com/office/drawing/2014/main" id="{5807F3EE-E20D-44E8-9310-CF2F5CAC717A}"/>
                </a:ext>
              </a:extLst>
            </p:cNvPr>
            <p:cNvSpPr>
              <a:spLocks/>
            </p:cNvSpPr>
            <p:nvPr/>
          </p:nvSpPr>
          <p:spPr bwMode="auto">
            <a:xfrm>
              <a:off x="957263" y="-1636713"/>
              <a:ext cx="123825" cy="7938"/>
            </a:xfrm>
            <a:custGeom>
              <a:avLst/>
              <a:gdLst>
                <a:gd name="T0" fmla="*/ 0 w 33"/>
                <a:gd name="T1" fmla="*/ 0 h 2"/>
                <a:gd name="T2" fmla="*/ 33 w 33"/>
                <a:gd name="T3" fmla="*/ 2 h 2"/>
                <a:gd name="T4" fmla="*/ 0 w 33"/>
                <a:gd name="T5" fmla="*/ 0 h 2"/>
              </a:gdLst>
              <a:ahLst/>
              <a:cxnLst>
                <a:cxn ang="0">
                  <a:pos x="T0" y="T1"/>
                </a:cxn>
                <a:cxn ang="0">
                  <a:pos x="T2" y="T3"/>
                </a:cxn>
                <a:cxn ang="0">
                  <a:pos x="T4" y="T5"/>
                </a:cxn>
              </a:cxnLst>
              <a:rect l="0" t="0" r="r" b="b"/>
              <a:pathLst>
                <a:path w="33" h="2">
                  <a:moveTo>
                    <a:pt x="0" y="0"/>
                  </a:moveTo>
                  <a:cubicBezTo>
                    <a:pt x="11" y="2"/>
                    <a:pt x="22" y="1"/>
                    <a:pt x="33" y="2"/>
                  </a:cubicBezTo>
                  <a:cubicBezTo>
                    <a:pt x="23" y="0"/>
                    <a:pt x="1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4" name="Freeform 712">
              <a:extLst>
                <a:ext uri="{FF2B5EF4-FFF2-40B4-BE49-F238E27FC236}">
                  <a16:creationId xmlns:a16="http://schemas.microsoft.com/office/drawing/2014/main" id="{05C19FD7-09F4-4060-A351-34D7E2F65F69}"/>
                </a:ext>
              </a:extLst>
            </p:cNvPr>
            <p:cNvSpPr>
              <a:spLocks/>
            </p:cNvSpPr>
            <p:nvPr/>
          </p:nvSpPr>
          <p:spPr bwMode="auto">
            <a:xfrm>
              <a:off x="682625" y="-1651000"/>
              <a:ext cx="241300" cy="14288"/>
            </a:xfrm>
            <a:custGeom>
              <a:avLst/>
              <a:gdLst>
                <a:gd name="T0" fmla="*/ 63 w 64"/>
                <a:gd name="T1" fmla="*/ 4 h 4"/>
                <a:gd name="T2" fmla="*/ 64 w 64"/>
                <a:gd name="T3" fmla="*/ 3 h 4"/>
                <a:gd name="T4" fmla="*/ 3 w 64"/>
                <a:gd name="T5" fmla="*/ 0 h 4"/>
                <a:gd name="T6" fmla="*/ 0 w 64"/>
                <a:gd name="T7" fmla="*/ 2 h 4"/>
                <a:gd name="T8" fmla="*/ 63 w 64"/>
                <a:gd name="T9" fmla="*/ 4 h 4"/>
              </a:gdLst>
              <a:ahLst/>
              <a:cxnLst>
                <a:cxn ang="0">
                  <a:pos x="T0" y="T1"/>
                </a:cxn>
                <a:cxn ang="0">
                  <a:pos x="T2" y="T3"/>
                </a:cxn>
                <a:cxn ang="0">
                  <a:pos x="T4" y="T5"/>
                </a:cxn>
                <a:cxn ang="0">
                  <a:pos x="T6" y="T7"/>
                </a:cxn>
                <a:cxn ang="0">
                  <a:pos x="T8" y="T9"/>
                </a:cxn>
              </a:cxnLst>
              <a:rect l="0" t="0" r="r" b="b"/>
              <a:pathLst>
                <a:path w="64" h="4">
                  <a:moveTo>
                    <a:pt x="63" y="4"/>
                  </a:moveTo>
                  <a:cubicBezTo>
                    <a:pt x="64" y="3"/>
                    <a:pt x="64" y="3"/>
                    <a:pt x="64" y="3"/>
                  </a:cubicBezTo>
                  <a:cubicBezTo>
                    <a:pt x="45" y="3"/>
                    <a:pt x="22" y="1"/>
                    <a:pt x="3" y="0"/>
                  </a:cubicBezTo>
                  <a:cubicBezTo>
                    <a:pt x="0" y="2"/>
                    <a:pt x="0" y="2"/>
                    <a:pt x="0" y="2"/>
                  </a:cubicBezTo>
                  <a:cubicBezTo>
                    <a:pt x="21" y="2"/>
                    <a:pt x="42" y="3"/>
                    <a:pt x="6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5" name="Freeform 713">
              <a:extLst>
                <a:ext uri="{FF2B5EF4-FFF2-40B4-BE49-F238E27FC236}">
                  <a16:creationId xmlns:a16="http://schemas.microsoft.com/office/drawing/2014/main" id="{ADEC7161-50E5-48D1-A4A7-E2F58A2AD4AB}"/>
                </a:ext>
              </a:extLst>
            </p:cNvPr>
            <p:cNvSpPr>
              <a:spLocks/>
            </p:cNvSpPr>
            <p:nvPr/>
          </p:nvSpPr>
          <p:spPr bwMode="auto">
            <a:xfrm>
              <a:off x="931863" y="-1639888"/>
              <a:ext cx="17463" cy="3175"/>
            </a:xfrm>
            <a:custGeom>
              <a:avLst/>
              <a:gdLst>
                <a:gd name="T0" fmla="*/ 5 w 5"/>
                <a:gd name="T1" fmla="*/ 1 h 1"/>
                <a:gd name="T2" fmla="*/ 0 w 5"/>
                <a:gd name="T3" fmla="*/ 1 h 1"/>
                <a:gd name="T4" fmla="*/ 5 w 5"/>
                <a:gd name="T5" fmla="*/ 1 h 1"/>
              </a:gdLst>
              <a:ahLst/>
              <a:cxnLst>
                <a:cxn ang="0">
                  <a:pos x="T0" y="T1"/>
                </a:cxn>
                <a:cxn ang="0">
                  <a:pos x="T2" y="T3"/>
                </a:cxn>
                <a:cxn ang="0">
                  <a:pos x="T4" y="T5"/>
                </a:cxn>
              </a:cxnLst>
              <a:rect l="0" t="0" r="r" b="b"/>
              <a:pathLst>
                <a:path w="5" h="1">
                  <a:moveTo>
                    <a:pt x="5" y="1"/>
                  </a:moveTo>
                  <a:cubicBezTo>
                    <a:pt x="4" y="0"/>
                    <a:pt x="1" y="0"/>
                    <a:pt x="0" y="1"/>
                  </a:cubicBezTo>
                  <a:lnTo>
                    <a:pt x="5"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6" name="Freeform 714">
              <a:extLst>
                <a:ext uri="{FF2B5EF4-FFF2-40B4-BE49-F238E27FC236}">
                  <a16:creationId xmlns:a16="http://schemas.microsoft.com/office/drawing/2014/main" id="{14BF9134-D52B-42C0-BABB-E91DB954F454}"/>
                </a:ext>
              </a:extLst>
            </p:cNvPr>
            <p:cNvSpPr>
              <a:spLocks/>
            </p:cNvSpPr>
            <p:nvPr/>
          </p:nvSpPr>
          <p:spPr bwMode="auto">
            <a:xfrm>
              <a:off x="1227138" y="-1606550"/>
              <a:ext cx="38100" cy="4763"/>
            </a:xfrm>
            <a:custGeom>
              <a:avLst/>
              <a:gdLst>
                <a:gd name="T0" fmla="*/ 0 w 10"/>
                <a:gd name="T1" fmla="*/ 0 h 1"/>
                <a:gd name="T2" fmla="*/ 10 w 10"/>
                <a:gd name="T3" fmla="*/ 1 h 1"/>
                <a:gd name="T4" fmla="*/ 0 w 10"/>
                <a:gd name="T5" fmla="*/ 0 h 1"/>
              </a:gdLst>
              <a:ahLst/>
              <a:cxnLst>
                <a:cxn ang="0">
                  <a:pos x="T0" y="T1"/>
                </a:cxn>
                <a:cxn ang="0">
                  <a:pos x="T2" y="T3"/>
                </a:cxn>
                <a:cxn ang="0">
                  <a:pos x="T4" y="T5"/>
                </a:cxn>
              </a:cxnLst>
              <a:rect l="0" t="0" r="r" b="b"/>
              <a:pathLst>
                <a:path w="10" h="1">
                  <a:moveTo>
                    <a:pt x="0" y="0"/>
                  </a:moveTo>
                  <a:cubicBezTo>
                    <a:pt x="10" y="1"/>
                    <a:pt x="10" y="1"/>
                    <a:pt x="10" y="1"/>
                  </a:cubicBezTo>
                  <a:cubicBezTo>
                    <a:pt x="6" y="0"/>
                    <a:pt x="3"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7" name="Freeform 715">
              <a:extLst>
                <a:ext uri="{FF2B5EF4-FFF2-40B4-BE49-F238E27FC236}">
                  <a16:creationId xmlns:a16="http://schemas.microsoft.com/office/drawing/2014/main" id="{D98D2E32-FD95-44B9-B50B-51D82FE617B5}"/>
                </a:ext>
              </a:extLst>
            </p:cNvPr>
            <p:cNvSpPr>
              <a:spLocks/>
            </p:cNvSpPr>
            <p:nvPr/>
          </p:nvSpPr>
          <p:spPr bwMode="auto">
            <a:xfrm>
              <a:off x="1209675" y="-1606550"/>
              <a:ext cx="17463" cy="0"/>
            </a:xfrm>
            <a:custGeom>
              <a:avLst/>
              <a:gdLst>
                <a:gd name="T0" fmla="*/ 5 w 5"/>
                <a:gd name="T1" fmla="*/ 0 w 5"/>
                <a:gd name="T2" fmla="*/ 5 w 5"/>
              </a:gdLst>
              <a:ahLst/>
              <a:cxnLst>
                <a:cxn ang="0">
                  <a:pos x="T0" y="0"/>
                </a:cxn>
                <a:cxn ang="0">
                  <a:pos x="T1" y="0"/>
                </a:cxn>
                <a:cxn ang="0">
                  <a:pos x="T2" y="0"/>
                </a:cxn>
              </a:cxnLst>
              <a:rect l="0" t="0" r="r" b="b"/>
              <a:pathLst>
                <a:path w="5">
                  <a:moveTo>
                    <a:pt x="5" y="0"/>
                  </a:moveTo>
                  <a:cubicBezTo>
                    <a:pt x="0" y="0"/>
                    <a:pt x="0" y="0"/>
                    <a:pt x="0" y="0"/>
                  </a:cubicBezTo>
                  <a:cubicBezTo>
                    <a:pt x="2" y="0"/>
                    <a:pt x="3"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sp>
        <p:nvSpPr>
          <p:cNvPr id="8" name="矩形 7">
            <a:extLst>
              <a:ext uri="{FF2B5EF4-FFF2-40B4-BE49-F238E27FC236}">
                <a16:creationId xmlns:a16="http://schemas.microsoft.com/office/drawing/2014/main" id="{A7BE57D0-5A97-49A8-A0FE-54660CEF5AC2}"/>
              </a:ext>
            </a:extLst>
          </p:cNvPr>
          <p:cNvSpPr/>
          <p:nvPr/>
        </p:nvSpPr>
        <p:spPr>
          <a:xfrm>
            <a:off x="2323713" y="1772973"/>
            <a:ext cx="1708095" cy="1230786"/>
          </a:xfrm>
          <a:prstGeom prst="rect">
            <a:avLst/>
          </a:prstGeom>
        </p:spPr>
        <p:txBody>
          <a:bodyPr wrap="square">
            <a:spAutoFit/>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lang="zh-CN" altLang="en-US" sz="2000" spc="300" dirty="0">
                <a:solidFill>
                  <a:prstClr val="white"/>
                </a:solidFill>
                <a:latin typeface="+mj-ea"/>
                <a:ea typeface="+mj-ea"/>
                <a:cs typeface="+mn-ea"/>
                <a:sym typeface="+mn-lt"/>
              </a:rPr>
              <a:t>姓名</a:t>
            </a:r>
            <a:endParaRPr lang="en-US" altLang="zh-CN" sz="2000" spc="300" dirty="0">
              <a:solidFill>
                <a:prstClr val="white"/>
              </a:solidFill>
              <a:latin typeface="+mj-ea"/>
              <a:ea typeface="+mj-ea"/>
              <a:cs typeface="+mn-ea"/>
              <a:sym typeface="+mn-lt"/>
            </a:endParaRPr>
          </a:p>
          <a:p>
            <a:pPr marL="0" marR="0" lvl="0" indent="0" algn="ctr" defTabSz="914400" rtl="0" eaLnBrk="1" fontAlgn="auto" latinLnBrk="0" hangingPunct="1">
              <a:lnSpc>
                <a:spcPct val="2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E333E"/>
                </a:solidFill>
                <a:effectLst/>
                <a:uLnTx/>
                <a:uFillTx/>
                <a:cs typeface="+mn-ea"/>
                <a:sym typeface="+mn-lt"/>
              </a:rPr>
              <a:t>团队主持人</a:t>
            </a:r>
            <a:endParaRPr kumimoji="0" lang="en-US" altLang="zh-CN" sz="2000" b="0" i="0" u="none" strike="noStrike" kern="1200" cap="none" spc="0" normalizeH="0" baseline="0" noProof="0" dirty="0">
              <a:ln>
                <a:noFill/>
              </a:ln>
              <a:solidFill>
                <a:srgbClr val="2E333E"/>
              </a:solidFill>
              <a:effectLst/>
              <a:uLnTx/>
              <a:uFillTx/>
              <a:cs typeface="+mn-ea"/>
              <a:sym typeface="+mn-lt"/>
            </a:endParaRPr>
          </a:p>
        </p:txBody>
      </p:sp>
      <p:sp>
        <p:nvSpPr>
          <p:cNvPr id="30" name="椭圆 29">
            <a:extLst>
              <a:ext uri="{FF2B5EF4-FFF2-40B4-BE49-F238E27FC236}">
                <a16:creationId xmlns:a16="http://schemas.microsoft.com/office/drawing/2014/main" id="{CF19001F-4726-40D2-87D0-F5245BD49721}"/>
              </a:ext>
            </a:extLst>
          </p:cNvPr>
          <p:cNvSpPr/>
          <p:nvPr/>
        </p:nvSpPr>
        <p:spPr>
          <a:xfrm>
            <a:off x="803270" y="1619028"/>
            <a:ext cx="1507227" cy="1507227"/>
          </a:xfrm>
          <a:prstGeom prst="ellipse">
            <a:avLst/>
          </a:prstGeom>
          <a:blipFill dpi="0" rotWithShape="1">
            <a:blip r:embed="rId3"/>
            <a:srcRect/>
            <a:tile tx="-1447800" ty="0" sx="20000" sy="20000" flip="none" algn="tl"/>
          </a:blipFill>
          <a:ln w="76200">
            <a:solidFill>
              <a:schemeClr val="bg1">
                <a:lumMod val="95000"/>
              </a:schemeClr>
            </a:solidFill>
          </a:ln>
          <a:effectLst>
            <a:outerShdw blurRad="1651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32" name="文本框 31">
            <a:extLst>
              <a:ext uri="{FF2B5EF4-FFF2-40B4-BE49-F238E27FC236}">
                <a16:creationId xmlns:a16="http://schemas.microsoft.com/office/drawing/2014/main" id="{0F1CD491-7EB6-4DF1-B3B5-B249B74D2FC3}"/>
              </a:ext>
            </a:extLst>
          </p:cNvPr>
          <p:cNvSpPr txBox="1"/>
          <p:nvPr/>
        </p:nvSpPr>
        <p:spPr>
          <a:xfrm>
            <a:off x="930035" y="3424447"/>
            <a:ext cx="2878339" cy="2266454"/>
          </a:xfrm>
          <a:prstGeom prst="rect">
            <a:avLst/>
          </a:prstGeom>
          <a:noFill/>
        </p:spPr>
        <p:txBody>
          <a:bodyPr wrap="square" rtlCol="0">
            <a:spAutoFit/>
          </a:bodyPr>
          <a:lstStyle/>
          <a:p>
            <a:pPr algn="just">
              <a:lnSpc>
                <a:spcPct val="15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a:t>
            </a:r>
          </a:p>
        </p:txBody>
      </p:sp>
      <p:sp>
        <p:nvSpPr>
          <p:cNvPr id="33" name="圆角矩形 52">
            <a:extLst>
              <a:ext uri="{FF2B5EF4-FFF2-40B4-BE49-F238E27FC236}">
                <a16:creationId xmlns:a16="http://schemas.microsoft.com/office/drawing/2014/main" id="{1C33AAC8-E83D-4321-8586-01FF894C77CD}"/>
              </a:ext>
            </a:extLst>
          </p:cNvPr>
          <p:cNvSpPr/>
          <p:nvPr/>
        </p:nvSpPr>
        <p:spPr>
          <a:xfrm>
            <a:off x="8175432" y="1504759"/>
            <a:ext cx="3347759" cy="4443996"/>
          </a:xfrm>
          <a:prstGeom prst="roundRect">
            <a:avLst>
              <a:gd name="adj" fmla="val 2533"/>
            </a:avLst>
          </a:prstGeom>
          <a:solidFill>
            <a:schemeClr val="bg1"/>
          </a:solidFill>
          <a:ln>
            <a:noFill/>
          </a:ln>
          <a:effectLst>
            <a:outerShdw blurRad="50800" dist="50800" dir="5400000" algn="t"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34" name="组合 33">
            <a:extLst>
              <a:ext uri="{FF2B5EF4-FFF2-40B4-BE49-F238E27FC236}">
                <a16:creationId xmlns:a16="http://schemas.microsoft.com/office/drawing/2014/main" id="{E85883CF-F353-410F-81F5-CE110F69CB94}"/>
              </a:ext>
            </a:extLst>
          </p:cNvPr>
          <p:cNvGrpSpPr/>
          <p:nvPr/>
        </p:nvGrpSpPr>
        <p:grpSpPr>
          <a:xfrm>
            <a:off x="10037820" y="1816865"/>
            <a:ext cx="1238154" cy="571501"/>
            <a:chOff x="7938" y="-2173288"/>
            <a:chExt cx="1543050" cy="571501"/>
          </a:xfrm>
          <a:solidFill>
            <a:schemeClr val="accent1"/>
          </a:solidFill>
        </p:grpSpPr>
        <p:sp>
          <p:nvSpPr>
            <p:cNvPr id="35" name="Freeform 692">
              <a:extLst>
                <a:ext uri="{FF2B5EF4-FFF2-40B4-BE49-F238E27FC236}">
                  <a16:creationId xmlns:a16="http://schemas.microsoft.com/office/drawing/2014/main" id="{D516FAF4-1AF4-41FC-8454-A443EECA8405}"/>
                </a:ext>
              </a:extLst>
            </p:cNvPr>
            <p:cNvSpPr>
              <a:spLocks/>
            </p:cNvSpPr>
            <p:nvPr/>
          </p:nvSpPr>
          <p:spPr bwMode="auto">
            <a:xfrm>
              <a:off x="1141413" y="-2168525"/>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36" name="Freeform 693">
              <a:extLst>
                <a:ext uri="{FF2B5EF4-FFF2-40B4-BE49-F238E27FC236}">
                  <a16:creationId xmlns:a16="http://schemas.microsoft.com/office/drawing/2014/main" id="{13CD5C24-3A05-4705-B5C4-2BEB18F5B0F1}"/>
                </a:ext>
              </a:extLst>
            </p:cNvPr>
            <p:cNvSpPr>
              <a:spLocks/>
            </p:cNvSpPr>
            <p:nvPr/>
          </p:nvSpPr>
          <p:spPr bwMode="auto">
            <a:xfrm>
              <a:off x="1141413" y="-2173288"/>
              <a:ext cx="60325" cy="7938"/>
            </a:xfrm>
            <a:custGeom>
              <a:avLst/>
              <a:gdLst>
                <a:gd name="T0" fmla="*/ 16 w 16"/>
                <a:gd name="T1" fmla="*/ 2 h 2"/>
                <a:gd name="T2" fmla="*/ 16 w 16"/>
                <a:gd name="T3" fmla="*/ 1 h 2"/>
                <a:gd name="T4" fmla="*/ 5 w 16"/>
                <a:gd name="T5" fmla="*/ 1 h 2"/>
                <a:gd name="T6" fmla="*/ 0 w 16"/>
                <a:gd name="T7" fmla="*/ 1 h 2"/>
                <a:gd name="T8" fmla="*/ 16 w 16"/>
                <a:gd name="T9" fmla="*/ 2 h 2"/>
              </a:gdLst>
              <a:ahLst/>
              <a:cxnLst>
                <a:cxn ang="0">
                  <a:pos x="T0" y="T1"/>
                </a:cxn>
                <a:cxn ang="0">
                  <a:pos x="T2" y="T3"/>
                </a:cxn>
                <a:cxn ang="0">
                  <a:pos x="T4" y="T5"/>
                </a:cxn>
                <a:cxn ang="0">
                  <a:pos x="T6" y="T7"/>
                </a:cxn>
                <a:cxn ang="0">
                  <a:pos x="T8" y="T9"/>
                </a:cxn>
              </a:cxnLst>
              <a:rect l="0" t="0" r="r" b="b"/>
              <a:pathLst>
                <a:path w="16" h="2">
                  <a:moveTo>
                    <a:pt x="16" y="2"/>
                  </a:moveTo>
                  <a:cubicBezTo>
                    <a:pt x="16" y="1"/>
                    <a:pt x="16" y="1"/>
                    <a:pt x="16" y="1"/>
                  </a:cubicBezTo>
                  <a:cubicBezTo>
                    <a:pt x="13" y="0"/>
                    <a:pt x="8" y="0"/>
                    <a:pt x="5" y="1"/>
                  </a:cubicBezTo>
                  <a:cubicBezTo>
                    <a:pt x="3" y="0"/>
                    <a:pt x="2" y="0"/>
                    <a:pt x="0" y="1"/>
                  </a:cubicBezTo>
                  <a:cubicBezTo>
                    <a:pt x="5" y="2"/>
                    <a:pt x="11" y="2"/>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37" name="Freeform 699">
              <a:extLst>
                <a:ext uri="{FF2B5EF4-FFF2-40B4-BE49-F238E27FC236}">
                  <a16:creationId xmlns:a16="http://schemas.microsoft.com/office/drawing/2014/main" id="{AA1F5D17-77A6-4ACE-9354-D140061D7BF6}"/>
                </a:ext>
              </a:extLst>
            </p:cNvPr>
            <p:cNvSpPr>
              <a:spLocks/>
            </p:cNvSpPr>
            <p:nvPr/>
          </p:nvSpPr>
          <p:spPr bwMode="auto">
            <a:xfrm>
              <a:off x="1201738" y="-2173288"/>
              <a:ext cx="7938" cy="7938"/>
            </a:xfrm>
            <a:custGeom>
              <a:avLst/>
              <a:gdLst>
                <a:gd name="T0" fmla="*/ 1 w 2"/>
                <a:gd name="T1" fmla="*/ 2 h 2"/>
                <a:gd name="T2" fmla="*/ 2 w 2"/>
                <a:gd name="T3" fmla="*/ 2 h 2"/>
                <a:gd name="T4" fmla="*/ 2 w 2"/>
                <a:gd name="T5" fmla="*/ 0 h 2"/>
                <a:gd name="T6" fmla="*/ 1 w 2"/>
                <a:gd name="T7" fmla="*/ 2 h 2"/>
              </a:gdLst>
              <a:ahLst/>
              <a:cxnLst>
                <a:cxn ang="0">
                  <a:pos x="T0" y="T1"/>
                </a:cxn>
                <a:cxn ang="0">
                  <a:pos x="T2" y="T3"/>
                </a:cxn>
                <a:cxn ang="0">
                  <a:pos x="T4" y="T5"/>
                </a:cxn>
                <a:cxn ang="0">
                  <a:pos x="T6" y="T7"/>
                </a:cxn>
              </a:cxnLst>
              <a:rect l="0" t="0" r="r" b="b"/>
              <a:pathLst>
                <a:path w="2" h="2">
                  <a:moveTo>
                    <a:pt x="1" y="2"/>
                  </a:moveTo>
                  <a:cubicBezTo>
                    <a:pt x="2" y="2"/>
                    <a:pt x="2" y="2"/>
                    <a:pt x="2" y="2"/>
                  </a:cubicBezTo>
                  <a:cubicBezTo>
                    <a:pt x="2" y="0"/>
                    <a:pt x="2" y="0"/>
                    <a:pt x="2" y="0"/>
                  </a:cubicBezTo>
                  <a:cubicBezTo>
                    <a:pt x="0" y="0"/>
                    <a:pt x="2"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38" name="Freeform 700">
              <a:extLst>
                <a:ext uri="{FF2B5EF4-FFF2-40B4-BE49-F238E27FC236}">
                  <a16:creationId xmlns:a16="http://schemas.microsoft.com/office/drawing/2014/main" id="{99B06076-B2BE-459C-B879-D73341F81A1F}"/>
                </a:ext>
              </a:extLst>
            </p:cNvPr>
            <p:cNvSpPr>
              <a:spLocks/>
            </p:cNvSpPr>
            <p:nvPr/>
          </p:nvSpPr>
          <p:spPr bwMode="auto">
            <a:xfrm>
              <a:off x="322263" y="-2101850"/>
              <a:ext cx="52388" cy="19050"/>
            </a:xfrm>
            <a:custGeom>
              <a:avLst/>
              <a:gdLst>
                <a:gd name="T0" fmla="*/ 14 w 14"/>
                <a:gd name="T1" fmla="*/ 5 h 5"/>
                <a:gd name="T2" fmla="*/ 14 w 14"/>
                <a:gd name="T3" fmla="*/ 4 h 5"/>
                <a:gd name="T4" fmla="*/ 5 w 14"/>
                <a:gd name="T5" fmla="*/ 2 h 5"/>
                <a:gd name="T6" fmla="*/ 6 w 14"/>
                <a:gd name="T7" fmla="*/ 1 h 5"/>
                <a:gd name="T8" fmla="*/ 0 w 14"/>
                <a:gd name="T9" fmla="*/ 0 h 5"/>
                <a:gd name="T10" fmla="*/ 1 w 14"/>
                <a:gd name="T11" fmla="*/ 2 h 5"/>
                <a:gd name="T12" fmla="*/ 14 w 14"/>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4" h="5">
                  <a:moveTo>
                    <a:pt x="14" y="5"/>
                  </a:moveTo>
                  <a:cubicBezTo>
                    <a:pt x="14" y="4"/>
                    <a:pt x="14" y="4"/>
                    <a:pt x="14" y="4"/>
                  </a:cubicBezTo>
                  <a:cubicBezTo>
                    <a:pt x="11" y="3"/>
                    <a:pt x="7" y="5"/>
                    <a:pt x="5" y="2"/>
                  </a:cubicBezTo>
                  <a:cubicBezTo>
                    <a:pt x="6" y="1"/>
                    <a:pt x="6" y="1"/>
                    <a:pt x="6" y="1"/>
                  </a:cubicBezTo>
                  <a:cubicBezTo>
                    <a:pt x="4" y="1"/>
                    <a:pt x="2" y="0"/>
                    <a:pt x="0" y="0"/>
                  </a:cubicBezTo>
                  <a:cubicBezTo>
                    <a:pt x="1" y="2"/>
                    <a:pt x="1" y="2"/>
                    <a:pt x="1" y="2"/>
                  </a:cubicBezTo>
                  <a:cubicBezTo>
                    <a:pt x="5" y="3"/>
                    <a:pt x="9" y="5"/>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39" name="Freeform 701">
              <a:extLst>
                <a:ext uri="{FF2B5EF4-FFF2-40B4-BE49-F238E27FC236}">
                  <a16:creationId xmlns:a16="http://schemas.microsoft.com/office/drawing/2014/main" id="{42006615-05E8-4B5F-9498-BABB7C64B961}"/>
                </a:ext>
              </a:extLst>
            </p:cNvPr>
            <p:cNvSpPr>
              <a:spLocks noEditPoints="1"/>
            </p:cNvSpPr>
            <p:nvPr/>
          </p:nvSpPr>
          <p:spPr bwMode="auto">
            <a:xfrm>
              <a:off x="7938" y="-2071688"/>
              <a:ext cx="1516063" cy="465138"/>
            </a:xfrm>
            <a:custGeom>
              <a:avLst/>
              <a:gdLst>
                <a:gd name="T0" fmla="*/ 515 w 515"/>
                <a:gd name="T1" fmla="*/ 105 h 124"/>
                <a:gd name="T2" fmla="*/ 494 w 515"/>
                <a:gd name="T3" fmla="*/ 98 h 124"/>
                <a:gd name="T4" fmla="*/ 449 w 515"/>
                <a:gd name="T5" fmla="*/ 93 h 124"/>
                <a:gd name="T6" fmla="*/ 497 w 515"/>
                <a:gd name="T7" fmla="*/ 88 h 124"/>
                <a:gd name="T8" fmla="*/ 502 w 515"/>
                <a:gd name="T9" fmla="*/ 82 h 124"/>
                <a:gd name="T10" fmla="*/ 509 w 515"/>
                <a:gd name="T11" fmla="*/ 75 h 124"/>
                <a:gd name="T12" fmla="*/ 505 w 515"/>
                <a:gd name="T13" fmla="*/ 70 h 124"/>
                <a:gd name="T14" fmla="*/ 432 w 515"/>
                <a:gd name="T15" fmla="*/ 59 h 124"/>
                <a:gd name="T16" fmla="*/ 365 w 515"/>
                <a:gd name="T17" fmla="*/ 46 h 124"/>
                <a:gd name="T18" fmla="*/ 433 w 515"/>
                <a:gd name="T19" fmla="*/ 50 h 124"/>
                <a:gd name="T20" fmla="*/ 411 w 515"/>
                <a:gd name="T21" fmla="*/ 44 h 124"/>
                <a:gd name="T22" fmla="*/ 361 w 515"/>
                <a:gd name="T23" fmla="*/ 33 h 124"/>
                <a:gd name="T24" fmla="*/ 379 w 515"/>
                <a:gd name="T25" fmla="*/ 33 h 124"/>
                <a:gd name="T26" fmla="*/ 470 w 515"/>
                <a:gd name="T27" fmla="*/ 35 h 124"/>
                <a:gd name="T28" fmla="*/ 441 w 515"/>
                <a:gd name="T29" fmla="*/ 30 h 124"/>
                <a:gd name="T30" fmla="*/ 440 w 515"/>
                <a:gd name="T31" fmla="*/ 31 h 124"/>
                <a:gd name="T32" fmla="*/ 240 w 515"/>
                <a:gd name="T33" fmla="*/ 10 h 124"/>
                <a:gd name="T34" fmla="*/ 265 w 515"/>
                <a:gd name="T35" fmla="*/ 6 h 124"/>
                <a:gd name="T36" fmla="*/ 98 w 515"/>
                <a:gd name="T37" fmla="*/ 2 h 124"/>
                <a:gd name="T38" fmla="*/ 59 w 515"/>
                <a:gd name="T39" fmla="*/ 6 h 124"/>
                <a:gd name="T40" fmla="*/ 17 w 515"/>
                <a:gd name="T41" fmla="*/ 16 h 124"/>
                <a:gd name="T42" fmla="*/ 30 w 515"/>
                <a:gd name="T43" fmla="*/ 26 h 124"/>
                <a:gd name="T44" fmla="*/ 35 w 515"/>
                <a:gd name="T45" fmla="*/ 35 h 124"/>
                <a:gd name="T46" fmla="*/ 21 w 515"/>
                <a:gd name="T47" fmla="*/ 42 h 124"/>
                <a:gd name="T48" fmla="*/ 16 w 515"/>
                <a:gd name="T49" fmla="*/ 48 h 124"/>
                <a:gd name="T50" fmla="*/ 25 w 515"/>
                <a:gd name="T51" fmla="*/ 52 h 124"/>
                <a:gd name="T52" fmla="*/ 9 w 515"/>
                <a:gd name="T53" fmla="*/ 57 h 124"/>
                <a:gd name="T54" fmla="*/ 4 w 515"/>
                <a:gd name="T55" fmla="*/ 65 h 124"/>
                <a:gd name="T56" fmla="*/ 1 w 515"/>
                <a:gd name="T57" fmla="*/ 69 h 124"/>
                <a:gd name="T58" fmla="*/ 9 w 515"/>
                <a:gd name="T59" fmla="*/ 74 h 124"/>
                <a:gd name="T60" fmla="*/ 21 w 515"/>
                <a:gd name="T61" fmla="*/ 86 h 124"/>
                <a:gd name="T62" fmla="*/ 25 w 515"/>
                <a:gd name="T63" fmla="*/ 94 h 124"/>
                <a:gd name="T64" fmla="*/ 23 w 515"/>
                <a:gd name="T65" fmla="*/ 105 h 124"/>
                <a:gd name="T66" fmla="*/ 205 w 515"/>
                <a:gd name="T67" fmla="*/ 120 h 124"/>
                <a:gd name="T68" fmla="*/ 190 w 515"/>
                <a:gd name="T69" fmla="*/ 117 h 124"/>
                <a:gd name="T70" fmla="*/ 49 w 515"/>
                <a:gd name="T71" fmla="*/ 108 h 124"/>
                <a:gd name="T72" fmla="*/ 303 w 515"/>
                <a:gd name="T73" fmla="*/ 117 h 124"/>
                <a:gd name="T74" fmla="*/ 436 w 515"/>
                <a:gd name="T75" fmla="*/ 123 h 124"/>
                <a:gd name="T76" fmla="*/ 440 w 515"/>
                <a:gd name="T77" fmla="*/ 119 h 124"/>
                <a:gd name="T78" fmla="*/ 464 w 515"/>
                <a:gd name="T79" fmla="*/ 112 h 124"/>
                <a:gd name="T80" fmla="*/ 451 w 515"/>
                <a:gd name="T81" fmla="*/ 107 h 124"/>
                <a:gd name="T82" fmla="*/ 477 w 515"/>
                <a:gd name="T83" fmla="*/ 107 h 124"/>
                <a:gd name="T84" fmla="*/ 434 w 515"/>
                <a:gd name="T85" fmla="*/ 28 h 124"/>
                <a:gd name="T86" fmla="*/ 429 w 515"/>
                <a:gd name="T87" fmla="*/ 29 h 124"/>
                <a:gd name="T88" fmla="*/ 424 w 515"/>
                <a:gd name="T89" fmla="*/ 26 h 124"/>
                <a:gd name="T90" fmla="*/ 384 w 515"/>
                <a:gd name="T91" fmla="*/ 108 h 124"/>
                <a:gd name="T92" fmla="*/ 456 w 515"/>
                <a:gd name="T93" fmla="*/ 113 h 124"/>
                <a:gd name="T94" fmla="*/ 456 w 515"/>
                <a:gd name="T95" fmla="*/ 113 h 124"/>
                <a:gd name="T96" fmla="*/ 426 w 515"/>
                <a:gd name="T97" fmla="*/ 10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5" h="124">
                  <a:moveTo>
                    <a:pt x="477" y="107"/>
                  </a:moveTo>
                  <a:cubicBezTo>
                    <a:pt x="477" y="106"/>
                    <a:pt x="477" y="106"/>
                    <a:pt x="477" y="106"/>
                  </a:cubicBezTo>
                  <a:cubicBezTo>
                    <a:pt x="489" y="106"/>
                    <a:pt x="502" y="106"/>
                    <a:pt x="514" y="106"/>
                  </a:cubicBezTo>
                  <a:cubicBezTo>
                    <a:pt x="515" y="105"/>
                    <a:pt x="515" y="105"/>
                    <a:pt x="515" y="105"/>
                  </a:cubicBezTo>
                  <a:cubicBezTo>
                    <a:pt x="492" y="105"/>
                    <a:pt x="472" y="104"/>
                    <a:pt x="450" y="101"/>
                  </a:cubicBezTo>
                  <a:cubicBezTo>
                    <a:pt x="445" y="100"/>
                    <a:pt x="445" y="100"/>
                    <a:pt x="445" y="100"/>
                  </a:cubicBezTo>
                  <a:cubicBezTo>
                    <a:pt x="446" y="99"/>
                    <a:pt x="446" y="99"/>
                    <a:pt x="446" y="99"/>
                  </a:cubicBezTo>
                  <a:cubicBezTo>
                    <a:pt x="463" y="99"/>
                    <a:pt x="478" y="97"/>
                    <a:pt x="494" y="98"/>
                  </a:cubicBezTo>
                  <a:cubicBezTo>
                    <a:pt x="491" y="97"/>
                    <a:pt x="491" y="97"/>
                    <a:pt x="491" y="97"/>
                  </a:cubicBezTo>
                  <a:cubicBezTo>
                    <a:pt x="493" y="95"/>
                    <a:pt x="493" y="95"/>
                    <a:pt x="493" y="95"/>
                  </a:cubicBezTo>
                  <a:cubicBezTo>
                    <a:pt x="478" y="95"/>
                    <a:pt x="463" y="96"/>
                    <a:pt x="449" y="94"/>
                  </a:cubicBezTo>
                  <a:cubicBezTo>
                    <a:pt x="449" y="93"/>
                    <a:pt x="449" y="93"/>
                    <a:pt x="449" y="93"/>
                  </a:cubicBezTo>
                  <a:cubicBezTo>
                    <a:pt x="467" y="93"/>
                    <a:pt x="485" y="94"/>
                    <a:pt x="503" y="93"/>
                  </a:cubicBezTo>
                  <a:cubicBezTo>
                    <a:pt x="505" y="92"/>
                    <a:pt x="506" y="90"/>
                    <a:pt x="508" y="91"/>
                  </a:cubicBezTo>
                  <a:cubicBezTo>
                    <a:pt x="509" y="91"/>
                    <a:pt x="509" y="90"/>
                    <a:pt x="510" y="89"/>
                  </a:cubicBezTo>
                  <a:cubicBezTo>
                    <a:pt x="497" y="88"/>
                    <a:pt x="497" y="88"/>
                    <a:pt x="497" y="88"/>
                  </a:cubicBezTo>
                  <a:cubicBezTo>
                    <a:pt x="492" y="86"/>
                    <a:pt x="486" y="89"/>
                    <a:pt x="482" y="85"/>
                  </a:cubicBezTo>
                  <a:cubicBezTo>
                    <a:pt x="465" y="85"/>
                    <a:pt x="448" y="83"/>
                    <a:pt x="432" y="82"/>
                  </a:cubicBezTo>
                  <a:cubicBezTo>
                    <a:pt x="432" y="81"/>
                    <a:pt x="432" y="81"/>
                    <a:pt x="432" y="81"/>
                  </a:cubicBezTo>
                  <a:cubicBezTo>
                    <a:pt x="455" y="82"/>
                    <a:pt x="479" y="81"/>
                    <a:pt x="502" y="82"/>
                  </a:cubicBezTo>
                  <a:cubicBezTo>
                    <a:pt x="475" y="79"/>
                    <a:pt x="475" y="79"/>
                    <a:pt x="475" y="79"/>
                  </a:cubicBezTo>
                  <a:cubicBezTo>
                    <a:pt x="482" y="78"/>
                    <a:pt x="489" y="76"/>
                    <a:pt x="497" y="78"/>
                  </a:cubicBezTo>
                  <a:cubicBezTo>
                    <a:pt x="500" y="77"/>
                    <a:pt x="503" y="77"/>
                    <a:pt x="506" y="77"/>
                  </a:cubicBezTo>
                  <a:cubicBezTo>
                    <a:pt x="507" y="77"/>
                    <a:pt x="507" y="75"/>
                    <a:pt x="509" y="75"/>
                  </a:cubicBezTo>
                  <a:cubicBezTo>
                    <a:pt x="509" y="74"/>
                    <a:pt x="509" y="74"/>
                    <a:pt x="509" y="74"/>
                  </a:cubicBezTo>
                  <a:cubicBezTo>
                    <a:pt x="492" y="73"/>
                    <a:pt x="492" y="73"/>
                    <a:pt x="492" y="73"/>
                  </a:cubicBezTo>
                  <a:cubicBezTo>
                    <a:pt x="491" y="72"/>
                    <a:pt x="491" y="72"/>
                    <a:pt x="491" y="72"/>
                  </a:cubicBezTo>
                  <a:cubicBezTo>
                    <a:pt x="495" y="71"/>
                    <a:pt x="501" y="72"/>
                    <a:pt x="505" y="70"/>
                  </a:cubicBezTo>
                  <a:cubicBezTo>
                    <a:pt x="500" y="70"/>
                    <a:pt x="494" y="69"/>
                    <a:pt x="490" y="70"/>
                  </a:cubicBezTo>
                  <a:cubicBezTo>
                    <a:pt x="486" y="68"/>
                    <a:pt x="478" y="70"/>
                    <a:pt x="476" y="66"/>
                  </a:cubicBezTo>
                  <a:cubicBezTo>
                    <a:pt x="462" y="64"/>
                    <a:pt x="446" y="64"/>
                    <a:pt x="431" y="62"/>
                  </a:cubicBezTo>
                  <a:cubicBezTo>
                    <a:pt x="432" y="61"/>
                    <a:pt x="429" y="59"/>
                    <a:pt x="432" y="59"/>
                  </a:cubicBezTo>
                  <a:cubicBezTo>
                    <a:pt x="450" y="61"/>
                    <a:pt x="450" y="61"/>
                    <a:pt x="450" y="61"/>
                  </a:cubicBezTo>
                  <a:cubicBezTo>
                    <a:pt x="465" y="61"/>
                    <a:pt x="482" y="63"/>
                    <a:pt x="495" y="60"/>
                  </a:cubicBezTo>
                  <a:cubicBezTo>
                    <a:pt x="462" y="60"/>
                    <a:pt x="432" y="51"/>
                    <a:pt x="400" y="50"/>
                  </a:cubicBezTo>
                  <a:cubicBezTo>
                    <a:pt x="389" y="47"/>
                    <a:pt x="376" y="48"/>
                    <a:pt x="365" y="46"/>
                  </a:cubicBezTo>
                  <a:cubicBezTo>
                    <a:pt x="390" y="46"/>
                    <a:pt x="415" y="50"/>
                    <a:pt x="440" y="51"/>
                  </a:cubicBezTo>
                  <a:cubicBezTo>
                    <a:pt x="438" y="51"/>
                    <a:pt x="438" y="51"/>
                    <a:pt x="438" y="51"/>
                  </a:cubicBezTo>
                  <a:cubicBezTo>
                    <a:pt x="437" y="48"/>
                    <a:pt x="442" y="51"/>
                    <a:pt x="444" y="49"/>
                  </a:cubicBezTo>
                  <a:cubicBezTo>
                    <a:pt x="440" y="47"/>
                    <a:pt x="437" y="51"/>
                    <a:pt x="433" y="50"/>
                  </a:cubicBezTo>
                  <a:cubicBezTo>
                    <a:pt x="432" y="49"/>
                    <a:pt x="429" y="50"/>
                    <a:pt x="430" y="48"/>
                  </a:cubicBezTo>
                  <a:cubicBezTo>
                    <a:pt x="429" y="48"/>
                    <a:pt x="428" y="48"/>
                    <a:pt x="428" y="47"/>
                  </a:cubicBezTo>
                  <a:cubicBezTo>
                    <a:pt x="431" y="45"/>
                    <a:pt x="435" y="50"/>
                    <a:pt x="435" y="47"/>
                  </a:cubicBezTo>
                  <a:cubicBezTo>
                    <a:pt x="428" y="46"/>
                    <a:pt x="418" y="44"/>
                    <a:pt x="411" y="44"/>
                  </a:cubicBezTo>
                  <a:cubicBezTo>
                    <a:pt x="411" y="42"/>
                    <a:pt x="413" y="43"/>
                    <a:pt x="414" y="42"/>
                  </a:cubicBezTo>
                  <a:cubicBezTo>
                    <a:pt x="406" y="41"/>
                    <a:pt x="397" y="41"/>
                    <a:pt x="388" y="39"/>
                  </a:cubicBezTo>
                  <a:cubicBezTo>
                    <a:pt x="396" y="37"/>
                    <a:pt x="407" y="41"/>
                    <a:pt x="415" y="40"/>
                  </a:cubicBezTo>
                  <a:cubicBezTo>
                    <a:pt x="397" y="37"/>
                    <a:pt x="378" y="37"/>
                    <a:pt x="361" y="33"/>
                  </a:cubicBezTo>
                  <a:cubicBezTo>
                    <a:pt x="360" y="32"/>
                    <a:pt x="360" y="32"/>
                    <a:pt x="360" y="32"/>
                  </a:cubicBezTo>
                  <a:cubicBezTo>
                    <a:pt x="366" y="33"/>
                    <a:pt x="373" y="31"/>
                    <a:pt x="379" y="33"/>
                  </a:cubicBezTo>
                  <a:cubicBezTo>
                    <a:pt x="378" y="34"/>
                    <a:pt x="378" y="34"/>
                    <a:pt x="378" y="34"/>
                  </a:cubicBezTo>
                  <a:cubicBezTo>
                    <a:pt x="379" y="33"/>
                    <a:pt x="379" y="33"/>
                    <a:pt x="379" y="33"/>
                  </a:cubicBezTo>
                  <a:cubicBezTo>
                    <a:pt x="398" y="33"/>
                    <a:pt x="423" y="36"/>
                    <a:pt x="444" y="37"/>
                  </a:cubicBezTo>
                  <a:cubicBezTo>
                    <a:pt x="434" y="33"/>
                    <a:pt x="422" y="34"/>
                    <a:pt x="411" y="31"/>
                  </a:cubicBezTo>
                  <a:cubicBezTo>
                    <a:pt x="414" y="29"/>
                    <a:pt x="419" y="30"/>
                    <a:pt x="423" y="31"/>
                  </a:cubicBezTo>
                  <a:cubicBezTo>
                    <a:pt x="437" y="32"/>
                    <a:pt x="455" y="35"/>
                    <a:pt x="470" y="35"/>
                  </a:cubicBezTo>
                  <a:cubicBezTo>
                    <a:pt x="467" y="34"/>
                    <a:pt x="459" y="32"/>
                    <a:pt x="454" y="31"/>
                  </a:cubicBezTo>
                  <a:cubicBezTo>
                    <a:pt x="451" y="32"/>
                    <a:pt x="449" y="29"/>
                    <a:pt x="446" y="31"/>
                  </a:cubicBezTo>
                  <a:cubicBezTo>
                    <a:pt x="446" y="31"/>
                    <a:pt x="446" y="31"/>
                    <a:pt x="446" y="30"/>
                  </a:cubicBezTo>
                  <a:cubicBezTo>
                    <a:pt x="445" y="32"/>
                    <a:pt x="443" y="31"/>
                    <a:pt x="441" y="30"/>
                  </a:cubicBezTo>
                  <a:cubicBezTo>
                    <a:pt x="441" y="30"/>
                    <a:pt x="441" y="30"/>
                    <a:pt x="442" y="29"/>
                  </a:cubicBezTo>
                  <a:cubicBezTo>
                    <a:pt x="441" y="30"/>
                    <a:pt x="440" y="29"/>
                    <a:pt x="439" y="29"/>
                  </a:cubicBezTo>
                  <a:cubicBezTo>
                    <a:pt x="441" y="30"/>
                    <a:pt x="441" y="30"/>
                    <a:pt x="441" y="30"/>
                  </a:cubicBezTo>
                  <a:cubicBezTo>
                    <a:pt x="440" y="31"/>
                    <a:pt x="440" y="31"/>
                    <a:pt x="440" y="31"/>
                  </a:cubicBezTo>
                  <a:cubicBezTo>
                    <a:pt x="438" y="30"/>
                    <a:pt x="436" y="31"/>
                    <a:pt x="435" y="29"/>
                  </a:cubicBezTo>
                  <a:cubicBezTo>
                    <a:pt x="437" y="26"/>
                    <a:pt x="444" y="30"/>
                    <a:pt x="447" y="29"/>
                  </a:cubicBezTo>
                  <a:cubicBezTo>
                    <a:pt x="418" y="23"/>
                    <a:pt x="387" y="20"/>
                    <a:pt x="357" y="17"/>
                  </a:cubicBezTo>
                  <a:cubicBezTo>
                    <a:pt x="240" y="10"/>
                    <a:pt x="240" y="10"/>
                    <a:pt x="240" y="10"/>
                  </a:cubicBezTo>
                  <a:cubicBezTo>
                    <a:pt x="206" y="7"/>
                    <a:pt x="206" y="7"/>
                    <a:pt x="206" y="7"/>
                  </a:cubicBezTo>
                  <a:cubicBezTo>
                    <a:pt x="209" y="7"/>
                    <a:pt x="209" y="7"/>
                    <a:pt x="209" y="7"/>
                  </a:cubicBezTo>
                  <a:cubicBezTo>
                    <a:pt x="250" y="8"/>
                    <a:pt x="292" y="10"/>
                    <a:pt x="331" y="12"/>
                  </a:cubicBezTo>
                  <a:cubicBezTo>
                    <a:pt x="308" y="9"/>
                    <a:pt x="287" y="8"/>
                    <a:pt x="265" y="6"/>
                  </a:cubicBezTo>
                  <a:cubicBezTo>
                    <a:pt x="222" y="4"/>
                    <a:pt x="178" y="2"/>
                    <a:pt x="136" y="3"/>
                  </a:cubicBezTo>
                  <a:cubicBezTo>
                    <a:pt x="133" y="2"/>
                    <a:pt x="129" y="0"/>
                    <a:pt x="126" y="2"/>
                  </a:cubicBezTo>
                  <a:cubicBezTo>
                    <a:pt x="120" y="1"/>
                    <a:pt x="113" y="2"/>
                    <a:pt x="108" y="1"/>
                  </a:cubicBezTo>
                  <a:cubicBezTo>
                    <a:pt x="106" y="4"/>
                    <a:pt x="101" y="2"/>
                    <a:pt x="98" y="2"/>
                  </a:cubicBezTo>
                  <a:cubicBezTo>
                    <a:pt x="84" y="2"/>
                    <a:pt x="69" y="1"/>
                    <a:pt x="55" y="3"/>
                  </a:cubicBezTo>
                  <a:cubicBezTo>
                    <a:pt x="53" y="4"/>
                    <a:pt x="48" y="2"/>
                    <a:pt x="47" y="3"/>
                  </a:cubicBezTo>
                  <a:cubicBezTo>
                    <a:pt x="50" y="5"/>
                    <a:pt x="55" y="4"/>
                    <a:pt x="59" y="5"/>
                  </a:cubicBezTo>
                  <a:cubicBezTo>
                    <a:pt x="59" y="6"/>
                    <a:pt x="59" y="6"/>
                    <a:pt x="59" y="6"/>
                  </a:cubicBezTo>
                  <a:cubicBezTo>
                    <a:pt x="55" y="5"/>
                    <a:pt x="51" y="7"/>
                    <a:pt x="48" y="5"/>
                  </a:cubicBezTo>
                  <a:cubicBezTo>
                    <a:pt x="43" y="6"/>
                    <a:pt x="37" y="3"/>
                    <a:pt x="34" y="7"/>
                  </a:cubicBezTo>
                  <a:cubicBezTo>
                    <a:pt x="28" y="9"/>
                    <a:pt x="21" y="9"/>
                    <a:pt x="16" y="15"/>
                  </a:cubicBezTo>
                  <a:cubicBezTo>
                    <a:pt x="17" y="16"/>
                    <a:pt x="17" y="16"/>
                    <a:pt x="17" y="16"/>
                  </a:cubicBezTo>
                  <a:cubicBezTo>
                    <a:pt x="23" y="21"/>
                    <a:pt x="28" y="16"/>
                    <a:pt x="34" y="20"/>
                  </a:cubicBezTo>
                  <a:cubicBezTo>
                    <a:pt x="29" y="21"/>
                    <a:pt x="23" y="20"/>
                    <a:pt x="18" y="20"/>
                  </a:cubicBezTo>
                  <a:cubicBezTo>
                    <a:pt x="15" y="21"/>
                    <a:pt x="11" y="20"/>
                    <a:pt x="10" y="22"/>
                  </a:cubicBezTo>
                  <a:cubicBezTo>
                    <a:pt x="17" y="22"/>
                    <a:pt x="24" y="24"/>
                    <a:pt x="30" y="26"/>
                  </a:cubicBezTo>
                  <a:cubicBezTo>
                    <a:pt x="29" y="27"/>
                    <a:pt x="29" y="28"/>
                    <a:pt x="30" y="30"/>
                  </a:cubicBezTo>
                  <a:cubicBezTo>
                    <a:pt x="27" y="30"/>
                    <a:pt x="22" y="27"/>
                    <a:pt x="19" y="32"/>
                  </a:cubicBezTo>
                  <a:cubicBezTo>
                    <a:pt x="35" y="33"/>
                    <a:pt x="35" y="33"/>
                    <a:pt x="35" y="33"/>
                  </a:cubicBezTo>
                  <a:cubicBezTo>
                    <a:pt x="35" y="34"/>
                    <a:pt x="36" y="35"/>
                    <a:pt x="35" y="35"/>
                  </a:cubicBezTo>
                  <a:cubicBezTo>
                    <a:pt x="29" y="33"/>
                    <a:pt x="25" y="39"/>
                    <a:pt x="22" y="38"/>
                  </a:cubicBezTo>
                  <a:cubicBezTo>
                    <a:pt x="22" y="39"/>
                    <a:pt x="22" y="39"/>
                    <a:pt x="22" y="39"/>
                  </a:cubicBezTo>
                  <a:cubicBezTo>
                    <a:pt x="21" y="42"/>
                    <a:pt x="17" y="40"/>
                    <a:pt x="15" y="41"/>
                  </a:cubicBezTo>
                  <a:cubicBezTo>
                    <a:pt x="21" y="42"/>
                    <a:pt x="21" y="42"/>
                    <a:pt x="21" y="42"/>
                  </a:cubicBezTo>
                  <a:cubicBezTo>
                    <a:pt x="18" y="43"/>
                    <a:pt x="16" y="45"/>
                    <a:pt x="13" y="44"/>
                  </a:cubicBezTo>
                  <a:cubicBezTo>
                    <a:pt x="14" y="45"/>
                    <a:pt x="15" y="44"/>
                    <a:pt x="15" y="45"/>
                  </a:cubicBezTo>
                  <a:cubicBezTo>
                    <a:pt x="14" y="46"/>
                    <a:pt x="14" y="46"/>
                    <a:pt x="14" y="46"/>
                  </a:cubicBezTo>
                  <a:cubicBezTo>
                    <a:pt x="15" y="46"/>
                    <a:pt x="17" y="47"/>
                    <a:pt x="16" y="48"/>
                  </a:cubicBezTo>
                  <a:cubicBezTo>
                    <a:pt x="19" y="49"/>
                    <a:pt x="21" y="49"/>
                    <a:pt x="23" y="50"/>
                  </a:cubicBezTo>
                  <a:cubicBezTo>
                    <a:pt x="27" y="50"/>
                    <a:pt x="31" y="51"/>
                    <a:pt x="33" y="54"/>
                  </a:cubicBezTo>
                  <a:cubicBezTo>
                    <a:pt x="28" y="55"/>
                    <a:pt x="24" y="53"/>
                    <a:pt x="19" y="53"/>
                  </a:cubicBezTo>
                  <a:cubicBezTo>
                    <a:pt x="21" y="51"/>
                    <a:pt x="23" y="53"/>
                    <a:pt x="25" y="52"/>
                  </a:cubicBezTo>
                  <a:cubicBezTo>
                    <a:pt x="25" y="52"/>
                    <a:pt x="25" y="52"/>
                    <a:pt x="25" y="52"/>
                  </a:cubicBezTo>
                  <a:cubicBezTo>
                    <a:pt x="22" y="52"/>
                    <a:pt x="17" y="50"/>
                    <a:pt x="16" y="53"/>
                  </a:cubicBezTo>
                  <a:cubicBezTo>
                    <a:pt x="13" y="53"/>
                    <a:pt x="7" y="52"/>
                    <a:pt x="5" y="56"/>
                  </a:cubicBezTo>
                  <a:cubicBezTo>
                    <a:pt x="6" y="58"/>
                    <a:pt x="7" y="57"/>
                    <a:pt x="9" y="57"/>
                  </a:cubicBezTo>
                  <a:cubicBezTo>
                    <a:pt x="11" y="61"/>
                    <a:pt x="17" y="58"/>
                    <a:pt x="20" y="61"/>
                  </a:cubicBezTo>
                  <a:cubicBezTo>
                    <a:pt x="17" y="63"/>
                    <a:pt x="17" y="63"/>
                    <a:pt x="17" y="63"/>
                  </a:cubicBezTo>
                  <a:cubicBezTo>
                    <a:pt x="16" y="64"/>
                    <a:pt x="18" y="66"/>
                    <a:pt x="17" y="67"/>
                  </a:cubicBezTo>
                  <a:cubicBezTo>
                    <a:pt x="4" y="65"/>
                    <a:pt x="4" y="65"/>
                    <a:pt x="4" y="65"/>
                  </a:cubicBezTo>
                  <a:cubicBezTo>
                    <a:pt x="4" y="65"/>
                    <a:pt x="4" y="65"/>
                    <a:pt x="4" y="65"/>
                  </a:cubicBezTo>
                  <a:cubicBezTo>
                    <a:pt x="0" y="65"/>
                    <a:pt x="0" y="65"/>
                    <a:pt x="0" y="65"/>
                  </a:cubicBezTo>
                  <a:cubicBezTo>
                    <a:pt x="0" y="66"/>
                    <a:pt x="3" y="68"/>
                    <a:pt x="1" y="69"/>
                  </a:cubicBezTo>
                  <a:cubicBezTo>
                    <a:pt x="1" y="69"/>
                    <a:pt x="1" y="69"/>
                    <a:pt x="1" y="69"/>
                  </a:cubicBezTo>
                  <a:cubicBezTo>
                    <a:pt x="2" y="69"/>
                    <a:pt x="2" y="69"/>
                    <a:pt x="2" y="69"/>
                  </a:cubicBezTo>
                  <a:cubicBezTo>
                    <a:pt x="3" y="69"/>
                    <a:pt x="3" y="70"/>
                    <a:pt x="4" y="70"/>
                  </a:cubicBezTo>
                  <a:cubicBezTo>
                    <a:pt x="4" y="71"/>
                    <a:pt x="4" y="71"/>
                    <a:pt x="3" y="71"/>
                  </a:cubicBezTo>
                  <a:cubicBezTo>
                    <a:pt x="4" y="74"/>
                    <a:pt x="9" y="71"/>
                    <a:pt x="9" y="74"/>
                  </a:cubicBezTo>
                  <a:cubicBezTo>
                    <a:pt x="14" y="75"/>
                    <a:pt x="19" y="75"/>
                    <a:pt x="22" y="77"/>
                  </a:cubicBezTo>
                  <a:cubicBezTo>
                    <a:pt x="21" y="78"/>
                    <a:pt x="19" y="77"/>
                    <a:pt x="17" y="78"/>
                  </a:cubicBezTo>
                  <a:cubicBezTo>
                    <a:pt x="18" y="82"/>
                    <a:pt x="27" y="80"/>
                    <a:pt x="27" y="86"/>
                  </a:cubicBezTo>
                  <a:cubicBezTo>
                    <a:pt x="21" y="86"/>
                    <a:pt x="21" y="86"/>
                    <a:pt x="21" y="86"/>
                  </a:cubicBezTo>
                  <a:cubicBezTo>
                    <a:pt x="21" y="86"/>
                    <a:pt x="19" y="88"/>
                    <a:pt x="21" y="89"/>
                  </a:cubicBezTo>
                  <a:cubicBezTo>
                    <a:pt x="21" y="89"/>
                    <a:pt x="21" y="89"/>
                    <a:pt x="20" y="90"/>
                  </a:cubicBezTo>
                  <a:cubicBezTo>
                    <a:pt x="24" y="91"/>
                    <a:pt x="27" y="92"/>
                    <a:pt x="31" y="93"/>
                  </a:cubicBezTo>
                  <a:cubicBezTo>
                    <a:pt x="29" y="95"/>
                    <a:pt x="26" y="92"/>
                    <a:pt x="25" y="94"/>
                  </a:cubicBezTo>
                  <a:cubicBezTo>
                    <a:pt x="19" y="92"/>
                    <a:pt x="11" y="92"/>
                    <a:pt x="6" y="90"/>
                  </a:cubicBezTo>
                  <a:cubicBezTo>
                    <a:pt x="6" y="97"/>
                    <a:pt x="6" y="97"/>
                    <a:pt x="6" y="97"/>
                  </a:cubicBezTo>
                  <a:cubicBezTo>
                    <a:pt x="10" y="98"/>
                    <a:pt x="13" y="101"/>
                    <a:pt x="17" y="101"/>
                  </a:cubicBezTo>
                  <a:cubicBezTo>
                    <a:pt x="22" y="100"/>
                    <a:pt x="20" y="105"/>
                    <a:pt x="23" y="105"/>
                  </a:cubicBezTo>
                  <a:cubicBezTo>
                    <a:pt x="21" y="106"/>
                    <a:pt x="21" y="106"/>
                    <a:pt x="21" y="106"/>
                  </a:cubicBezTo>
                  <a:cubicBezTo>
                    <a:pt x="42" y="115"/>
                    <a:pt x="69" y="116"/>
                    <a:pt x="93" y="118"/>
                  </a:cubicBezTo>
                  <a:cubicBezTo>
                    <a:pt x="102" y="118"/>
                    <a:pt x="111" y="118"/>
                    <a:pt x="120" y="118"/>
                  </a:cubicBezTo>
                  <a:cubicBezTo>
                    <a:pt x="205" y="120"/>
                    <a:pt x="205" y="120"/>
                    <a:pt x="205" y="120"/>
                  </a:cubicBezTo>
                  <a:cubicBezTo>
                    <a:pt x="277" y="124"/>
                    <a:pt x="277" y="124"/>
                    <a:pt x="277" y="124"/>
                  </a:cubicBezTo>
                  <a:cubicBezTo>
                    <a:pt x="236" y="120"/>
                    <a:pt x="188" y="118"/>
                    <a:pt x="142" y="118"/>
                  </a:cubicBezTo>
                  <a:cubicBezTo>
                    <a:pt x="141" y="117"/>
                    <a:pt x="141" y="117"/>
                    <a:pt x="141" y="117"/>
                  </a:cubicBezTo>
                  <a:cubicBezTo>
                    <a:pt x="157" y="116"/>
                    <a:pt x="173" y="117"/>
                    <a:pt x="190" y="117"/>
                  </a:cubicBezTo>
                  <a:cubicBezTo>
                    <a:pt x="297" y="123"/>
                    <a:pt x="297" y="123"/>
                    <a:pt x="297" y="123"/>
                  </a:cubicBezTo>
                  <a:cubicBezTo>
                    <a:pt x="279" y="120"/>
                    <a:pt x="259" y="120"/>
                    <a:pt x="241" y="119"/>
                  </a:cubicBezTo>
                  <a:cubicBezTo>
                    <a:pt x="175" y="113"/>
                    <a:pt x="113" y="119"/>
                    <a:pt x="48" y="109"/>
                  </a:cubicBezTo>
                  <a:cubicBezTo>
                    <a:pt x="49" y="108"/>
                    <a:pt x="49" y="108"/>
                    <a:pt x="49" y="108"/>
                  </a:cubicBezTo>
                  <a:cubicBezTo>
                    <a:pt x="84" y="111"/>
                    <a:pt x="84" y="111"/>
                    <a:pt x="84" y="111"/>
                  </a:cubicBezTo>
                  <a:cubicBezTo>
                    <a:pt x="147" y="110"/>
                    <a:pt x="213" y="111"/>
                    <a:pt x="276" y="116"/>
                  </a:cubicBezTo>
                  <a:cubicBezTo>
                    <a:pt x="279" y="114"/>
                    <a:pt x="285" y="114"/>
                    <a:pt x="288" y="116"/>
                  </a:cubicBezTo>
                  <a:cubicBezTo>
                    <a:pt x="291" y="114"/>
                    <a:pt x="300" y="115"/>
                    <a:pt x="303" y="117"/>
                  </a:cubicBezTo>
                  <a:cubicBezTo>
                    <a:pt x="303" y="116"/>
                    <a:pt x="303" y="116"/>
                    <a:pt x="303" y="116"/>
                  </a:cubicBezTo>
                  <a:cubicBezTo>
                    <a:pt x="336" y="118"/>
                    <a:pt x="336" y="118"/>
                    <a:pt x="336" y="118"/>
                  </a:cubicBezTo>
                  <a:cubicBezTo>
                    <a:pt x="428" y="124"/>
                    <a:pt x="428" y="124"/>
                    <a:pt x="428" y="124"/>
                  </a:cubicBezTo>
                  <a:cubicBezTo>
                    <a:pt x="436" y="123"/>
                    <a:pt x="436" y="123"/>
                    <a:pt x="436" y="123"/>
                  </a:cubicBezTo>
                  <a:cubicBezTo>
                    <a:pt x="440" y="123"/>
                    <a:pt x="444" y="123"/>
                    <a:pt x="447" y="122"/>
                  </a:cubicBezTo>
                  <a:cubicBezTo>
                    <a:pt x="439" y="120"/>
                    <a:pt x="429" y="120"/>
                    <a:pt x="420" y="120"/>
                  </a:cubicBezTo>
                  <a:cubicBezTo>
                    <a:pt x="419" y="119"/>
                    <a:pt x="419" y="119"/>
                    <a:pt x="419" y="119"/>
                  </a:cubicBezTo>
                  <a:cubicBezTo>
                    <a:pt x="426" y="117"/>
                    <a:pt x="434" y="120"/>
                    <a:pt x="440" y="119"/>
                  </a:cubicBezTo>
                  <a:cubicBezTo>
                    <a:pt x="455" y="119"/>
                    <a:pt x="472" y="121"/>
                    <a:pt x="483" y="115"/>
                  </a:cubicBezTo>
                  <a:cubicBezTo>
                    <a:pt x="470" y="116"/>
                    <a:pt x="470" y="116"/>
                    <a:pt x="470" y="116"/>
                  </a:cubicBezTo>
                  <a:cubicBezTo>
                    <a:pt x="467" y="116"/>
                    <a:pt x="463" y="116"/>
                    <a:pt x="461" y="115"/>
                  </a:cubicBezTo>
                  <a:cubicBezTo>
                    <a:pt x="459" y="112"/>
                    <a:pt x="463" y="113"/>
                    <a:pt x="464" y="112"/>
                  </a:cubicBezTo>
                  <a:cubicBezTo>
                    <a:pt x="452" y="111"/>
                    <a:pt x="452" y="111"/>
                    <a:pt x="452" y="111"/>
                  </a:cubicBezTo>
                  <a:cubicBezTo>
                    <a:pt x="446" y="111"/>
                    <a:pt x="436" y="112"/>
                    <a:pt x="432" y="107"/>
                  </a:cubicBezTo>
                  <a:cubicBezTo>
                    <a:pt x="433" y="107"/>
                    <a:pt x="436" y="108"/>
                    <a:pt x="437" y="108"/>
                  </a:cubicBezTo>
                  <a:cubicBezTo>
                    <a:pt x="442" y="105"/>
                    <a:pt x="447" y="108"/>
                    <a:pt x="451" y="107"/>
                  </a:cubicBezTo>
                  <a:cubicBezTo>
                    <a:pt x="441" y="106"/>
                    <a:pt x="432" y="104"/>
                    <a:pt x="422" y="102"/>
                  </a:cubicBezTo>
                  <a:cubicBezTo>
                    <a:pt x="438" y="103"/>
                    <a:pt x="456" y="104"/>
                    <a:pt x="472" y="106"/>
                  </a:cubicBezTo>
                  <a:cubicBezTo>
                    <a:pt x="471" y="107"/>
                    <a:pt x="471" y="107"/>
                    <a:pt x="471" y="107"/>
                  </a:cubicBezTo>
                  <a:lnTo>
                    <a:pt x="477" y="107"/>
                  </a:lnTo>
                  <a:close/>
                  <a:moveTo>
                    <a:pt x="432" y="27"/>
                  </a:moveTo>
                  <a:cubicBezTo>
                    <a:pt x="433" y="27"/>
                    <a:pt x="433" y="28"/>
                    <a:pt x="434" y="28"/>
                  </a:cubicBezTo>
                  <a:cubicBezTo>
                    <a:pt x="434" y="28"/>
                    <a:pt x="434" y="27"/>
                    <a:pt x="434" y="27"/>
                  </a:cubicBezTo>
                  <a:cubicBezTo>
                    <a:pt x="434" y="27"/>
                    <a:pt x="434" y="28"/>
                    <a:pt x="434" y="28"/>
                  </a:cubicBezTo>
                  <a:cubicBezTo>
                    <a:pt x="434" y="28"/>
                    <a:pt x="433" y="27"/>
                    <a:pt x="432" y="27"/>
                  </a:cubicBezTo>
                  <a:cubicBezTo>
                    <a:pt x="431" y="27"/>
                    <a:pt x="431" y="27"/>
                    <a:pt x="430" y="28"/>
                  </a:cubicBezTo>
                  <a:cubicBezTo>
                    <a:pt x="431" y="29"/>
                    <a:pt x="431" y="29"/>
                    <a:pt x="431" y="29"/>
                  </a:cubicBezTo>
                  <a:cubicBezTo>
                    <a:pt x="429" y="29"/>
                    <a:pt x="429" y="29"/>
                    <a:pt x="429" y="29"/>
                  </a:cubicBezTo>
                  <a:cubicBezTo>
                    <a:pt x="429" y="27"/>
                    <a:pt x="431" y="27"/>
                    <a:pt x="432" y="27"/>
                  </a:cubicBezTo>
                  <a:close/>
                  <a:moveTo>
                    <a:pt x="424" y="26"/>
                  </a:moveTo>
                  <a:cubicBezTo>
                    <a:pt x="425" y="29"/>
                    <a:pt x="421" y="27"/>
                    <a:pt x="420" y="26"/>
                  </a:cubicBezTo>
                  <a:lnTo>
                    <a:pt x="424" y="26"/>
                  </a:lnTo>
                  <a:close/>
                  <a:moveTo>
                    <a:pt x="6" y="71"/>
                  </a:moveTo>
                  <a:cubicBezTo>
                    <a:pt x="8" y="71"/>
                    <a:pt x="8" y="71"/>
                    <a:pt x="8" y="71"/>
                  </a:cubicBezTo>
                  <a:cubicBezTo>
                    <a:pt x="8" y="71"/>
                    <a:pt x="6" y="73"/>
                    <a:pt x="6" y="71"/>
                  </a:cubicBezTo>
                  <a:close/>
                  <a:moveTo>
                    <a:pt x="384" y="108"/>
                  </a:moveTo>
                  <a:cubicBezTo>
                    <a:pt x="385" y="108"/>
                    <a:pt x="385" y="108"/>
                    <a:pt x="385" y="108"/>
                  </a:cubicBezTo>
                  <a:cubicBezTo>
                    <a:pt x="418" y="111"/>
                    <a:pt x="418" y="111"/>
                    <a:pt x="418" y="111"/>
                  </a:cubicBezTo>
                  <a:lnTo>
                    <a:pt x="384" y="108"/>
                  </a:lnTo>
                  <a:close/>
                  <a:moveTo>
                    <a:pt x="456" y="113"/>
                  </a:moveTo>
                  <a:cubicBezTo>
                    <a:pt x="456" y="112"/>
                    <a:pt x="457" y="112"/>
                    <a:pt x="458" y="112"/>
                  </a:cubicBezTo>
                  <a:cubicBezTo>
                    <a:pt x="458" y="113"/>
                    <a:pt x="457" y="113"/>
                    <a:pt x="456" y="113"/>
                  </a:cubicBezTo>
                  <a:cubicBezTo>
                    <a:pt x="456" y="113"/>
                    <a:pt x="455" y="113"/>
                    <a:pt x="455" y="113"/>
                  </a:cubicBezTo>
                  <a:cubicBezTo>
                    <a:pt x="455" y="113"/>
                    <a:pt x="456" y="113"/>
                    <a:pt x="456" y="113"/>
                  </a:cubicBezTo>
                  <a:close/>
                  <a:moveTo>
                    <a:pt x="426" y="108"/>
                  </a:moveTo>
                  <a:cubicBezTo>
                    <a:pt x="430" y="109"/>
                    <a:pt x="430" y="109"/>
                    <a:pt x="430" y="109"/>
                  </a:cubicBezTo>
                  <a:cubicBezTo>
                    <a:pt x="425" y="109"/>
                    <a:pt x="425" y="109"/>
                    <a:pt x="425" y="109"/>
                  </a:cubicBezTo>
                  <a:lnTo>
                    <a:pt x="42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40" name="Freeform 702">
              <a:extLst>
                <a:ext uri="{FF2B5EF4-FFF2-40B4-BE49-F238E27FC236}">
                  <a16:creationId xmlns:a16="http://schemas.microsoft.com/office/drawing/2014/main" id="{0E6F3BA2-2BE0-48E4-9066-F836F0A3259E}"/>
                </a:ext>
              </a:extLst>
            </p:cNvPr>
            <p:cNvSpPr>
              <a:spLocks/>
            </p:cNvSpPr>
            <p:nvPr/>
          </p:nvSpPr>
          <p:spPr bwMode="auto">
            <a:xfrm>
              <a:off x="1479550" y="-2003425"/>
              <a:ext cx="71438" cy="6350"/>
            </a:xfrm>
            <a:custGeom>
              <a:avLst/>
              <a:gdLst>
                <a:gd name="T0" fmla="*/ 2 w 45"/>
                <a:gd name="T1" fmla="*/ 0 h 4"/>
                <a:gd name="T2" fmla="*/ 0 w 45"/>
                <a:gd name="T3" fmla="*/ 0 h 4"/>
                <a:gd name="T4" fmla="*/ 45 w 45"/>
                <a:gd name="T5" fmla="*/ 4 h 4"/>
                <a:gd name="T6" fmla="*/ 2 w 45"/>
                <a:gd name="T7" fmla="*/ 0 h 4"/>
              </a:gdLst>
              <a:ahLst/>
              <a:cxnLst>
                <a:cxn ang="0">
                  <a:pos x="T0" y="T1"/>
                </a:cxn>
                <a:cxn ang="0">
                  <a:pos x="T2" y="T3"/>
                </a:cxn>
                <a:cxn ang="0">
                  <a:pos x="T4" y="T5"/>
                </a:cxn>
                <a:cxn ang="0">
                  <a:pos x="T6" y="T7"/>
                </a:cxn>
              </a:cxnLst>
              <a:rect l="0" t="0" r="r" b="b"/>
              <a:pathLst>
                <a:path w="45" h="4">
                  <a:moveTo>
                    <a:pt x="2" y="0"/>
                  </a:moveTo>
                  <a:lnTo>
                    <a:pt x="0" y="0"/>
                  </a:lnTo>
                  <a:lnTo>
                    <a:pt x="45" y="4"/>
                  </a:ln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41" name="Freeform 703">
              <a:extLst>
                <a:ext uri="{FF2B5EF4-FFF2-40B4-BE49-F238E27FC236}">
                  <a16:creationId xmlns:a16="http://schemas.microsoft.com/office/drawing/2014/main" id="{6C1E58EF-BD21-4E0D-B5E1-F45C61E5D725}"/>
                </a:ext>
              </a:extLst>
            </p:cNvPr>
            <p:cNvSpPr>
              <a:spLocks/>
            </p:cNvSpPr>
            <p:nvPr/>
          </p:nvSpPr>
          <p:spPr bwMode="auto">
            <a:xfrm>
              <a:off x="150813" y="-2101850"/>
              <a:ext cx="22225" cy="4763"/>
            </a:xfrm>
            <a:custGeom>
              <a:avLst/>
              <a:gdLst>
                <a:gd name="T0" fmla="*/ 4 w 14"/>
                <a:gd name="T1" fmla="*/ 0 h 3"/>
                <a:gd name="T2" fmla="*/ 0 w 14"/>
                <a:gd name="T3" fmla="*/ 3 h 3"/>
                <a:gd name="T4" fmla="*/ 14 w 14"/>
                <a:gd name="T5" fmla="*/ 3 h 3"/>
                <a:gd name="T6" fmla="*/ 4 w 14"/>
                <a:gd name="T7" fmla="*/ 0 h 3"/>
              </a:gdLst>
              <a:ahLst/>
              <a:cxnLst>
                <a:cxn ang="0">
                  <a:pos x="T0" y="T1"/>
                </a:cxn>
                <a:cxn ang="0">
                  <a:pos x="T2" y="T3"/>
                </a:cxn>
                <a:cxn ang="0">
                  <a:pos x="T4" y="T5"/>
                </a:cxn>
                <a:cxn ang="0">
                  <a:pos x="T6" y="T7"/>
                </a:cxn>
              </a:cxnLst>
              <a:rect l="0" t="0" r="r" b="b"/>
              <a:pathLst>
                <a:path w="14" h="3">
                  <a:moveTo>
                    <a:pt x="4" y="0"/>
                  </a:moveTo>
                  <a:lnTo>
                    <a:pt x="0" y="3"/>
                  </a:lnTo>
                  <a:lnTo>
                    <a:pt x="14" y="3"/>
                  </a:ln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42" name="Freeform 704">
              <a:extLst>
                <a:ext uri="{FF2B5EF4-FFF2-40B4-BE49-F238E27FC236}">
                  <a16:creationId xmlns:a16="http://schemas.microsoft.com/office/drawing/2014/main" id="{13DD7908-0188-42F1-A31B-3C6EBDA5EAA8}"/>
                </a:ext>
              </a:extLst>
            </p:cNvPr>
            <p:cNvSpPr>
              <a:spLocks/>
            </p:cNvSpPr>
            <p:nvPr/>
          </p:nvSpPr>
          <p:spPr bwMode="auto">
            <a:xfrm>
              <a:off x="179388" y="-2105025"/>
              <a:ext cx="57150" cy="19050"/>
            </a:xfrm>
            <a:custGeom>
              <a:avLst/>
              <a:gdLst>
                <a:gd name="T0" fmla="*/ 15 w 15"/>
                <a:gd name="T1" fmla="*/ 5 h 5"/>
                <a:gd name="T2" fmla="*/ 9 w 15"/>
                <a:gd name="T3" fmla="*/ 4 h 5"/>
                <a:gd name="T4" fmla="*/ 0 w 15"/>
                <a:gd name="T5" fmla="*/ 3 h 5"/>
                <a:gd name="T6" fmla="*/ 15 w 15"/>
                <a:gd name="T7" fmla="*/ 5 h 5"/>
              </a:gdLst>
              <a:ahLst/>
              <a:cxnLst>
                <a:cxn ang="0">
                  <a:pos x="T0" y="T1"/>
                </a:cxn>
                <a:cxn ang="0">
                  <a:pos x="T2" y="T3"/>
                </a:cxn>
                <a:cxn ang="0">
                  <a:pos x="T4" y="T5"/>
                </a:cxn>
                <a:cxn ang="0">
                  <a:pos x="T6" y="T7"/>
                </a:cxn>
              </a:cxnLst>
              <a:rect l="0" t="0" r="r" b="b"/>
              <a:pathLst>
                <a:path w="15" h="5">
                  <a:moveTo>
                    <a:pt x="15" y="5"/>
                  </a:moveTo>
                  <a:cubicBezTo>
                    <a:pt x="9" y="4"/>
                    <a:pt x="9" y="4"/>
                    <a:pt x="9" y="4"/>
                  </a:cubicBezTo>
                  <a:cubicBezTo>
                    <a:pt x="6" y="3"/>
                    <a:pt x="1" y="0"/>
                    <a:pt x="0" y="3"/>
                  </a:cubicBezTo>
                  <a:cubicBezTo>
                    <a:pt x="5" y="3"/>
                    <a:pt x="10" y="5"/>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43" name="Freeform 705">
              <a:extLst>
                <a:ext uri="{FF2B5EF4-FFF2-40B4-BE49-F238E27FC236}">
                  <a16:creationId xmlns:a16="http://schemas.microsoft.com/office/drawing/2014/main" id="{79F50D8F-80FA-4B73-A060-A1FBCFF9AFB3}"/>
                </a:ext>
              </a:extLst>
            </p:cNvPr>
            <p:cNvSpPr>
              <a:spLocks/>
            </p:cNvSpPr>
            <p:nvPr/>
          </p:nvSpPr>
          <p:spPr bwMode="auto">
            <a:xfrm>
              <a:off x="247650" y="-2090738"/>
              <a:ext cx="19050" cy="0"/>
            </a:xfrm>
            <a:custGeom>
              <a:avLst/>
              <a:gdLst>
                <a:gd name="T0" fmla="*/ 5 w 12"/>
                <a:gd name="T1" fmla="*/ 0 w 12"/>
                <a:gd name="T2" fmla="*/ 12 w 12"/>
                <a:gd name="T3" fmla="*/ 5 w 12"/>
              </a:gdLst>
              <a:ahLst/>
              <a:cxnLst>
                <a:cxn ang="0">
                  <a:pos x="T0" y="0"/>
                </a:cxn>
                <a:cxn ang="0">
                  <a:pos x="T1" y="0"/>
                </a:cxn>
                <a:cxn ang="0">
                  <a:pos x="T2" y="0"/>
                </a:cxn>
                <a:cxn ang="0">
                  <a:pos x="T3" y="0"/>
                </a:cxn>
              </a:cxnLst>
              <a:rect l="0" t="0" r="r" b="b"/>
              <a:pathLst>
                <a:path w="12">
                  <a:moveTo>
                    <a:pt x="5" y="0"/>
                  </a:moveTo>
                  <a:lnTo>
                    <a:pt x="0" y="0"/>
                  </a:lnTo>
                  <a:lnTo>
                    <a:pt x="12"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44" name="Freeform 706">
              <a:extLst>
                <a:ext uri="{FF2B5EF4-FFF2-40B4-BE49-F238E27FC236}">
                  <a16:creationId xmlns:a16="http://schemas.microsoft.com/office/drawing/2014/main" id="{478397DC-40A0-4739-9B52-035A082CE993}"/>
                </a:ext>
              </a:extLst>
            </p:cNvPr>
            <p:cNvSpPr>
              <a:spLocks/>
            </p:cNvSpPr>
            <p:nvPr/>
          </p:nvSpPr>
          <p:spPr bwMode="auto">
            <a:xfrm>
              <a:off x="138113" y="-2063750"/>
              <a:ext cx="15875" cy="3175"/>
            </a:xfrm>
            <a:custGeom>
              <a:avLst/>
              <a:gdLst>
                <a:gd name="T0" fmla="*/ 0 w 4"/>
                <a:gd name="T1" fmla="*/ 1 h 1"/>
                <a:gd name="T2" fmla="*/ 4 w 4"/>
                <a:gd name="T3" fmla="*/ 0 h 1"/>
                <a:gd name="T4" fmla="*/ 0 w 4"/>
                <a:gd name="T5" fmla="*/ 1 h 1"/>
              </a:gdLst>
              <a:ahLst/>
              <a:cxnLst>
                <a:cxn ang="0">
                  <a:pos x="T0" y="T1"/>
                </a:cxn>
                <a:cxn ang="0">
                  <a:pos x="T2" y="T3"/>
                </a:cxn>
                <a:cxn ang="0">
                  <a:pos x="T4" y="T5"/>
                </a:cxn>
              </a:cxnLst>
              <a:rect l="0" t="0" r="r" b="b"/>
              <a:pathLst>
                <a:path w="4" h="1">
                  <a:moveTo>
                    <a:pt x="0" y="1"/>
                  </a:moveTo>
                  <a:cubicBezTo>
                    <a:pt x="1" y="0"/>
                    <a:pt x="3" y="1"/>
                    <a:pt x="4" y="0"/>
                  </a:cubicBezTo>
                  <a:cubicBezTo>
                    <a:pt x="3" y="0"/>
                    <a:pt x="1"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45" name="Freeform 707">
              <a:extLst>
                <a:ext uri="{FF2B5EF4-FFF2-40B4-BE49-F238E27FC236}">
                  <a16:creationId xmlns:a16="http://schemas.microsoft.com/office/drawing/2014/main" id="{5B2F06AD-980F-465F-91E2-2DE9ACB14280}"/>
                </a:ext>
              </a:extLst>
            </p:cNvPr>
            <p:cNvSpPr>
              <a:spLocks/>
            </p:cNvSpPr>
            <p:nvPr/>
          </p:nvSpPr>
          <p:spPr bwMode="auto">
            <a:xfrm>
              <a:off x="7938" y="-1951038"/>
              <a:ext cx="3175" cy="3175"/>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cubicBezTo>
                    <a:pt x="1" y="1"/>
                    <a:pt x="1" y="1"/>
                    <a:pt x="1" y="1"/>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46" name="Freeform 708">
              <a:extLst>
                <a:ext uri="{FF2B5EF4-FFF2-40B4-BE49-F238E27FC236}">
                  <a16:creationId xmlns:a16="http://schemas.microsoft.com/office/drawing/2014/main" id="{5B29A9B2-728E-41ED-8606-A037D0E5D431}"/>
                </a:ext>
              </a:extLst>
            </p:cNvPr>
            <p:cNvSpPr>
              <a:spLocks/>
            </p:cNvSpPr>
            <p:nvPr/>
          </p:nvSpPr>
          <p:spPr bwMode="auto">
            <a:xfrm>
              <a:off x="41275" y="-1890713"/>
              <a:ext cx="7938" cy="3175"/>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0"/>
                    <a:pt x="1" y="1"/>
                    <a:pt x="0" y="1"/>
                  </a:cubicBezTo>
                  <a:cubicBezTo>
                    <a:pt x="1"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47" name="Freeform 709">
              <a:extLst>
                <a:ext uri="{FF2B5EF4-FFF2-40B4-BE49-F238E27FC236}">
                  <a16:creationId xmlns:a16="http://schemas.microsoft.com/office/drawing/2014/main" id="{8CBE422C-873A-4C0A-A8C7-C83918080A27}"/>
                </a:ext>
              </a:extLst>
            </p:cNvPr>
            <p:cNvSpPr>
              <a:spLocks/>
            </p:cNvSpPr>
            <p:nvPr/>
          </p:nvSpPr>
          <p:spPr bwMode="auto">
            <a:xfrm>
              <a:off x="1092200" y="-1628775"/>
              <a:ext cx="57150" cy="3175"/>
            </a:xfrm>
            <a:custGeom>
              <a:avLst/>
              <a:gdLst>
                <a:gd name="T0" fmla="*/ 0 w 36"/>
                <a:gd name="T1" fmla="*/ 0 h 2"/>
                <a:gd name="T2" fmla="*/ 36 w 36"/>
                <a:gd name="T3" fmla="*/ 2 h 2"/>
                <a:gd name="T4" fmla="*/ 14 w 36"/>
                <a:gd name="T5" fmla="*/ 0 h 2"/>
                <a:gd name="T6" fmla="*/ 0 w 36"/>
                <a:gd name="T7" fmla="*/ 0 h 2"/>
              </a:gdLst>
              <a:ahLst/>
              <a:cxnLst>
                <a:cxn ang="0">
                  <a:pos x="T0" y="T1"/>
                </a:cxn>
                <a:cxn ang="0">
                  <a:pos x="T2" y="T3"/>
                </a:cxn>
                <a:cxn ang="0">
                  <a:pos x="T4" y="T5"/>
                </a:cxn>
                <a:cxn ang="0">
                  <a:pos x="T6" y="T7"/>
                </a:cxn>
              </a:cxnLst>
              <a:rect l="0" t="0" r="r" b="b"/>
              <a:pathLst>
                <a:path w="36" h="2">
                  <a:moveTo>
                    <a:pt x="0" y="0"/>
                  </a:moveTo>
                  <a:lnTo>
                    <a:pt x="36" y="2"/>
                  </a:lnTo>
                  <a:lnTo>
                    <a:pt x="14"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48" name="Freeform 710">
              <a:extLst>
                <a:ext uri="{FF2B5EF4-FFF2-40B4-BE49-F238E27FC236}">
                  <a16:creationId xmlns:a16="http://schemas.microsoft.com/office/drawing/2014/main" id="{C29D2A28-FAE6-495B-9C21-83C10E258878}"/>
                </a:ext>
              </a:extLst>
            </p:cNvPr>
            <p:cNvSpPr>
              <a:spLocks/>
            </p:cNvSpPr>
            <p:nvPr/>
          </p:nvSpPr>
          <p:spPr bwMode="auto">
            <a:xfrm>
              <a:off x="1201738" y="-1620838"/>
              <a:ext cx="19050" cy="3175"/>
            </a:xfrm>
            <a:custGeom>
              <a:avLst/>
              <a:gdLst>
                <a:gd name="T0" fmla="*/ 0 w 5"/>
                <a:gd name="T1" fmla="*/ 0 h 1"/>
                <a:gd name="T2" fmla="*/ 5 w 5"/>
                <a:gd name="T3" fmla="*/ 1 h 1"/>
                <a:gd name="T4" fmla="*/ 0 w 5"/>
                <a:gd name="T5" fmla="*/ 0 h 1"/>
              </a:gdLst>
              <a:ahLst/>
              <a:cxnLst>
                <a:cxn ang="0">
                  <a:pos x="T0" y="T1"/>
                </a:cxn>
                <a:cxn ang="0">
                  <a:pos x="T2" y="T3"/>
                </a:cxn>
                <a:cxn ang="0">
                  <a:pos x="T4" y="T5"/>
                </a:cxn>
              </a:cxnLst>
              <a:rect l="0" t="0" r="r" b="b"/>
              <a:pathLst>
                <a:path w="5" h="1">
                  <a:moveTo>
                    <a:pt x="0" y="0"/>
                  </a:moveTo>
                  <a:cubicBezTo>
                    <a:pt x="5" y="1"/>
                    <a:pt x="5" y="1"/>
                    <a:pt x="5" y="1"/>
                  </a:cubicBezTo>
                  <a:cubicBezTo>
                    <a:pt x="4"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49" name="Freeform 711">
              <a:extLst>
                <a:ext uri="{FF2B5EF4-FFF2-40B4-BE49-F238E27FC236}">
                  <a16:creationId xmlns:a16="http://schemas.microsoft.com/office/drawing/2014/main" id="{99176ADA-AB5B-4F78-884B-E5638ABA23C5}"/>
                </a:ext>
              </a:extLst>
            </p:cNvPr>
            <p:cNvSpPr>
              <a:spLocks/>
            </p:cNvSpPr>
            <p:nvPr/>
          </p:nvSpPr>
          <p:spPr bwMode="auto">
            <a:xfrm>
              <a:off x="957263" y="-1636713"/>
              <a:ext cx="123825" cy="7938"/>
            </a:xfrm>
            <a:custGeom>
              <a:avLst/>
              <a:gdLst>
                <a:gd name="T0" fmla="*/ 0 w 33"/>
                <a:gd name="T1" fmla="*/ 0 h 2"/>
                <a:gd name="T2" fmla="*/ 33 w 33"/>
                <a:gd name="T3" fmla="*/ 2 h 2"/>
                <a:gd name="T4" fmla="*/ 0 w 33"/>
                <a:gd name="T5" fmla="*/ 0 h 2"/>
              </a:gdLst>
              <a:ahLst/>
              <a:cxnLst>
                <a:cxn ang="0">
                  <a:pos x="T0" y="T1"/>
                </a:cxn>
                <a:cxn ang="0">
                  <a:pos x="T2" y="T3"/>
                </a:cxn>
                <a:cxn ang="0">
                  <a:pos x="T4" y="T5"/>
                </a:cxn>
              </a:cxnLst>
              <a:rect l="0" t="0" r="r" b="b"/>
              <a:pathLst>
                <a:path w="33" h="2">
                  <a:moveTo>
                    <a:pt x="0" y="0"/>
                  </a:moveTo>
                  <a:cubicBezTo>
                    <a:pt x="11" y="2"/>
                    <a:pt x="22" y="1"/>
                    <a:pt x="33" y="2"/>
                  </a:cubicBezTo>
                  <a:cubicBezTo>
                    <a:pt x="23" y="0"/>
                    <a:pt x="1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50" name="Freeform 712">
              <a:extLst>
                <a:ext uri="{FF2B5EF4-FFF2-40B4-BE49-F238E27FC236}">
                  <a16:creationId xmlns:a16="http://schemas.microsoft.com/office/drawing/2014/main" id="{8B9548C5-B33B-4E4C-AA7A-B58B1B7CA12B}"/>
                </a:ext>
              </a:extLst>
            </p:cNvPr>
            <p:cNvSpPr>
              <a:spLocks/>
            </p:cNvSpPr>
            <p:nvPr/>
          </p:nvSpPr>
          <p:spPr bwMode="auto">
            <a:xfrm>
              <a:off x="682625" y="-1651000"/>
              <a:ext cx="241300" cy="14288"/>
            </a:xfrm>
            <a:custGeom>
              <a:avLst/>
              <a:gdLst>
                <a:gd name="T0" fmla="*/ 63 w 64"/>
                <a:gd name="T1" fmla="*/ 4 h 4"/>
                <a:gd name="T2" fmla="*/ 64 w 64"/>
                <a:gd name="T3" fmla="*/ 3 h 4"/>
                <a:gd name="T4" fmla="*/ 3 w 64"/>
                <a:gd name="T5" fmla="*/ 0 h 4"/>
                <a:gd name="T6" fmla="*/ 0 w 64"/>
                <a:gd name="T7" fmla="*/ 2 h 4"/>
                <a:gd name="T8" fmla="*/ 63 w 64"/>
                <a:gd name="T9" fmla="*/ 4 h 4"/>
              </a:gdLst>
              <a:ahLst/>
              <a:cxnLst>
                <a:cxn ang="0">
                  <a:pos x="T0" y="T1"/>
                </a:cxn>
                <a:cxn ang="0">
                  <a:pos x="T2" y="T3"/>
                </a:cxn>
                <a:cxn ang="0">
                  <a:pos x="T4" y="T5"/>
                </a:cxn>
                <a:cxn ang="0">
                  <a:pos x="T6" y="T7"/>
                </a:cxn>
                <a:cxn ang="0">
                  <a:pos x="T8" y="T9"/>
                </a:cxn>
              </a:cxnLst>
              <a:rect l="0" t="0" r="r" b="b"/>
              <a:pathLst>
                <a:path w="64" h="4">
                  <a:moveTo>
                    <a:pt x="63" y="4"/>
                  </a:moveTo>
                  <a:cubicBezTo>
                    <a:pt x="64" y="3"/>
                    <a:pt x="64" y="3"/>
                    <a:pt x="64" y="3"/>
                  </a:cubicBezTo>
                  <a:cubicBezTo>
                    <a:pt x="45" y="3"/>
                    <a:pt x="22" y="1"/>
                    <a:pt x="3" y="0"/>
                  </a:cubicBezTo>
                  <a:cubicBezTo>
                    <a:pt x="0" y="2"/>
                    <a:pt x="0" y="2"/>
                    <a:pt x="0" y="2"/>
                  </a:cubicBezTo>
                  <a:cubicBezTo>
                    <a:pt x="21" y="2"/>
                    <a:pt x="42" y="3"/>
                    <a:pt x="6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51" name="Freeform 713">
              <a:extLst>
                <a:ext uri="{FF2B5EF4-FFF2-40B4-BE49-F238E27FC236}">
                  <a16:creationId xmlns:a16="http://schemas.microsoft.com/office/drawing/2014/main" id="{DCCF8008-4FCB-4ED1-A130-9BB0EEB542B6}"/>
                </a:ext>
              </a:extLst>
            </p:cNvPr>
            <p:cNvSpPr>
              <a:spLocks/>
            </p:cNvSpPr>
            <p:nvPr/>
          </p:nvSpPr>
          <p:spPr bwMode="auto">
            <a:xfrm>
              <a:off x="931863" y="-1639888"/>
              <a:ext cx="17463" cy="3175"/>
            </a:xfrm>
            <a:custGeom>
              <a:avLst/>
              <a:gdLst>
                <a:gd name="T0" fmla="*/ 5 w 5"/>
                <a:gd name="T1" fmla="*/ 1 h 1"/>
                <a:gd name="T2" fmla="*/ 0 w 5"/>
                <a:gd name="T3" fmla="*/ 1 h 1"/>
                <a:gd name="T4" fmla="*/ 5 w 5"/>
                <a:gd name="T5" fmla="*/ 1 h 1"/>
              </a:gdLst>
              <a:ahLst/>
              <a:cxnLst>
                <a:cxn ang="0">
                  <a:pos x="T0" y="T1"/>
                </a:cxn>
                <a:cxn ang="0">
                  <a:pos x="T2" y="T3"/>
                </a:cxn>
                <a:cxn ang="0">
                  <a:pos x="T4" y="T5"/>
                </a:cxn>
              </a:cxnLst>
              <a:rect l="0" t="0" r="r" b="b"/>
              <a:pathLst>
                <a:path w="5" h="1">
                  <a:moveTo>
                    <a:pt x="5" y="1"/>
                  </a:moveTo>
                  <a:cubicBezTo>
                    <a:pt x="4" y="0"/>
                    <a:pt x="1" y="0"/>
                    <a:pt x="0" y="1"/>
                  </a:cubicBezTo>
                  <a:lnTo>
                    <a:pt x="5"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52" name="Freeform 714">
              <a:extLst>
                <a:ext uri="{FF2B5EF4-FFF2-40B4-BE49-F238E27FC236}">
                  <a16:creationId xmlns:a16="http://schemas.microsoft.com/office/drawing/2014/main" id="{E0DC4985-DA61-4467-8A10-FE6F30BA3210}"/>
                </a:ext>
              </a:extLst>
            </p:cNvPr>
            <p:cNvSpPr>
              <a:spLocks/>
            </p:cNvSpPr>
            <p:nvPr/>
          </p:nvSpPr>
          <p:spPr bwMode="auto">
            <a:xfrm>
              <a:off x="1227138" y="-1606550"/>
              <a:ext cx="38100" cy="4763"/>
            </a:xfrm>
            <a:custGeom>
              <a:avLst/>
              <a:gdLst>
                <a:gd name="T0" fmla="*/ 0 w 10"/>
                <a:gd name="T1" fmla="*/ 0 h 1"/>
                <a:gd name="T2" fmla="*/ 10 w 10"/>
                <a:gd name="T3" fmla="*/ 1 h 1"/>
                <a:gd name="T4" fmla="*/ 0 w 10"/>
                <a:gd name="T5" fmla="*/ 0 h 1"/>
              </a:gdLst>
              <a:ahLst/>
              <a:cxnLst>
                <a:cxn ang="0">
                  <a:pos x="T0" y="T1"/>
                </a:cxn>
                <a:cxn ang="0">
                  <a:pos x="T2" y="T3"/>
                </a:cxn>
                <a:cxn ang="0">
                  <a:pos x="T4" y="T5"/>
                </a:cxn>
              </a:cxnLst>
              <a:rect l="0" t="0" r="r" b="b"/>
              <a:pathLst>
                <a:path w="10" h="1">
                  <a:moveTo>
                    <a:pt x="0" y="0"/>
                  </a:moveTo>
                  <a:cubicBezTo>
                    <a:pt x="10" y="1"/>
                    <a:pt x="10" y="1"/>
                    <a:pt x="10" y="1"/>
                  </a:cubicBezTo>
                  <a:cubicBezTo>
                    <a:pt x="6" y="0"/>
                    <a:pt x="3"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53" name="Freeform 715">
              <a:extLst>
                <a:ext uri="{FF2B5EF4-FFF2-40B4-BE49-F238E27FC236}">
                  <a16:creationId xmlns:a16="http://schemas.microsoft.com/office/drawing/2014/main" id="{47B6ACE8-A3EC-4E48-BF8C-C146AD3EDFCE}"/>
                </a:ext>
              </a:extLst>
            </p:cNvPr>
            <p:cNvSpPr>
              <a:spLocks/>
            </p:cNvSpPr>
            <p:nvPr/>
          </p:nvSpPr>
          <p:spPr bwMode="auto">
            <a:xfrm>
              <a:off x="1209675" y="-1606550"/>
              <a:ext cx="17463" cy="0"/>
            </a:xfrm>
            <a:custGeom>
              <a:avLst/>
              <a:gdLst>
                <a:gd name="T0" fmla="*/ 5 w 5"/>
                <a:gd name="T1" fmla="*/ 0 w 5"/>
                <a:gd name="T2" fmla="*/ 5 w 5"/>
              </a:gdLst>
              <a:ahLst/>
              <a:cxnLst>
                <a:cxn ang="0">
                  <a:pos x="T0" y="0"/>
                </a:cxn>
                <a:cxn ang="0">
                  <a:pos x="T1" y="0"/>
                </a:cxn>
                <a:cxn ang="0">
                  <a:pos x="T2" y="0"/>
                </a:cxn>
              </a:cxnLst>
              <a:rect l="0" t="0" r="r" b="b"/>
              <a:pathLst>
                <a:path w="5">
                  <a:moveTo>
                    <a:pt x="5" y="0"/>
                  </a:moveTo>
                  <a:cubicBezTo>
                    <a:pt x="0" y="0"/>
                    <a:pt x="0" y="0"/>
                    <a:pt x="0" y="0"/>
                  </a:cubicBezTo>
                  <a:cubicBezTo>
                    <a:pt x="2" y="0"/>
                    <a:pt x="3"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sp>
        <p:nvSpPr>
          <p:cNvPr id="54" name="矩形 53">
            <a:extLst>
              <a:ext uri="{FF2B5EF4-FFF2-40B4-BE49-F238E27FC236}">
                <a16:creationId xmlns:a16="http://schemas.microsoft.com/office/drawing/2014/main" id="{73B52660-1D32-43F5-BAE5-D140D2E91B20}"/>
              </a:ext>
            </a:extLst>
          </p:cNvPr>
          <p:cNvSpPr/>
          <p:nvPr/>
        </p:nvSpPr>
        <p:spPr>
          <a:xfrm>
            <a:off x="9803820" y="1772973"/>
            <a:ext cx="1708095" cy="1230786"/>
          </a:xfrm>
          <a:prstGeom prst="rect">
            <a:avLst/>
          </a:prstGeom>
        </p:spPr>
        <p:txBody>
          <a:bodyPr wrap="square">
            <a:spAutoFit/>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lang="zh-CN" altLang="en-US" sz="2000" spc="300" dirty="0">
                <a:solidFill>
                  <a:prstClr val="white"/>
                </a:solidFill>
                <a:latin typeface="+mj-ea"/>
                <a:ea typeface="+mj-ea"/>
                <a:cs typeface="+mn-ea"/>
                <a:sym typeface="+mn-lt"/>
              </a:rPr>
              <a:t>姓名</a:t>
            </a:r>
            <a:endParaRPr lang="en-US" altLang="zh-CN" sz="2000" spc="300" dirty="0">
              <a:solidFill>
                <a:prstClr val="white"/>
              </a:solidFill>
              <a:latin typeface="+mj-ea"/>
              <a:ea typeface="+mj-ea"/>
              <a:cs typeface="+mn-ea"/>
              <a:sym typeface="+mn-lt"/>
            </a:endParaRPr>
          </a:p>
          <a:p>
            <a:pPr marL="0" marR="0" lvl="0" indent="0" algn="ctr" defTabSz="914400" rtl="0" eaLnBrk="1" fontAlgn="auto" latinLnBrk="0" hangingPunct="1">
              <a:lnSpc>
                <a:spcPct val="2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E333E"/>
                </a:solidFill>
                <a:effectLst/>
                <a:uLnTx/>
                <a:uFillTx/>
                <a:cs typeface="+mn-ea"/>
                <a:sym typeface="+mn-lt"/>
              </a:rPr>
              <a:t>团队主持人</a:t>
            </a:r>
            <a:endParaRPr kumimoji="0" lang="en-US" altLang="zh-CN" sz="2000" b="0" i="0" u="none" strike="noStrike" kern="1200" cap="none" spc="0" normalizeH="0" baseline="0" noProof="0" dirty="0">
              <a:ln>
                <a:noFill/>
              </a:ln>
              <a:solidFill>
                <a:srgbClr val="2E333E"/>
              </a:solidFill>
              <a:effectLst/>
              <a:uLnTx/>
              <a:uFillTx/>
              <a:cs typeface="+mn-ea"/>
              <a:sym typeface="+mn-lt"/>
            </a:endParaRPr>
          </a:p>
        </p:txBody>
      </p:sp>
      <p:sp>
        <p:nvSpPr>
          <p:cNvPr id="55" name="椭圆 54">
            <a:extLst>
              <a:ext uri="{FF2B5EF4-FFF2-40B4-BE49-F238E27FC236}">
                <a16:creationId xmlns:a16="http://schemas.microsoft.com/office/drawing/2014/main" id="{DBC9CC4D-26D3-4F55-8CD4-7BCA5030987B}"/>
              </a:ext>
            </a:extLst>
          </p:cNvPr>
          <p:cNvSpPr/>
          <p:nvPr/>
        </p:nvSpPr>
        <p:spPr>
          <a:xfrm>
            <a:off x="8283377" y="1619028"/>
            <a:ext cx="1507227" cy="1507227"/>
          </a:xfrm>
          <a:prstGeom prst="ellipse">
            <a:avLst/>
          </a:prstGeom>
          <a:blipFill dpi="0" rotWithShape="1">
            <a:blip r:embed="rId3"/>
            <a:srcRect/>
            <a:tile tx="-1447800" ty="0" sx="20000" sy="20000" flip="none" algn="tl"/>
          </a:blipFill>
          <a:ln w="76200">
            <a:solidFill>
              <a:schemeClr val="bg1">
                <a:lumMod val="95000"/>
              </a:schemeClr>
            </a:solidFill>
          </a:ln>
          <a:effectLst>
            <a:outerShdw blurRad="1651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56" name="文本框 55">
            <a:extLst>
              <a:ext uri="{FF2B5EF4-FFF2-40B4-BE49-F238E27FC236}">
                <a16:creationId xmlns:a16="http://schemas.microsoft.com/office/drawing/2014/main" id="{C3DC8831-EFBC-407A-AD21-596994FA0285}"/>
              </a:ext>
            </a:extLst>
          </p:cNvPr>
          <p:cNvSpPr txBox="1"/>
          <p:nvPr/>
        </p:nvSpPr>
        <p:spPr>
          <a:xfrm>
            <a:off x="8410142" y="3424447"/>
            <a:ext cx="2878339" cy="2266454"/>
          </a:xfrm>
          <a:prstGeom prst="rect">
            <a:avLst/>
          </a:prstGeom>
          <a:noFill/>
        </p:spPr>
        <p:txBody>
          <a:bodyPr wrap="square" rtlCol="0">
            <a:spAutoFit/>
          </a:bodyPr>
          <a:lstStyle/>
          <a:p>
            <a:pPr algn="just">
              <a:lnSpc>
                <a:spcPct val="15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a:t>
            </a:r>
          </a:p>
        </p:txBody>
      </p:sp>
      <p:sp>
        <p:nvSpPr>
          <p:cNvPr id="57" name="圆角矩形 52">
            <a:extLst>
              <a:ext uri="{FF2B5EF4-FFF2-40B4-BE49-F238E27FC236}">
                <a16:creationId xmlns:a16="http://schemas.microsoft.com/office/drawing/2014/main" id="{124A4D70-266E-4C3A-B8DF-FC7965B67D74}"/>
              </a:ext>
            </a:extLst>
          </p:cNvPr>
          <p:cNvSpPr/>
          <p:nvPr/>
        </p:nvSpPr>
        <p:spPr>
          <a:xfrm>
            <a:off x="4437872" y="1504759"/>
            <a:ext cx="3347759" cy="4443996"/>
          </a:xfrm>
          <a:prstGeom prst="roundRect">
            <a:avLst>
              <a:gd name="adj" fmla="val 2533"/>
            </a:avLst>
          </a:prstGeom>
          <a:solidFill>
            <a:schemeClr val="bg1"/>
          </a:solidFill>
          <a:ln>
            <a:noFill/>
          </a:ln>
          <a:effectLst>
            <a:outerShdw blurRad="50800" dist="50800" dir="5400000" algn="t"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58" name="组合 57">
            <a:extLst>
              <a:ext uri="{FF2B5EF4-FFF2-40B4-BE49-F238E27FC236}">
                <a16:creationId xmlns:a16="http://schemas.microsoft.com/office/drawing/2014/main" id="{7AF94950-A4DD-4F8C-9396-E9FD20574865}"/>
              </a:ext>
            </a:extLst>
          </p:cNvPr>
          <p:cNvGrpSpPr/>
          <p:nvPr/>
        </p:nvGrpSpPr>
        <p:grpSpPr>
          <a:xfrm>
            <a:off x="6300260" y="1816865"/>
            <a:ext cx="1238154" cy="571501"/>
            <a:chOff x="7938" y="-2173288"/>
            <a:chExt cx="1543050" cy="571501"/>
          </a:xfrm>
          <a:solidFill>
            <a:schemeClr val="accent1"/>
          </a:solidFill>
        </p:grpSpPr>
        <p:sp>
          <p:nvSpPr>
            <p:cNvPr id="59" name="Freeform 692">
              <a:extLst>
                <a:ext uri="{FF2B5EF4-FFF2-40B4-BE49-F238E27FC236}">
                  <a16:creationId xmlns:a16="http://schemas.microsoft.com/office/drawing/2014/main" id="{CF2B6FF7-6632-4296-A638-2920811461E7}"/>
                </a:ext>
              </a:extLst>
            </p:cNvPr>
            <p:cNvSpPr>
              <a:spLocks/>
            </p:cNvSpPr>
            <p:nvPr/>
          </p:nvSpPr>
          <p:spPr bwMode="auto">
            <a:xfrm>
              <a:off x="1141413" y="-2168525"/>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60" name="Freeform 693">
              <a:extLst>
                <a:ext uri="{FF2B5EF4-FFF2-40B4-BE49-F238E27FC236}">
                  <a16:creationId xmlns:a16="http://schemas.microsoft.com/office/drawing/2014/main" id="{C0E6DA48-5BCE-4105-932A-7CC6CE985933}"/>
                </a:ext>
              </a:extLst>
            </p:cNvPr>
            <p:cNvSpPr>
              <a:spLocks/>
            </p:cNvSpPr>
            <p:nvPr/>
          </p:nvSpPr>
          <p:spPr bwMode="auto">
            <a:xfrm>
              <a:off x="1141413" y="-2173288"/>
              <a:ext cx="60325" cy="7938"/>
            </a:xfrm>
            <a:custGeom>
              <a:avLst/>
              <a:gdLst>
                <a:gd name="T0" fmla="*/ 16 w 16"/>
                <a:gd name="T1" fmla="*/ 2 h 2"/>
                <a:gd name="T2" fmla="*/ 16 w 16"/>
                <a:gd name="T3" fmla="*/ 1 h 2"/>
                <a:gd name="T4" fmla="*/ 5 w 16"/>
                <a:gd name="T5" fmla="*/ 1 h 2"/>
                <a:gd name="T6" fmla="*/ 0 w 16"/>
                <a:gd name="T7" fmla="*/ 1 h 2"/>
                <a:gd name="T8" fmla="*/ 16 w 16"/>
                <a:gd name="T9" fmla="*/ 2 h 2"/>
              </a:gdLst>
              <a:ahLst/>
              <a:cxnLst>
                <a:cxn ang="0">
                  <a:pos x="T0" y="T1"/>
                </a:cxn>
                <a:cxn ang="0">
                  <a:pos x="T2" y="T3"/>
                </a:cxn>
                <a:cxn ang="0">
                  <a:pos x="T4" y="T5"/>
                </a:cxn>
                <a:cxn ang="0">
                  <a:pos x="T6" y="T7"/>
                </a:cxn>
                <a:cxn ang="0">
                  <a:pos x="T8" y="T9"/>
                </a:cxn>
              </a:cxnLst>
              <a:rect l="0" t="0" r="r" b="b"/>
              <a:pathLst>
                <a:path w="16" h="2">
                  <a:moveTo>
                    <a:pt x="16" y="2"/>
                  </a:moveTo>
                  <a:cubicBezTo>
                    <a:pt x="16" y="1"/>
                    <a:pt x="16" y="1"/>
                    <a:pt x="16" y="1"/>
                  </a:cubicBezTo>
                  <a:cubicBezTo>
                    <a:pt x="13" y="0"/>
                    <a:pt x="8" y="0"/>
                    <a:pt x="5" y="1"/>
                  </a:cubicBezTo>
                  <a:cubicBezTo>
                    <a:pt x="3" y="0"/>
                    <a:pt x="2" y="0"/>
                    <a:pt x="0" y="1"/>
                  </a:cubicBezTo>
                  <a:cubicBezTo>
                    <a:pt x="5" y="2"/>
                    <a:pt x="11" y="2"/>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61" name="Freeform 699">
              <a:extLst>
                <a:ext uri="{FF2B5EF4-FFF2-40B4-BE49-F238E27FC236}">
                  <a16:creationId xmlns:a16="http://schemas.microsoft.com/office/drawing/2014/main" id="{49B279E0-F6F0-4CD5-9CC6-D2CACC281218}"/>
                </a:ext>
              </a:extLst>
            </p:cNvPr>
            <p:cNvSpPr>
              <a:spLocks/>
            </p:cNvSpPr>
            <p:nvPr/>
          </p:nvSpPr>
          <p:spPr bwMode="auto">
            <a:xfrm>
              <a:off x="1201738" y="-2173288"/>
              <a:ext cx="7938" cy="7938"/>
            </a:xfrm>
            <a:custGeom>
              <a:avLst/>
              <a:gdLst>
                <a:gd name="T0" fmla="*/ 1 w 2"/>
                <a:gd name="T1" fmla="*/ 2 h 2"/>
                <a:gd name="T2" fmla="*/ 2 w 2"/>
                <a:gd name="T3" fmla="*/ 2 h 2"/>
                <a:gd name="T4" fmla="*/ 2 w 2"/>
                <a:gd name="T5" fmla="*/ 0 h 2"/>
                <a:gd name="T6" fmla="*/ 1 w 2"/>
                <a:gd name="T7" fmla="*/ 2 h 2"/>
              </a:gdLst>
              <a:ahLst/>
              <a:cxnLst>
                <a:cxn ang="0">
                  <a:pos x="T0" y="T1"/>
                </a:cxn>
                <a:cxn ang="0">
                  <a:pos x="T2" y="T3"/>
                </a:cxn>
                <a:cxn ang="0">
                  <a:pos x="T4" y="T5"/>
                </a:cxn>
                <a:cxn ang="0">
                  <a:pos x="T6" y="T7"/>
                </a:cxn>
              </a:cxnLst>
              <a:rect l="0" t="0" r="r" b="b"/>
              <a:pathLst>
                <a:path w="2" h="2">
                  <a:moveTo>
                    <a:pt x="1" y="2"/>
                  </a:moveTo>
                  <a:cubicBezTo>
                    <a:pt x="2" y="2"/>
                    <a:pt x="2" y="2"/>
                    <a:pt x="2" y="2"/>
                  </a:cubicBezTo>
                  <a:cubicBezTo>
                    <a:pt x="2" y="0"/>
                    <a:pt x="2" y="0"/>
                    <a:pt x="2" y="0"/>
                  </a:cubicBezTo>
                  <a:cubicBezTo>
                    <a:pt x="0" y="0"/>
                    <a:pt x="2"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62" name="Freeform 700">
              <a:extLst>
                <a:ext uri="{FF2B5EF4-FFF2-40B4-BE49-F238E27FC236}">
                  <a16:creationId xmlns:a16="http://schemas.microsoft.com/office/drawing/2014/main" id="{FBFDB989-5F9A-472E-AD76-60F7538A5F2D}"/>
                </a:ext>
              </a:extLst>
            </p:cNvPr>
            <p:cNvSpPr>
              <a:spLocks/>
            </p:cNvSpPr>
            <p:nvPr/>
          </p:nvSpPr>
          <p:spPr bwMode="auto">
            <a:xfrm>
              <a:off x="322263" y="-2101850"/>
              <a:ext cx="52388" cy="19050"/>
            </a:xfrm>
            <a:custGeom>
              <a:avLst/>
              <a:gdLst>
                <a:gd name="T0" fmla="*/ 14 w 14"/>
                <a:gd name="T1" fmla="*/ 5 h 5"/>
                <a:gd name="T2" fmla="*/ 14 w 14"/>
                <a:gd name="T3" fmla="*/ 4 h 5"/>
                <a:gd name="T4" fmla="*/ 5 w 14"/>
                <a:gd name="T5" fmla="*/ 2 h 5"/>
                <a:gd name="T6" fmla="*/ 6 w 14"/>
                <a:gd name="T7" fmla="*/ 1 h 5"/>
                <a:gd name="T8" fmla="*/ 0 w 14"/>
                <a:gd name="T9" fmla="*/ 0 h 5"/>
                <a:gd name="T10" fmla="*/ 1 w 14"/>
                <a:gd name="T11" fmla="*/ 2 h 5"/>
                <a:gd name="T12" fmla="*/ 14 w 14"/>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4" h="5">
                  <a:moveTo>
                    <a:pt x="14" y="5"/>
                  </a:moveTo>
                  <a:cubicBezTo>
                    <a:pt x="14" y="4"/>
                    <a:pt x="14" y="4"/>
                    <a:pt x="14" y="4"/>
                  </a:cubicBezTo>
                  <a:cubicBezTo>
                    <a:pt x="11" y="3"/>
                    <a:pt x="7" y="5"/>
                    <a:pt x="5" y="2"/>
                  </a:cubicBezTo>
                  <a:cubicBezTo>
                    <a:pt x="6" y="1"/>
                    <a:pt x="6" y="1"/>
                    <a:pt x="6" y="1"/>
                  </a:cubicBezTo>
                  <a:cubicBezTo>
                    <a:pt x="4" y="1"/>
                    <a:pt x="2" y="0"/>
                    <a:pt x="0" y="0"/>
                  </a:cubicBezTo>
                  <a:cubicBezTo>
                    <a:pt x="1" y="2"/>
                    <a:pt x="1" y="2"/>
                    <a:pt x="1" y="2"/>
                  </a:cubicBezTo>
                  <a:cubicBezTo>
                    <a:pt x="5" y="3"/>
                    <a:pt x="9" y="5"/>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63" name="Freeform 701">
              <a:extLst>
                <a:ext uri="{FF2B5EF4-FFF2-40B4-BE49-F238E27FC236}">
                  <a16:creationId xmlns:a16="http://schemas.microsoft.com/office/drawing/2014/main" id="{7F5E107B-4ACA-478F-A8BC-EA49BE026129}"/>
                </a:ext>
              </a:extLst>
            </p:cNvPr>
            <p:cNvSpPr>
              <a:spLocks noEditPoints="1"/>
            </p:cNvSpPr>
            <p:nvPr/>
          </p:nvSpPr>
          <p:spPr bwMode="auto">
            <a:xfrm>
              <a:off x="7938" y="-2071688"/>
              <a:ext cx="1516063" cy="465138"/>
            </a:xfrm>
            <a:custGeom>
              <a:avLst/>
              <a:gdLst>
                <a:gd name="T0" fmla="*/ 515 w 515"/>
                <a:gd name="T1" fmla="*/ 105 h 124"/>
                <a:gd name="T2" fmla="*/ 494 w 515"/>
                <a:gd name="T3" fmla="*/ 98 h 124"/>
                <a:gd name="T4" fmla="*/ 449 w 515"/>
                <a:gd name="T5" fmla="*/ 93 h 124"/>
                <a:gd name="T6" fmla="*/ 497 w 515"/>
                <a:gd name="T7" fmla="*/ 88 h 124"/>
                <a:gd name="T8" fmla="*/ 502 w 515"/>
                <a:gd name="T9" fmla="*/ 82 h 124"/>
                <a:gd name="T10" fmla="*/ 509 w 515"/>
                <a:gd name="T11" fmla="*/ 75 h 124"/>
                <a:gd name="T12" fmla="*/ 505 w 515"/>
                <a:gd name="T13" fmla="*/ 70 h 124"/>
                <a:gd name="T14" fmla="*/ 432 w 515"/>
                <a:gd name="T15" fmla="*/ 59 h 124"/>
                <a:gd name="T16" fmla="*/ 365 w 515"/>
                <a:gd name="T17" fmla="*/ 46 h 124"/>
                <a:gd name="T18" fmla="*/ 433 w 515"/>
                <a:gd name="T19" fmla="*/ 50 h 124"/>
                <a:gd name="T20" fmla="*/ 411 w 515"/>
                <a:gd name="T21" fmla="*/ 44 h 124"/>
                <a:gd name="T22" fmla="*/ 361 w 515"/>
                <a:gd name="T23" fmla="*/ 33 h 124"/>
                <a:gd name="T24" fmla="*/ 379 w 515"/>
                <a:gd name="T25" fmla="*/ 33 h 124"/>
                <a:gd name="T26" fmla="*/ 470 w 515"/>
                <a:gd name="T27" fmla="*/ 35 h 124"/>
                <a:gd name="T28" fmla="*/ 441 w 515"/>
                <a:gd name="T29" fmla="*/ 30 h 124"/>
                <a:gd name="T30" fmla="*/ 440 w 515"/>
                <a:gd name="T31" fmla="*/ 31 h 124"/>
                <a:gd name="T32" fmla="*/ 240 w 515"/>
                <a:gd name="T33" fmla="*/ 10 h 124"/>
                <a:gd name="T34" fmla="*/ 265 w 515"/>
                <a:gd name="T35" fmla="*/ 6 h 124"/>
                <a:gd name="T36" fmla="*/ 98 w 515"/>
                <a:gd name="T37" fmla="*/ 2 h 124"/>
                <a:gd name="T38" fmla="*/ 59 w 515"/>
                <a:gd name="T39" fmla="*/ 6 h 124"/>
                <a:gd name="T40" fmla="*/ 17 w 515"/>
                <a:gd name="T41" fmla="*/ 16 h 124"/>
                <a:gd name="T42" fmla="*/ 30 w 515"/>
                <a:gd name="T43" fmla="*/ 26 h 124"/>
                <a:gd name="T44" fmla="*/ 35 w 515"/>
                <a:gd name="T45" fmla="*/ 35 h 124"/>
                <a:gd name="T46" fmla="*/ 21 w 515"/>
                <a:gd name="T47" fmla="*/ 42 h 124"/>
                <a:gd name="T48" fmla="*/ 16 w 515"/>
                <a:gd name="T49" fmla="*/ 48 h 124"/>
                <a:gd name="T50" fmla="*/ 25 w 515"/>
                <a:gd name="T51" fmla="*/ 52 h 124"/>
                <a:gd name="T52" fmla="*/ 9 w 515"/>
                <a:gd name="T53" fmla="*/ 57 h 124"/>
                <a:gd name="T54" fmla="*/ 4 w 515"/>
                <a:gd name="T55" fmla="*/ 65 h 124"/>
                <a:gd name="T56" fmla="*/ 1 w 515"/>
                <a:gd name="T57" fmla="*/ 69 h 124"/>
                <a:gd name="T58" fmla="*/ 9 w 515"/>
                <a:gd name="T59" fmla="*/ 74 h 124"/>
                <a:gd name="T60" fmla="*/ 21 w 515"/>
                <a:gd name="T61" fmla="*/ 86 h 124"/>
                <a:gd name="T62" fmla="*/ 25 w 515"/>
                <a:gd name="T63" fmla="*/ 94 h 124"/>
                <a:gd name="T64" fmla="*/ 23 w 515"/>
                <a:gd name="T65" fmla="*/ 105 h 124"/>
                <a:gd name="T66" fmla="*/ 205 w 515"/>
                <a:gd name="T67" fmla="*/ 120 h 124"/>
                <a:gd name="T68" fmla="*/ 190 w 515"/>
                <a:gd name="T69" fmla="*/ 117 h 124"/>
                <a:gd name="T70" fmla="*/ 49 w 515"/>
                <a:gd name="T71" fmla="*/ 108 h 124"/>
                <a:gd name="T72" fmla="*/ 303 w 515"/>
                <a:gd name="T73" fmla="*/ 117 h 124"/>
                <a:gd name="T74" fmla="*/ 436 w 515"/>
                <a:gd name="T75" fmla="*/ 123 h 124"/>
                <a:gd name="T76" fmla="*/ 440 w 515"/>
                <a:gd name="T77" fmla="*/ 119 h 124"/>
                <a:gd name="T78" fmla="*/ 464 w 515"/>
                <a:gd name="T79" fmla="*/ 112 h 124"/>
                <a:gd name="T80" fmla="*/ 451 w 515"/>
                <a:gd name="T81" fmla="*/ 107 h 124"/>
                <a:gd name="T82" fmla="*/ 477 w 515"/>
                <a:gd name="T83" fmla="*/ 107 h 124"/>
                <a:gd name="T84" fmla="*/ 434 w 515"/>
                <a:gd name="T85" fmla="*/ 28 h 124"/>
                <a:gd name="T86" fmla="*/ 429 w 515"/>
                <a:gd name="T87" fmla="*/ 29 h 124"/>
                <a:gd name="T88" fmla="*/ 424 w 515"/>
                <a:gd name="T89" fmla="*/ 26 h 124"/>
                <a:gd name="T90" fmla="*/ 384 w 515"/>
                <a:gd name="T91" fmla="*/ 108 h 124"/>
                <a:gd name="T92" fmla="*/ 456 w 515"/>
                <a:gd name="T93" fmla="*/ 113 h 124"/>
                <a:gd name="T94" fmla="*/ 456 w 515"/>
                <a:gd name="T95" fmla="*/ 113 h 124"/>
                <a:gd name="T96" fmla="*/ 426 w 515"/>
                <a:gd name="T97" fmla="*/ 10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5" h="124">
                  <a:moveTo>
                    <a:pt x="477" y="107"/>
                  </a:moveTo>
                  <a:cubicBezTo>
                    <a:pt x="477" y="106"/>
                    <a:pt x="477" y="106"/>
                    <a:pt x="477" y="106"/>
                  </a:cubicBezTo>
                  <a:cubicBezTo>
                    <a:pt x="489" y="106"/>
                    <a:pt x="502" y="106"/>
                    <a:pt x="514" y="106"/>
                  </a:cubicBezTo>
                  <a:cubicBezTo>
                    <a:pt x="515" y="105"/>
                    <a:pt x="515" y="105"/>
                    <a:pt x="515" y="105"/>
                  </a:cubicBezTo>
                  <a:cubicBezTo>
                    <a:pt x="492" y="105"/>
                    <a:pt x="472" y="104"/>
                    <a:pt x="450" y="101"/>
                  </a:cubicBezTo>
                  <a:cubicBezTo>
                    <a:pt x="445" y="100"/>
                    <a:pt x="445" y="100"/>
                    <a:pt x="445" y="100"/>
                  </a:cubicBezTo>
                  <a:cubicBezTo>
                    <a:pt x="446" y="99"/>
                    <a:pt x="446" y="99"/>
                    <a:pt x="446" y="99"/>
                  </a:cubicBezTo>
                  <a:cubicBezTo>
                    <a:pt x="463" y="99"/>
                    <a:pt x="478" y="97"/>
                    <a:pt x="494" y="98"/>
                  </a:cubicBezTo>
                  <a:cubicBezTo>
                    <a:pt x="491" y="97"/>
                    <a:pt x="491" y="97"/>
                    <a:pt x="491" y="97"/>
                  </a:cubicBezTo>
                  <a:cubicBezTo>
                    <a:pt x="493" y="95"/>
                    <a:pt x="493" y="95"/>
                    <a:pt x="493" y="95"/>
                  </a:cubicBezTo>
                  <a:cubicBezTo>
                    <a:pt x="478" y="95"/>
                    <a:pt x="463" y="96"/>
                    <a:pt x="449" y="94"/>
                  </a:cubicBezTo>
                  <a:cubicBezTo>
                    <a:pt x="449" y="93"/>
                    <a:pt x="449" y="93"/>
                    <a:pt x="449" y="93"/>
                  </a:cubicBezTo>
                  <a:cubicBezTo>
                    <a:pt x="467" y="93"/>
                    <a:pt x="485" y="94"/>
                    <a:pt x="503" y="93"/>
                  </a:cubicBezTo>
                  <a:cubicBezTo>
                    <a:pt x="505" y="92"/>
                    <a:pt x="506" y="90"/>
                    <a:pt x="508" y="91"/>
                  </a:cubicBezTo>
                  <a:cubicBezTo>
                    <a:pt x="509" y="91"/>
                    <a:pt x="509" y="90"/>
                    <a:pt x="510" y="89"/>
                  </a:cubicBezTo>
                  <a:cubicBezTo>
                    <a:pt x="497" y="88"/>
                    <a:pt x="497" y="88"/>
                    <a:pt x="497" y="88"/>
                  </a:cubicBezTo>
                  <a:cubicBezTo>
                    <a:pt x="492" y="86"/>
                    <a:pt x="486" y="89"/>
                    <a:pt x="482" y="85"/>
                  </a:cubicBezTo>
                  <a:cubicBezTo>
                    <a:pt x="465" y="85"/>
                    <a:pt x="448" y="83"/>
                    <a:pt x="432" y="82"/>
                  </a:cubicBezTo>
                  <a:cubicBezTo>
                    <a:pt x="432" y="81"/>
                    <a:pt x="432" y="81"/>
                    <a:pt x="432" y="81"/>
                  </a:cubicBezTo>
                  <a:cubicBezTo>
                    <a:pt x="455" y="82"/>
                    <a:pt x="479" y="81"/>
                    <a:pt x="502" y="82"/>
                  </a:cubicBezTo>
                  <a:cubicBezTo>
                    <a:pt x="475" y="79"/>
                    <a:pt x="475" y="79"/>
                    <a:pt x="475" y="79"/>
                  </a:cubicBezTo>
                  <a:cubicBezTo>
                    <a:pt x="482" y="78"/>
                    <a:pt x="489" y="76"/>
                    <a:pt x="497" y="78"/>
                  </a:cubicBezTo>
                  <a:cubicBezTo>
                    <a:pt x="500" y="77"/>
                    <a:pt x="503" y="77"/>
                    <a:pt x="506" y="77"/>
                  </a:cubicBezTo>
                  <a:cubicBezTo>
                    <a:pt x="507" y="77"/>
                    <a:pt x="507" y="75"/>
                    <a:pt x="509" y="75"/>
                  </a:cubicBezTo>
                  <a:cubicBezTo>
                    <a:pt x="509" y="74"/>
                    <a:pt x="509" y="74"/>
                    <a:pt x="509" y="74"/>
                  </a:cubicBezTo>
                  <a:cubicBezTo>
                    <a:pt x="492" y="73"/>
                    <a:pt x="492" y="73"/>
                    <a:pt x="492" y="73"/>
                  </a:cubicBezTo>
                  <a:cubicBezTo>
                    <a:pt x="491" y="72"/>
                    <a:pt x="491" y="72"/>
                    <a:pt x="491" y="72"/>
                  </a:cubicBezTo>
                  <a:cubicBezTo>
                    <a:pt x="495" y="71"/>
                    <a:pt x="501" y="72"/>
                    <a:pt x="505" y="70"/>
                  </a:cubicBezTo>
                  <a:cubicBezTo>
                    <a:pt x="500" y="70"/>
                    <a:pt x="494" y="69"/>
                    <a:pt x="490" y="70"/>
                  </a:cubicBezTo>
                  <a:cubicBezTo>
                    <a:pt x="486" y="68"/>
                    <a:pt x="478" y="70"/>
                    <a:pt x="476" y="66"/>
                  </a:cubicBezTo>
                  <a:cubicBezTo>
                    <a:pt x="462" y="64"/>
                    <a:pt x="446" y="64"/>
                    <a:pt x="431" y="62"/>
                  </a:cubicBezTo>
                  <a:cubicBezTo>
                    <a:pt x="432" y="61"/>
                    <a:pt x="429" y="59"/>
                    <a:pt x="432" y="59"/>
                  </a:cubicBezTo>
                  <a:cubicBezTo>
                    <a:pt x="450" y="61"/>
                    <a:pt x="450" y="61"/>
                    <a:pt x="450" y="61"/>
                  </a:cubicBezTo>
                  <a:cubicBezTo>
                    <a:pt x="465" y="61"/>
                    <a:pt x="482" y="63"/>
                    <a:pt x="495" y="60"/>
                  </a:cubicBezTo>
                  <a:cubicBezTo>
                    <a:pt x="462" y="60"/>
                    <a:pt x="432" y="51"/>
                    <a:pt x="400" y="50"/>
                  </a:cubicBezTo>
                  <a:cubicBezTo>
                    <a:pt x="389" y="47"/>
                    <a:pt x="376" y="48"/>
                    <a:pt x="365" y="46"/>
                  </a:cubicBezTo>
                  <a:cubicBezTo>
                    <a:pt x="390" y="46"/>
                    <a:pt x="415" y="50"/>
                    <a:pt x="440" y="51"/>
                  </a:cubicBezTo>
                  <a:cubicBezTo>
                    <a:pt x="438" y="51"/>
                    <a:pt x="438" y="51"/>
                    <a:pt x="438" y="51"/>
                  </a:cubicBezTo>
                  <a:cubicBezTo>
                    <a:pt x="437" y="48"/>
                    <a:pt x="442" y="51"/>
                    <a:pt x="444" y="49"/>
                  </a:cubicBezTo>
                  <a:cubicBezTo>
                    <a:pt x="440" y="47"/>
                    <a:pt x="437" y="51"/>
                    <a:pt x="433" y="50"/>
                  </a:cubicBezTo>
                  <a:cubicBezTo>
                    <a:pt x="432" y="49"/>
                    <a:pt x="429" y="50"/>
                    <a:pt x="430" y="48"/>
                  </a:cubicBezTo>
                  <a:cubicBezTo>
                    <a:pt x="429" y="48"/>
                    <a:pt x="428" y="48"/>
                    <a:pt x="428" y="47"/>
                  </a:cubicBezTo>
                  <a:cubicBezTo>
                    <a:pt x="431" y="45"/>
                    <a:pt x="435" y="50"/>
                    <a:pt x="435" y="47"/>
                  </a:cubicBezTo>
                  <a:cubicBezTo>
                    <a:pt x="428" y="46"/>
                    <a:pt x="418" y="44"/>
                    <a:pt x="411" y="44"/>
                  </a:cubicBezTo>
                  <a:cubicBezTo>
                    <a:pt x="411" y="42"/>
                    <a:pt x="413" y="43"/>
                    <a:pt x="414" y="42"/>
                  </a:cubicBezTo>
                  <a:cubicBezTo>
                    <a:pt x="406" y="41"/>
                    <a:pt x="397" y="41"/>
                    <a:pt x="388" y="39"/>
                  </a:cubicBezTo>
                  <a:cubicBezTo>
                    <a:pt x="396" y="37"/>
                    <a:pt x="407" y="41"/>
                    <a:pt x="415" y="40"/>
                  </a:cubicBezTo>
                  <a:cubicBezTo>
                    <a:pt x="397" y="37"/>
                    <a:pt x="378" y="37"/>
                    <a:pt x="361" y="33"/>
                  </a:cubicBezTo>
                  <a:cubicBezTo>
                    <a:pt x="360" y="32"/>
                    <a:pt x="360" y="32"/>
                    <a:pt x="360" y="32"/>
                  </a:cubicBezTo>
                  <a:cubicBezTo>
                    <a:pt x="366" y="33"/>
                    <a:pt x="373" y="31"/>
                    <a:pt x="379" y="33"/>
                  </a:cubicBezTo>
                  <a:cubicBezTo>
                    <a:pt x="378" y="34"/>
                    <a:pt x="378" y="34"/>
                    <a:pt x="378" y="34"/>
                  </a:cubicBezTo>
                  <a:cubicBezTo>
                    <a:pt x="379" y="33"/>
                    <a:pt x="379" y="33"/>
                    <a:pt x="379" y="33"/>
                  </a:cubicBezTo>
                  <a:cubicBezTo>
                    <a:pt x="398" y="33"/>
                    <a:pt x="423" y="36"/>
                    <a:pt x="444" y="37"/>
                  </a:cubicBezTo>
                  <a:cubicBezTo>
                    <a:pt x="434" y="33"/>
                    <a:pt x="422" y="34"/>
                    <a:pt x="411" y="31"/>
                  </a:cubicBezTo>
                  <a:cubicBezTo>
                    <a:pt x="414" y="29"/>
                    <a:pt x="419" y="30"/>
                    <a:pt x="423" y="31"/>
                  </a:cubicBezTo>
                  <a:cubicBezTo>
                    <a:pt x="437" y="32"/>
                    <a:pt x="455" y="35"/>
                    <a:pt x="470" y="35"/>
                  </a:cubicBezTo>
                  <a:cubicBezTo>
                    <a:pt x="467" y="34"/>
                    <a:pt x="459" y="32"/>
                    <a:pt x="454" y="31"/>
                  </a:cubicBezTo>
                  <a:cubicBezTo>
                    <a:pt x="451" y="32"/>
                    <a:pt x="449" y="29"/>
                    <a:pt x="446" y="31"/>
                  </a:cubicBezTo>
                  <a:cubicBezTo>
                    <a:pt x="446" y="31"/>
                    <a:pt x="446" y="31"/>
                    <a:pt x="446" y="30"/>
                  </a:cubicBezTo>
                  <a:cubicBezTo>
                    <a:pt x="445" y="32"/>
                    <a:pt x="443" y="31"/>
                    <a:pt x="441" y="30"/>
                  </a:cubicBezTo>
                  <a:cubicBezTo>
                    <a:pt x="441" y="30"/>
                    <a:pt x="441" y="30"/>
                    <a:pt x="442" y="29"/>
                  </a:cubicBezTo>
                  <a:cubicBezTo>
                    <a:pt x="441" y="30"/>
                    <a:pt x="440" y="29"/>
                    <a:pt x="439" y="29"/>
                  </a:cubicBezTo>
                  <a:cubicBezTo>
                    <a:pt x="441" y="30"/>
                    <a:pt x="441" y="30"/>
                    <a:pt x="441" y="30"/>
                  </a:cubicBezTo>
                  <a:cubicBezTo>
                    <a:pt x="440" y="31"/>
                    <a:pt x="440" y="31"/>
                    <a:pt x="440" y="31"/>
                  </a:cubicBezTo>
                  <a:cubicBezTo>
                    <a:pt x="438" y="30"/>
                    <a:pt x="436" y="31"/>
                    <a:pt x="435" y="29"/>
                  </a:cubicBezTo>
                  <a:cubicBezTo>
                    <a:pt x="437" y="26"/>
                    <a:pt x="444" y="30"/>
                    <a:pt x="447" y="29"/>
                  </a:cubicBezTo>
                  <a:cubicBezTo>
                    <a:pt x="418" y="23"/>
                    <a:pt x="387" y="20"/>
                    <a:pt x="357" y="17"/>
                  </a:cubicBezTo>
                  <a:cubicBezTo>
                    <a:pt x="240" y="10"/>
                    <a:pt x="240" y="10"/>
                    <a:pt x="240" y="10"/>
                  </a:cubicBezTo>
                  <a:cubicBezTo>
                    <a:pt x="206" y="7"/>
                    <a:pt x="206" y="7"/>
                    <a:pt x="206" y="7"/>
                  </a:cubicBezTo>
                  <a:cubicBezTo>
                    <a:pt x="209" y="7"/>
                    <a:pt x="209" y="7"/>
                    <a:pt x="209" y="7"/>
                  </a:cubicBezTo>
                  <a:cubicBezTo>
                    <a:pt x="250" y="8"/>
                    <a:pt x="292" y="10"/>
                    <a:pt x="331" y="12"/>
                  </a:cubicBezTo>
                  <a:cubicBezTo>
                    <a:pt x="308" y="9"/>
                    <a:pt x="287" y="8"/>
                    <a:pt x="265" y="6"/>
                  </a:cubicBezTo>
                  <a:cubicBezTo>
                    <a:pt x="222" y="4"/>
                    <a:pt x="178" y="2"/>
                    <a:pt x="136" y="3"/>
                  </a:cubicBezTo>
                  <a:cubicBezTo>
                    <a:pt x="133" y="2"/>
                    <a:pt x="129" y="0"/>
                    <a:pt x="126" y="2"/>
                  </a:cubicBezTo>
                  <a:cubicBezTo>
                    <a:pt x="120" y="1"/>
                    <a:pt x="113" y="2"/>
                    <a:pt x="108" y="1"/>
                  </a:cubicBezTo>
                  <a:cubicBezTo>
                    <a:pt x="106" y="4"/>
                    <a:pt x="101" y="2"/>
                    <a:pt x="98" y="2"/>
                  </a:cubicBezTo>
                  <a:cubicBezTo>
                    <a:pt x="84" y="2"/>
                    <a:pt x="69" y="1"/>
                    <a:pt x="55" y="3"/>
                  </a:cubicBezTo>
                  <a:cubicBezTo>
                    <a:pt x="53" y="4"/>
                    <a:pt x="48" y="2"/>
                    <a:pt x="47" y="3"/>
                  </a:cubicBezTo>
                  <a:cubicBezTo>
                    <a:pt x="50" y="5"/>
                    <a:pt x="55" y="4"/>
                    <a:pt x="59" y="5"/>
                  </a:cubicBezTo>
                  <a:cubicBezTo>
                    <a:pt x="59" y="6"/>
                    <a:pt x="59" y="6"/>
                    <a:pt x="59" y="6"/>
                  </a:cubicBezTo>
                  <a:cubicBezTo>
                    <a:pt x="55" y="5"/>
                    <a:pt x="51" y="7"/>
                    <a:pt x="48" y="5"/>
                  </a:cubicBezTo>
                  <a:cubicBezTo>
                    <a:pt x="43" y="6"/>
                    <a:pt x="37" y="3"/>
                    <a:pt x="34" y="7"/>
                  </a:cubicBezTo>
                  <a:cubicBezTo>
                    <a:pt x="28" y="9"/>
                    <a:pt x="21" y="9"/>
                    <a:pt x="16" y="15"/>
                  </a:cubicBezTo>
                  <a:cubicBezTo>
                    <a:pt x="17" y="16"/>
                    <a:pt x="17" y="16"/>
                    <a:pt x="17" y="16"/>
                  </a:cubicBezTo>
                  <a:cubicBezTo>
                    <a:pt x="23" y="21"/>
                    <a:pt x="28" y="16"/>
                    <a:pt x="34" y="20"/>
                  </a:cubicBezTo>
                  <a:cubicBezTo>
                    <a:pt x="29" y="21"/>
                    <a:pt x="23" y="20"/>
                    <a:pt x="18" y="20"/>
                  </a:cubicBezTo>
                  <a:cubicBezTo>
                    <a:pt x="15" y="21"/>
                    <a:pt x="11" y="20"/>
                    <a:pt x="10" y="22"/>
                  </a:cubicBezTo>
                  <a:cubicBezTo>
                    <a:pt x="17" y="22"/>
                    <a:pt x="24" y="24"/>
                    <a:pt x="30" y="26"/>
                  </a:cubicBezTo>
                  <a:cubicBezTo>
                    <a:pt x="29" y="27"/>
                    <a:pt x="29" y="28"/>
                    <a:pt x="30" y="30"/>
                  </a:cubicBezTo>
                  <a:cubicBezTo>
                    <a:pt x="27" y="30"/>
                    <a:pt x="22" y="27"/>
                    <a:pt x="19" y="32"/>
                  </a:cubicBezTo>
                  <a:cubicBezTo>
                    <a:pt x="35" y="33"/>
                    <a:pt x="35" y="33"/>
                    <a:pt x="35" y="33"/>
                  </a:cubicBezTo>
                  <a:cubicBezTo>
                    <a:pt x="35" y="34"/>
                    <a:pt x="36" y="35"/>
                    <a:pt x="35" y="35"/>
                  </a:cubicBezTo>
                  <a:cubicBezTo>
                    <a:pt x="29" y="33"/>
                    <a:pt x="25" y="39"/>
                    <a:pt x="22" y="38"/>
                  </a:cubicBezTo>
                  <a:cubicBezTo>
                    <a:pt x="22" y="39"/>
                    <a:pt x="22" y="39"/>
                    <a:pt x="22" y="39"/>
                  </a:cubicBezTo>
                  <a:cubicBezTo>
                    <a:pt x="21" y="42"/>
                    <a:pt x="17" y="40"/>
                    <a:pt x="15" y="41"/>
                  </a:cubicBezTo>
                  <a:cubicBezTo>
                    <a:pt x="21" y="42"/>
                    <a:pt x="21" y="42"/>
                    <a:pt x="21" y="42"/>
                  </a:cubicBezTo>
                  <a:cubicBezTo>
                    <a:pt x="18" y="43"/>
                    <a:pt x="16" y="45"/>
                    <a:pt x="13" y="44"/>
                  </a:cubicBezTo>
                  <a:cubicBezTo>
                    <a:pt x="14" y="45"/>
                    <a:pt x="15" y="44"/>
                    <a:pt x="15" y="45"/>
                  </a:cubicBezTo>
                  <a:cubicBezTo>
                    <a:pt x="14" y="46"/>
                    <a:pt x="14" y="46"/>
                    <a:pt x="14" y="46"/>
                  </a:cubicBezTo>
                  <a:cubicBezTo>
                    <a:pt x="15" y="46"/>
                    <a:pt x="17" y="47"/>
                    <a:pt x="16" y="48"/>
                  </a:cubicBezTo>
                  <a:cubicBezTo>
                    <a:pt x="19" y="49"/>
                    <a:pt x="21" y="49"/>
                    <a:pt x="23" y="50"/>
                  </a:cubicBezTo>
                  <a:cubicBezTo>
                    <a:pt x="27" y="50"/>
                    <a:pt x="31" y="51"/>
                    <a:pt x="33" y="54"/>
                  </a:cubicBezTo>
                  <a:cubicBezTo>
                    <a:pt x="28" y="55"/>
                    <a:pt x="24" y="53"/>
                    <a:pt x="19" y="53"/>
                  </a:cubicBezTo>
                  <a:cubicBezTo>
                    <a:pt x="21" y="51"/>
                    <a:pt x="23" y="53"/>
                    <a:pt x="25" y="52"/>
                  </a:cubicBezTo>
                  <a:cubicBezTo>
                    <a:pt x="25" y="52"/>
                    <a:pt x="25" y="52"/>
                    <a:pt x="25" y="52"/>
                  </a:cubicBezTo>
                  <a:cubicBezTo>
                    <a:pt x="22" y="52"/>
                    <a:pt x="17" y="50"/>
                    <a:pt x="16" y="53"/>
                  </a:cubicBezTo>
                  <a:cubicBezTo>
                    <a:pt x="13" y="53"/>
                    <a:pt x="7" y="52"/>
                    <a:pt x="5" y="56"/>
                  </a:cubicBezTo>
                  <a:cubicBezTo>
                    <a:pt x="6" y="58"/>
                    <a:pt x="7" y="57"/>
                    <a:pt x="9" y="57"/>
                  </a:cubicBezTo>
                  <a:cubicBezTo>
                    <a:pt x="11" y="61"/>
                    <a:pt x="17" y="58"/>
                    <a:pt x="20" y="61"/>
                  </a:cubicBezTo>
                  <a:cubicBezTo>
                    <a:pt x="17" y="63"/>
                    <a:pt x="17" y="63"/>
                    <a:pt x="17" y="63"/>
                  </a:cubicBezTo>
                  <a:cubicBezTo>
                    <a:pt x="16" y="64"/>
                    <a:pt x="18" y="66"/>
                    <a:pt x="17" y="67"/>
                  </a:cubicBezTo>
                  <a:cubicBezTo>
                    <a:pt x="4" y="65"/>
                    <a:pt x="4" y="65"/>
                    <a:pt x="4" y="65"/>
                  </a:cubicBezTo>
                  <a:cubicBezTo>
                    <a:pt x="4" y="65"/>
                    <a:pt x="4" y="65"/>
                    <a:pt x="4" y="65"/>
                  </a:cubicBezTo>
                  <a:cubicBezTo>
                    <a:pt x="0" y="65"/>
                    <a:pt x="0" y="65"/>
                    <a:pt x="0" y="65"/>
                  </a:cubicBezTo>
                  <a:cubicBezTo>
                    <a:pt x="0" y="66"/>
                    <a:pt x="3" y="68"/>
                    <a:pt x="1" y="69"/>
                  </a:cubicBezTo>
                  <a:cubicBezTo>
                    <a:pt x="1" y="69"/>
                    <a:pt x="1" y="69"/>
                    <a:pt x="1" y="69"/>
                  </a:cubicBezTo>
                  <a:cubicBezTo>
                    <a:pt x="2" y="69"/>
                    <a:pt x="2" y="69"/>
                    <a:pt x="2" y="69"/>
                  </a:cubicBezTo>
                  <a:cubicBezTo>
                    <a:pt x="3" y="69"/>
                    <a:pt x="3" y="70"/>
                    <a:pt x="4" y="70"/>
                  </a:cubicBezTo>
                  <a:cubicBezTo>
                    <a:pt x="4" y="71"/>
                    <a:pt x="4" y="71"/>
                    <a:pt x="3" y="71"/>
                  </a:cubicBezTo>
                  <a:cubicBezTo>
                    <a:pt x="4" y="74"/>
                    <a:pt x="9" y="71"/>
                    <a:pt x="9" y="74"/>
                  </a:cubicBezTo>
                  <a:cubicBezTo>
                    <a:pt x="14" y="75"/>
                    <a:pt x="19" y="75"/>
                    <a:pt x="22" y="77"/>
                  </a:cubicBezTo>
                  <a:cubicBezTo>
                    <a:pt x="21" y="78"/>
                    <a:pt x="19" y="77"/>
                    <a:pt x="17" y="78"/>
                  </a:cubicBezTo>
                  <a:cubicBezTo>
                    <a:pt x="18" y="82"/>
                    <a:pt x="27" y="80"/>
                    <a:pt x="27" y="86"/>
                  </a:cubicBezTo>
                  <a:cubicBezTo>
                    <a:pt x="21" y="86"/>
                    <a:pt x="21" y="86"/>
                    <a:pt x="21" y="86"/>
                  </a:cubicBezTo>
                  <a:cubicBezTo>
                    <a:pt x="21" y="86"/>
                    <a:pt x="19" y="88"/>
                    <a:pt x="21" y="89"/>
                  </a:cubicBezTo>
                  <a:cubicBezTo>
                    <a:pt x="21" y="89"/>
                    <a:pt x="21" y="89"/>
                    <a:pt x="20" y="90"/>
                  </a:cubicBezTo>
                  <a:cubicBezTo>
                    <a:pt x="24" y="91"/>
                    <a:pt x="27" y="92"/>
                    <a:pt x="31" y="93"/>
                  </a:cubicBezTo>
                  <a:cubicBezTo>
                    <a:pt x="29" y="95"/>
                    <a:pt x="26" y="92"/>
                    <a:pt x="25" y="94"/>
                  </a:cubicBezTo>
                  <a:cubicBezTo>
                    <a:pt x="19" y="92"/>
                    <a:pt x="11" y="92"/>
                    <a:pt x="6" y="90"/>
                  </a:cubicBezTo>
                  <a:cubicBezTo>
                    <a:pt x="6" y="97"/>
                    <a:pt x="6" y="97"/>
                    <a:pt x="6" y="97"/>
                  </a:cubicBezTo>
                  <a:cubicBezTo>
                    <a:pt x="10" y="98"/>
                    <a:pt x="13" y="101"/>
                    <a:pt x="17" y="101"/>
                  </a:cubicBezTo>
                  <a:cubicBezTo>
                    <a:pt x="22" y="100"/>
                    <a:pt x="20" y="105"/>
                    <a:pt x="23" y="105"/>
                  </a:cubicBezTo>
                  <a:cubicBezTo>
                    <a:pt x="21" y="106"/>
                    <a:pt x="21" y="106"/>
                    <a:pt x="21" y="106"/>
                  </a:cubicBezTo>
                  <a:cubicBezTo>
                    <a:pt x="42" y="115"/>
                    <a:pt x="69" y="116"/>
                    <a:pt x="93" y="118"/>
                  </a:cubicBezTo>
                  <a:cubicBezTo>
                    <a:pt x="102" y="118"/>
                    <a:pt x="111" y="118"/>
                    <a:pt x="120" y="118"/>
                  </a:cubicBezTo>
                  <a:cubicBezTo>
                    <a:pt x="205" y="120"/>
                    <a:pt x="205" y="120"/>
                    <a:pt x="205" y="120"/>
                  </a:cubicBezTo>
                  <a:cubicBezTo>
                    <a:pt x="277" y="124"/>
                    <a:pt x="277" y="124"/>
                    <a:pt x="277" y="124"/>
                  </a:cubicBezTo>
                  <a:cubicBezTo>
                    <a:pt x="236" y="120"/>
                    <a:pt x="188" y="118"/>
                    <a:pt x="142" y="118"/>
                  </a:cubicBezTo>
                  <a:cubicBezTo>
                    <a:pt x="141" y="117"/>
                    <a:pt x="141" y="117"/>
                    <a:pt x="141" y="117"/>
                  </a:cubicBezTo>
                  <a:cubicBezTo>
                    <a:pt x="157" y="116"/>
                    <a:pt x="173" y="117"/>
                    <a:pt x="190" y="117"/>
                  </a:cubicBezTo>
                  <a:cubicBezTo>
                    <a:pt x="297" y="123"/>
                    <a:pt x="297" y="123"/>
                    <a:pt x="297" y="123"/>
                  </a:cubicBezTo>
                  <a:cubicBezTo>
                    <a:pt x="279" y="120"/>
                    <a:pt x="259" y="120"/>
                    <a:pt x="241" y="119"/>
                  </a:cubicBezTo>
                  <a:cubicBezTo>
                    <a:pt x="175" y="113"/>
                    <a:pt x="113" y="119"/>
                    <a:pt x="48" y="109"/>
                  </a:cubicBezTo>
                  <a:cubicBezTo>
                    <a:pt x="49" y="108"/>
                    <a:pt x="49" y="108"/>
                    <a:pt x="49" y="108"/>
                  </a:cubicBezTo>
                  <a:cubicBezTo>
                    <a:pt x="84" y="111"/>
                    <a:pt x="84" y="111"/>
                    <a:pt x="84" y="111"/>
                  </a:cubicBezTo>
                  <a:cubicBezTo>
                    <a:pt x="147" y="110"/>
                    <a:pt x="213" y="111"/>
                    <a:pt x="276" y="116"/>
                  </a:cubicBezTo>
                  <a:cubicBezTo>
                    <a:pt x="279" y="114"/>
                    <a:pt x="285" y="114"/>
                    <a:pt x="288" y="116"/>
                  </a:cubicBezTo>
                  <a:cubicBezTo>
                    <a:pt x="291" y="114"/>
                    <a:pt x="300" y="115"/>
                    <a:pt x="303" y="117"/>
                  </a:cubicBezTo>
                  <a:cubicBezTo>
                    <a:pt x="303" y="116"/>
                    <a:pt x="303" y="116"/>
                    <a:pt x="303" y="116"/>
                  </a:cubicBezTo>
                  <a:cubicBezTo>
                    <a:pt x="336" y="118"/>
                    <a:pt x="336" y="118"/>
                    <a:pt x="336" y="118"/>
                  </a:cubicBezTo>
                  <a:cubicBezTo>
                    <a:pt x="428" y="124"/>
                    <a:pt x="428" y="124"/>
                    <a:pt x="428" y="124"/>
                  </a:cubicBezTo>
                  <a:cubicBezTo>
                    <a:pt x="436" y="123"/>
                    <a:pt x="436" y="123"/>
                    <a:pt x="436" y="123"/>
                  </a:cubicBezTo>
                  <a:cubicBezTo>
                    <a:pt x="440" y="123"/>
                    <a:pt x="444" y="123"/>
                    <a:pt x="447" y="122"/>
                  </a:cubicBezTo>
                  <a:cubicBezTo>
                    <a:pt x="439" y="120"/>
                    <a:pt x="429" y="120"/>
                    <a:pt x="420" y="120"/>
                  </a:cubicBezTo>
                  <a:cubicBezTo>
                    <a:pt x="419" y="119"/>
                    <a:pt x="419" y="119"/>
                    <a:pt x="419" y="119"/>
                  </a:cubicBezTo>
                  <a:cubicBezTo>
                    <a:pt x="426" y="117"/>
                    <a:pt x="434" y="120"/>
                    <a:pt x="440" y="119"/>
                  </a:cubicBezTo>
                  <a:cubicBezTo>
                    <a:pt x="455" y="119"/>
                    <a:pt x="472" y="121"/>
                    <a:pt x="483" y="115"/>
                  </a:cubicBezTo>
                  <a:cubicBezTo>
                    <a:pt x="470" y="116"/>
                    <a:pt x="470" y="116"/>
                    <a:pt x="470" y="116"/>
                  </a:cubicBezTo>
                  <a:cubicBezTo>
                    <a:pt x="467" y="116"/>
                    <a:pt x="463" y="116"/>
                    <a:pt x="461" y="115"/>
                  </a:cubicBezTo>
                  <a:cubicBezTo>
                    <a:pt x="459" y="112"/>
                    <a:pt x="463" y="113"/>
                    <a:pt x="464" y="112"/>
                  </a:cubicBezTo>
                  <a:cubicBezTo>
                    <a:pt x="452" y="111"/>
                    <a:pt x="452" y="111"/>
                    <a:pt x="452" y="111"/>
                  </a:cubicBezTo>
                  <a:cubicBezTo>
                    <a:pt x="446" y="111"/>
                    <a:pt x="436" y="112"/>
                    <a:pt x="432" y="107"/>
                  </a:cubicBezTo>
                  <a:cubicBezTo>
                    <a:pt x="433" y="107"/>
                    <a:pt x="436" y="108"/>
                    <a:pt x="437" y="108"/>
                  </a:cubicBezTo>
                  <a:cubicBezTo>
                    <a:pt x="442" y="105"/>
                    <a:pt x="447" y="108"/>
                    <a:pt x="451" y="107"/>
                  </a:cubicBezTo>
                  <a:cubicBezTo>
                    <a:pt x="441" y="106"/>
                    <a:pt x="432" y="104"/>
                    <a:pt x="422" y="102"/>
                  </a:cubicBezTo>
                  <a:cubicBezTo>
                    <a:pt x="438" y="103"/>
                    <a:pt x="456" y="104"/>
                    <a:pt x="472" y="106"/>
                  </a:cubicBezTo>
                  <a:cubicBezTo>
                    <a:pt x="471" y="107"/>
                    <a:pt x="471" y="107"/>
                    <a:pt x="471" y="107"/>
                  </a:cubicBezTo>
                  <a:lnTo>
                    <a:pt x="477" y="107"/>
                  </a:lnTo>
                  <a:close/>
                  <a:moveTo>
                    <a:pt x="432" y="27"/>
                  </a:moveTo>
                  <a:cubicBezTo>
                    <a:pt x="433" y="27"/>
                    <a:pt x="433" y="28"/>
                    <a:pt x="434" y="28"/>
                  </a:cubicBezTo>
                  <a:cubicBezTo>
                    <a:pt x="434" y="28"/>
                    <a:pt x="434" y="27"/>
                    <a:pt x="434" y="27"/>
                  </a:cubicBezTo>
                  <a:cubicBezTo>
                    <a:pt x="434" y="27"/>
                    <a:pt x="434" y="28"/>
                    <a:pt x="434" y="28"/>
                  </a:cubicBezTo>
                  <a:cubicBezTo>
                    <a:pt x="434" y="28"/>
                    <a:pt x="433" y="27"/>
                    <a:pt x="432" y="27"/>
                  </a:cubicBezTo>
                  <a:cubicBezTo>
                    <a:pt x="431" y="27"/>
                    <a:pt x="431" y="27"/>
                    <a:pt x="430" y="28"/>
                  </a:cubicBezTo>
                  <a:cubicBezTo>
                    <a:pt x="431" y="29"/>
                    <a:pt x="431" y="29"/>
                    <a:pt x="431" y="29"/>
                  </a:cubicBezTo>
                  <a:cubicBezTo>
                    <a:pt x="429" y="29"/>
                    <a:pt x="429" y="29"/>
                    <a:pt x="429" y="29"/>
                  </a:cubicBezTo>
                  <a:cubicBezTo>
                    <a:pt x="429" y="27"/>
                    <a:pt x="431" y="27"/>
                    <a:pt x="432" y="27"/>
                  </a:cubicBezTo>
                  <a:close/>
                  <a:moveTo>
                    <a:pt x="424" y="26"/>
                  </a:moveTo>
                  <a:cubicBezTo>
                    <a:pt x="425" y="29"/>
                    <a:pt x="421" y="27"/>
                    <a:pt x="420" y="26"/>
                  </a:cubicBezTo>
                  <a:lnTo>
                    <a:pt x="424" y="26"/>
                  </a:lnTo>
                  <a:close/>
                  <a:moveTo>
                    <a:pt x="6" y="71"/>
                  </a:moveTo>
                  <a:cubicBezTo>
                    <a:pt x="8" y="71"/>
                    <a:pt x="8" y="71"/>
                    <a:pt x="8" y="71"/>
                  </a:cubicBezTo>
                  <a:cubicBezTo>
                    <a:pt x="8" y="71"/>
                    <a:pt x="6" y="73"/>
                    <a:pt x="6" y="71"/>
                  </a:cubicBezTo>
                  <a:close/>
                  <a:moveTo>
                    <a:pt x="384" y="108"/>
                  </a:moveTo>
                  <a:cubicBezTo>
                    <a:pt x="385" y="108"/>
                    <a:pt x="385" y="108"/>
                    <a:pt x="385" y="108"/>
                  </a:cubicBezTo>
                  <a:cubicBezTo>
                    <a:pt x="418" y="111"/>
                    <a:pt x="418" y="111"/>
                    <a:pt x="418" y="111"/>
                  </a:cubicBezTo>
                  <a:lnTo>
                    <a:pt x="384" y="108"/>
                  </a:lnTo>
                  <a:close/>
                  <a:moveTo>
                    <a:pt x="456" y="113"/>
                  </a:moveTo>
                  <a:cubicBezTo>
                    <a:pt x="456" y="112"/>
                    <a:pt x="457" y="112"/>
                    <a:pt x="458" y="112"/>
                  </a:cubicBezTo>
                  <a:cubicBezTo>
                    <a:pt x="458" y="113"/>
                    <a:pt x="457" y="113"/>
                    <a:pt x="456" y="113"/>
                  </a:cubicBezTo>
                  <a:cubicBezTo>
                    <a:pt x="456" y="113"/>
                    <a:pt x="455" y="113"/>
                    <a:pt x="455" y="113"/>
                  </a:cubicBezTo>
                  <a:cubicBezTo>
                    <a:pt x="455" y="113"/>
                    <a:pt x="456" y="113"/>
                    <a:pt x="456" y="113"/>
                  </a:cubicBezTo>
                  <a:close/>
                  <a:moveTo>
                    <a:pt x="426" y="108"/>
                  </a:moveTo>
                  <a:cubicBezTo>
                    <a:pt x="430" y="109"/>
                    <a:pt x="430" y="109"/>
                    <a:pt x="430" y="109"/>
                  </a:cubicBezTo>
                  <a:cubicBezTo>
                    <a:pt x="425" y="109"/>
                    <a:pt x="425" y="109"/>
                    <a:pt x="425" y="109"/>
                  </a:cubicBezTo>
                  <a:lnTo>
                    <a:pt x="42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64" name="Freeform 702">
              <a:extLst>
                <a:ext uri="{FF2B5EF4-FFF2-40B4-BE49-F238E27FC236}">
                  <a16:creationId xmlns:a16="http://schemas.microsoft.com/office/drawing/2014/main" id="{E9EABA19-9D90-4B8A-85B1-ED18A4156E05}"/>
                </a:ext>
              </a:extLst>
            </p:cNvPr>
            <p:cNvSpPr>
              <a:spLocks/>
            </p:cNvSpPr>
            <p:nvPr/>
          </p:nvSpPr>
          <p:spPr bwMode="auto">
            <a:xfrm>
              <a:off x="1479550" y="-2003425"/>
              <a:ext cx="71438" cy="6350"/>
            </a:xfrm>
            <a:custGeom>
              <a:avLst/>
              <a:gdLst>
                <a:gd name="T0" fmla="*/ 2 w 45"/>
                <a:gd name="T1" fmla="*/ 0 h 4"/>
                <a:gd name="T2" fmla="*/ 0 w 45"/>
                <a:gd name="T3" fmla="*/ 0 h 4"/>
                <a:gd name="T4" fmla="*/ 45 w 45"/>
                <a:gd name="T5" fmla="*/ 4 h 4"/>
                <a:gd name="T6" fmla="*/ 2 w 45"/>
                <a:gd name="T7" fmla="*/ 0 h 4"/>
              </a:gdLst>
              <a:ahLst/>
              <a:cxnLst>
                <a:cxn ang="0">
                  <a:pos x="T0" y="T1"/>
                </a:cxn>
                <a:cxn ang="0">
                  <a:pos x="T2" y="T3"/>
                </a:cxn>
                <a:cxn ang="0">
                  <a:pos x="T4" y="T5"/>
                </a:cxn>
                <a:cxn ang="0">
                  <a:pos x="T6" y="T7"/>
                </a:cxn>
              </a:cxnLst>
              <a:rect l="0" t="0" r="r" b="b"/>
              <a:pathLst>
                <a:path w="45" h="4">
                  <a:moveTo>
                    <a:pt x="2" y="0"/>
                  </a:moveTo>
                  <a:lnTo>
                    <a:pt x="0" y="0"/>
                  </a:lnTo>
                  <a:lnTo>
                    <a:pt x="45" y="4"/>
                  </a:ln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65" name="Freeform 703">
              <a:extLst>
                <a:ext uri="{FF2B5EF4-FFF2-40B4-BE49-F238E27FC236}">
                  <a16:creationId xmlns:a16="http://schemas.microsoft.com/office/drawing/2014/main" id="{76A7F4C4-A380-4800-865E-B8DD33E2C225}"/>
                </a:ext>
              </a:extLst>
            </p:cNvPr>
            <p:cNvSpPr>
              <a:spLocks/>
            </p:cNvSpPr>
            <p:nvPr/>
          </p:nvSpPr>
          <p:spPr bwMode="auto">
            <a:xfrm>
              <a:off x="150813" y="-2101850"/>
              <a:ext cx="22225" cy="4763"/>
            </a:xfrm>
            <a:custGeom>
              <a:avLst/>
              <a:gdLst>
                <a:gd name="T0" fmla="*/ 4 w 14"/>
                <a:gd name="T1" fmla="*/ 0 h 3"/>
                <a:gd name="T2" fmla="*/ 0 w 14"/>
                <a:gd name="T3" fmla="*/ 3 h 3"/>
                <a:gd name="T4" fmla="*/ 14 w 14"/>
                <a:gd name="T5" fmla="*/ 3 h 3"/>
                <a:gd name="T6" fmla="*/ 4 w 14"/>
                <a:gd name="T7" fmla="*/ 0 h 3"/>
              </a:gdLst>
              <a:ahLst/>
              <a:cxnLst>
                <a:cxn ang="0">
                  <a:pos x="T0" y="T1"/>
                </a:cxn>
                <a:cxn ang="0">
                  <a:pos x="T2" y="T3"/>
                </a:cxn>
                <a:cxn ang="0">
                  <a:pos x="T4" y="T5"/>
                </a:cxn>
                <a:cxn ang="0">
                  <a:pos x="T6" y="T7"/>
                </a:cxn>
              </a:cxnLst>
              <a:rect l="0" t="0" r="r" b="b"/>
              <a:pathLst>
                <a:path w="14" h="3">
                  <a:moveTo>
                    <a:pt x="4" y="0"/>
                  </a:moveTo>
                  <a:lnTo>
                    <a:pt x="0" y="3"/>
                  </a:lnTo>
                  <a:lnTo>
                    <a:pt x="14" y="3"/>
                  </a:ln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66" name="Freeform 704">
              <a:extLst>
                <a:ext uri="{FF2B5EF4-FFF2-40B4-BE49-F238E27FC236}">
                  <a16:creationId xmlns:a16="http://schemas.microsoft.com/office/drawing/2014/main" id="{07A3D58E-3228-4B86-977A-6A8F35DC28D3}"/>
                </a:ext>
              </a:extLst>
            </p:cNvPr>
            <p:cNvSpPr>
              <a:spLocks/>
            </p:cNvSpPr>
            <p:nvPr/>
          </p:nvSpPr>
          <p:spPr bwMode="auto">
            <a:xfrm>
              <a:off x="179388" y="-2105025"/>
              <a:ext cx="57150" cy="19050"/>
            </a:xfrm>
            <a:custGeom>
              <a:avLst/>
              <a:gdLst>
                <a:gd name="T0" fmla="*/ 15 w 15"/>
                <a:gd name="T1" fmla="*/ 5 h 5"/>
                <a:gd name="T2" fmla="*/ 9 w 15"/>
                <a:gd name="T3" fmla="*/ 4 h 5"/>
                <a:gd name="T4" fmla="*/ 0 w 15"/>
                <a:gd name="T5" fmla="*/ 3 h 5"/>
                <a:gd name="T6" fmla="*/ 15 w 15"/>
                <a:gd name="T7" fmla="*/ 5 h 5"/>
              </a:gdLst>
              <a:ahLst/>
              <a:cxnLst>
                <a:cxn ang="0">
                  <a:pos x="T0" y="T1"/>
                </a:cxn>
                <a:cxn ang="0">
                  <a:pos x="T2" y="T3"/>
                </a:cxn>
                <a:cxn ang="0">
                  <a:pos x="T4" y="T5"/>
                </a:cxn>
                <a:cxn ang="0">
                  <a:pos x="T6" y="T7"/>
                </a:cxn>
              </a:cxnLst>
              <a:rect l="0" t="0" r="r" b="b"/>
              <a:pathLst>
                <a:path w="15" h="5">
                  <a:moveTo>
                    <a:pt x="15" y="5"/>
                  </a:moveTo>
                  <a:cubicBezTo>
                    <a:pt x="9" y="4"/>
                    <a:pt x="9" y="4"/>
                    <a:pt x="9" y="4"/>
                  </a:cubicBezTo>
                  <a:cubicBezTo>
                    <a:pt x="6" y="3"/>
                    <a:pt x="1" y="0"/>
                    <a:pt x="0" y="3"/>
                  </a:cubicBezTo>
                  <a:cubicBezTo>
                    <a:pt x="5" y="3"/>
                    <a:pt x="10" y="5"/>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67" name="Freeform 705">
              <a:extLst>
                <a:ext uri="{FF2B5EF4-FFF2-40B4-BE49-F238E27FC236}">
                  <a16:creationId xmlns:a16="http://schemas.microsoft.com/office/drawing/2014/main" id="{281C82E6-1154-40A2-B00B-442AE7466C02}"/>
                </a:ext>
              </a:extLst>
            </p:cNvPr>
            <p:cNvSpPr>
              <a:spLocks/>
            </p:cNvSpPr>
            <p:nvPr/>
          </p:nvSpPr>
          <p:spPr bwMode="auto">
            <a:xfrm>
              <a:off x="247650" y="-2090738"/>
              <a:ext cx="19050" cy="0"/>
            </a:xfrm>
            <a:custGeom>
              <a:avLst/>
              <a:gdLst>
                <a:gd name="T0" fmla="*/ 5 w 12"/>
                <a:gd name="T1" fmla="*/ 0 w 12"/>
                <a:gd name="T2" fmla="*/ 12 w 12"/>
                <a:gd name="T3" fmla="*/ 5 w 12"/>
              </a:gdLst>
              <a:ahLst/>
              <a:cxnLst>
                <a:cxn ang="0">
                  <a:pos x="T0" y="0"/>
                </a:cxn>
                <a:cxn ang="0">
                  <a:pos x="T1" y="0"/>
                </a:cxn>
                <a:cxn ang="0">
                  <a:pos x="T2" y="0"/>
                </a:cxn>
                <a:cxn ang="0">
                  <a:pos x="T3" y="0"/>
                </a:cxn>
              </a:cxnLst>
              <a:rect l="0" t="0" r="r" b="b"/>
              <a:pathLst>
                <a:path w="12">
                  <a:moveTo>
                    <a:pt x="5" y="0"/>
                  </a:moveTo>
                  <a:lnTo>
                    <a:pt x="0" y="0"/>
                  </a:lnTo>
                  <a:lnTo>
                    <a:pt x="12"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68" name="Freeform 706">
              <a:extLst>
                <a:ext uri="{FF2B5EF4-FFF2-40B4-BE49-F238E27FC236}">
                  <a16:creationId xmlns:a16="http://schemas.microsoft.com/office/drawing/2014/main" id="{2FDAFE0A-75B0-4E9E-97FB-CF7B133A83A6}"/>
                </a:ext>
              </a:extLst>
            </p:cNvPr>
            <p:cNvSpPr>
              <a:spLocks/>
            </p:cNvSpPr>
            <p:nvPr/>
          </p:nvSpPr>
          <p:spPr bwMode="auto">
            <a:xfrm>
              <a:off x="138113" y="-2063750"/>
              <a:ext cx="15875" cy="3175"/>
            </a:xfrm>
            <a:custGeom>
              <a:avLst/>
              <a:gdLst>
                <a:gd name="T0" fmla="*/ 0 w 4"/>
                <a:gd name="T1" fmla="*/ 1 h 1"/>
                <a:gd name="T2" fmla="*/ 4 w 4"/>
                <a:gd name="T3" fmla="*/ 0 h 1"/>
                <a:gd name="T4" fmla="*/ 0 w 4"/>
                <a:gd name="T5" fmla="*/ 1 h 1"/>
              </a:gdLst>
              <a:ahLst/>
              <a:cxnLst>
                <a:cxn ang="0">
                  <a:pos x="T0" y="T1"/>
                </a:cxn>
                <a:cxn ang="0">
                  <a:pos x="T2" y="T3"/>
                </a:cxn>
                <a:cxn ang="0">
                  <a:pos x="T4" y="T5"/>
                </a:cxn>
              </a:cxnLst>
              <a:rect l="0" t="0" r="r" b="b"/>
              <a:pathLst>
                <a:path w="4" h="1">
                  <a:moveTo>
                    <a:pt x="0" y="1"/>
                  </a:moveTo>
                  <a:cubicBezTo>
                    <a:pt x="1" y="0"/>
                    <a:pt x="3" y="1"/>
                    <a:pt x="4" y="0"/>
                  </a:cubicBezTo>
                  <a:cubicBezTo>
                    <a:pt x="3" y="0"/>
                    <a:pt x="1"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69" name="Freeform 707">
              <a:extLst>
                <a:ext uri="{FF2B5EF4-FFF2-40B4-BE49-F238E27FC236}">
                  <a16:creationId xmlns:a16="http://schemas.microsoft.com/office/drawing/2014/main" id="{0A1C563A-70A9-4B65-8C34-7BC249D3ABED}"/>
                </a:ext>
              </a:extLst>
            </p:cNvPr>
            <p:cNvSpPr>
              <a:spLocks/>
            </p:cNvSpPr>
            <p:nvPr/>
          </p:nvSpPr>
          <p:spPr bwMode="auto">
            <a:xfrm>
              <a:off x="7938" y="-1951038"/>
              <a:ext cx="3175" cy="3175"/>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cubicBezTo>
                    <a:pt x="1" y="1"/>
                    <a:pt x="1" y="1"/>
                    <a:pt x="1" y="1"/>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0" name="Freeform 708">
              <a:extLst>
                <a:ext uri="{FF2B5EF4-FFF2-40B4-BE49-F238E27FC236}">
                  <a16:creationId xmlns:a16="http://schemas.microsoft.com/office/drawing/2014/main" id="{B7FC9BC5-FDE1-4AE9-B3BB-F4AA0D85D09B}"/>
                </a:ext>
              </a:extLst>
            </p:cNvPr>
            <p:cNvSpPr>
              <a:spLocks/>
            </p:cNvSpPr>
            <p:nvPr/>
          </p:nvSpPr>
          <p:spPr bwMode="auto">
            <a:xfrm>
              <a:off x="41275" y="-1890713"/>
              <a:ext cx="7938" cy="3175"/>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0"/>
                    <a:pt x="1" y="1"/>
                    <a:pt x="0" y="1"/>
                  </a:cubicBezTo>
                  <a:cubicBezTo>
                    <a:pt x="1"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1" name="Freeform 709">
              <a:extLst>
                <a:ext uri="{FF2B5EF4-FFF2-40B4-BE49-F238E27FC236}">
                  <a16:creationId xmlns:a16="http://schemas.microsoft.com/office/drawing/2014/main" id="{475B66B4-ADE6-470A-B013-2261172C792A}"/>
                </a:ext>
              </a:extLst>
            </p:cNvPr>
            <p:cNvSpPr>
              <a:spLocks/>
            </p:cNvSpPr>
            <p:nvPr/>
          </p:nvSpPr>
          <p:spPr bwMode="auto">
            <a:xfrm>
              <a:off x="1092200" y="-1628775"/>
              <a:ext cx="57150" cy="3175"/>
            </a:xfrm>
            <a:custGeom>
              <a:avLst/>
              <a:gdLst>
                <a:gd name="T0" fmla="*/ 0 w 36"/>
                <a:gd name="T1" fmla="*/ 0 h 2"/>
                <a:gd name="T2" fmla="*/ 36 w 36"/>
                <a:gd name="T3" fmla="*/ 2 h 2"/>
                <a:gd name="T4" fmla="*/ 14 w 36"/>
                <a:gd name="T5" fmla="*/ 0 h 2"/>
                <a:gd name="T6" fmla="*/ 0 w 36"/>
                <a:gd name="T7" fmla="*/ 0 h 2"/>
              </a:gdLst>
              <a:ahLst/>
              <a:cxnLst>
                <a:cxn ang="0">
                  <a:pos x="T0" y="T1"/>
                </a:cxn>
                <a:cxn ang="0">
                  <a:pos x="T2" y="T3"/>
                </a:cxn>
                <a:cxn ang="0">
                  <a:pos x="T4" y="T5"/>
                </a:cxn>
                <a:cxn ang="0">
                  <a:pos x="T6" y="T7"/>
                </a:cxn>
              </a:cxnLst>
              <a:rect l="0" t="0" r="r" b="b"/>
              <a:pathLst>
                <a:path w="36" h="2">
                  <a:moveTo>
                    <a:pt x="0" y="0"/>
                  </a:moveTo>
                  <a:lnTo>
                    <a:pt x="36" y="2"/>
                  </a:lnTo>
                  <a:lnTo>
                    <a:pt x="14"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2" name="Freeform 710">
              <a:extLst>
                <a:ext uri="{FF2B5EF4-FFF2-40B4-BE49-F238E27FC236}">
                  <a16:creationId xmlns:a16="http://schemas.microsoft.com/office/drawing/2014/main" id="{46DD8A3E-104F-4F27-A74F-9EC3CAF1B72A}"/>
                </a:ext>
              </a:extLst>
            </p:cNvPr>
            <p:cNvSpPr>
              <a:spLocks/>
            </p:cNvSpPr>
            <p:nvPr/>
          </p:nvSpPr>
          <p:spPr bwMode="auto">
            <a:xfrm>
              <a:off x="1201738" y="-1620838"/>
              <a:ext cx="19050" cy="3175"/>
            </a:xfrm>
            <a:custGeom>
              <a:avLst/>
              <a:gdLst>
                <a:gd name="T0" fmla="*/ 0 w 5"/>
                <a:gd name="T1" fmla="*/ 0 h 1"/>
                <a:gd name="T2" fmla="*/ 5 w 5"/>
                <a:gd name="T3" fmla="*/ 1 h 1"/>
                <a:gd name="T4" fmla="*/ 0 w 5"/>
                <a:gd name="T5" fmla="*/ 0 h 1"/>
              </a:gdLst>
              <a:ahLst/>
              <a:cxnLst>
                <a:cxn ang="0">
                  <a:pos x="T0" y="T1"/>
                </a:cxn>
                <a:cxn ang="0">
                  <a:pos x="T2" y="T3"/>
                </a:cxn>
                <a:cxn ang="0">
                  <a:pos x="T4" y="T5"/>
                </a:cxn>
              </a:cxnLst>
              <a:rect l="0" t="0" r="r" b="b"/>
              <a:pathLst>
                <a:path w="5" h="1">
                  <a:moveTo>
                    <a:pt x="0" y="0"/>
                  </a:moveTo>
                  <a:cubicBezTo>
                    <a:pt x="5" y="1"/>
                    <a:pt x="5" y="1"/>
                    <a:pt x="5" y="1"/>
                  </a:cubicBezTo>
                  <a:cubicBezTo>
                    <a:pt x="4"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3" name="Freeform 711">
              <a:extLst>
                <a:ext uri="{FF2B5EF4-FFF2-40B4-BE49-F238E27FC236}">
                  <a16:creationId xmlns:a16="http://schemas.microsoft.com/office/drawing/2014/main" id="{5820D5C6-42A2-4CD5-8243-7A787BC9BA25}"/>
                </a:ext>
              </a:extLst>
            </p:cNvPr>
            <p:cNvSpPr>
              <a:spLocks/>
            </p:cNvSpPr>
            <p:nvPr/>
          </p:nvSpPr>
          <p:spPr bwMode="auto">
            <a:xfrm>
              <a:off x="957263" y="-1636713"/>
              <a:ext cx="123825" cy="7938"/>
            </a:xfrm>
            <a:custGeom>
              <a:avLst/>
              <a:gdLst>
                <a:gd name="T0" fmla="*/ 0 w 33"/>
                <a:gd name="T1" fmla="*/ 0 h 2"/>
                <a:gd name="T2" fmla="*/ 33 w 33"/>
                <a:gd name="T3" fmla="*/ 2 h 2"/>
                <a:gd name="T4" fmla="*/ 0 w 33"/>
                <a:gd name="T5" fmla="*/ 0 h 2"/>
              </a:gdLst>
              <a:ahLst/>
              <a:cxnLst>
                <a:cxn ang="0">
                  <a:pos x="T0" y="T1"/>
                </a:cxn>
                <a:cxn ang="0">
                  <a:pos x="T2" y="T3"/>
                </a:cxn>
                <a:cxn ang="0">
                  <a:pos x="T4" y="T5"/>
                </a:cxn>
              </a:cxnLst>
              <a:rect l="0" t="0" r="r" b="b"/>
              <a:pathLst>
                <a:path w="33" h="2">
                  <a:moveTo>
                    <a:pt x="0" y="0"/>
                  </a:moveTo>
                  <a:cubicBezTo>
                    <a:pt x="11" y="2"/>
                    <a:pt x="22" y="1"/>
                    <a:pt x="33" y="2"/>
                  </a:cubicBezTo>
                  <a:cubicBezTo>
                    <a:pt x="23" y="0"/>
                    <a:pt x="1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4" name="Freeform 712">
              <a:extLst>
                <a:ext uri="{FF2B5EF4-FFF2-40B4-BE49-F238E27FC236}">
                  <a16:creationId xmlns:a16="http://schemas.microsoft.com/office/drawing/2014/main" id="{433E3A1D-185B-40B1-8EAE-D9E0F64B0116}"/>
                </a:ext>
              </a:extLst>
            </p:cNvPr>
            <p:cNvSpPr>
              <a:spLocks/>
            </p:cNvSpPr>
            <p:nvPr/>
          </p:nvSpPr>
          <p:spPr bwMode="auto">
            <a:xfrm>
              <a:off x="682625" y="-1651000"/>
              <a:ext cx="241300" cy="14288"/>
            </a:xfrm>
            <a:custGeom>
              <a:avLst/>
              <a:gdLst>
                <a:gd name="T0" fmla="*/ 63 w 64"/>
                <a:gd name="T1" fmla="*/ 4 h 4"/>
                <a:gd name="T2" fmla="*/ 64 w 64"/>
                <a:gd name="T3" fmla="*/ 3 h 4"/>
                <a:gd name="T4" fmla="*/ 3 w 64"/>
                <a:gd name="T5" fmla="*/ 0 h 4"/>
                <a:gd name="T6" fmla="*/ 0 w 64"/>
                <a:gd name="T7" fmla="*/ 2 h 4"/>
                <a:gd name="T8" fmla="*/ 63 w 64"/>
                <a:gd name="T9" fmla="*/ 4 h 4"/>
              </a:gdLst>
              <a:ahLst/>
              <a:cxnLst>
                <a:cxn ang="0">
                  <a:pos x="T0" y="T1"/>
                </a:cxn>
                <a:cxn ang="0">
                  <a:pos x="T2" y="T3"/>
                </a:cxn>
                <a:cxn ang="0">
                  <a:pos x="T4" y="T5"/>
                </a:cxn>
                <a:cxn ang="0">
                  <a:pos x="T6" y="T7"/>
                </a:cxn>
                <a:cxn ang="0">
                  <a:pos x="T8" y="T9"/>
                </a:cxn>
              </a:cxnLst>
              <a:rect l="0" t="0" r="r" b="b"/>
              <a:pathLst>
                <a:path w="64" h="4">
                  <a:moveTo>
                    <a:pt x="63" y="4"/>
                  </a:moveTo>
                  <a:cubicBezTo>
                    <a:pt x="64" y="3"/>
                    <a:pt x="64" y="3"/>
                    <a:pt x="64" y="3"/>
                  </a:cubicBezTo>
                  <a:cubicBezTo>
                    <a:pt x="45" y="3"/>
                    <a:pt x="22" y="1"/>
                    <a:pt x="3" y="0"/>
                  </a:cubicBezTo>
                  <a:cubicBezTo>
                    <a:pt x="0" y="2"/>
                    <a:pt x="0" y="2"/>
                    <a:pt x="0" y="2"/>
                  </a:cubicBezTo>
                  <a:cubicBezTo>
                    <a:pt x="21" y="2"/>
                    <a:pt x="42" y="3"/>
                    <a:pt x="6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5" name="Freeform 713">
              <a:extLst>
                <a:ext uri="{FF2B5EF4-FFF2-40B4-BE49-F238E27FC236}">
                  <a16:creationId xmlns:a16="http://schemas.microsoft.com/office/drawing/2014/main" id="{03988457-3512-401C-A88E-70C507097CC6}"/>
                </a:ext>
              </a:extLst>
            </p:cNvPr>
            <p:cNvSpPr>
              <a:spLocks/>
            </p:cNvSpPr>
            <p:nvPr/>
          </p:nvSpPr>
          <p:spPr bwMode="auto">
            <a:xfrm>
              <a:off x="931863" y="-1639888"/>
              <a:ext cx="17463" cy="3175"/>
            </a:xfrm>
            <a:custGeom>
              <a:avLst/>
              <a:gdLst>
                <a:gd name="T0" fmla="*/ 5 w 5"/>
                <a:gd name="T1" fmla="*/ 1 h 1"/>
                <a:gd name="T2" fmla="*/ 0 w 5"/>
                <a:gd name="T3" fmla="*/ 1 h 1"/>
                <a:gd name="T4" fmla="*/ 5 w 5"/>
                <a:gd name="T5" fmla="*/ 1 h 1"/>
              </a:gdLst>
              <a:ahLst/>
              <a:cxnLst>
                <a:cxn ang="0">
                  <a:pos x="T0" y="T1"/>
                </a:cxn>
                <a:cxn ang="0">
                  <a:pos x="T2" y="T3"/>
                </a:cxn>
                <a:cxn ang="0">
                  <a:pos x="T4" y="T5"/>
                </a:cxn>
              </a:cxnLst>
              <a:rect l="0" t="0" r="r" b="b"/>
              <a:pathLst>
                <a:path w="5" h="1">
                  <a:moveTo>
                    <a:pt x="5" y="1"/>
                  </a:moveTo>
                  <a:cubicBezTo>
                    <a:pt x="4" y="0"/>
                    <a:pt x="1" y="0"/>
                    <a:pt x="0" y="1"/>
                  </a:cubicBezTo>
                  <a:lnTo>
                    <a:pt x="5"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6" name="Freeform 714">
              <a:extLst>
                <a:ext uri="{FF2B5EF4-FFF2-40B4-BE49-F238E27FC236}">
                  <a16:creationId xmlns:a16="http://schemas.microsoft.com/office/drawing/2014/main" id="{E9F363FC-D71D-42B4-8044-AB977D65B163}"/>
                </a:ext>
              </a:extLst>
            </p:cNvPr>
            <p:cNvSpPr>
              <a:spLocks/>
            </p:cNvSpPr>
            <p:nvPr/>
          </p:nvSpPr>
          <p:spPr bwMode="auto">
            <a:xfrm>
              <a:off x="1227138" y="-1606550"/>
              <a:ext cx="38100" cy="4763"/>
            </a:xfrm>
            <a:custGeom>
              <a:avLst/>
              <a:gdLst>
                <a:gd name="T0" fmla="*/ 0 w 10"/>
                <a:gd name="T1" fmla="*/ 0 h 1"/>
                <a:gd name="T2" fmla="*/ 10 w 10"/>
                <a:gd name="T3" fmla="*/ 1 h 1"/>
                <a:gd name="T4" fmla="*/ 0 w 10"/>
                <a:gd name="T5" fmla="*/ 0 h 1"/>
              </a:gdLst>
              <a:ahLst/>
              <a:cxnLst>
                <a:cxn ang="0">
                  <a:pos x="T0" y="T1"/>
                </a:cxn>
                <a:cxn ang="0">
                  <a:pos x="T2" y="T3"/>
                </a:cxn>
                <a:cxn ang="0">
                  <a:pos x="T4" y="T5"/>
                </a:cxn>
              </a:cxnLst>
              <a:rect l="0" t="0" r="r" b="b"/>
              <a:pathLst>
                <a:path w="10" h="1">
                  <a:moveTo>
                    <a:pt x="0" y="0"/>
                  </a:moveTo>
                  <a:cubicBezTo>
                    <a:pt x="10" y="1"/>
                    <a:pt x="10" y="1"/>
                    <a:pt x="10" y="1"/>
                  </a:cubicBezTo>
                  <a:cubicBezTo>
                    <a:pt x="6" y="0"/>
                    <a:pt x="3"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77" name="Freeform 715">
              <a:extLst>
                <a:ext uri="{FF2B5EF4-FFF2-40B4-BE49-F238E27FC236}">
                  <a16:creationId xmlns:a16="http://schemas.microsoft.com/office/drawing/2014/main" id="{3A2DFCAF-981A-402D-8260-508C41C9C0D0}"/>
                </a:ext>
              </a:extLst>
            </p:cNvPr>
            <p:cNvSpPr>
              <a:spLocks/>
            </p:cNvSpPr>
            <p:nvPr/>
          </p:nvSpPr>
          <p:spPr bwMode="auto">
            <a:xfrm>
              <a:off x="1209675" y="-1606550"/>
              <a:ext cx="17463" cy="0"/>
            </a:xfrm>
            <a:custGeom>
              <a:avLst/>
              <a:gdLst>
                <a:gd name="T0" fmla="*/ 5 w 5"/>
                <a:gd name="T1" fmla="*/ 0 w 5"/>
                <a:gd name="T2" fmla="*/ 5 w 5"/>
              </a:gdLst>
              <a:ahLst/>
              <a:cxnLst>
                <a:cxn ang="0">
                  <a:pos x="T0" y="0"/>
                </a:cxn>
                <a:cxn ang="0">
                  <a:pos x="T1" y="0"/>
                </a:cxn>
                <a:cxn ang="0">
                  <a:pos x="T2" y="0"/>
                </a:cxn>
              </a:cxnLst>
              <a:rect l="0" t="0" r="r" b="b"/>
              <a:pathLst>
                <a:path w="5">
                  <a:moveTo>
                    <a:pt x="5" y="0"/>
                  </a:moveTo>
                  <a:cubicBezTo>
                    <a:pt x="0" y="0"/>
                    <a:pt x="0" y="0"/>
                    <a:pt x="0" y="0"/>
                  </a:cubicBezTo>
                  <a:cubicBezTo>
                    <a:pt x="2" y="0"/>
                    <a:pt x="3"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sp>
        <p:nvSpPr>
          <p:cNvPr id="78" name="矩形 77">
            <a:extLst>
              <a:ext uri="{FF2B5EF4-FFF2-40B4-BE49-F238E27FC236}">
                <a16:creationId xmlns:a16="http://schemas.microsoft.com/office/drawing/2014/main" id="{833ACF3E-93E0-4BF3-A8DB-F4C8C72932EA}"/>
              </a:ext>
            </a:extLst>
          </p:cNvPr>
          <p:cNvSpPr/>
          <p:nvPr/>
        </p:nvSpPr>
        <p:spPr>
          <a:xfrm>
            <a:off x="6066260" y="1772973"/>
            <a:ext cx="1708095" cy="1230786"/>
          </a:xfrm>
          <a:prstGeom prst="rect">
            <a:avLst/>
          </a:prstGeom>
        </p:spPr>
        <p:txBody>
          <a:bodyPr wrap="square">
            <a:spAutoFit/>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lang="zh-CN" altLang="en-US" sz="2000" spc="300" dirty="0">
                <a:solidFill>
                  <a:prstClr val="white"/>
                </a:solidFill>
                <a:latin typeface="+mj-ea"/>
                <a:ea typeface="+mj-ea"/>
                <a:cs typeface="+mn-ea"/>
                <a:sym typeface="+mn-lt"/>
              </a:rPr>
              <a:t>姓名</a:t>
            </a:r>
            <a:endParaRPr lang="en-US" altLang="zh-CN" sz="2000" spc="300" dirty="0">
              <a:solidFill>
                <a:prstClr val="white"/>
              </a:solidFill>
              <a:latin typeface="+mj-ea"/>
              <a:ea typeface="+mj-ea"/>
              <a:cs typeface="+mn-ea"/>
              <a:sym typeface="+mn-lt"/>
            </a:endParaRPr>
          </a:p>
          <a:p>
            <a:pPr marL="0" marR="0" lvl="0" indent="0" algn="ctr" defTabSz="914400" rtl="0" eaLnBrk="1" fontAlgn="auto" latinLnBrk="0" hangingPunct="1">
              <a:lnSpc>
                <a:spcPct val="2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E333E"/>
                </a:solidFill>
                <a:effectLst/>
                <a:uLnTx/>
                <a:uFillTx/>
                <a:cs typeface="+mn-ea"/>
                <a:sym typeface="+mn-lt"/>
              </a:rPr>
              <a:t>团队主持人</a:t>
            </a:r>
            <a:endParaRPr kumimoji="0" lang="en-US" altLang="zh-CN" sz="2000" b="0" i="0" u="none" strike="noStrike" kern="1200" cap="none" spc="0" normalizeH="0" baseline="0" noProof="0" dirty="0">
              <a:ln>
                <a:noFill/>
              </a:ln>
              <a:solidFill>
                <a:srgbClr val="2E333E"/>
              </a:solidFill>
              <a:effectLst/>
              <a:uLnTx/>
              <a:uFillTx/>
              <a:cs typeface="+mn-ea"/>
              <a:sym typeface="+mn-lt"/>
            </a:endParaRPr>
          </a:p>
        </p:txBody>
      </p:sp>
      <p:sp>
        <p:nvSpPr>
          <p:cNvPr id="79" name="椭圆 78">
            <a:extLst>
              <a:ext uri="{FF2B5EF4-FFF2-40B4-BE49-F238E27FC236}">
                <a16:creationId xmlns:a16="http://schemas.microsoft.com/office/drawing/2014/main" id="{54B51352-7A28-4E86-B4C4-4D306B69408E}"/>
              </a:ext>
            </a:extLst>
          </p:cNvPr>
          <p:cNvSpPr/>
          <p:nvPr/>
        </p:nvSpPr>
        <p:spPr>
          <a:xfrm>
            <a:off x="4545817" y="1619028"/>
            <a:ext cx="1507227" cy="1507227"/>
          </a:xfrm>
          <a:prstGeom prst="ellipse">
            <a:avLst/>
          </a:prstGeom>
          <a:blipFill dpi="0" rotWithShape="1">
            <a:blip r:embed="rId3"/>
            <a:srcRect/>
            <a:tile tx="-1447800" ty="0" sx="20000" sy="20000" flip="none" algn="tl"/>
          </a:blipFill>
          <a:ln w="76200">
            <a:solidFill>
              <a:schemeClr val="bg1">
                <a:lumMod val="95000"/>
              </a:schemeClr>
            </a:solidFill>
          </a:ln>
          <a:effectLst>
            <a:outerShdw blurRad="1651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80" name="文本框 79">
            <a:extLst>
              <a:ext uri="{FF2B5EF4-FFF2-40B4-BE49-F238E27FC236}">
                <a16:creationId xmlns:a16="http://schemas.microsoft.com/office/drawing/2014/main" id="{54E230B6-711A-4AC3-8DE6-1640C017A7C5}"/>
              </a:ext>
            </a:extLst>
          </p:cNvPr>
          <p:cNvSpPr txBox="1"/>
          <p:nvPr/>
        </p:nvSpPr>
        <p:spPr>
          <a:xfrm>
            <a:off x="4672582" y="3424447"/>
            <a:ext cx="2878339" cy="2266454"/>
          </a:xfrm>
          <a:prstGeom prst="rect">
            <a:avLst/>
          </a:prstGeom>
          <a:noFill/>
        </p:spPr>
        <p:txBody>
          <a:bodyPr wrap="square" rtlCol="0">
            <a:spAutoFit/>
          </a:bodyPr>
          <a:lstStyle/>
          <a:p>
            <a:pPr algn="just">
              <a:lnSpc>
                <a:spcPct val="15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a:t>
            </a:r>
          </a:p>
        </p:txBody>
      </p:sp>
      <p:sp>
        <p:nvSpPr>
          <p:cNvPr id="4" name="文本框 3">
            <a:extLst>
              <a:ext uri="{FF2B5EF4-FFF2-40B4-BE49-F238E27FC236}">
                <a16:creationId xmlns:a16="http://schemas.microsoft.com/office/drawing/2014/main" id="{7BAAB3BE-F43B-4356-8C7C-F9416D759367}"/>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人物介绍页</a:t>
            </a:r>
          </a:p>
        </p:txBody>
      </p:sp>
    </p:spTree>
    <p:extLst>
      <p:ext uri="{BB962C8B-B14F-4D97-AF65-F5344CB8AC3E}">
        <p14:creationId xmlns:p14="http://schemas.microsoft.com/office/powerpoint/2010/main" val="19232788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a:extLst>
              <a:ext uri="{FF2B5EF4-FFF2-40B4-BE49-F238E27FC236}">
                <a16:creationId xmlns:a16="http://schemas.microsoft.com/office/drawing/2014/main" id="{D2662B32-01A3-4217-AC93-2194E5FB65C9}"/>
              </a:ext>
            </a:extLst>
          </p:cNvPr>
          <p:cNvSpPr/>
          <p:nvPr/>
        </p:nvSpPr>
        <p:spPr>
          <a:xfrm>
            <a:off x="820106" y="1422772"/>
            <a:ext cx="2811550" cy="402185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 name="矩形 1">
            <a:extLst>
              <a:ext uri="{FF2B5EF4-FFF2-40B4-BE49-F238E27FC236}">
                <a16:creationId xmlns:a16="http://schemas.microsoft.com/office/drawing/2014/main" id="{E3566727-2895-43D5-AA39-569E9886A444}"/>
              </a:ext>
            </a:extLst>
          </p:cNvPr>
          <p:cNvSpPr/>
          <p:nvPr/>
        </p:nvSpPr>
        <p:spPr>
          <a:xfrm>
            <a:off x="695325" y="1522249"/>
            <a:ext cx="2811550" cy="4021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3" name="文本框 2">
            <a:extLst>
              <a:ext uri="{FF2B5EF4-FFF2-40B4-BE49-F238E27FC236}">
                <a16:creationId xmlns:a16="http://schemas.microsoft.com/office/drawing/2014/main" id="{6EF717E8-DF63-4023-91BD-5A16F31DF70B}"/>
              </a:ext>
            </a:extLst>
          </p:cNvPr>
          <p:cNvSpPr txBox="1"/>
          <p:nvPr/>
        </p:nvSpPr>
        <p:spPr>
          <a:xfrm>
            <a:off x="1028456" y="1866510"/>
            <a:ext cx="2341266" cy="497957"/>
          </a:xfrm>
          <a:prstGeom prst="rect">
            <a:avLst/>
          </a:prstGeom>
          <a:noFill/>
        </p:spPr>
        <p:txBody>
          <a:bodyPr wrap="square" rtlCol="0">
            <a:spAutoFit/>
          </a:bodyPr>
          <a:lstStyle/>
          <a:p>
            <a:pPr>
              <a:lnSpc>
                <a:spcPct val="120000"/>
              </a:lnSpc>
            </a:pPr>
            <a:r>
              <a:rPr lang="zh-CN" altLang="en-US" sz="2400" b="1" spc="100" dirty="0">
                <a:solidFill>
                  <a:schemeClr val="bg1"/>
                </a:solidFill>
                <a:latin typeface="+mj-ea"/>
                <a:ea typeface="+mj-ea"/>
                <a:cs typeface="+mn-ea"/>
                <a:sym typeface="+mn-lt"/>
              </a:rPr>
              <a:t>多项数据说明</a:t>
            </a:r>
          </a:p>
        </p:txBody>
      </p:sp>
      <p:cxnSp>
        <p:nvCxnSpPr>
          <p:cNvPr id="5" name="直接连接符 4">
            <a:extLst>
              <a:ext uri="{FF2B5EF4-FFF2-40B4-BE49-F238E27FC236}">
                <a16:creationId xmlns:a16="http://schemas.microsoft.com/office/drawing/2014/main" id="{1F7A7BAD-164A-4E7F-9C91-495FF51422FC}"/>
              </a:ext>
            </a:extLst>
          </p:cNvPr>
          <p:cNvCxnSpPr/>
          <p:nvPr/>
        </p:nvCxnSpPr>
        <p:spPr>
          <a:xfrm>
            <a:off x="1145512" y="2560608"/>
            <a:ext cx="71343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F7C8655F-A81F-426B-BAF5-2AC480F7D881}"/>
              </a:ext>
            </a:extLst>
          </p:cNvPr>
          <p:cNvSpPr txBox="1"/>
          <p:nvPr/>
        </p:nvSpPr>
        <p:spPr>
          <a:xfrm>
            <a:off x="1028456" y="2779833"/>
            <a:ext cx="2190541" cy="2431050"/>
          </a:xfrm>
          <a:prstGeom prst="rect">
            <a:avLst/>
          </a:prstGeom>
          <a:noFill/>
        </p:spPr>
        <p:txBody>
          <a:bodyPr wrap="square" rtlCol="0">
            <a:spAutoFit/>
          </a:bodyPr>
          <a:lstStyle/>
          <a:p>
            <a:pPr algn="just">
              <a:lnSpc>
                <a:spcPct val="120000"/>
              </a:lnSpc>
            </a:pPr>
            <a:r>
              <a:rPr lang="zh-CN" altLang="en-US" sz="1600" spc="100" dirty="0">
                <a:solidFill>
                  <a:schemeClr val="bg1"/>
                </a:solidFill>
                <a:cs typeface="+mn-ea"/>
                <a:sym typeface="+mn-lt"/>
              </a:rPr>
              <a:t>南京理工大学，位于江苏省南京市，北依紫金山，西临明城墙，是隶属于工业和信息化部，由工信部、教育部与江苏省人民政府共建的全国重点大学</a:t>
            </a:r>
          </a:p>
        </p:txBody>
      </p:sp>
      <p:cxnSp>
        <p:nvCxnSpPr>
          <p:cNvPr id="9" name="直接连接符 8">
            <a:extLst>
              <a:ext uri="{FF2B5EF4-FFF2-40B4-BE49-F238E27FC236}">
                <a16:creationId xmlns:a16="http://schemas.microsoft.com/office/drawing/2014/main" id="{BAE0F598-FBFB-45F0-870D-5B2F8C971E1F}"/>
              </a:ext>
            </a:extLst>
          </p:cNvPr>
          <p:cNvCxnSpPr>
            <a:cxnSpLocks/>
          </p:cNvCxnSpPr>
          <p:nvPr/>
        </p:nvCxnSpPr>
        <p:spPr>
          <a:xfrm>
            <a:off x="4603506" y="3429000"/>
            <a:ext cx="7588494" cy="0"/>
          </a:xfrm>
          <a:prstGeom prst="line">
            <a:avLst/>
          </a:prstGeom>
          <a:ln>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ED462D7B-B323-4BF2-BA13-03468CD691FC}"/>
              </a:ext>
            </a:extLst>
          </p:cNvPr>
          <p:cNvSpPr txBox="1"/>
          <p:nvPr/>
        </p:nvSpPr>
        <p:spPr>
          <a:xfrm>
            <a:off x="4717483" y="3465813"/>
            <a:ext cx="1072895" cy="362792"/>
          </a:xfrm>
          <a:prstGeom prst="rect">
            <a:avLst/>
          </a:prstGeom>
          <a:noFill/>
        </p:spPr>
        <p:txBody>
          <a:bodyPr wrap="square" rtlCol="0">
            <a:spAutoFit/>
          </a:bodyPr>
          <a:lstStyle/>
          <a:p>
            <a:pPr algn="ctr">
              <a:lnSpc>
                <a:spcPct val="120000"/>
              </a:lnSpc>
            </a:pPr>
            <a:r>
              <a:rPr lang="zh-CN" altLang="en-US" sz="1600" spc="100" dirty="0">
                <a:solidFill>
                  <a:schemeClr val="tx1">
                    <a:lumMod val="65000"/>
                    <a:lumOff val="35000"/>
                  </a:schemeClr>
                </a:solidFill>
                <a:cs typeface="+mn-ea"/>
                <a:sym typeface="+mn-lt"/>
              </a:rPr>
              <a:t>关键词</a:t>
            </a:r>
            <a:r>
              <a:rPr lang="en-US" altLang="zh-CN" sz="1600" spc="100" dirty="0">
                <a:solidFill>
                  <a:schemeClr val="tx1">
                    <a:lumMod val="65000"/>
                    <a:lumOff val="35000"/>
                  </a:schemeClr>
                </a:solidFill>
                <a:cs typeface="+mn-ea"/>
                <a:sym typeface="+mn-lt"/>
              </a:rPr>
              <a:t>1</a:t>
            </a:r>
            <a:endParaRPr lang="zh-CN" altLang="en-US" sz="1600" spc="100" dirty="0">
              <a:solidFill>
                <a:schemeClr val="tx1">
                  <a:lumMod val="65000"/>
                  <a:lumOff val="35000"/>
                </a:schemeClr>
              </a:solidFill>
              <a:cs typeface="+mn-ea"/>
              <a:sym typeface="+mn-lt"/>
            </a:endParaRPr>
          </a:p>
        </p:txBody>
      </p:sp>
      <p:cxnSp>
        <p:nvCxnSpPr>
          <p:cNvPr id="33" name="直接箭头连接符 32">
            <a:extLst>
              <a:ext uri="{FF2B5EF4-FFF2-40B4-BE49-F238E27FC236}">
                <a16:creationId xmlns:a16="http://schemas.microsoft.com/office/drawing/2014/main" id="{F5CBE6B3-5F7E-4876-85AD-CE2A5F9971F1}"/>
              </a:ext>
            </a:extLst>
          </p:cNvPr>
          <p:cNvCxnSpPr>
            <a:cxnSpLocks/>
          </p:cNvCxnSpPr>
          <p:nvPr/>
        </p:nvCxnSpPr>
        <p:spPr>
          <a:xfrm flipV="1">
            <a:off x="5255288" y="2954215"/>
            <a:ext cx="0" cy="47478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EA7F6B93-20EF-4300-A187-63DE549D713D}"/>
              </a:ext>
            </a:extLst>
          </p:cNvPr>
          <p:cNvCxnSpPr>
            <a:cxnSpLocks/>
          </p:cNvCxnSpPr>
          <p:nvPr/>
        </p:nvCxnSpPr>
        <p:spPr>
          <a:xfrm flipV="1">
            <a:off x="8982715" y="2954215"/>
            <a:ext cx="0" cy="47478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FC889D56-C827-42B0-8DAD-4C12EFBCB588}"/>
              </a:ext>
            </a:extLst>
          </p:cNvPr>
          <p:cNvCxnSpPr>
            <a:cxnSpLocks/>
          </p:cNvCxnSpPr>
          <p:nvPr/>
        </p:nvCxnSpPr>
        <p:spPr>
          <a:xfrm>
            <a:off x="7117466" y="3429000"/>
            <a:ext cx="0" cy="47478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49865E92-7288-4ABA-A465-3B11C597E24F}"/>
              </a:ext>
            </a:extLst>
          </p:cNvPr>
          <p:cNvCxnSpPr>
            <a:cxnSpLocks/>
          </p:cNvCxnSpPr>
          <p:nvPr/>
        </p:nvCxnSpPr>
        <p:spPr>
          <a:xfrm>
            <a:off x="10847964" y="3429000"/>
            <a:ext cx="0" cy="47478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4EBEF027-937A-4BC4-80D1-2E43816584BF}"/>
              </a:ext>
            </a:extLst>
          </p:cNvPr>
          <p:cNvSpPr txBox="1"/>
          <p:nvPr/>
        </p:nvSpPr>
        <p:spPr>
          <a:xfrm>
            <a:off x="8444555" y="3465813"/>
            <a:ext cx="1072895" cy="362792"/>
          </a:xfrm>
          <a:prstGeom prst="rect">
            <a:avLst/>
          </a:prstGeom>
          <a:noFill/>
        </p:spPr>
        <p:txBody>
          <a:bodyPr wrap="square" rtlCol="0">
            <a:spAutoFit/>
          </a:bodyPr>
          <a:lstStyle/>
          <a:p>
            <a:pPr algn="ctr">
              <a:lnSpc>
                <a:spcPct val="120000"/>
              </a:lnSpc>
            </a:pPr>
            <a:r>
              <a:rPr lang="zh-CN" altLang="en-US" sz="1600" spc="100" dirty="0">
                <a:solidFill>
                  <a:schemeClr val="tx1">
                    <a:lumMod val="65000"/>
                    <a:lumOff val="35000"/>
                  </a:schemeClr>
                </a:solidFill>
                <a:cs typeface="+mn-ea"/>
                <a:sym typeface="+mn-lt"/>
              </a:rPr>
              <a:t>关键词</a:t>
            </a:r>
            <a:r>
              <a:rPr lang="en-US" altLang="zh-CN" sz="1600" spc="100" dirty="0">
                <a:solidFill>
                  <a:schemeClr val="tx1">
                    <a:lumMod val="65000"/>
                    <a:lumOff val="35000"/>
                  </a:schemeClr>
                </a:solidFill>
                <a:cs typeface="+mn-ea"/>
                <a:sym typeface="+mn-lt"/>
              </a:rPr>
              <a:t>1</a:t>
            </a:r>
            <a:endParaRPr lang="zh-CN" altLang="en-US" sz="1600" spc="100" dirty="0">
              <a:solidFill>
                <a:schemeClr val="tx1">
                  <a:lumMod val="65000"/>
                  <a:lumOff val="35000"/>
                </a:schemeClr>
              </a:solidFill>
              <a:cs typeface="+mn-ea"/>
              <a:sym typeface="+mn-lt"/>
            </a:endParaRPr>
          </a:p>
        </p:txBody>
      </p:sp>
      <p:sp>
        <p:nvSpPr>
          <p:cNvPr id="34" name="文本框 33">
            <a:extLst>
              <a:ext uri="{FF2B5EF4-FFF2-40B4-BE49-F238E27FC236}">
                <a16:creationId xmlns:a16="http://schemas.microsoft.com/office/drawing/2014/main" id="{06071635-3D99-415A-AE9F-324886CA8323}"/>
              </a:ext>
            </a:extLst>
          </p:cNvPr>
          <p:cNvSpPr txBox="1"/>
          <p:nvPr/>
        </p:nvSpPr>
        <p:spPr>
          <a:xfrm>
            <a:off x="6584863" y="3037273"/>
            <a:ext cx="1072895" cy="362792"/>
          </a:xfrm>
          <a:prstGeom prst="rect">
            <a:avLst/>
          </a:prstGeom>
          <a:noFill/>
        </p:spPr>
        <p:txBody>
          <a:bodyPr wrap="square" rtlCol="0">
            <a:spAutoFit/>
          </a:bodyPr>
          <a:lstStyle/>
          <a:p>
            <a:pPr algn="ctr">
              <a:lnSpc>
                <a:spcPct val="120000"/>
              </a:lnSpc>
            </a:pPr>
            <a:r>
              <a:rPr lang="zh-CN" altLang="en-US" sz="1600" spc="100" dirty="0">
                <a:solidFill>
                  <a:schemeClr val="tx1">
                    <a:lumMod val="65000"/>
                    <a:lumOff val="35000"/>
                  </a:schemeClr>
                </a:solidFill>
                <a:cs typeface="+mn-ea"/>
                <a:sym typeface="+mn-lt"/>
              </a:rPr>
              <a:t>关键词</a:t>
            </a:r>
            <a:r>
              <a:rPr lang="en-US" altLang="zh-CN" sz="1600" spc="100" dirty="0">
                <a:solidFill>
                  <a:schemeClr val="tx1">
                    <a:lumMod val="65000"/>
                    <a:lumOff val="35000"/>
                  </a:schemeClr>
                </a:solidFill>
                <a:cs typeface="+mn-ea"/>
                <a:sym typeface="+mn-lt"/>
              </a:rPr>
              <a:t>1</a:t>
            </a:r>
            <a:endParaRPr lang="zh-CN" altLang="en-US" sz="1600" spc="100" dirty="0">
              <a:solidFill>
                <a:schemeClr val="tx1">
                  <a:lumMod val="65000"/>
                  <a:lumOff val="35000"/>
                </a:schemeClr>
              </a:solidFill>
              <a:cs typeface="+mn-ea"/>
              <a:sym typeface="+mn-lt"/>
            </a:endParaRPr>
          </a:p>
        </p:txBody>
      </p:sp>
      <p:sp>
        <p:nvSpPr>
          <p:cNvPr id="38" name="文本框 37">
            <a:extLst>
              <a:ext uri="{FF2B5EF4-FFF2-40B4-BE49-F238E27FC236}">
                <a16:creationId xmlns:a16="http://schemas.microsoft.com/office/drawing/2014/main" id="{C8823694-2431-47B4-BF08-6462A7340F40}"/>
              </a:ext>
            </a:extLst>
          </p:cNvPr>
          <p:cNvSpPr txBox="1"/>
          <p:nvPr/>
        </p:nvSpPr>
        <p:spPr>
          <a:xfrm>
            <a:off x="10307673" y="3037273"/>
            <a:ext cx="1072895" cy="362792"/>
          </a:xfrm>
          <a:prstGeom prst="rect">
            <a:avLst/>
          </a:prstGeom>
          <a:noFill/>
        </p:spPr>
        <p:txBody>
          <a:bodyPr wrap="square" rtlCol="0">
            <a:spAutoFit/>
          </a:bodyPr>
          <a:lstStyle/>
          <a:p>
            <a:pPr algn="ctr">
              <a:lnSpc>
                <a:spcPct val="120000"/>
              </a:lnSpc>
            </a:pPr>
            <a:r>
              <a:rPr lang="zh-CN" altLang="en-US" sz="1600" spc="100" dirty="0">
                <a:solidFill>
                  <a:schemeClr val="tx1">
                    <a:lumMod val="65000"/>
                    <a:lumOff val="35000"/>
                  </a:schemeClr>
                </a:solidFill>
                <a:cs typeface="+mn-ea"/>
                <a:sym typeface="+mn-lt"/>
              </a:rPr>
              <a:t>关键词</a:t>
            </a:r>
            <a:r>
              <a:rPr lang="en-US" altLang="zh-CN" sz="1600" spc="100" dirty="0">
                <a:solidFill>
                  <a:schemeClr val="tx1">
                    <a:lumMod val="65000"/>
                    <a:lumOff val="35000"/>
                  </a:schemeClr>
                </a:solidFill>
                <a:cs typeface="+mn-ea"/>
                <a:sym typeface="+mn-lt"/>
              </a:rPr>
              <a:t>1</a:t>
            </a:r>
            <a:endParaRPr lang="zh-CN" altLang="en-US" sz="1600" spc="100" dirty="0">
              <a:solidFill>
                <a:schemeClr val="tx1">
                  <a:lumMod val="65000"/>
                  <a:lumOff val="35000"/>
                </a:schemeClr>
              </a:solidFill>
              <a:cs typeface="+mn-ea"/>
              <a:sym typeface="+mn-lt"/>
            </a:endParaRPr>
          </a:p>
        </p:txBody>
      </p:sp>
      <p:grpSp>
        <p:nvGrpSpPr>
          <p:cNvPr id="8" name="组合 7">
            <a:extLst>
              <a:ext uri="{FF2B5EF4-FFF2-40B4-BE49-F238E27FC236}">
                <a16:creationId xmlns:a16="http://schemas.microsoft.com/office/drawing/2014/main" id="{BF2199A9-605A-4434-9FF3-6830F24E41B3}"/>
              </a:ext>
            </a:extLst>
          </p:cNvPr>
          <p:cNvGrpSpPr/>
          <p:nvPr/>
        </p:nvGrpSpPr>
        <p:grpSpPr>
          <a:xfrm>
            <a:off x="6559466" y="4018778"/>
            <a:ext cx="1116000" cy="1116000"/>
            <a:chOff x="6559466" y="4018778"/>
            <a:chExt cx="1116000" cy="1116000"/>
          </a:xfrm>
        </p:grpSpPr>
        <p:sp>
          <p:nvSpPr>
            <p:cNvPr id="16" name="椭圆 15">
              <a:extLst>
                <a:ext uri="{FF2B5EF4-FFF2-40B4-BE49-F238E27FC236}">
                  <a16:creationId xmlns:a16="http://schemas.microsoft.com/office/drawing/2014/main" id="{F8075516-B19D-4FAD-8F07-A2C512CE59C4}"/>
                </a:ext>
              </a:extLst>
            </p:cNvPr>
            <p:cNvSpPr/>
            <p:nvPr/>
          </p:nvSpPr>
          <p:spPr>
            <a:xfrm>
              <a:off x="6559466" y="4018778"/>
              <a:ext cx="1116000" cy="1116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7" name="文本框 16">
              <a:extLst>
                <a:ext uri="{FF2B5EF4-FFF2-40B4-BE49-F238E27FC236}">
                  <a16:creationId xmlns:a16="http://schemas.microsoft.com/office/drawing/2014/main" id="{C16BC967-0FAF-46EA-9B51-3CE950724EE3}"/>
                </a:ext>
              </a:extLst>
            </p:cNvPr>
            <p:cNvSpPr txBox="1"/>
            <p:nvPr/>
          </p:nvSpPr>
          <p:spPr>
            <a:xfrm>
              <a:off x="6581018" y="4628653"/>
              <a:ext cx="1072896" cy="430374"/>
            </a:xfrm>
            <a:prstGeom prst="rect">
              <a:avLst/>
            </a:prstGeom>
            <a:noFill/>
          </p:spPr>
          <p:txBody>
            <a:bodyPr wrap="square" rtlCol="0">
              <a:spAutoFit/>
            </a:bodyPr>
            <a:lstStyle>
              <a:defPPr>
                <a:defRPr lang="zh-CN"/>
              </a:defPPr>
              <a:lvl1pPr algn="ctr">
                <a:lnSpc>
                  <a:spcPct val="120000"/>
                </a:lnSpc>
                <a:defRPr sz="2000" b="1" spc="100">
                  <a:solidFill>
                    <a:schemeClr val="bg1"/>
                  </a:solidFill>
                  <a:latin typeface="+mj-ea"/>
                  <a:ea typeface="+mj-ea"/>
                  <a:cs typeface="+mn-ea"/>
                </a:defRPr>
              </a:lvl1pPr>
            </a:lstStyle>
            <a:p>
              <a:r>
                <a:rPr lang="en-US" altLang="zh-CN" dirty="0">
                  <a:sym typeface="+mn-lt"/>
                </a:rPr>
                <a:t>12%</a:t>
              </a:r>
              <a:endParaRPr lang="zh-CN" altLang="en-US" dirty="0">
                <a:sym typeface="+mn-lt"/>
              </a:endParaRPr>
            </a:p>
          </p:txBody>
        </p:sp>
        <p:cxnSp>
          <p:nvCxnSpPr>
            <p:cNvPr id="18" name="直接连接符 17">
              <a:extLst>
                <a:ext uri="{FF2B5EF4-FFF2-40B4-BE49-F238E27FC236}">
                  <a16:creationId xmlns:a16="http://schemas.microsoft.com/office/drawing/2014/main" id="{C1825DB8-2EDA-4595-BF4B-B3155E0D9E22}"/>
                </a:ext>
              </a:extLst>
            </p:cNvPr>
            <p:cNvCxnSpPr>
              <a:cxnSpLocks/>
            </p:cNvCxnSpPr>
            <p:nvPr/>
          </p:nvCxnSpPr>
          <p:spPr>
            <a:xfrm>
              <a:off x="6766466" y="4576778"/>
              <a:ext cx="70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0" name="iconfont-1191-866889">
              <a:extLst>
                <a:ext uri="{FF2B5EF4-FFF2-40B4-BE49-F238E27FC236}">
                  <a16:creationId xmlns:a16="http://schemas.microsoft.com/office/drawing/2014/main" id="{8CB374BB-FF55-456E-B7AD-F46FBCC4C298}"/>
                </a:ext>
              </a:extLst>
            </p:cNvPr>
            <p:cNvSpPr>
              <a:spLocks noChangeAspect="1"/>
            </p:cNvSpPr>
            <p:nvPr/>
          </p:nvSpPr>
          <p:spPr bwMode="auto">
            <a:xfrm>
              <a:off x="6955745" y="4173091"/>
              <a:ext cx="323442" cy="323442"/>
            </a:xfrm>
            <a:custGeom>
              <a:avLst/>
              <a:gdLst>
                <a:gd name="T0" fmla="*/ 648 w 7768"/>
                <a:gd name="T1" fmla="*/ 2589 h 7768"/>
                <a:gd name="T2" fmla="*/ 0 w 7768"/>
                <a:gd name="T3" fmla="*/ 3237 h 7768"/>
                <a:gd name="T4" fmla="*/ 0 w 7768"/>
                <a:gd name="T5" fmla="*/ 7120 h 7768"/>
                <a:gd name="T6" fmla="*/ 648 w 7768"/>
                <a:gd name="T7" fmla="*/ 7768 h 7768"/>
                <a:gd name="T8" fmla="*/ 1295 w 7768"/>
                <a:gd name="T9" fmla="*/ 7120 h 7768"/>
                <a:gd name="T10" fmla="*/ 1295 w 7768"/>
                <a:gd name="T11" fmla="*/ 3237 h 7768"/>
                <a:gd name="T12" fmla="*/ 648 w 7768"/>
                <a:gd name="T13" fmla="*/ 2589 h 7768"/>
                <a:gd name="T14" fmla="*/ 2805 w 7768"/>
                <a:gd name="T15" fmla="*/ 0 h 7768"/>
                <a:gd name="T16" fmla="*/ 2158 w 7768"/>
                <a:gd name="T17" fmla="*/ 648 h 7768"/>
                <a:gd name="T18" fmla="*/ 2158 w 7768"/>
                <a:gd name="T19" fmla="*/ 7120 h 7768"/>
                <a:gd name="T20" fmla="*/ 2805 w 7768"/>
                <a:gd name="T21" fmla="*/ 7768 h 7768"/>
                <a:gd name="T22" fmla="*/ 3453 w 7768"/>
                <a:gd name="T23" fmla="*/ 7120 h 7768"/>
                <a:gd name="T24" fmla="*/ 3453 w 7768"/>
                <a:gd name="T25" fmla="*/ 648 h 7768"/>
                <a:gd name="T26" fmla="*/ 2805 w 7768"/>
                <a:gd name="T27" fmla="*/ 0 h 7768"/>
                <a:gd name="T28" fmla="*/ 4963 w 7768"/>
                <a:gd name="T29" fmla="*/ 3884 h 7768"/>
                <a:gd name="T30" fmla="*/ 4316 w 7768"/>
                <a:gd name="T31" fmla="*/ 4531 h 7768"/>
                <a:gd name="T32" fmla="*/ 4316 w 7768"/>
                <a:gd name="T33" fmla="*/ 7120 h 7768"/>
                <a:gd name="T34" fmla="*/ 4963 w 7768"/>
                <a:gd name="T35" fmla="*/ 7768 h 7768"/>
                <a:gd name="T36" fmla="*/ 5610 w 7768"/>
                <a:gd name="T37" fmla="*/ 7120 h 7768"/>
                <a:gd name="T38" fmla="*/ 5610 w 7768"/>
                <a:gd name="T39" fmla="*/ 4531 h 7768"/>
                <a:gd name="T40" fmla="*/ 4963 w 7768"/>
                <a:gd name="T41" fmla="*/ 3884 h 7768"/>
                <a:gd name="T42" fmla="*/ 7121 w 7768"/>
                <a:gd name="T43" fmla="*/ 1942 h 7768"/>
                <a:gd name="T44" fmla="*/ 6473 w 7768"/>
                <a:gd name="T45" fmla="*/ 2589 h 7768"/>
                <a:gd name="T46" fmla="*/ 6473 w 7768"/>
                <a:gd name="T47" fmla="*/ 7120 h 7768"/>
                <a:gd name="T48" fmla="*/ 7121 w 7768"/>
                <a:gd name="T49" fmla="*/ 7768 h 7768"/>
                <a:gd name="T50" fmla="*/ 7768 w 7768"/>
                <a:gd name="T51" fmla="*/ 7120 h 7768"/>
                <a:gd name="T52" fmla="*/ 7768 w 7768"/>
                <a:gd name="T53" fmla="*/ 2589 h 7768"/>
                <a:gd name="T54" fmla="*/ 7121 w 7768"/>
                <a:gd name="T55" fmla="*/ 1942 h 7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768" h="7768">
                  <a:moveTo>
                    <a:pt x="648" y="2589"/>
                  </a:moveTo>
                  <a:cubicBezTo>
                    <a:pt x="292" y="2589"/>
                    <a:pt x="0" y="2881"/>
                    <a:pt x="0" y="3237"/>
                  </a:cubicBezTo>
                  <a:lnTo>
                    <a:pt x="0" y="7120"/>
                  </a:lnTo>
                  <a:cubicBezTo>
                    <a:pt x="0" y="7476"/>
                    <a:pt x="292" y="7768"/>
                    <a:pt x="648" y="7768"/>
                  </a:cubicBezTo>
                  <a:cubicBezTo>
                    <a:pt x="1004" y="7768"/>
                    <a:pt x="1295" y="7476"/>
                    <a:pt x="1295" y="7120"/>
                  </a:cubicBezTo>
                  <a:lnTo>
                    <a:pt x="1295" y="3237"/>
                  </a:lnTo>
                  <a:cubicBezTo>
                    <a:pt x="1295" y="2881"/>
                    <a:pt x="1004" y="2589"/>
                    <a:pt x="648" y="2589"/>
                  </a:cubicBezTo>
                  <a:close/>
                  <a:moveTo>
                    <a:pt x="2805" y="0"/>
                  </a:moveTo>
                  <a:cubicBezTo>
                    <a:pt x="2449" y="0"/>
                    <a:pt x="2158" y="292"/>
                    <a:pt x="2158" y="648"/>
                  </a:cubicBezTo>
                  <a:lnTo>
                    <a:pt x="2158" y="7120"/>
                  </a:lnTo>
                  <a:cubicBezTo>
                    <a:pt x="2158" y="7476"/>
                    <a:pt x="2449" y="7768"/>
                    <a:pt x="2805" y="7768"/>
                  </a:cubicBezTo>
                  <a:cubicBezTo>
                    <a:pt x="3161" y="7768"/>
                    <a:pt x="3453" y="7476"/>
                    <a:pt x="3453" y="7120"/>
                  </a:cubicBezTo>
                  <a:lnTo>
                    <a:pt x="3453" y="648"/>
                  </a:lnTo>
                  <a:cubicBezTo>
                    <a:pt x="3453" y="292"/>
                    <a:pt x="3161" y="0"/>
                    <a:pt x="2805" y="0"/>
                  </a:cubicBezTo>
                  <a:close/>
                  <a:moveTo>
                    <a:pt x="4963" y="3884"/>
                  </a:moveTo>
                  <a:cubicBezTo>
                    <a:pt x="4607" y="3884"/>
                    <a:pt x="4316" y="4175"/>
                    <a:pt x="4316" y="4531"/>
                  </a:cubicBezTo>
                  <a:lnTo>
                    <a:pt x="4316" y="7120"/>
                  </a:lnTo>
                  <a:cubicBezTo>
                    <a:pt x="4316" y="7476"/>
                    <a:pt x="4607" y="7768"/>
                    <a:pt x="4963" y="7768"/>
                  </a:cubicBezTo>
                  <a:cubicBezTo>
                    <a:pt x="5319" y="7768"/>
                    <a:pt x="5610" y="7476"/>
                    <a:pt x="5610" y="7120"/>
                  </a:cubicBezTo>
                  <a:lnTo>
                    <a:pt x="5610" y="4531"/>
                  </a:lnTo>
                  <a:cubicBezTo>
                    <a:pt x="5610" y="4175"/>
                    <a:pt x="5319" y="3884"/>
                    <a:pt x="4963" y="3884"/>
                  </a:cubicBezTo>
                  <a:close/>
                  <a:moveTo>
                    <a:pt x="7121" y="1942"/>
                  </a:moveTo>
                  <a:cubicBezTo>
                    <a:pt x="6765" y="1942"/>
                    <a:pt x="6473" y="2234"/>
                    <a:pt x="6473" y="2589"/>
                  </a:cubicBezTo>
                  <a:lnTo>
                    <a:pt x="6473" y="7120"/>
                  </a:lnTo>
                  <a:cubicBezTo>
                    <a:pt x="6473" y="7476"/>
                    <a:pt x="6765" y="7768"/>
                    <a:pt x="7121" y="7768"/>
                  </a:cubicBezTo>
                  <a:cubicBezTo>
                    <a:pt x="7476" y="7768"/>
                    <a:pt x="7768" y="7476"/>
                    <a:pt x="7768" y="7120"/>
                  </a:cubicBezTo>
                  <a:lnTo>
                    <a:pt x="7768" y="2589"/>
                  </a:lnTo>
                  <a:cubicBezTo>
                    <a:pt x="7768" y="2234"/>
                    <a:pt x="7476" y="1942"/>
                    <a:pt x="7121" y="1942"/>
                  </a:cubicBezTo>
                  <a:close/>
                </a:path>
              </a:pathLst>
            </a:custGeom>
            <a:solidFill>
              <a:schemeClr val="bg1"/>
            </a:solidFill>
            <a:ln>
              <a:noFill/>
            </a:ln>
          </p:spPr>
          <p:txBody>
            <a:bodyPr/>
            <a:lstStyle/>
            <a:p>
              <a:endParaRPr lang="zh-CN" altLang="en-US">
                <a:cs typeface="+mn-ea"/>
                <a:sym typeface="+mn-lt"/>
              </a:endParaRPr>
            </a:p>
          </p:txBody>
        </p:sp>
      </p:grpSp>
      <p:grpSp>
        <p:nvGrpSpPr>
          <p:cNvPr id="15" name="组合 14">
            <a:extLst>
              <a:ext uri="{FF2B5EF4-FFF2-40B4-BE49-F238E27FC236}">
                <a16:creationId xmlns:a16="http://schemas.microsoft.com/office/drawing/2014/main" id="{49177E4D-1ECA-4785-B869-F9179A7E7846}"/>
              </a:ext>
            </a:extLst>
          </p:cNvPr>
          <p:cNvGrpSpPr/>
          <p:nvPr/>
        </p:nvGrpSpPr>
        <p:grpSpPr>
          <a:xfrm>
            <a:off x="8423002" y="1720927"/>
            <a:ext cx="1116000" cy="1116000"/>
            <a:chOff x="8423002" y="1720927"/>
            <a:chExt cx="1116000" cy="1116000"/>
          </a:xfrm>
        </p:grpSpPr>
        <p:sp>
          <p:nvSpPr>
            <p:cNvPr id="20" name="椭圆 19">
              <a:extLst>
                <a:ext uri="{FF2B5EF4-FFF2-40B4-BE49-F238E27FC236}">
                  <a16:creationId xmlns:a16="http://schemas.microsoft.com/office/drawing/2014/main" id="{14D62A20-BAC5-4970-9842-426A1B2D9399}"/>
                </a:ext>
              </a:extLst>
            </p:cNvPr>
            <p:cNvSpPr/>
            <p:nvPr/>
          </p:nvSpPr>
          <p:spPr>
            <a:xfrm>
              <a:off x="8423002" y="1720927"/>
              <a:ext cx="1116000" cy="1116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1" name="文本框 20">
              <a:extLst>
                <a:ext uri="{FF2B5EF4-FFF2-40B4-BE49-F238E27FC236}">
                  <a16:creationId xmlns:a16="http://schemas.microsoft.com/office/drawing/2014/main" id="{C663B855-2B78-4CE5-8337-A5919E06ADE5}"/>
                </a:ext>
              </a:extLst>
            </p:cNvPr>
            <p:cNvSpPr txBox="1"/>
            <p:nvPr/>
          </p:nvSpPr>
          <p:spPr>
            <a:xfrm>
              <a:off x="8444555" y="2299058"/>
              <a:ext cx="1072896" cy="430374"/>
            </a:xfrm>
            <a:prstGeom prst="rect">
              <a:avLst/>
            </a:prstGeom>
            <a:noFill/>
          </p:spPr>
          <p:txBody>
            <a:bodyPr wrap="square" rtlCol="0">
              <a:spAutoFit/>
            </a:bodyPr>
            <a:lstStyle>
              <a:defPPr>
                <a:defRPr lang="zh-CN"/>
              </a:defPPr>
              <a:lvl1pPr algn="ctr">
                <a:lnSpc>
                  <a:spcPct val="120000"/>
                </a:lnSpc>
                <a:defRPr sz="2000" b="1" spc="100">
                  <a:solidFill>
                    <a:schemeClr val="bg1"/>
                  </a:solidFill>
                  <a:latin typeface="+mj-ea"/>
                  <a:ea typeface="+mj-ea"/>
                  <a:cs typeface="+mn-ea"/>
                </a:defRPr>
              </a:lvl1pPr>
            </a:lstStyle>
            <a:p>
              <a:r>
                <a:rPr lang="en-US" altLang="zh-CN" dirty="0">
                  <a:sym typeface="+mn-lt"/>
                </a:rPr>
                <a:t>73%</a:t>
              </a:r>
              <a:endParaRPr lang="zh-CN" altLang="en-US" dirty="0">
                <a:sym typeface="+mn-lt"/>
              </a:endParaRPr>
            </a:p>
          </p:txBody>
        </p:sp>
        <p:cxnSp>
          <p:nvCxnSpPr>
            <p:cNvPr id="22" name="直接连接符 21">
              <a:extLst>
                <a:ext uri="{FF2B5EF4-FFF2-40B4-BE49-F238E27FC236}">
                  <a16:creationId xmlns:a16="http://schemas.microsoft.com/office/drawing/2014/main" id="{2B63D2CD-B005-4798-9DBB-5C63C5CF07AA}"/>
                </a:ext>
              </a:extLst>
            </p:cNvPr>
            <p:cNvCxnSpPr>
              <a:cxnSpLocks/>
            </p:cNvCxnSpPr>
            <p:nvPr/>
          </p:nvCxnSpPr>
          <p:spPr>
            <a:xfrm>
              <a:off x="8630002" y="2278927"/>
              <a:ext cx="70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1" name="evidence_144813">
              <a:extLst>
                <a:ext uri="{FF2B5EF4-FFF2-40B4-BE49-F238E27FC236}">
                  <a16:creationId xmlns:a16="http://schemas.microsoft.com/office/drawing/2014/main" id="{F3EA0A8A-ACD3-4A79-BC94-596582375BCA}"/>
                </a:ext>
              </a:extLst>
            </p:cNvPr>
            <p:cNvSpPr>
              <a:spLocks noChangeAspect="1"/>
            </p:cNvSpPr>
            <p:nvPr/>
          </p:nvSpPr>
          <p:spPr bwMode="auto">
            <a:xfrm>
              <a:off x="8846451" y="1860565"/>
              <a:ext cx="269102" cy="323441"/>
            </a:xfrm>
            <a:custGeom>
              <a:avLst/>
              <a:gdLst>
                <a:gd name="connsiteX0" fmla="*/ 364698 w 504966"/>
                <a:gd name="connsiteY0" fmla="*/ 466861 h 606933"/>
                <a:gd name="connsiteX1" fmla="*/ 364698 w 504966"/>
                <a:gd name="connsiteY1" fmla="*/ 538998 h 606933"/>
                <a:gd name="connsiteX2" fmla="*/ 436656 w 504966"/>
                <a:gd name="connsiteY2" fmla="*/ 466861 h 606933"/>
                <a:gd name="connsiteX3" fmla="*/ 112199 w 504966"/>
                <a:gd name="connsiteY3" fmla="*/ 392202 h 606933"/>
                <a:gd name="connsiteX4" fmla="*/ 252483 w 504966"/>
                <a:gd name="connsiteY4" fmla="*/ 392202 h 606933"/>
                <a:gd name="connsiteX5" fmla="*/ 252483 w 504966"/>
                <a:gd name="connsiteY5" fmla="*/ 448231 h 606933"/>
                <a:gd name="connsiteX6" fmla="*/ 112199 w 504966"/>
                <a:gd name="connsiteY6" fmla="*/ 448231 h 606933"/>
                <a:gd name="connsiteX7" fmla="*/ 112199 w 504966"/>
                <a:gd name="connsiteY7" fmla="*/ 280145 h 606933"/>
                <a:gd name="connsiteX8" fmla="*/ 392767 w 504966"/>
                <a:gd name="connsiteY8" fmla="*/ 280145 h 606933"/>
                <a:gd name="connsiteX9" fmla="*/ 392767 w 504966"/>
                <a:gd name="connsiteY9" fmla="*/ 336174 h 606933"/>
                <a:gd name="connsiteX10" fmla="*/ 112199 w 504966"/>
                <a:gd name="connsiteY10" fmla="*/ 336174 h 606933"/>
                <a:gd name="connsiteX11" fmla="*/ 56107 w 504966"/>
                <a:gd name="connsiteY11" fmla="*/ 158702 h 606933"/>
                <a:gd name="connsiteX12" fmla="*/ 56107 w 504966"/>
                <a:gd name="connsiteY12" fmla="*/ 550904 h 606933"/>
                <a:gd name="connsiteX13" fmla="*/ 308591 w 504966"/>
                <a:gd name="connsiteY13" fmla="*/ 550904 h 606933"/>
                <a:gd name="connsiteX14" fmla="*/ 308591 w 504966"/>
                <a:gd name="connsiteY14" fmla="*/ 410832 h 606933"/>
                <a:gd name="connsiteX15" fmla="*/ 448859 w 504966"/>
                <a:gd name="connsiteY15" fmla="*/ 410832 h 606933"/>
                <a:gd name="connsiteX16" fmla="*/ 448859 w 504966"/>
                <a:gd name="connsiteY16" fmla="*/ 158702 h 606933"/>
                <a:gd name="connsiteX17" fmla="*/ 336644 w 504966"/>
                <a:gd name="connsiteY17" fmla="*/ 158702 h 606933"/>
                <a:gd name="connsiteX18" fmla="*/ 336644 w 504966"/>
                <a:gd name="connsiteY18" fmla="*/ 168087 h 606933"/>
                <a:gd name="connsiteX19" fmla="*/ 280537 w 504966"/>
                <a:gd name="connsiteY19" fmla="*/ 224116 h 606933"/>
                <a:gd name="connsiteX20" fmla="*/ 224430 w 504966"/>
                <a:gd name="connsiteY20" fmla="*/ 224116 h 606933"/>
                <a:gd name="connsiteX21" fmla="*/ 168322 w 504966"/>
                <a:gd name="connsiteY21" fmla="*/ 168087 h 606933"/>
                <a:gd name="connsiteX22" fmla="*/ 168322 w 504966"/>
                <a:gd name="connsiteY22" fmla="*/ 158702 h 606933"/>
                <a:gd name="connsiteX23" fmla="*/ 224430 w 504966"/>
                <a:gd name="connsiteY23" fmla="*/ 56029 h 606933"/>
                <a:gd name="connsiteX24" fmla="*/ 224430 w 504966"/>
                <a:gd name="connsiteY24" fmla="*/ 168087 h 606933"/>
                <a:gd name="connsiteX25" fmla="*/ 280537 w 504966"/>
                <a:gd name="connsiteY25" fmla="*/ 168087 h 606933"/>
                <a:gd name="connsiteX26" fmla="*/ 280537 w 504966"/>
                <a:gd name="connsiteY26" fmla="*/ 56029 h 606933"/>
                <a:gd name="connsiteX27" fmla="*/ 224430 w 504966"/>
                <a:gd name="connsiteY27" fmla="*/ 0 h 606933"/>
                <a:gd name="connsiteX28" fmla="*/ 280537 w 504966"/>
                <a:gd name="connsiteY28" fmla="*/ 0 h 606933"/>
                <a:gd name="connsiteX29" fmla="*/ 336644 w 504966"/>
                <a:gd name="connsiteY29" fmla="*/ 56029 h 606933"/>
                <a:gd name="connsiteX30" fmla="*/ 336644 w 504966"/>
                <a:gd name="connsiteY30" fmla="*/ 102673 h 606933"/>
                <a:gd name="connsiteX31" fmla="*/ 458117 w 504966"/>
                <a:gd name="connsiteY31" fmla="*/ 102673 h 606933"/>
                <a:gd name="connsiteX32" fmla="*/ 504966 w 504966"/>
                <a:gd name="connsiteY32" fmla="*/ 149457 h 606933"/>
                <a:gd name="connsiteX33" fmla="*/ 504966 w 504966"/>
                <a:gd name="connsiteY33" fmla="*/ 458597 h 606933"/>
                <a:gd name="connsiteX34" fmla="*/ 491220 w 504966"/>
                <a:gd name="connsiteY34" fmla="*/ 491513 h 606933"/>
                <a:gd name="connsiteX35" fmla="*/ 389666 w 504966"/>
                <a:gd name="connsiteY35" fmla="*/ 593206 h 606933"/>
                <a:gd name="connsiteX36" fmla="*/ 356562 w 504966"/>
                <a:gd name="connsiteY36" fmla="*/ 606933 h 606933"/>
                <a:gd name="connsiteX37" fmla="*/ 46709 w 504966"/>
                <a:gd name="connsiteY37" fmla="*/ 606933 h 606933"/>
                <a:gd name="connsiteX38" fmla="*/ 0 w 504966"/>
                <a:gd name="connsiteY38" fmla="*/ 560289 h 606933"/>
                <a:gd name="connsiteX39" fmla="*/ 0 w 504966"/>
                <a:gd name="connsiteY39" fmla="*/ 149457 h 606933"/>
                <a:gd name="connsiteX40" fmla="*/ 46709 w 504966"/>
                <a:gd name="connsiteY40" fmla="*/ 102673 h 606933"/>
                <a:gd name="connsiteX41" fmla="*/ 168322 w 504966"/>
                <a:gd name="connsiteY41" fmla="*/ 102673 h 606933"/>
                <a:gd name="connsiteX42" fmla="*/ 168322 w 504966"/>
                <a:gd name="connsiteY42" fmla="*/ 56029 h 606933"/>
                <a:gd name="connsiteX43" fmla="*/ 224430 w 504966"/>
                <a:gd name="connsiteY43" fmla="*/ 0 h 606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04966" h="606933">
                  <a:moveTo>
                    <a:pt x="364698" y="466861"/>
                  </a:moveTo>
                  <a:lnTo>
                    <a:pt x="364698" y="538998"/>
                  </a:lnTo>
                  <a:lnTo>
                    <a:pt x="436656" y="466861"/>
                  </a:lnTo>
                  <a:close/>
                  <a:moveTo>
                    <a:pt x="112199" y="392202"/>
                  </a:moveTo>
                  <a:lnTo>
                    <a:pt x="252483" y="392202"/>
                  </a:lnTo>
                  <a:lnTo>
                    <a:pt x="252483" y="448231"/>
                  </a:lnTo>
                  <a:lnTo>
                    <a:pt x="112199" y="448231"/>
                  </a:lnTo>
                  <a:close/>
                  <a:moveTo>
                    <a:pt x="112199" y="280145"/>
                  </a:moveTo>
                  <a:lnTo>
                    <a:pt x="392767" y="280145"/>
                  </a:lnTo>
                  <a:lnTo>
                    <a:pt x="392767" y="336174"/>
                  </a:lnTo>
                  <a:lnTo>
                    <a:pt x="112199" y="336174"/>
                  </a:lnTo>
                  <a:close/>
                  <a:moveTo>
                    <a:pt x="56107" y="158702"/>
                  </a:moveTo>
                  <a:lnTo>
                    <a:pt x="56107" y="550904"/>
                  </a:lnTo>
                  <a:lnTo>
                    <a:pt x="308591" y="550904"/>
                  </a:lnTo>
                  <a:lnTo>
                    <a:pt x="308591" y="410832"/>
                  </a:lnTo>
                  <a:lnTo>
                    <a:pt x="448859" y="410832"/>
                  </a:lnTo>
                  <a:lnTo>
                    <a:pt x="448859" y="158702"/>
                  </a:lnTo>
                  <a:lnTo>
                    <a:pt x="336644" y="158702"/>
                  </a:lnTo>
                  <a:lnTo>
                    <a:pt x="336644" y="168087"/>
                  </a:lnTo>
                  <a:cubicBezTo>
                    <a:pt x="336644" y="199043"/>
                    <a:pt x="311536" y="224116"/>
                    <a:pt x="280537" y="224116"/>
                  </a:cubicBezTo>
                  <a:lnTo>
                    <a:pt x="224430" y="224116"/>
                  </a:lnTo>
                  <a:cubicBezTo>
                    <a:pt x="193430" y="224116"/>
                    <a:pt x="168322" y="199043"/>
                    <a:pt x="168322" y="168087"/>
                  </a:cubicBezTo>
                  <a:lnTo>
                    <a:pt x="168322" y="158702"/>
                  </a:lnTo>
                  <a:close/>
                  <a:moveTo>
                    <a:pt x="224430" y="56029"/>
                  </a:moveTo>
                  <a:lnTo>
                    <a:pt x="224430" y="168087"/>
                  </a:lnTo>
                  <a:lnTo>
                    <a:pt x="280537" y="168087"/>
                  </a:lnTo>
                  <a:lnTo>
                    <a:pt x="280537" y="56029"/>
                  </a:lnTo>
                  <a:close/>
                  <a:moveTo>
                    <a:pt x="224430" y="0"/>
                  </a:moveTo>
                  <a:lnTo>
                    <a:pt x="280537" y="0"/>
                  </a:lnTo>
                  <a:cubicBezTo>
                    <a:pt x="311536" y="0"/>
                    <a:pt x="336644" y="25073"/>
                    <a:pt x="336644" y="56029"/>
                  </a:cubicBezTo>
                  <a:lnTo>
                    <a:pt x="336644" y="102673"/>
                  </a:lnTo>
                  <a:lnTo>
                    <a:pt x="458117" y="102673"/>
                  </a:lnTo>
                  <a:cubicBezTo>
                    <a:pt x="483926" y="102673"/>
                    <a:pt x="504966" y="123684"/>
                    <a:pt x="504966" y="149457"/>
                  </a:cubicBezTo>
                  <a:lnTo>
                    <a:pt x="504966" y="458597"/>
                  </a:lnTo>
                  <a:cubicBezTo>
                    <a:pt x="504966" y="470923"/>
                    <a:pt x="500057" y="482829"/>
                    <a:pt x="491220" y="491513"/>
                  </a:cubicBezTo>
                  <a:lnTo>
                    <a:pt x="389666" y="593206"/>
                  </a:lnTo>
                  <a:cubicBezTo>
                    <a:pt x="380969" y="602031"/>
                    <a:pt x="369046" y="606933"/>
                    <a:pt x="356562" y="606933"/>
                  </a:cubicBezTo>
                  <a:lnTo>
                    <a:pt x="46709" y="606933"/>
                  </a:lnTo>
                  <a:cubicBezTo>
                    <a:pt x="20900" y="606933"/>
                    <a:pt x="0" y="586062"/>
                    <a:pt x="0" y="560289"/>
                  </a:cubicBezTo>
                  <a:lnTo>
                    <a:pt x="0" y="149457"/>
                  </a:lnTo>
                  <a:cubicBezTo>
                    <a:pt x="0" y="123684"/>
                    <a:pt x="20900" y="102673"/>
                    <a:pt x="46709" y="102673"/>
                  </a:cubicBezTo>
                  <a:lnTo>
                    <a:pt x="168322" y="102673"/>
                  </a:lnTo>
                  <a:lnTo>
                    <a:pt x="168322" y="56029"/>
                  </a:lnTo>
                  <a:cubicBezTo>
                    <a:pt x="168322" y="25073"/>
                    <a:pt x="193430" y="0"/>
                    <a:pt x="224430" y="0"/>
                  </a:cubicBezTo>
                  <a:close/>
                </a:path>
              </a:pathLst>
            </a:custGeom>
            <a:solidFill>
              <a:schemeClr val="bg1"/>
            </a:solidFill>
            <a:ln>
              <a:noFill/>
            </a:ln>
          </p:spPr>
          <p:txBody>
            <a:bodyPr/>
            <a:lstStyle/>
            <a:p>
              <a:endParaRPr lang="zh-CN" altLang="en-US">
                <a:cs typeface="+mn-ea"/>
                <a:sym typeface="+mn-lt"/>
              </a:endParaRPr>
            </a:p>
          </p:txBody>
        </p:sp>
      </p:grpSp>
      <p:grpSp>
        <p:nvGrpSpPr>
          <p:cNvPr id="19" name="组合 18">
            <a:extLst>
              <a:ext uri="{FF2B5EF4-FFF2-40B4-BE49-F238E27FC236}">
                <a16:creationId xmlns:a16="http://schemas.microsoft.com/office/drawing/2014/main" id="{482FE464-44B3-4603-BBF9-D6B31B2B02FB}"/>
              </a:ext>
            </a:extLst>
          </p:cNvPr>
          <p:cNvGrpSpPr/>
          <p:nvPr/>
        </p:nvGrpSpPr>
        <p:grpSpPr>
          <a:xfrm>
            <a:off x="10286120" y="4018778"/>
            <a:ext cx="1116000" cy="1116000"/>
            <a:chOff x="10286120" y="4018778"/>
            <a:chExt cx="1116000" cy="1116000"/>
          </a:xfrm>
        </p:grpSpPr>
        <p:sp>
          <p:nvSpPr>
            <p:cNvPr id="24" name="椭圆 23">
              <a:extLst>
                <a:ext uri="{FF2B5EF4-FFF2-40B4-BE49-F238E27FC236}">
                  <a16:creationId xmlns:a16="http://schemas.microsoft.com/office/drawing/2014/main" id="{6117BA07-28E0-4B1A-9ADE-002AA0B2F311}"/>
                </a:ext>
              </a:extLst>
            </p:cNvPr>
            <p:cNvSpPr/>
            <p:nvPr/>
          </p:nvSpPr>
          <p:spPr>
            <a:xfrm>
              <a:off x="10286120" y="4018778"/>
              <a:ext cx="1116000" cy="1116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25" name="文本框 24">
              <a:extLst>
                <a:ext uri="{FF2B5EF4-FFF2-40B4-BE49-F238E27FC236}">
                  <a16:creationId xmlns:a16="http://schemas.microsoft.com/office/drawing/2014/main" id="{3FCD3F69-57F7-46DB-BD04-06F9E4A4B04C}"/>
                </a:ext>
              </a:extLst>
            </p:cNvPr>
            <p:cNvSpPr txBox="1"/>
            <p:nvPr/>
          </p:nvSpPr>
          <p:spPr>
            <a:xfrm>
              <a:off x="10307673" y="4576778"/>
              <a:ext cx="1072896" cy="430374"/>
            </a:xfrm>
            <a:prstGeom prst="rect">
              <a:avLst/>
            </a:prstGeom>
            <a:noFill/>
          </p:spPr>
          <p:txBody>
            <a:bodyPr wrap="square" rtlCol="0">
              <a:spAutoFit/>
            </a:bodyPr>
            <a:lstStyle>
              <a:defPPr>
                <a:defRPr lang="zh-CN"/>
              </a:defPPr>
              <a:lvl1pPr algn="ctr">
                <a:lnSpc>
                  <a:spcPct val="120000"/>
                </a:lnSpc>
                <a:defRPr sz="2000" b="1" spc="100">
                  <a:solidFill>
                    <a:schemeClr val="bg1"/>
                  </a:solidFill>
                  <a:latin typeface="+mj-ea"/>
                  <a:ea typeface="+mj-ea"/>
                  <a:cs typeface="+mn-ea"/>
                </a:defRPr>
              </a:lvl1pPr>
            </a:lstStyle>
            <a:p>
              <a:r>
                <a:rPr lang="en-US" altLang="zh-CN" dirty="0">
                  <a:sym typeface="+mn-lt"/>
                </a:rPr>
                <a:t>54%</a:t>
              </a:r>
              <a:endParaRPr lang="zh-CN" altLang="en-US" dirty="0">
                <a:sym typeface="+mn-lt"/>
              </a:endParaRPr>
            </a:p>
          </p:txBody>
        </p:sp>
        <p:cxnSp>
          <p:nvCxnSpPr>
            <p:cNvPr id="26" name="直接连接符 25">
              <a:extLst>
                <a:ext uri="{FF2B5EF4-FFF2-40B4-BE49-F238E27FC236}">
                  <a16:creationId xmlns:a16="http://schemas.microsoft.com/office/drawing/2014/main" id="{B7F044E1-D32B-4D9C-B36E-08DFC5AF5507}"/>
                </a:ext>
              </a:extLst>
            </p:cNvPr>
            <p:cNvCxnSpPr>
              <a:cxnSpLocks/>
            </p:cNvCxnSpPr>
            <p:nvPr/>
          </p:nvCxnSpPr>
          <p:spPr>
            <a:xfrm>
              <a:off x="10493120" y="4576778"/>
              <a:ext cx="70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test-tube_2300">
              <a:extLst>
                <a:ext uri="{FF2B5EF4-FFF2-40B4-BE49-F238E27FC236}">
                  <a16:creationId xmlns:a16="http://schemas.microsoft.com/office/drawing/2014/main" id="{9F33A8E4-1A11-4AF9-B511-434AB9183007}"/>
                </a:ext>
              </a:extLst>
            </p:cNvPr>
            <p:cNvSpPr>
              <a:spLocks noChangeAspect="1"/>
            </p:cNvSpPr>
            <p:nvPr/>
          </p:nvSpPr>
          <p:spPr bwMode="auto">
            <a:xfrm>
              <a:off x="10683608" y="4170120"/>
              <a:ext cx="321023" cy="323442"/>
            </a:xfrm>
            <a:custGeom>
              <a:avLst/>
              <a:gdLst>
                <a:gd name="T0" fmla="*/ 122 w 212"/>
                <a:gd name="T1" fmla="*/ 117 h 214"/>
                <a:gd name="T2" fmla="*/ 133 w 212"/>
                <a:gd name="T3" fmla="*/ 128 h 214"/>
                <a:gd name="T4" fmla="*/ 122 w 212"/>
                <a:gd name="T5" fmla="*/ 139 h 214"/>
                <a:gd name="T6" fmla="*/ 110 w 212"/>
                <a:gd name="T7" fmla="*/ 128 h 214"/>
                <a:gd name="T8" fmla="*/ 122 w 212"/>
                <a:gd name="T9" fmla="*/ 117 h 214"/>
                <a:gd name="T10" fmla="*/ 90 w 212"/>
                <a:gd name="T11" fmla="*/ 111 h 214"/>
                <a:gd name="T12" fmla="*/ 79 w 212"/>
                <a:gd name="T13" fmla="*/ 122 h 214"/>
                <a:gd name="T14" fmla="*/ 90 w 212"/>
                <a:gd name="T15" fmla="*/ 133 h 214"/>
                <a:gd name="T16" fmla="*/ 101 w 212"/>
                <a:gd name="T17" fmla="*/ 122 h 214"/>
                <a:gd name="T18" fmla="*/ 90 w 212"/>
                <a:gd name="T19" fmla="*/ 111 h 214"/>
                <a:gd name="T20" fmla="*/ 120 w 212"/>
                <a:gd name="T21" fmla="*/ 103 h 214"/>
                <a:gd name="T22" fmla="*/ 112 w 212"/>
                <a:gd name="T23" fmla="*/ 95 h 214"/>
                <a:gd name="T24" fmla="*/ 104 w 212"/>
                <a:gd name="T25" fmla="*/ 103 h 214"/>
                <a:gd name="T26" fmla="*/ 112 w 212"/>
                <a:gd name="T27" fmla="*/ 111 h 214"/>
                <a:gd name="T28" fmla="*/ 120 w 212"/>
                <a:gd name="T29" fmla="*/ 103 h 214"/>
                <a:gd name="T30" fmla="*/ 183 w 212"/>
                <a:gd name="T31" fmla="*/ 214 h 214"/>
                <a:gd name="T32" fmla="*/ 29 w 212"/>
                <a:gd name="T33" fmla="*/ 214 h 214"/>
                <a:gd name="T34" fmla="*/ 7 w 212"/>
                <a:gd name="T35" fmla="*/ 176 h 214"/>
                <a:gd name="T36" fmla="*/ 77 w 212"/>
                <a:gd name="T37" fmla="*/ 55 h 214"/>
                <a:gd name="T38" fmla="*/ 77 w 212"/>
                <a:gd name="T39" fmla="*/ 14 h 214"/>
                <a:gd name="T40" fmla="*/ 74 w 212"/>
                <a:gd name="T41" fmla="*/ 14 h 214"/>
                <a:gd name="T42" fmla="*/ 67 w 212"/>
                <a:gd name="T43" fmla="*/ 7 h 214"/>
                <a:gd name="T44" fmla="*/ 74 w 212"/>
                <a:gd name="T45" fmla="*/ 0 h 214"/>
                <a:gd name="T46" fmla="*/ 138 w 212"/>
                <a:gd name="T47" fmla="*/ 0 h 214"/>
                <a:gd name="T48" fmla="*/ 145 w 212"/>
                <a:gd name="T49" fmla="*/ 7 h 214"/>
                <a:gd name="T50" fmla="*/ 138 w 212"/>
                <a:gd name="T51" fmla="*/ 14 h 214"/>
                <a:gd name="T52" fmla="*/ 135 w 212"/>
                <a:gd name="T53" fmla="*/ 14 h 214"/>
                <a:gd name="T54" fmla="*/ 135 w 212"/>
                <a:gd name="T55" fmla="*/ 55 h 214"/>
                <a:gd name="T56" fmla="*/ 205 w 212"/>
                <a:gd name="T57" fmla="*/ 176 h 214"/>
                <a:gd name="T58" fmla="*/ 183 w 212"/>
                <a:gd name="T59" fmla="*/ 214 h 214"/>
                <a:gd name="T60" fmla="*/ 171 w 212"/>
                <a:gd name="T61" fmla="*/ 146 h 214"/>
                <a:gd name="T62" fmla="*/ 123 w 212"/>
                <a:gd name="T63" fmla="*/ 63 h 214"/>
                <a:gd name="T64" fmla="*/ 121 w 212"/>
                <a:gd name="T65" fmla="*/ 60 h 214"/>
                <a:gd name="T66" fmla="*/ 91 w 212"/>
                <a:gd name="T67" fmla="*/ 60 h 214"/>
                <a:gd name="T68" fmla="*/ 89 w 212"/>
                <a:gd name="T69" fmla="*/ 63 h 214"/>
                <a:gd name="T70" fmla="*/ 41 w 212"/>
                <a:gd name="T71" fmla="*/ 146 h 214"/>
                <a:gd name="T72" fmla="*/ 171 w 212"/>
                <a:gd name="T73" fmla="*/ 146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12" h="214">
                  <a:moveTo>
                    <a:pt x="122" y="117"/>
                  </a:moveTo>
                  <a:cubicBezTo>
                    <a:pt x="128" y="117"/>
                    <a:pt x="133" y="122"/>
                    <a:pt x="133" y="128"/>
                  </a:cubicBezTo>
                  <a:cubicBezTo>
                    <a:pt x="133" y="134"/>
                    <a:pt x="128" y="139"/>
                    <a:pt x="122" y="139"/>
                  </a:cubicBezTo>
                  <a:cubicBezTo>
                    <a:pt x="115" y="139"/>
                    <a:pt x="110" y="134"/>
                    <a:pt x="110" y="128"/>
                  </a:cubicBezTo>
                  <a:cubicBezTo>
                    <a:pt x="110" y="122"/>
                    <a:pt x="115" y="117"/>
                    <a:pt x="122" y="117"/>
                  </a:cubicBezTo>
                  <a:close/>
                  <a:moveTo>
                    <a:pt x="90" y="111"/>
                  </a:moveTo>
                  <a:cubicBezTo>
                    <a:pt x="84" y="111"/>
                    <a:pt x="79" y="116"/>
                    <a:pt x="79" y="122"/>
                  </a:cubicBezTo>
                  <a:cubicBezTo>
                    <a:pt x="79" y="128"/>
                    <a:pt x="84" y="133"/>
                    <a:pt x="90" y="133"/>
                  </a:cubicBezTo>
                  <a:cubicBezTo>
                    <a:pt x="96" y="133"/>
                    <a:pt x="101" y="128"/>
                    <a:pt x="101" y="122"/>
                  </a:cubicBezTo>
                  <a:cubicBezTo>
                    <a:pt x="101" y="116"/>
                    <a:pt x="96" y="111"/>
                    <a:pt x="90" y="111"/>
                  </a:cubicBezTo>
                  <a:close/>
                  <a:moveTo>
                    <a:pt x="120" y="103"/>
                  </a:moveTo>
                  <a:cubicBezTo>
                    <a:pt x="120" y="98"/>
                    <a:pt x="117" y="95"/>
                    <a:pt x="112" y="95"/>
                  </a:cubicBezTo>
                  <a:cubicBezTo>
                    <a:pt x="108" y="95"/>
                    <a:pt x="104" y="98"/>
                    <a:pt x="104" y="103"/>
                  </a:cubicBezTo>
                  <a:cubicBezTo>
                    <a:pt x="104" y="107"/>
                    <a:pt x="108" y="111"/>
                    <a:pt x="112" y="111"/>
                  </a:cubicBezTo>
                  <a:cubicBezTo>
                    <a:pt x="117" y="111"/>
                    <a:pt x="120" y="107"/>
                    <a:pt x="120" y="103"/>
                  </a:cubicBezTo>
                  <a:close/>
                  <a:moveTo>
                    <a:pt x="183" y="214"/>
                  </a:moveTo>
                  <a:lnTo>
                    <a:pt x="29" y="214"/>
                  </a:lnTo>
                  <a:cubicBezTo>
                    <a:pt x="8" y="214"/>
                    <a:pt x="0" y="196"/>
                    <a:pt x="7" y="176"/>
                  </a:cubicBezTo>
                  <a:cubicBezTo>
                    <a:pt x="7" y="176"/>
                    <a:pt x="34" y="126"/>
                    <a:pt x="77" y="55"/>
                  </a:cubicBezTo>
                  <a:lnTo>
                    <a:pt x="77" y="14"/>
                  </a:lnTo>
                  <a:lnTo>
                    <a:pt x="74" y="14"/>
                  </a:lnTo>
                  <a:cubicBezTo>
                    <a:pt x="71" y="14"/>
                    <a:pt x="67" y="11"/>
                    <a:pt x="67" y="7"/>
                  </a:cubicBezTo>
                  <a:cubicBezTo>
                    <a:pt x="67" y="3"/>
                    <a:pt x="71" y="0"/>
                    <a:pt x="74" y="0"/>
                  </a:cubicBezTo>
                  <a:lnTo>
                    <a:pt x="138" y="0"/>
                  </a:lnTo>
                  <a:cubicBezTo>
                    <a:pt x="142" y="0"/>
                    <a:pt x="145" y="3"/>
                    <a:pt x="145" y="7"/>
                  </a:cubicBezTo>
                  <a:cubicBezTo>
                    <a:pt x="145" y="11"/>
                    <a:pt x="142" y="14"/>
                    <a:pt x="138" y="14"/>
                  </a:cubicBezTo>
                  <a:lnTo>
                    <a:pt x="135" y="14"/>
                  </a:lnTo>
                  <a:lnTo>
                    <a:pt x="135" y="55"/>
                  </a:lnTo>
                  <a:cubicBezTo>
                    <a:pt x="178" y="126"/>
                    <a:pt x="205" y="176"/>
                    <a:pt x="205" y="176"/>
                  </a:cubicBezTo>
                  <a:cubicBezTo>
                    <a:pt x="212" y="196"/>
                    <a:pt x="204" y="214"/>
                    <a:pt x="183" y="214"/>
                  </a:cubicBezTo>
                  <a:close/>
                  <a:moveTo>
                    <a:pt x="171" y="146"/>
                  </a:moveTo>
                  <a:cubicBezTo>
                    <a:pt x="164" y="134"/>
                    <a:pt x="133" y="79"/>
                    <a:pt x="123" y="63"/>
                  </a:cubicBezTo>
                  <a:lnTo>
                    <a:pt x="121" y="60"/>
                  </a:lnTo>
                  <a:lnTo>
                    <a:pt x="91" y="60"/>
                  </a:lnTo>
                  <a:lnTo>
                    <a:pt x="89" y="63"/>
                  </a:lnTo>
                  <a:cubicBezTo>
                    <a:pt x="78" y="81"/>
                    <a:pt x="45" y="139"/>
                    <a:pt x="41" y="146"/>
                  </a:cubicBezTo>
                  <a:lnTo>
                    <a:pt x="171" y="146"/>
                  </a:lnTo>
                  <a:close/>
                </a:path>
              </a:pathLst>
            </a:custGeom>
            <a:solidFill>
              <a:schemeClr val="bg1"/>
            </a:solidFill>
            <a:ln>
              <a:noFill/>
            </a:ln>
          </p:spPr>
          <p:txBody>
            <a:bodyPr/>
            <a:lstStyle/>
            <a:p>
              <a:endParaRPr lang="zh-CN" altLang="en-US">
                <a:cs typeface="+mn-ea"/>
                <a:sym typeface="+mn-lt"/>
              </a:endParaRPr>
            </a:p>
          </p:txBody>
        </p:sp>
      </p:grpSp>
      <p:grpSp>
        <p:nvGrpSpPr>
          <p:cNvPr id="12" name="组合 11">
            <a:extLst>
              <a:ext uri="{FF2B5EF4-FFF2-40B4-BE49-F238E27FC236}">
                <a16:creationId xmlns:a16="http://schemas.microsoft.com/office/drawing/2014/main" id="{287D7328-3DE5-4C6F-9AC8-E1D9F3EE5CBE}"/>
              </a:ext>
            </a:extLst>
          </p:cNvPr>
          <p:cNvGrpSpPr/>
          <p:nvPr/>
        </p:nvGrpSpPr>
        <p:grpSpPr>
          <a:xfrm>
            <a:off x="4695930" y="1720927"/>
            <a:ext cx="1116000" cy="1116000"/>
            <a:chOff x="4695930" y="1720927"/>
            <a:chExt cx="1116000" cy="1116000"/>
          </a:xfrm>
        </p:grpSpPr>
        <p:sp>
          <p:nvSpPr>
            <p:cNvPr id="10" name="椭圆 9">
              <a:extLst>
                <a:ext uri="{FF2B5EF4-FFF2-40B4-BE49-F238E27FC236}">
                  <a16:creationId xmlns:a16="http://schemas.microsoft.com/office/drawing/2014/main" id="{B47E6344-9CCD-4F21-A605-AFBFC804ADE9}"/>
                </a:ext>
              </a:extLst>
            </p:cNvPr>
            <p:cNvSpPr/>
            <p:nvPr/>
          </p:nvSpPr>
          <p:spPr>
            <a:xfrm>
              <a:off x="4695930" y="1720927"/>
              <a:ext cx="1116000" cy="1116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1" name="文本框 10">
              <a:extLst>
                <a:ext uri="{FF2B5EF4-FFF2-40B4-BE49-F238E27FC236}">
                  <a16:creationId xmlns:a16="http://schemas.microsoft.com/office/drawing/2014/main" id="{87A44608-76A7-4034-94D7-09A42CEE1FE8}"/>
                </a:ext>
              </a:extLst>
            </p:cNvPr>
            <p:cNvSpPr txBox="1"/>
            <p:nvPr/>
          </p:nvSpPr>
          <p:spPr>
            <a:xfrm>
              <a:off x="4789174" y="2297669"/>
              <a:ext cx="921212" cy="430374"/>
            </a:xfrm>
            <a:prstGeom prst="rect">
              <a:avLst/>
            </a:prstGeom>
            <a:noFill/>
          </p:spPr>
          <p:txBody>
            <a:bodyPr wrap="square" rtlCol="0">
              <a:spAutoFit/>
            </a:bodyPr>
            <a:lstStyle/>
            <a:p>
              <a:pPr algn="ctr">
                <a:lnSpc>
                  <a:spcPct val="120000"/>
                </a:lnSpc>
              </a:pPr>
              <a:r>
                <a:rPr lang="en-US" altLang="zh-CN" sz="2000" b="1" spc="100" dirty="0">
                  <a:solidFill>
                    <a:schemeClr val="bg1"/>
                  </a:solidFill>
                  <a:latin typeface="+mj-ea"/>
                  <a:ea typeface="+mj-ea"/>
                  <a:cs typeface="+mn-ea"/>
                  <a:sym typeface="+mn-lt"/>
                </a:rPr>
                <a:t>23%</a:t>
              </a:r>
              <a:endParaRPr lang="zh-CN" altLang="en-US" sz="2000" b="1" spc="100" dirty="0">
                <a:solidFill>
                  <a:schemeClr val="bg1"/>
                </a:solidFill>
                <a:latin typeface="+mj-ea"/>
                <a:ea typeface="+mj-ea"/>
                <a:cs typeface="+mn-ea"/>
                <a:sym typeface="+mn-lt"/>
              </a:endParaRPr>
            </a:p>
          </p:txBody>
        </p:sp>
        <p:cxnSp>
          <p:nvCxnSpPr>
            <p:cNvPr id="13" name="直接连接符 12">
              <a:extLst>
                <a:ext uri="{FF2B5EF4-FFF2-40B4-BE49-F238E27FC236}">
                  <a16:creationId xmlns:a16="http://schemas.microsoft.com/office/drawing/2014/main" id="{E3766EDA-19E8-401E-B294-CF3C11F3867D}"/>
                </a:ext>
              </a:extLst>
            </p:cNvPr>
            <p:cNvCxnSpPr>
              <a:cxnSpLocks/>
            </p:cNvCxnSpPr>
            <p:nvPr/>
          </p:nvCxnSpPr>
          <p:spPr>
            <a:xfrm>
              <a:off x="4903242" y="2278927"/>
              <a:ext cx="701377"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5" name="atom_109287">
              <a:extLst>
                <a:ext uri="{FF2B5EF4-FFF2-40B4-BE49-F238E27FC236}">
                  <a16:creationId xmlns:a16="http://schemas.microsoft.com/office/drawing/2014/main" id="{5E92943A-55D8-4FC4-9432-14657D8E25EA}"/>
                </a:ext>
              </a:extLst>
            </p:cNvPr>
            <p:cNvSpPr>
              <a:spLocks noChangeAspect="1"/>
            </p:cNvSpPr>
            <p:nvPr/>
          </p:nvSpPr>
          <p:spPr bwMode="auto">
            <a:xfrm>
              <a:off x="5092209" y="1861086"/>
              <a:ext cx="323442" cy="322920"/>
            </a:xfrm>
            <a:custGeom>
              <a:avLst/>
              <a:gdLst>
                <a:gd name="connsiteX0" fmla="*/ 505982 w 609328"/>
                <a:gd name="connsiteY0" fmla="*/ 368351 h 608345"/>
                <a:gd name="connsiteX1" fmla="*/ 441623 w 609328"/>
                <a:gd name="connsiteY1" fmla="*/ 440976 h 608345"/>
                <a:gd name="connsiteX2" fmla="*/ 368892 w 609328"/>
                <a:gd name="connsiteY2" fmla="*/ 505242 h 608345"/>
                <a:gd name="connsiteX3" fmla="*/ 481041 w 609328"/>
                <a:gd name="connsiteY3" fmla="*/ 538681 h 608345"/>
                <a:gd name="connsiteX4" fmla="*/ 525168 w 609328"/>
                <a:gd name="connsiteY4" fmla="*/ 524400 h 608345"/>
                <a:gd name="connsiteX5" fmla="*/ 505982 w 609328"/>
                <a:gd name="connsiteY5" fmla="*/ 368351 h 608345"/>
                <a:gd name="connsiteX6" fmla="*/ 103433 w 609328"/>
                <a:gd name="connsiteY6" fmla="*/ 368351 h 608345"/>
                <a:gd name="connsiteX7" fmla="*/ 84073 w 609328"/>
                <a:gd name="connsiteY7" fmla="*/ 524400 h 608345"/>
                <a:gd name="connsiteX8" fmla="*/ 128374 w 609328"/>
                <a:gd name="connsiteY8" fmla="*/ 538681 h 608345"/>
                <a:gd name="connsiteX9" fmla="*/ 240523 w 609328"/>
                <a:gd name="connsiteY9" fmla="*/ 505242 h 608345"/>
                <a:gd name="connsiteX10" fmla="*/ 167618 w 609328"/>
                <a:gd name="connsiteY10" fmla="*/ 440976 h 608345"/>
                <a:gd name="connsiteX11" fmla="*/ 103433 w 609328"/>
                <a:gd name="connsiteY11" fmla="*/ 368351 h 608345"/>
                <a:gd name="connsiteX12" fmla="*/ 304743 w 609328"/>
                <a:gd name="connsiteY12" fmla="*/ 276706 h 608345"/>
                <a:gd name="connsiteX13" fmla="*/ 277185 w 609328"/>
                <a:gd name="connsiteY13" fmla="*/ 304224 h 608345"/>
                <a:gd name="connsiteX14" fmla="*/ 304743 w 609328"/>
                <a:gd name="connsiteY14" fmla="*/ 331569 h 608345"/>
                <a:gd name="connsiteX15" fmla="*/ 332127 w 609328"/>
                <a:gd name="connsiteY15" fmla="*/ 304224 h 608345"/>
                <a:gd name="connsiteX16" fmla="*/ 304743 w 609328"/>
                <a:gd name="connsiteY16" fmla="*/ 276706 h 608345"/>
                <a:gd name="connsiteX17" fmla="*/ 304743 w 609328"/>
                <a:gd name="connsiteY17" fmla="*/ 207039 h 608345"/>
                <a:gd name="connsiteX18" fmla="*/ 401895 w 609328"/>
                <a:gd name="connsiteY18" fmla="*/ 304224 h 608345"/>
                <a:gd name="connsiteX19" fmla="*/ 304743 w 609328"/>
                <a:gd name="connsiteY19" fmla="*/ 401235 h 608345"/>
                <a:gd name="connsiteX20" fmla="*/ 207417 w 609328"/>
                <a:gd name="connsiteY20" fmla="*/ 304224 h 608345"/>
                <a:gd name="connsiteX21" fmla="*/ 304743 w 609328"/>
                <a:gd name="connsiteY21" fmla="*/ 207039 h 608345"/>
                <a:gd name="connsiteX22" fmla="*/ 304708 w 609328"/>
                <a:gd name="connsiteY22" fmla="*/ 142638 h 608345"/>
                <a:gd name="connsiteX23" fmla="*/ 216977 w 609328"/>
                <a:gd name="connsiteY23" fmla="*/ 216657 h 608345"/>
                <a:gd name="connsiteX24" fmla="*/ 142676 w 609328"/>
                <a:gd name="connsiteY24" fmla="*/ 304260 h 608345"/>
                <a:gd name="connsiteX25" fmla="*/ 216977 w 609328"/>
                <a:gd name="connsiteY25" fmla="*/ 391689 h 608345"/>
                <a:gd name="connsiteX26" fmla="*/ 304708 w 609328"/>
                <a:gd name="connsiteY26" fmla="*/ 465881 h 608345"/>
                <a:gd name="connsiteX27" fmla="*/ 392264 w 609328"/>
                <a:gd name="connsiteY27" fmla="*/ 391689 h 608345"/>
                <a:gd name="connsiteX28" fmla="*/ 466565 w 609328"/>
                <a:gd name="connsiteY28" fmla="*/ 304260 h 608345"/>
                <a:gd name="connsiteX29" fmla="*/ 392264 w 609328"/>
                <a:gd name="connsiteY29" fmla="*/ 216657 h 608345"/>
                <a:gd name="connsiteX30" fmla="*/ 304708 w 609328"/>
                <a:gd name="connsiteY30" fmla="*/ 142638 h 608345"/>
                <a:gd name="connsiteX31" fmla="*/ 481041 w 609328"/>
                <a:gd name="connsiteY31" fmla="*/ 69665 h 608345"/>
                <a:gd name="connsiteX32" fmla="*/ 368892 w 609328"/>
                <a:gd name="connsiteY32" fmla="*/ 103278 h 608345"/>
                <a:gd name="connsiteX33" fmla="*/ 441623 w 609328"/>
                <a:gd name="connsiteY33" fmla="*/ 167369 h 608345"/>
                <a:gd name="connsiteX34" fmla="*/ 505982 w 609328"/>
                <a:gd name="connsiteY34" fmla="*/ 240169 h 608345"/>
                <a:gd name="connsiteX35" fmla="*/ 525168 w 609328"/>
                <a:gd name="connsiteY35" fmla="*/ 83946 h 608345"/>
                <a:gd name="connsiteX36" fmla="*/ 481041 w 609328"/>
                <a:gd name="connsiteY36" fmla="*/ 69665 h 608345"/>
                <a:gd name="connsiteX37" fmla="*/ 128374 w 609328"/>
                <a:gd name="connsiteY37" fmla="*/ 69665 h 608345"/>
                <a:gd name="connsiteX38" fmla="*/ 84073 w 609328"/>
                <a:gd name="connsiteY38" fmla="*/ 83946 h 608345"/>
                <a:gd name="connsiteX39" fmla="*/ 103433 w 609328"/>
                <a:gd name="connsiteY39" fmla="*/ 240169 h 608345"/>
                <a:gd name="connsiteX40" fmla="*/ 167618 w 609328"/>
                <a:gd name="connsiteY40" fmla="*/ 167369 h 608345"/>
                <a:gd name="connsiteX41" fmla="*/ 240523 w 609328"/>
                <a:gd name="connsiteY41" fmla="*/ 103278 h 608345"/>
                <a:gd name="connsiteX42" fmla="*/ 128374 w 609328"/>
                <a:gd name="connsiteY42" fmla="*/ 69665 h 608345"/>
                <a:gd name="connsiteX43" fmla="*/ 128374 w 609328"/>
                <a:gd name="connsiteY43" fmla="*/ 0 h 608345"/>
                <a:gd name="connsiteX44" fmla="*/ 304708 w 609328"/>
                <a:gd name="connsiteY44" fmla="*/ 59041 h 608345"/>
                <a:gd name="connsiteX45" fmla="*/ 481041 w 609328"/>
                <a:gd name="connsiteY45" fmla="*/ 0 h 608345"/>
                <a:gd name="connsiteX46" fmla="*/ 574527 w 609328"/>
                <a:gd name="connsiteY46" fmla="*/ 34658 h 608345"/>
                <a:gd name="connsiteX47" fmla="*/ 590225 w 609328"/>
                <a:gd name="connsiteY47" fmla="*/ 222578 h 608345"/>
                <a:gd name="connsiteX48" fmla="*/ 550109 w 609328"/>
                <a:gd name="connsiteY48" fmla="*/ 304260 h 608345"/>
                <a:gd name="connsiteX49" fmla="*/ 590225 w 609328"/>
                <a:gd name="connsiteY49" fmla="*/ 385941 h 608345"/>
                <a:gd name="connsiteX50" fmla="*/ 574527 w 609328"/>
                <a:gd name="connsiteY50" fmla="*/ 573687 h 608345"/>
                <a:gd name="connsiteX51" fmla="*/ 481041 w 609328"/>
                <a:gd name="connsiteY51" fmla="*/ 608345 h 608345"/>
                <a:gd name="connsiteX52" fmla="*/ 304708 w 609328"/>
                <a:gd name="connsiteY52" fmla="*/ 549305 h 608345"/>
                <a:gd name="connsiteX53" fmla="*/ 128374 w 609328"/>
                <a:gd name="connsiteY53" fmla="*/ 608345 h 608345"/>
                <a:gd name="connsiteX54" fmla="*/ 34714 w 609328"/>
                <a:gd name="connsiteY54" fmla="*/ 573687 h 608345"/>
                <a:gd name="connsiteX55" fmla="*/ 19191 w 609328"/>
                <a:gd name="connsiteY55" fmla="*/ 385941 h 608345"/>
                <a:gd name="connsiteX56" fmla="*/ 59306 w 609328"/>
                <a:gd name="connsiteY56" fmla="*/ 304260 h 608345"/>
                <a:gd name="connsiteX57" fmla="*/ 19191 w 609328"/>
                <a:gd name="connsiteY57" fmla="*/ 222578 h 608345"/>
                <a:gd name="connsiteX58" fmla="*/ 34714 w 609328"/>
                <a:gd name="connsiteY58" fmla="*/ 34658 h 608345"/>
                <a:gd name="connsiteX59" fmla="*/ 128374 w 609328"/>
                <a:gd name="connsiteY59" fmla="*/ 0 h 608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609328" h="608345">
                  <a:moveTo>
                    <a:pt x="505982" y="368351"/>
                  </a:moveTo>
                  <a:cubicBezTo>
                    <a:pt x="486622" y="393256"/>
                    <a:pt x="464995" y="417639"/>
                    <a:pt x="441623" y="440976"/>
                  </a:cubicBezTo>
                  <a:cubicBezTo>
                    <a:pt x="418077" y="464488"/>
                    <a:pt x="393659" y="485910"/>
                    <a:pt x="368892" y="505242"/>
                  </a:cubicBezTo>
                  <a:cubicBezTo>
                    <a:pt x="410403" y="526664"/>
                    <a:pt x="449472" y="538681"/>
                    <a:pt x="481041" y="538681"/>
                  </a:cubicBezTo>
                  <a:cubicBezTo>
                    <a:pt x="500750" y="538681"/>
                    <a:pt x="515750" y="533978"/>
                    <a:pt x="525168" y="524400"/>
                  </a:cubicBezTo>
                  <a:cubicBezTo>
                    <a:pt x="549935" y="499669"/>
                    <a:pt x="542784" y="439583"/>
                    <a:pt x="505982" y="368351"/>
                  </a:cubicBezTo>
                  <a:close/>
                  <a:moveTo>
                    <a:pt x="103433" y="368351"/>
                  </a:moveTo>
                  <a:cubicBezTo>
                    <a:pt x="66632" y="439583"/>
                    <a:pt x="59306" y="499669"/>
                    <a:pt x="84073" y="524400"/>
                  </a:cubicBezTo>
                  <a:cubicBezTo>
                    <a:pt x="93666" y="533978"/>
                    <a:pt x="108491" y="538681"/>
                    <a:pt x="128374" y="538681"/>
                  </a:cubicBezTo>
                  <a:cubicBezTo>
                    <a:pt x="159943" y="538681"/>
                    <a:pt x="199012" y="526664"/>
                    <a:pt x="240523" y="505242"/>
                  </a:cubicBezTo>
                  <a:cubicBezTo>
                    <a:pt x="215756" y="485910"/>
                    <a:pt x="191338" y="464488"/>
                    <a:pt x="167618" y="440976"/>
                  </a:cubicBezTo>
                  <a:cubicBezTo>
                    <a:pt x="144246" y="417639"/>
                    <a:pt x="122793" y="393256"/>
                    <a:pt x="103433" y="368351"/>
                  </a:cubicBezTo>
                  <a:close/>
                  <a:moveTo>
                    <a:pt x="304743" y="276706"/>
                  </a:moveTo>
                  <a:cubicBezTo>
                    <a:pt x="289569" y="276706"/>
                    <a:pt x="277185" y="289072"/>
                    <a:pt x="277185" y="304224"/>
                  </a:cubicBezTo>
                  <a:cubicBezTo>
                    <a:pt x="277185" y="319377"/>
                    <a:pt x="289569" y="331569"/>
                    <a:pt x="304743" y="331569"/>
                  </a:cubicBezTo>
                  <a:cubicBezTo>
                    <a:pt x="319918" y="331569"/>
                    <a:pt x="332127" y="319377"/>
                    <a:pt x="332127" y="304224"/>
                  </a:cubicBezTo>
                  <a:cubicBezTo>
                    <a:pt x="332127" y="289072"/>
                    <a:pt x="319918" y="276706"/>
                    <a:pt x="304743" y="276706"/>
                  </a:cubicBezTo>
                  <a:close/>
                  <a:moveTo>
                    <a:pt x="304743" y="207039"/>
                  </a:moveTo>
                  <a:cubicBezTo>
                    <a:pt x="358290" y="207039"/>
                    <a:pt x="401895" y="250581"/>
                    <a:pt x="401895" y="304224"/>
                  </a:cubicBezTo>
                  <a:cubicBezTo>
                    <a:pt x="401895" y="357694"/>
                    <a:pt x="358290" y="401235"/>
                    <a:pt x="304743" y="401235"/>
                  </a:cubicBezTo>
                  <a:cubicBezTo>
                    <a:pt x="251022" y="401235"/>
                    <a:pt x="207417" y="357694"/>
                    <a:pt x="207417" y="304224"/>
                  </a:cubicBezTo>
                  <a:cubicBezTo>
                    <a:pt x="207417" y="250581"/>
                    <a:pt x="251022" y="207039"/>
                    <a:pt x="304743" y="207039"/>
                  </a:cubicBezTo>
                  <a:close/>
                  <a:moveTo>
                    <a:pt x="304708" y="142638"/>
                  </a:moveTo>
                  <a:cubicBezTo>
                    <a:pt x="274883" y="163712"/>
                    <a:pt x="245058" y="188791"/>
                    <a:pt x="216977" y="216657"/>
                  </a:cubicBezTo>
                  <a:cubicBezTo>
                    <a:pt x="188199" y="245568"/>
                    <a:pt x="163257" y="275175"/>
                    <a:pt x="142676" y="304260"/>
                  </a:cubicBezTo>
                  <a:cubicBezTo>
                    <a:pt x="163257" y="333171"/>
                    <a:pt x="188199" y="362778"/>
                    <a:pt x="216977" y="391689"/>
                  </a:cubicBezTo>
                  <a:cubicBezTo>
                    <a:pt x="245058" y="419729"/>
                    <a:pt x="274883" y="444634"/>
                    <a:pt x="304708" y="465881"/>
                  </a:cubicBezTo>
                  <a:cubicBezTo>
                    <a:pt x="334533" y="444634"/>
                    <a:pt x="364358" y="419729"/>
                    <a:pt x="392264" y="391689"/>
                  </a:cubicBezTo>
                  <a:cubicBezTo>
                    <a:pt x="421217" y="362778"/>
                    <a:pt x="445984" y="333171"/>
                    <a:pt x="466565" y="304260"/>
                  </a:cubicBezTo>
                  <a:cubicBezTo>
                    <a:pt x="445984" y="275175"/>
                    <a:pt x="421217" y="245568"/>
                    <a:pt x="392264" y="216657"/>
                  </a:cubicBezTo>
                  <a:cubicBezTo>
                    <a:pt x="364358" y="188791"/>
                    <a:pt x="334533" y="163712"/>
                    <a:pt x="304708" y="142638"/>
                  </a:cubicBezTo>
                  <a:close/>
                  <a:moveTo>
                    <a:pt x="481041" y="69665"/>
                  </a:moveTo>
                  <a:cubicBezTo>
                    <a:pt x="449472" y="69665"/>
                    <a:pt x="410403" y="81856"/>
                    <a:pt x="368892" y="103278"/>
                  </a:cubicBezTo>
                  <a:cubicBezTo>
                    <a:pt x="393659" y="122436"/>
                    <a:pt x="418077" y="143857"/>
                    <a:pt x="441623" y="167369"/>
                  </a:cubicBezTo>
                  <a:cubicBezTo>
                    <a:pt x="464995" y="190881"/>
                    <a:pt x="486622" y="215263"/>
                    <a:pt x="505982" y="240169"/>
                  </a:cubicBezTo>
                  <a:cubicBezTo>
                    <a:pt x="542784" y="168762"/>
                    <a:pt x="549935" y="108677"/>
                    <a:pt x="525168" y="83946"/>
                  </a:cubicBezTo>
                  <a:cubicBezTo>
                    <a:pt x="515750" y="74541"/>
                    <a:pt x="500750" y="69665"/>
                    <a:pt x="481041" y="69665"/>
                  </a:cubicBezTo>
                  <a:close/>
                  <a:moveTo>
                    <a:pt x="128374" y="69665"/>
                  </a:moveTo>
                  <a:cubicBezTo>
                    <a:pt x="108491" y="69665"/>
                    <a:pt x="93666" y="74541"/>
                    <a:pt x="84073" y="83946"/>
                  </a:cubicBezTo>
                  <a:cubicBezTo>
                    <a:pt x="59306" y="108677"/>
                    <a:pt x="66632" y="168762"/>
                    <a:pt x="103433" y="240169"/>
                  </a:cubicBezTo>
                  <a:cubicBezTo>
                    <a:pt x="122793" y="215263"/>
                    <a:pt x="144246" y="190881"/>
                    <a:pt x="167618" y="167369"/>
                  </a:cubicBezTo>
                  <a:cubicBezTo>
                    <a:pt x="191338" y="143857"/>
                    <a:pt x="215756" y="122436"/>
                    <a:pt x="240523" y="103278"/>
                  </a:cubicBezTo>
                  <a:cubicBezTo>
                    <a:pt x="199012" y="81856"/>
                    <a:pt x="159943" y="69665"/>
                    <a:pt x="128374" y="69665"/>
                  </a:cubicBezTo>
                  <a:close/>
                  <a:moveTo>
                    <a:pt x="128374" y="0"/>
                  </a:moveTo>
                  <a:cubicBezTo>
                    <a:pt x="180001" y="0"/>
                    <a:pt x="241744" y="21248"/>
                    <a:pt x="304708" y="59041"/>
                  </a:cubicBezTo>
                  <a:cubicBezTo>
                    <a:pt x="367497" y="21248"/>
                    <a:pt x="429240" y="0"/>
                    <a:pt x="481041" y="0"/>
                  </a:cubicBezTo>
                  <a:cubicBezTo>
                    <a:pt x="519412" y="0"/>
                    <a:pt x="551853" y="12017"/>
                    <a:pt x="574527" y="34658"/>
                  </a:cubicBezTo>
                  <a:cubicBezTo>
                    <a:pt x="614817" y="74890"/>
                    <a:pt x="620224" y="141593"/>
                    <a:pt x="590225" y="222578"/>
                  </a:cubicBezTo>
                  <a:cubicBezTo>
                    <a:pt x="580283" y="249225"/>
                    <a:pt x="566679" y="276742"/>
                    <a:pt x="550109" y="304260"/>
                  </a:cubicBezTo>
                  <a:cubicBezTo>
                    <a:pt x="566679" y="331777"/>
                    <a:pt x="580283" y="359295"/>
                    <a:pt x="590225" y="385941"/>
                  </a:cubicBezTo>
                  <a:cubicBezTo>
                    <a:pt x="620224" y="466926"/>
                    <a:pt x="614817" y="533630"/>
                    <a:pt x="574527" y="573687"/>
                  </a:cubicBezTo>
                  <a:cubicBezTo>
                    <a:pt x="551853" y="596502"/>
                    <a:pt x="519412" y="608345"/>
                    <a:pt x="481041" y="608345"/>
                  </a:cubicBezTo>
                  <a:cubicBezTo>
                    <a:pt x="429240" y="608345"/>
                    <a:pt x="367497" y="587098"/>
                    <a:pt x="304708" y="549305"/>
                  </a:cubicBezTo>
                  <a:cubicBezTo>
                    <a:pt x="241744" y="587098"/>
                    <a:pt x="180001" y="608345"/>
                    <a:pt x="128374" y="608345"/>
                  </a:cubicBezTo>
                  <a:cubicBezTo>
                    <a:pt x="89829" y="608345"/>
                    <a:pt x="57562" y="596502"/>
                    <a:pt x="34714" y="573687"/>
                  </a:cubicBezTo>
                  <a:cubicBezTo>
                    <a:pt x="-5402" y="533630"/>
                    <a:pt x="-10983" y="466926"/>
                    <a:pt x="19191" y="385941"/>
                  </a:cubicBezTo>
                  <a:cubicBezTo>
                    <a:pt x="29132" y="359295"/>
                    <a:pt x="42562" y="331777"/>
                    <a:pt x="59306" y="304260"/>
                  </a:cubicBezTo>
                  <a:cubicBezTo>
                    <a:pt x="42562" y="276742"/>
                    <a:pt x="29132" y="249225"/>
                    <a:pt x="19191" y="222578"/>
                  </a:cubicBezTo>
                  <a:cubicBezTo>
                    <a:pt x="-10983" y="141593"/>
                    <a:pt x="-5402" y="74890"/>
                    <a:pt x="34714" y="34658"/>
                  </a:cubicBezTo>
                  <a:cubicBezTo>
                    <a:pt x="57562" y="12017"/>
                    <a:pt x="89829" y="0"/>
                    <a:pt x="128374" y="0"/>
                  </a:cubicBezTo>
                  <a:close/>
                </a:path>
              </a:pathLst>
            </a:custGeom>
            <a:solidFill>
              <a:schemeClr val="bg1"/>
            </a:solidFill>
            <a:ln>
              <a:noFill/>
            </a:ln>
          </p:spPr>
          <p:txBody>
            <a:bodyPr/>
            <a:lstStyle/>
            <a:p>
              <a:endParaRPr lang="zh-CN" altLang="en-US">
                <a:cs typeface="+mn-ea"/>
                <a:sym typeface="+mn-lt"/>
              </a:endParaRPr>
            </a:p>
          </p:txBody>
        </p:sp>
      </p:grpSp>
      <p:sp>
        <p:nvSpPr>
          <p:cNvPr id="6" name="文本框 5">
            <a:extLst>
              <a:ext uri="{FF2B5EF4-FFF2-40B4-BE49-F238E27FC236}">
                <a16:creationId xmlns:a16="http://schemas.microsoft.com/office/drawing/2014/main" id="{09A55488-52A9-487D-B4F7-CF68355269A6}"/>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数据图表页</a:t>
            </a:r>
          </a:p>
        </p:txBody>
      </p:sp>
    </p:spTree>
    <p:custDataLst>
      <p:tags r:id="rId1"/>
    </p:custDataLst>
    <p:extLst>
      <p:ext uri="{BB962C8B-B14F-4D97-AF65-F5344CB8AC3E}">
        <p14:creationId xmlns:p14="http://schemas.microsoft.com/office/powerpoint/2010/main" val="42765779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a:extLst>
              <a:ext uri="{FF2B5EF4-FFF2-40B4-BE49-F238E27FC236}">
                <a16:creationId xmlns:a16="http://schemas.microsoft.com/office/drawing/2014/main" id="{F3FA2066-EA45-48DD-997B-157859AA403E}"/>
              </a:ext>
            </a:extLst>
          </p:cNvPr>
          <p:cNvGraphicFramePr/>
          <p:nvPr>
            <p:extLst>
              <p:ext uri="{D42A27DB-BD31-4B8C-83A1-F6EECF244321}">
                <p14:modId xmlns:p14="http://schemas.microsoft.com/office/powerpoint/2010/main" val="3570362238"/>
              </p:ext>
            </p:extLst>
          </p:nvPr>
        </p:nvGraphicFramePr>
        <p:xfrm>
          <a:off x="786765" y="1209040"/>
          <a:ext cx="5110480" cy="4359487"/>
        </p:xfrm>
        <a:graphic>
          <a:graphicData uri="http://schemas.openxmlformats.org/drawingml/2006/chart">
            <c:chart xmlns:c="http://schemas.openxmlformats.org/drawingml/2006/chart" xmlns:r="http://schemas.openxmlformats.org/officeDocument/2006/relationships" r:id="rId4"/>
          </a:graphicData>
        </a:graphic>
      </p:graphicFrame>
      <p:grpSp>
        <p:nvGrpSpPr>
          <p:cNvPr id="13" name="组合 12">
            <a:extLst>
              <a:ext uri="{FF2B5EF4-FFF2-40B4-BE49-F238E27FC236}">
                <a16:creationId xmlns:a16="http://schemas.microsoft.com/office/drawing/2014/main" id="{1631224C-C8EF-4DDE-AFC1-3AADF8E778B9}"/>
              </a:ext>
            </a:extLst>
          </p:cNvPr>
          <p:cNvGrpSpPr/>
          <p:nvPr/>
        </p:nvGrpSpPr>
        <p:grpSpPr>
          <a:xfrm>
            <a:off x="6187440" y="1808480"/>
            <a:ext cx="4937760" cy="3616960"/>
            <a:chOff x="6096000" y="1788160"/>
            <a:chExt cx="4937760" cy="3616960"/>
          </a:xfrm>
        </p:grpSpPr>
        <p:sp>
          <p:nvSpPr>
            <p:cNvPr id="8" name="矩形 7">
              <a:extLst>
                <a:ext uri="{FF2B5EF4-FFF2-40B4-BE49-F238E27FC236}">
                  <a16:creationId xmlns:a16="http://schemas.microsoft.com/office/drawing/2014/main" id="{DDFC7177-072C-4D68-9104-F7A2911C4591}"/>
                </a:ext>
              </a:extLst>
            </p:cNvPr>
            <p:cNvSpPr/>
            <p:nvPr/>
          </p:nvSpPr>
          <p:spPr>
            <a:xfrm>
              <a:off x="6096000" y="1950720"/>
              <a:ext cx="4795520" cy="345440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2" name="任意多边形: 形状 11">
              <a:extLst>
                <a:ext uri="{FF2B5EF4-FFF2-40B4-BE49-F238E27FC236}">
                  <a16:creationId xmlns:a16="http://schemas.microsoft.com/office/drawing/2014/main" id="{ABC38015-3131-451E-B2FE-707C6C4799F0}"/>
                </a:ext>
              </a:extLst>
            </p:cNvPr>
            <p:cNvSpPr/>
            <p:nvPr/>
          </p:nvSpPr>
          <p:spPr>
            <a:xfrm>
              <a:off x="6238240" y="1788160"/>
              <a:ext cx="4795520" cy="3454400"/>
            </a:xfrm>
            <a:custGeom>
              <a:avLst/>
              <a:gdLst>
                <a:gd name="connsiteX0" fmla="*/ 0 w 4795520"/>
                <a:gd name="connsiteY0" fmla="*/ 0 h 3454400"/>
                <a:gd name="connsiteX1" fmla="*/ 4795520 w 4795520"/>
                <a:gd name="connsiteY1" fmla="*/ 0 h 3454400"/>
                <a:gd name="connsiteX2" fmla="*/ 4795520 w 4795520"/>
                <a:gd name="connsiteY2" fmla="*/ 3454400 h 3454400"/>
                <a:gd name="connsiteX3" fmla="*/ 4653280 w 4795520"/>
                <a:gd name="connsiteY3" fmla="*/ 3454400 h 3454400"/>
                <a:gd name="connsiteX4" fmla="*/ 4653280 w 4795520"/>
                <a:gd name="connsiteY4" fmla="*/ 162560 h 3454400"/>
                <a:gd name="connsiteX5" fmla="*/ 0 w 4795520"/>
                <a:gd name="connsiteY5" fmla="*/ 162560 h 345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95520" h="3454400">
                  <a:moveTo>
                    <a:pt x="0" y="0"/>
                  </a:moveTo>
                  <a:lnTo>
                    <a:pt x="4795520" y="0"/>
                  </a:lnTo>
                  <a:lnTo>
                    <a:pt x="4795520" y="3454400"/>
                  </a:lnTo>
                  <a:lnTo>
                    <a:pt x="4653280" y="3454400"/>
                  </a:lnTo>
                  <a:lnTo>
                    <a:pt x="4653280" y="162560"/>
                  </a:lnTo>
                  <a:lnTo>
                    <a:pt x="0" y="16256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grpSp>
      <p:sp>
        <p:nvSpPr>
          <p:cNvPr id="15" name="文本框 14">
            <a:extLst>
              <a:ext uri="{FF2B5EF4-FFF2-40B4-BE49-F238E27FC236}">
                <a16:creationId xmlns:a16="http://schemas.microsoft.com/office/drawing/2014/main" id="{676C06E4-81F2-4AAD-A4EB-84395DDA8D02}"/>
              </a:ext>
            </a:extLst>
          </p:cNvPr>
          <p:cNvSpPr txBox="1"/>
          <p:nvPr/>
        </p:nvSpPr>
        <p:spPr>
          <a:xfrm>
            <a:off x="7014516" y="2273494"/>
            <a:ext cx="1475526" cy="430374"/>
          </a:xfrm>
          <a:prstGeom prst="rect">
            <a:avLst/>
          </a:prstGeom>
          <a:noFill/>
        </p:spPr>
        <p:txBody>
          <a:bodyPr wrap="square" rtlCol="0">
            <a:spAutoFit/>
          </a:bodyPr>
          <a:lstStyle/>
          <a:p>
            <a:pPr>
              <a:lnSpc>
                <a:spcPct val="120000"/>
              </a:lnSpc>
            </a:pPr>
            <a:r>
              <a:rPr lang="zh-CN" altLang="en-US" sz="2000" b="1" spc="100" dirty="0">
                <a:solidFill>
                  <a:schemeClr val="bg1">
                    <a:lumMod val="50000"/>
                  </a:schemeClr>
                </a:solidFill>
                <a:latin typeface="+mj-ea"/>
                <a:ea typeface="+mj-ea"/>
                <a:cs typeface="+mn-ea"/>
                <a:sym typeface="+mn-lt"/>
              </a:rPr>
              <a:t>数据分析</a:t>
            </a:r>
          </a:p>
        </p:txBody>
      </p:sp>
      <p:cxnSp>
        <p:nvCxnSpPr>
          <p:cNvPr id="17" name="直接连接符 16">
            <a:extLst>
              <a:ext uri="{FF2B5EF4-FFF2-40B4-BE49-F238E27FC236}">
                <a16:creationId xmlns:a16="http://schemas.microsoft.com/office/drawing/2014/main" id="{AA592D6D-C4CB-4875-A4EE-55C4D44E2ABF}"/>
              </a:ext>
            </a:extLst>
          </p:cNvPr>
          <p:cNvCxnSpPr>
            <a:cxnSpLocks/>
          </p:cNvCxnSpPr>
          <p:nvPr/>
        </p:nvCxnSpPr>
        <p:spPr>
          <a:xfrm>
            <a:off x="7111036" y="2788757"/>
            <a:ext cx="558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5CC002EE-DE1C-4B87-9DFE-86BB90215D1D}"/>
              </a:ext>
            </a:extLst>
          </p:cNvPr>
          <p:cNvSpPr txBox="1"/>
          <p:nvPr/>
        </p:nvSpPr>
        <p:spPr>
          <a:xfrm>
            <a:off x="6439114" y="3081607"/>
            <a:ext cx="4279686" cy="2135585"/>
          </a:xfrm>
          <a:prstGeom prst="rect">
            <a:avLst/>
          </a:prstGeom>
          <a:noFill/>
        </p:spPr>
        <p:txBody>
          <a:bodyPr wrap="square" rtlCol="0">
            <a:spAutoFit/>
          </a:bodyPr>
          <a:lstStyle/>
          <a:p>
            <a:pPr algn="just">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南京理工大学，位于江苏省南京市，北依紫金山，西临明城墙，是隶属于工业和信息化部，由工信部、教育部与江苏省人民政府共建的全国重点大学，是国家“世界一流学科建设高校“，是国家“</a:t>
            </a:r>
            <a:r>
              <a:rPr lang="en-US" altLang="zh-CN" sz="1600" spc="100" dirty="0">
                <a:solidFill>
                  <a:schemeClr val="tx1">
                    <a:lumMod val="65000"/>
                    <a:lumOff val="35000"/>
                  </a:schemeClr>
                </a:solidFill>
                <a:cs typeface="+mn-ea"/>
                <a:sym typeface="+mn-lt"/>
              </a:rPr>
              <a:t>211</a:t>
            </a:r>
            <a:r>
              <a:rPr lang="zh-CN" altLang="en-US" sz="1600" spc="100" dirty="0">
                <a:solidFill>
                  <a:schemeClr val="tx1">
                    <a:lumMod val="65000"/>
                    <a:lumOff val="35000"/>
                  </a:schemeClr>
                </a:solidFill>
                <a:cs typeface="+mn-ea"/>
                <a:sym typeface="+mn-lt"/>
              </a:rPr>
              <a:t>工程”、“</a:t>
            </a:r>
            <a:r>
              <a:rPr lang="en-US" altLang="zh-CN" sz="1600" spc="100" dirty="0">
                <a:solidFill>
                  <a:schemeClr val="tx1">
                    <a:lumMod val="65000"/>
                    <a:lumOff val="35000"/>
                  </a:schemeClr>
                </a:solidFill>
                <a:cs typeface="+mn-ea"/>
                <a:sym typeface="+mn-lt"/>
              </a:rPr>
              <a:t>985</a:t>
            </a:r>
            <a:r>
              <a:rPr lang="zh-CN" altLang="en-US" sz="1600" spc="100" dirty="0">
                <a:solidFill>
                  <a:schemeClr val="tx1">
                    <a:lumMod val="65000"/>
                    <a:lumOff val="35000"/>
                  </a:schemeClr>
                </a:solidFill>
                <a:cs typeface="+mn-ea"/>
                <a:sym typeface="+mn-lt"/>
              </a:rPr>
              <a:t>工程优势学科创新平台”重点建设高校</a:t>
            </a:r>
          </a:p>
        </p:txBody>
      </p:sp>
      <p:sp>
        <p:nvSpPr>
          <p:cNvPr id="21" name="bookmark-tag_74392">
            <a:extLst>
              <a:ext uri="{FF2B5EF4-FFF2-40B4-BE49-F238E27FC236}">
                <a16:creationId xmlns:a16="http://schemas.microsoft.com/office/drawing/2014/main" id="{0B484DFC-F232-464E-86FE-1577FF74A9A5}"/>
              </a:ext>
            </a:extLst>
          </p:cNvPr>
          <p:cNvSpPr>
            <a:spLocks noChangeAspect="1"/>
          </p:cNvSpPr>
          <p:nvPr/>
        </p:nvSpPr>
        <p:spPr bwMode="auto">
          <a:xfrm>
            <a:off x="10036574" y="1967476"/>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cs typeface="+mn-ea"/>
              <a:sym typeface="+mn-lt"/>
            </a:endParaRPr>
          </a:p>
        </p:txBody>
      </p:sp>
      <p:sp>
        <p:nvSpPr>
          <p:cNvPr id="2" name="文本框 1">
            <a:extLst>
              <a:ext uri="{FF2B5EF4-FFF2-40B4-BE49-F238E27FC236}">
                <a16:creationId xmlns:a16="http://schemas.microsoft.com/office/drawing/2014/main" id="{2AA1C89E-83D9-4C46-BB00-BAF6DC317370}"/>
              </a:ext>
            </a:extLst>
          </p:cNvPr>
          <p:cNvSpPr txBox="1"/>
          <p:nvPr/>
        </p:nvSpPr>
        <p:spPr>
          <a:xfrm>
            <a:off x="1287843" y="454036"/>
            <a:ext cx="1648229" cy="430567"/>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sym typeface="+mn-lt"/>
              </a:rPr>
              <a:t>数据图表页</a:t>
            </a:r>
          </a:p>
        </p:txBody>
      </p:sp>
      <p:sp>
        <p:nvSpPr>
          <p:cNvPr id="14" name="iconfont-1043-183947">
            <a:extLst>
              <a:ext uri="{FF2B5EF4-FFF2-40B4-BE49-F238E27FC236}">
                <a16:creationId xmlns:a16="http://schemas.microsoft.com/office/drawing/2014/main" id="{11972F01-32EF-4C5E-9FF7-2A059DB311ED}"/>
              </a:ext>
            </a:extLst>
          </p:cNvPr>
          <p:cNvSpPr>
            <a:spLocks noChangeAspect="1"/>
          </p:cNvSpPr>
          <p:nvPr/>
        </p:nvSpPr>
        <p:spPr bwMode="auto">
          <a:xfrm>
            <a:off x="6559833" y="2427371"/>
            <a:ext cx="383677" cy="383677"/>
          </a:xfrm>
          <a:custGeom>
            <a:avLst/>
            <a:gdLst>
              <a:gd name="T0" fmla="*/ 5200 w 10400"/>
              <a:gd name="T1" fmla="*/ 10400 h 10400"/>
              <a:gd name="T2" fmla="*/ 4800 w 10400"/>
              <a:gd name="T3" fmla="*/ 10000 h 10400"/>
              <a:gd name="T4" fmla="*/ 4800 w 10400"/>
              <a:gd name="T5" fmla="*/ 400 h 10400"/>
              <a:gd name="T6" fmla="*/ 5200 w 10400"/>
              <a:gd name="T7" fmla="*/ 0 h 10400"/>
              <a:gd name="T8" fmla="*/ 5600 w 10400"/>
              <a:gd name="T9" fmla="*/ 400 h 10400"/>
              <a:gd name="T10" fmla="*/ 5600 w 10400"/>
              <a:gd name="T11" fmla="*/ 10000 h 10400"/>
              <a:gd name="T12" fmla="*/ 5200 w 10400"/>
              <a:gd name="T13" fmla="*/ 10400 h 10400"/>
              <a:gd name="T14" fmla="*/ 10000 w 10400"/>
              <a:gd name="T15" fmla="*/ 10400 h 10400"/>
              <a:gd name="T16" fmla="*/ 9600 w 10400"/>
              <a:gd name="T17" fmla="*/ 10000 h 10400"/>
              <a:gd name="T18" fmla="*/ 9600 w 10400"/>
              <a:gd name="T19" fmla="*/ 2800 h 10400"/>
              <a:gd name="T20" fmla="*/ 10000 w 10400"/>
              <a:gd name="T21" fmla="*/ 2400 h 10400"/>
              <a:gd name="T22" fmla="*/ 10400 w 10400"/>
              <a:gd name="T23" fmla="*/ 2800 h 10400"/>
              <a:gd name="T24" fmla="*/ 10400 w 10400"/>
              <a:gd name="T25" fmla="*/ 10000 h 10400"/>
              <a:gd name="T26" fmla="*/ 10000 w 10400"/>
              <a:gd name="T27" fmla="*/ 10400 h 10400"/>
              <a:gd name="T28" fmla="*/ 400 w 10400"/>
              <a:gd name="T29" fmla="*/ 10400 h 10400"/>
              <a:gd name="T30" fmla="*/ 0 w 10400"/>
              <a:gd name="T31" fmla="*/ 10000 h 10400"/>
              <a:gd name="T32" fmla="*/ 0 w 10400"/>
              <a:gd name="T33" fmla="*/ 5200 h 10400"/>
              <a:gd name="T34" fmla="*/ 400 w 10400"/>
              <a:gd name="T35" fmla="*/ 4800 h 10400"/>
              <a:gd name="T36" fmla="*/ 800 w 10400"/>
              <a:gd name="T37" fmla="*/ 5200 h 10400"/>
              <a:gd name="T38" fmla="*/ 800 w 10400"/>
              <a:gd name="T39" fmla="*/ 10000 h 10400"/>
              <a:gd name="T40" fmla="*/ 400 w 10400"/>
              <a:gd name="T41" fmla="*/ 10400 h 10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400" h="10400">
                <a:moveTo>
                  <a:pt x="5200" y="10400"/>
                </a:moveTo>
                <a:cubicBezTo>
                  <a:pt x="4980" y="10400"/>
                  <a:pt x="4800" y="10220"/>
                  <a:pt x="4800" y="10000"/>
                </a:cubicBezTo>
                <a:lnTo>
                  <a:pt x="4800" y="400"/>
                </a:lnTo>
                <a:cubicBezTo>
                  <a:pt x="4800" y="180"/>
                  <a:pt x="4980" y="0"/>
                  <a:pt x="5200" y="0"/>
                </a:cubicBezTo>
                <a:cubicBezTo>
                  <a:pt x="5420" y="0"/>
                  <a:pt x="5600" y="180"/>
                  <a:pt x="5600" y="400"/>
                </a:cubicBezTo>
                <a:lnTo>
                  <a:pt x="5600" y="10000"/>
                </a:lnTo>
                <a:cubicBezTo>
                  <a:pt x="5600" y="10220"/>
                  <a:pt x="5420" y="10400"/>
                  <a:pt x="5200" y="10400"/>
                </a:cubicBezTo>
                <a:close/>
                <a:moveTo>
                  <a:pt x="10000" y="10400"/>
                </a:moveTo>
                <a:cubicBezTo>
                  <a:pt x="9780" y="10400"/>
                  <a:pt x="9600" y="10220"/>
                  <a:pt x="9600" y="10000"/>
                </a:cubicBezTo>
                <a:lnTo>
                  <a:pt x="9600" y="2800"/>
                </a:lnTo>
                <a:cubicBezTo>
                  <a:pt x="9600" y="2580"/>
                  <a:pt x="9780" y="2400"/>
                  <a:pt x="10000" y="2400"/>
                </a:cubicBezTo>
                <a:cubicBezTo>
                  <a:pt x="10220" y="2400"/>
                  <a:pt x="10400" y="2580"/>
                  <a:pt x="10400" y="2800"/>
                </a:cubicBezTo>
                <a:lnTo>
                  <a:pt x="10400" y="10000"/>
                </a:lnTo>
                <a:cubicBezTo>
                  <a:pt x="10400" y="10220"/>
                  <a:pt x="10220" y="10400"/>
                  <a:pt x="10000" y="10400"/>
                </a:cubicBezTo>
                <a:close/>
                <a:moveTo>
                  <a:pt x="400" y="10400"/>
                </a:moveTo>
                <a:cubicBezTo>
                  <a:pt x="180" y="10400"/>
                  <a:pt x="0" y="10220"/>
                  <a:pt x="0" y="10000"/>
                </a:cubicBezTo>
                <a:lnTo>
                  <a:pt x="0" y="5200"/>
                </a:lnTo>
                <a:cubicBezTo>
                  <a:pt x="0" y="4980"/>
                  <a:pt x="180" y="4800"/>
                  <a:pt x="400" y="4800"/>
                </a:cubicBezTo>
                <a:cubicBezTo>
                  <a:pt x="620" y="4800"/>
                  <a:pt x="800" y="4980"/>
                  <a:pt x="800" y="5200"/>
                </a:cubicBezTo>
                <a:lnTo>
                  <a:pt x="800" y="10000"/>
                </a:lnTo>
                <a:cubicBezTo>
                  <a:pt x="800" y="10220"/>
                  <a:pt x="620" y="10400"/>
                  <a:pt x="400" y="10400"/>
                </a:cubicBezTo>
                <a:close/>
              </a:path>
            </a:pathLst>
          </a:custGeom>
          <a:solidFill>
            <a:schemeClr val="accent1"/>
          </a:solidFill>
          <a:ln>
            <a:noFill/>
          </a:ln>
        </p:spPr>
        <p:txBody>
          <a:bodyPr/>
          <a:lstStyle/>
          <a:p>
            <a:endParaRPr lang="zh-CN" altLang="en-US">
              <a:cs typeface="+mn-ea"/>
              <a:sym typeface="+mn-lt"/>
            </a:endParaRPr>
          </a:p>
        </p:txBody>
      </p:sp>
    </p:spTree>
    <p:custDataLst>
      <p:tags r:id="rId1"/>
    </p:custDataLst>
    <p:extLst>
      <p:ext uri="{BB962C8B-B14F-4D97-AF65-F5344CB8AC3E}">
        <p14:creationId xmlns:p14="http://schemas.microsoft.com/office/powerpoint/2010/main" val="36743659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a:extLst>
              <a:ext uri="{FF2B5EF4-FFF2-40B4-BE49-F238E27FC236}">
                <a16:creationId xmlns:a16="http://schemas.microsoft.com/office/drawing/2014/main" id="{F3FA2066-EA45-48DD-997B-157859AA403E}"/>
              </a:ext>
            </a:extLst>
          </p:cNvPr>
          <p:cNvGraphicFramePr/>
          <p:nvPr>
            <p:extLst>
              <p:ext uri="{D42A27DB-BD31-4B8C-83A1-F6EECF244321}">
                <p14:modId xmlns:p14="http://schemas.microsoft.com/office/powerpoint/2010/main" val="266559956"/>
              </p:ext>
            </p:extLst>
          </p:nvPr>
        </p:nvGraphicFramePr>
        <p:xfrm>
          <a:off x="918845" y="1524000"/>
          <a:ext cx="5110480" cy="4044527"/>
        </p:xfrm>
        <a:graphic>
          <a:graphicData uri="http://schemas.openxmlformats.org/drawingml/2006/chart">
            <c:chart xmlns:c="http://schemas.openxmlformats.org/drawingml/2006/chart" xmlns:r="http://schemas.openxmlformats.org/officeDocument/2006/relationships" r:id="rId4"/>
          </a:graphicData>
        </a:graphic>
      </p:graphicFrame>
      <p:grpSp>
        <p:nvGrpSpPr>
          <p:cNvPr id="13" name="组合 12">
            <a:extLst>
              <a:ext uri="{FF2B5EF4-FFF2-40B4-BE49-F238E27FC236}">
                <a16:creationId xmlns:a16="http://schemas.microsoft.com/office/drawing/2014/main" id="{1631224C-C8EF-4DDE-AFC1-3AADF8E778B9}"/>
              </a:ext>
            </a:extLst>
          </p:cNvPr>
          <p:cNvGrpSpPr/>
          <p:nvPr/>
        </p:nvGrpSpPr>
        <p:grpSpPr>
          <a:xfrm>
            <a:off x="6319520" y="1808480"/>
            <a:ext cx="4937760" cy="3616960"/>
            <a:chOff x="6096000" y="1788160"/>
            <a:chExt cx="4937760" cy="3616960"/>
          </a:xfrm>
        </p:grpSpPr>
        <p:sp>
          <p:nvSpPr>
            <p:cNvPr id="8" name="矩形 7">
              <a:extLst>
                <a:ext uri="{FF2B5EF4-FFF2-40B4-BE49-F238E27FC236}">
                  <a16:creationId xmlns:a16="http://schemas.microsoft.com/office/drawing/2014/main" id="{DDFC7177-072C-4D68-9104-F7A2911C4591}"/>
                </a:ext>
              </a:extLst>
            </p:cNvPr>
            <p:cNvSpPr/>
            <p:nvPr/>
          </p:nvSpPr>
          <p:spPr>
            <a:xfrm>
              <a:off x="6096000" y="1950720"/>
              <a:ext cx="4795520" cy="345440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sp>
          <p:nvSpPr>
            <p:cNvPr id="12" name="任意多边形: 形状 11">
              <a:extLst>
                <a:ext uri="{FF2B5EF4-FFF2-40B4-BE49-F238E27FC236}">
                  <a16:creationId xmlns:a16="http://schemas.microsoft.com/office/drawing/2014/main" id="{ABC38015-3131-451E-B2FE-707C6C4799F0}"/>
                </a:ext>
              </a:extLst>
            </p:cNvPr>
            <p:cNvSpPr/>
            <p:nvPr/>
          </p:nvSpPr>
          <p:spPr>
            <a:xfrm>
              <a:off x="6238240" y="1788160"/>
              <a:ext cx="4795520" cy="3454400"/>
            </a:xfrm>
            <a:custGeom>
              <a:avLst/>
              <a:gdLst>
                <a:gd name="connsiteX0" fmla="*/ 0 w 4795520"/>
                <a:gd name="connsiteY0" fmla="*/ 0 h 3454400"/>
                <a:gd name="connsiteX1" fmla="*/ 4795520 w 4795520"/>
                <a:gd name="connsiteY1" fmla="*/ 0 h 3454400"/>
                <a:gd name="connsiteX2" fmla="*/ 4795520 w 4795520"/>
                <a:gd name="connsiteY2" fmla="*/ 3454400 h 3454400"/>
                <a:gd name="connsiteX3" fmla="*/ 4653280 w 4795520"/>
                <a:gd name="connsiteY3" fmla="*/ 3454400 h 3454400"/>
                <a:gd name="connsiteX4" fmla="*/ 4653280 w 4795520"/>
                <a:gd name="connsiteY4" fmla="*/ 162560 h 3454400"/>
                <a:gd name="connsiteX5" fmla="*/ 0 w 4795520"/>
                <a:gd name="connsiteY5" fmla="*/ 162560 h 345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95520" h="3454400">
                  <a:moveTo>
                    <a:pt x="0" y="0"/>
                  </a:moveTo>
                  <a:lnTo>
                    <a:pt x="4795520" y="0"/>
                  </a:lnTo>
                  <a:lnTo>
                    <a:pt x="4795520" y="3454400"/>
                  </a:lnTo>
                  <a:lnTo>
                    <a:pt x="4653280" y="3454400"/>
                  </a:lnTo>
                  <a:lnTo>
                    <a:pt x="4653280" y="162560"/>
                  </a:lnTo>
                  <a:lnTo>
                    <a:pt x="0" y="16256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cs typeface="+mn-ea"/>
                <a:sym typeface="+mn-lt"/>
              </a:endParaRPr>
            </a:p>
          </p:txBody>
        </p:sp>
      </p:grpSp>
      <p:sp>
        <p:nvSpPr>
          <p:cNvPr id="15" name="文本框 14">
            <a:extLst>
              <a:ext uri="{FF2B5EF4-FFF2-40B4-BE49-F238E27FC236}">
                <a16:creationId xmlns:a16="http://schemas.microsoft.com/office/drawing/2014/main" id="{676C06E4-81F2-4AAD-A4EB-84395DDA8D02}"/>
              </a:ext>
            </a:extLst>
          </p:cNvPr>
          <p:cNvSpPr txBox="1"/>
          <p:nvPr/>
        </p:nvSpPr>
        <p:spPr>
          <a:xfrm>
            <a:off x="7091501" y="2258320"/>
            <a:ext cx="1475526" cy="430374"/>
          </a:xfrm>
          <a:prstGeom prst="rect">
            <a:avLst/>
          </a:prstGeom>
          <a:noFill/>
        </p:spPr>
        <p:txBody>
          <a:bodyPr wrap="square" rtlCol="0">
            <a:spAutoFit/>
          </a:bodyPr>
          <a:lstStyle/>
          <a:p>
            <a:pPr algn="just">
              <a:lnSpc>
                <a:spcPct val="120000"/>
              </a:lnSpc>
            </a:pPr>
            <a:r>
              <a:rPr lang="zh-CN" altLang="en-US" sz="2000" b="1" spc="100" dirty="0">
                <a:solidFill>
                  <a:schemeClr val="bg1">
                    <a:lumMod val="50000"/>
                  </a:schemeClr>
                </a:solidFill>
                <a:latin typeface="+mj-ea"/>
                <a:ea typeface="+mj-ea"/>
                <a:cs typeface="+mn-ea"/>
                <a:sym typeface="+mn-lt"/>
              </a:rPr>
              <a:t>数据分析</a:t>
            </a:r>
          </a:p>
        </p:txBody>
      </p:sp>
      <p:cxnSp>
        <p:nvCxnSpPr>
          <p:cNvPr id="17" name="直接连接符 16">
            <a:extLst>
              <a:ext uri="{FF2B5EF4-FFF2-40B4-BE49-F238E27FC236}">
                <a16:creationId xmlns:a16="http://schemas.microsoft.com/office/drawing/2014/main" id="{AA592D6D-C4CB-4875-A4EE-55C4D44E2ABF}"/>
              </a:ext>
            </a:extLst>
          </p:cNvPr>
          <p:cNvCxnSpPr>
            <a:cxnSpLocks/>
          </p:cNvCxnSpPr>
          <p:nvPr/>
        </p:nvCxnSpPr>
        <p:spPr>
          <a:xfrm>
            <a:off x="7195778" y="2768855"/>
            <a:ext cx="558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5CC002EE-DE1C-4B87-9DFE-86BB90215D1D}"/>
              </a:ext>
            </a:extLst>
          </p:cNvPr>
          <p:cNvSpPr txBox="1"/>
          <p:nvPr/>
        </p:nvSpPr>
        <p:spPr>
          <a:xfrm>
            <a:off x="6571194" y="3081607"/>
            <a:ext cx="4279686" cy="2135585"/>
          </a:xfrm>
          <a:prstGeom prst="rect">
            <a:avLst/>
          </a:prstGeom>
          <a:noFill/>
        </p:spPr>
        <p:txBody>
          <a:bodyPr wrap="square" rtlCol="0">
            <a:spAutoFit/>
          </a:bodyPr>
          <a:lstStyle/>
          <a:p>
            <a:pPr algn="just">
              <a:lnSpc>
                <a:spcPct val="120000"/>
              </a:lnSpc>
            </a:pPr>
            <a:r>
              <a:rPr lang="zh-CN" altLang="en-US" sz="1600" spc="100" dirty="0">
                <a:solidFill>
                  <a:schemeClr val="tx1">
                    <a:lumMod val="65000"/>
                    <a:lumOff val="35000"/>
                  </a:schemeClr>
                </a:solidFill>
                <a:cs typeface="+mn-ea"/>
                <a:sym typeface="+mn-lt"/>
              </a:rPr>
              <a:t>南京理工大学，位于江苏省南京市，北依紫金山，西临明城墙，是隶属于工业和信息化部，由工信部、教育部与江苏省人民政府共建的全国重点大学，是国家“世界一流学科建设高校“，是国家“</a:t>
            </a:r>
            <a:r>
              <a:rPr lang="en-US" altLang="zh-CN" sz="1600" spc="100" dirty="0">
                <a:solidFill>
                  <a:schemeClr val="tx1">
                    <a:lumMod val="65000"/>
                    <a:lumOff val="35000"/>
                  </a:schemeClr>
                </a:solidFill>
                <a:cs typeface="+mn-ea"/>
                <a:sym typeface="+mn-lt"/>
              </a:rPr>
              <a:t>211</a:t>
            </a:r>
            <a:r>
              <a:rPr lang="zh-CN" altLang="en-US" sz="1600" spc="100" dirty="0">
                <a:solidFill>
                  <a:schemeClr val="tx1">
                    <a:lumMod val="65000"/>
                    <a:lumOff val="35000"/>
                  </a:schemeClr>
                </a:solidFill>
                <a:cs typeface="+mn-ea"/>
                <a:sym typeface="+mn-lt"/>
              </a:rPr>
              <a:t>工程”、“</a:t>
            </a:r>
            <a:r>
              <a:rPr lang="en-US" altLang="zh-CN" sz="1600" spc="100" dirty="0">
                <a:solidFill>
                  <a:schemeClr val="tx1">
                    <a:lumMod val="65000"/>
                    <a:lumOff val="35000"/>
                  </a:schemeClr>
                </a:solidFill>
                <a:cs typeface="+mn-ea"/>
                <a:sym typeface="+mn-lt"/>
              </a:rPr>
              <a:t>985</a:t>
            </a:r>
            <a:r>
              <a:rPr lang="zh-CN" altLang="en-US" sz="1600" spc="100" dirty="0">
                <a:solidFill>
                  <a:schemeClr val="tx1">
                    <a:lumMod val="65000"/>
                    <a:lumOff val="35000"/>
                  </a:schemeClr>
                </a:solidFill>
                <a:cs typeface="+mn-ea"/>
                <a:sym typeface="+mn-lt"/>
              </a:rPr>
              <a:t>工程优势学科创新平台”重点建设高校</a:t>
            </a:r>
          </a:p>
        </p:txBody>
      </p:sp>
      <p:sp>
        <p:nvSpPr>
          <p:cNvPr id="21" name="bookmark-tag_74392">
            <a:extLst>
              <a:ext uri="{FF2B5EF4-FFF2-40B4-BE49-F238E27FC236}">
                <a16:creationId xmlns:a16="http://schemas.microsoft.com/office/drawing/2014/main" id="{0B484DFC-F232-464E-86FE-1577FF74A9A5}"/>
              </a:ext>
            </a:extLst>
          </p:cNvPr>
          <p:cNvSpPr>
            <a:spLocks noChangeAspect="1"/>
          </p:cNvSpPr>
          <p:nvPr/>
        </p:nvSpPr>
        <p:spPr bwMode="auto">
          <a:xfrm>
            <a:off x="10168654" y="1967476"/>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cs typeface="+mn-ea"/>
              <a:sym typeface="+mn-lt"/>
            </a:endParaRPr>
          </a:p>
        </p:txBody>
      </p:sp>
      <p:sp>
        <p:nvSpPr>
          <p:cNvPr id="2" name="文本框 1">
            <a:extLst>
              <a:ext uri="{FF2B5EF4-FFF2-40B4-BE49-F238E27FC236}">
                <a16:creationId xmlns:a16="http://schemas.microsoft.com/office/drawing/2014/main" id="{B82F417F-3C79-45DD-AEE7-F040AD9CBBEC}"/>
              </a:ext>
            </a:extLst>
          </p:cNvPr>
          <p:cNvSpPr txBox="1"/>
          <p:nvPr/>
        </p:nvSpPr>
        <p:spPr>
          <a:xfrm>
            <a:off x="1287843" y="454036"/>
            <a:ext cx="1648229" cy="430567"/>
          </a:xfrm>
          <a:prstGeom prst="rect">
            <a:avLst/>
          </a:prstGeom>
          <a:noFill/>
        </p:spPr>
        <p:txBody>
          <a:bodyPr wrap="square" rtlCol="0">
            <a:spAutoFit/>
          </a:bodyPr>
          <a:lstStyle>
            <a:defPPr>
              <a:defRPr lang="zh-CN"/>
            </a:defPPr>
            <a:lvl1pPr algn="just">
              <a:lnSpc>
                <a:spcPct val="120000"/>
              </a:lnSpc>
              <a:defRPr sz="2000" spc="100">
                <a:solidFill>
                  <a:schemeClr val="tx1">
                    <a:lumMod val="65000"/>
                    <a:lumOff val="35000"/>
                  </a:schemeClr>
                </a:solidFill>
                <a:latin typeface="思源宋体 CN Heavy" panose="02020900000000000000" pitchFamily="18" charset="-122"/>
                <a:ea typeface="思源宋体 CN Heavy" panose="02020900000000000000" pitchFamily="18" charset="-122"/>
                <a:cs typeface="+mn-ea"/>
              </a:defRPr>
            </a:lvl1pPr>
          </a:lstStyle>
          <a:p>
            <a:r>
              <a:rPr lang="zh-CN" altLang="en-US" dirty="0">
                <a:sym typeface="+mn-lt"/>
              </a:rPr>
              <a:t>数据图表页</a:t>
            </a:r>
          </a:p>
        </p:txBody>
      </p:sp>
      <p:grpSp>
        <p:nvGrpSpPr>
          <p:cNvPr id="18" name="组合 17">
            <a:extLst>
              <a:ext uri="{FF2B5EF4-FFF2-40B4-BE49-F238E27FC236}">
                <a16:creationId xmlns:a16="http://schemas.microsoft.com/office/drawing/2014/main" id="{C7817143-C868-4EAD-992E-BD17D120B422}"/>
              </a:ext>
            </a:extLst>
          </p:cNvPr>
          <p:cNvGrpSpPr/>
          <p:nvPr/>
        </p:nvGrpSpPr>
        <p:grpSpPr>
          <a:xfrm>
            <a:off x="6697094" y="2473507"/>
            <a:ext cx="356379" cy="283211"/>
            <a:chOff x="7029738" y="712469"/>
            <a:chExt cx="456912" cy="363104"/>
          </a:xfrm>
        </p:grpSpPr>
        <p:cxnSp>
          <p:nvCxnSpPr>
            <p:cNvPr id="4" name="连接符: 肘形 3">
              <a:extLst>
                <a:ext uri="{FF2B5EF4-FFF2-40B4-BE49-F238E27FC236}">
                  <a16:creationId xmlns:a16="http://schemas.microsoft.com/office/drawing/2014/main" id="{31297808-59F5-4577-AF05-1C578D1D55E4}"/>
                </a:ext>
              </a:extLst>
            </p:cNvPr>
            <p:cNvCxnSpPr>
              <a:cxnSpLocks/>
            </p:cNvCxnSpPr>
            <p:nvPr/>
          </p:nvCxnSpPr>
          <p:spPr>
            <a:xfrm rot="8100000" flipH="1" flipV="1">
              <a:off x="7029738" y="712469"/>
              <a:ext cx="456912" cy="193329"/>
            </a:xfrm>
            <a:prstGeom prst="bentConnector3">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98C0D928-5EA3-4B93-B9B3-0015A3FA1FD2}"/>
                </a:ext>
              </a:extLst>
            </p:cNvPr>
            <p:cNvCxnSpPr>
              <a:cxnSpLocks/>
            </p:cNvCxnSpPr>
            <p:nvPr/>
          </p:nvCxnSpPr>
          <p:spPr>
            <a:xfrm rot="8100000" flipH="1" flipV="1">
              <a:off x="7029738" y="882244"/>
              <a:ext cx="456912" cy="193329"/>
            </a:xfrm>
            <a:prstGeom prst="bentConnector3">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9877808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a:extLst>
              <a:ext uri="{FF2B5EF4-FFF2-40B4-BE49-F238E27FC236}">
                <a16:creationId xmlns:a16="http://schemas.microsoft.com/office/drawing/2014/main" id="{F3FA2066-EA45-48DD-997B-157859AA403E}"/>
              </a:ext>
            </a:extLst>
          </p:cNvPr>
          <p:cNvGraphicFramePr/>
          <p:nvPr>
            <p:extLst>
              <p:ext uri="{D42A27DB-BD31-4B8C-83A1-F6EECF244321}">
                <p14:modId xmlns:p14="http://schemas.microsoft.com/office/powerpoint/2010/main" val="845084725"/>
              </p:ext>
            </p:extLst>
          </p:nvPr>
        </p:nvGraphicFramePr>
        <p:xfrm>
          <a:off x="868045" y="1524000"/>
          <a:ext cx="5110480" cy="4044527"/>
        </p:xfrm>
        <a:graphic>
          <a:graphicData uri="http://schemas.openxmlformats.org/drawingml/2006/chart">
            <c:chart xmlns:c="http://schemas.openxmlformats.org/drawingml/2006/chart" xmlns:r="http://schemas.openxmlformats.org/officeDocument/2006/relationships" r:id="rId3"/>
          </a:graphicData>
        </a:graphic>
      </p:graphicFrame>
      <p:grpSp>
        <p:nvGrpSpPr>
          <p:cNvPr id="13" name="组合 12">
            <a:extLst>
              <a:ext uri="{FF2B5EF4-FFF2-40B4-BE49-F238E27FC236}">
                <a16:creationId xmlns:a16="http://schemas.microsoft.com/office/drawing/2014/main" id="{1631224C-C8EF-4DDE-AFC1-3AADF8E778B9}"/>
              </a:ext>
            </a:extLst>
          </p:cNvPr>
          <p:cNvGrpSpPr/>
          <p:nvPr/>
        </p:nvGrpSpPr>
        <p:grpSpPr>
          <a:xfrm>
            <a:off x="6268720" y="1808480"/>
            <a:ext cx="4937760" cy="3616960"/>
            <a:chOff x="6096000" y="1788160"/>
            <a:chExt cx="4937760" cy="3616960"/>
          </a:xfrm>
        </p:grpSpPr>
        <p:sp>
          <p:nvSpPr>
            <p:cNvPr id="8" name="矩形 7">
              <a:extLst>
                <a:ext uri="{FF2B5EF4-FFF2-40B4-BE49-F238E27FC236}">
                  <a16:creationId xmlns:a16="http://schemas.microsoft.com/office/drawing/2014/main" id="{DDFC7177-072C-4D68-9104-F7A2911C4591}"/>
                </a:ext>
              </a:extLst>
            </p:cNvPr>
            <p:cNvSpPr/>
            <p:nvPr/>
          </p:nvSpPr>
          <p:spPr>
            <a:xfrm>
              <a:off x="6096000" y="1950720"/>
              <a:ext cx="4795520" cy="345440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12" name="任意多边形: 形状 11">
              <a:extLst>
                <a:ext uri="{FF2B5EF4-FFF2-40B4-BE49-F238E27FC236}">
                  <a16:creationId xmlns:a16="http://schemas.microsoft.com/office/drawing/2014/main" id="{ABC38015-3131-451E-B2FE-707C6C4799F0}"/>
                </a:ext>
              </a:extLst>
            </p:cNvPr>
            <p:cNvSpPr/>
            <p:nvPr/>
          </p:nvSpPr>
          <p:spPr>
            <a:xfrm>
              <a:off x="6238240" y="1788160"/>
              <a:ext cx="4795520" cy="3454400"/>
            </a:xfrm>
            <a:custGeom>
              <a:avLst/>
              <a:gdLst>
                <a:gd name="connsiteX0" fmla="*/ 0 w 4795520"/>
                <a:gd name="connsiteY0" fmla="*/ 0 h 3454400"/>
                <a:gd name="connsiteX1" fmla="*/ 4795520 w 4795520"/>
                <a:gd name="connsiteY1" fmla="*/ 0 h 3454400"/>
                <a:gd name="connsiteX2" fmla="*/ 4795520 w 4795520"/>
                <a:gd name="connsiteY2" fmla="*/ 3454400 h 3454400"/>
                <a:gd name="connsiteX3" fmla="*/ 4653280 w 4795520"/>
                <a:gd name="connsiteY3" fmla="*/ 3454400 h 3454400"/>
                <a:gd name="connsiteX4" fmla="*/ 4653280 w 4795520"/>
                <a:gd name="connsiteY4" fmla="*/ 162560 h 3454400"/>
                <a:gd name="connsiteX5" fmla="*/ 0 w 4795520"/>
                <a:gd name="connsiteY5" fmla="*/ 162560 h 345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95520" h="3454400">
                  <a:moveTo>
                    <a:pt x="0" y="0"/>
                  </a:moveTo>
                  <a:lnTo>
                    <a:pt x="4795520" y="0"/>
                  </a:lnTo>
                  <a:lnTo>
                    <a:pt x="4795520" y="3454400"/>
                  </a:lnTo>
                  <a:lnTo>
                    <a:pt x="4653280" y="3454400"/>
                  </a:lnTo>
                  <a:lnTo>
                    <a:pt x="4653280" y="162560"/>
                  </a:lnTo>
                  <a:lnTo>
                    <a:pt x="0" y="162560"/>
                  </a:lnTo>
                  <a:close/>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latin typeface="微软雅黑" panose="020B0503020204020204" pitchFamily="34" charset="-122"/>
                <a:ea typeface="微软雅黑" panose="020B0503020204020204" pitchFamily="34" charset="-122"/>
              </a:endParaRPr>
            </a:p>
          </p:txBody>
        </p:sp>
      </p:grpSp>
      <p:sp>
        <p:nvSpPr>
          <p:cNvPr id="15" name="文本框 14">
            <a:extLst>
              <a:ext uri="{FF2B5EF4-FFF2-40B4-BE49-F238E27FC236}">
                <a16:creationId xmlns:a16="http://schemas.microsoft.com/office/drawing/2014/main" id="{676C06E4-81F2-4AAD-A4EB-84395DDA8D02}"/>
              </a:ext>
            </a:extLst>
          </p:cNvPr>
          <p:cNvSpPr txBox="1"/>
          <p:nvPr/>
        </p:nvSpPr>
        <p:spPr>
          <a:xfrm>
            <a:off x="7069034" y="2258320"/>
            <a:ext cx="1475526" cy="430374"/>
          </a:xfrm>
          <a:prstGeom prst="rect">
            <a:avLst/>
          </a:prstGeom>
          <a:noFill/>
        </p:spPr>
        <p:txBody>
          <a:bodyPr wrap="square" rtlCol="0">
            <a:spAutoFit/>
          </a:bodyPr>
          <a:lstStyle/>
          <a:p>
            <a:pPr algn="just">
              <a:lnSpc>
                <a:spcPct val="120000"/>
              </a:lnSpc>
            </a:pPr>
            <a:r>
              <a:rPr lang="zh-CN" altLang="en-US" sz="2000" b="1" spc="100" dirty="0">
                <a:solidFill>
                  <a:schemeClr val="bg1">
                    <a:lumMod val="50000"/>
                  </a:schemeClr>
                </a:solidFill>
                <a:latin typeface="+mj-ea"/>
                <a:ea typeface="+mj-ea"/>
                <a:cs typeface="+mn-ea"/>
              </a:rPr>
              <a:t>数据分析</a:t>
            </a:r>
          </a:p>
        </p:txBody>
      </p:sp>
      <p:cxnSp>
        <p:nvCxnSpPr>
          <p:cNvPr id="17" name="直接连接符 16">
            <a:extLst>
              <a:ext uri="{FF2B5EF4-FFF2-40B4-BE49-F238E27FC236}">
                <a16:creationId xmlns:a16="http://schemas.microsoft.com/office/drawing/2014/main" id="{AA592D6D-C4CB-4875-A4EE-55C4D44E2ABF}"/>
              </a:ext>
            </a:extLst>
          </p:cNvPr>
          <p:cNvCxnSpPr>
            <a:cxnSpLocks/>
          </p:cNvCxnSpPr>
          <p:nvPr/>
        </p:nvCxnSpPr>
        <p:spPr>
          <a:xfrm>
            <a:off x="7173311" y="2773583"/>
            <a:ext cx="5588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5CC002EE-DE1C-4B87-9DFE-86BB90215D1D}"/>
              </a:ext>
            </a:extLst>
          </p:cNvPr>
          <p:cNvSpPr txBox="1"/>
          <p:nvPr/>
        </p:nvSpPr>
        <p:spPr>
          <a:xfrm>
            <a:off x="6520394" y="3081607"/>
            <a:ext cx="4279686" cy="1841723"/>
          </a:xfrm>
          <a:prstGeom prst="rect">
            <a:avLst/>
          </a:prstGeom>
          <a:noFill/>
        </p:spPr>
        <p:txBody>
          <a:bodyPr wrap="square" rtlCol="0">
            <a:spAutoFit/>
          </a:bodyPr>
          <a:lstStyle/>
          <a:p>
            <a:pPr algn="just">
              <a:lnSpc>
                <a:spcPct val="120000"/>
              </a:lnSpc>
            </a:pPr>
            <a:r>
              <a:rPr lang="zh-CN" altLang="en-US" sz="1600" spc="100" dirty="0">
                <a:solidFill>
                  <a:schemeClr val="tx1">
                    <a:lumMod val="65000"/>
                    <a:lumOff val="35000"/>
                  </a:schemeClr>
                </a:solidFill>
                <a:latin typeface="微软雅黑 Light" panose="020B0502040204020203" pitchFamily="34" charset="-122"/>
                <a:ea typeface="微软雅黑 Light" panose="020B0502040204020203" pitchFamily="34" charset="-122"/>
              </a:rPr>
              <a:t>南京理工大学，位于江苏省南京市，北依紫金山，西临明城墙，是隶属于工业和信息化部，由工信部、教育部与江苏省人民政府共建的全国重点大学，是国家“世界一流学科建设高校“，是国家“</a:t>
            </a:r>
            <a:r>
              <a:rPr lang="en-US" altLang="zh-CN" sz="1600" spc="100" dirty="0">
                <a:solidFill>
                  <a:schemeClr val="tx1">
                    <a:lumMod val="65000"/>
                    <a:lumOff val="35000"/>
                  </a:schemeClr>
                </a:solidFill>
                <a:latin typeface="微软雅黑 Light" panose="020B0502040204020203" pitchFamily="34" charset="-122"/>
                <a:ea typeface="微软雅黑 Light" panose="020B0502040204020203" pitchFamily="34" charset="-122"/>
              </a:rPr>
              <a:t>211</a:t>
            </a:r>
            <a:r>
              <a:rPr lang="zh-CN" altLang="en-US" sz="1600" spc="100" dirty="0">
                <a:solidFill>
                  <a:schemeClr val="tx1">
                    <a:lumMod val="65000"/>
                    <a:lumOff val="35000"/>
                  </a:schemeClr>
                </a:solidFill>
                <a:latin typeface="微软雅黑 Light" panose="020B0502040204020203" pitchFamily="34" charset="-122"/>
                <a:ea typeface="微软雅黑 Light" panose="020B0502040204020203" pitchFamily="34" charset="-122"/>
              </a:rPr>
              <a:t>工程”、“</a:t>
            </a:r>
            <a:r>
              <a:rPr lang="en-US" altLang="zh-CN" sz="1600" spc="100" dirty="0">
                <a:solidFill>
                  <a:schemeClr val="tx1">
                    <a:lumMod val="65000"/>
                    <a:lumOff val="35000"/>
                  </a:schemeClr>
                </a:solidFill>
                <a:latin typeface="微软雅黑 Light" panose="020B0502040204020203" pitchFamily="34" charset="-122"/>
                <a:ea typeface="微软雅黑 Light" panose="020B0502040204020203" pitchFamily="34" charset="-122"/>
              </a:rPr>
              <a:t>985</a:t>
            </a:r>
            <a:r>
              <a:rPr lang="zh-CN" altLang="en-US" sz="1600" spc="100" dirty="0">
                <a:solidFill>
                  <a:schemeClr val="tx1">
                    <a:lumMod val="65000"/>
                    <a:lumOff val="35000"/>
                  </a:schemeClr>
                </a:solidFill>
                <a:latin typeface="微软雅黑 Light" panose="020B0502040204020203" pitchFamily="34" charset="-122"/>
                <a:ea typeface="微软雅黑 Light" panose="020B0502040204020203" pitchFamily="34" charset="-122"/>
              </a:rPr>
              <a:t>工程优势学科创新平台”重点建设高校</a:t>
            </a:r>
          </a:p>
        </p:txBody>
      </p:sp>
      <p:sp>
        <p:nvSpPr>
          <p:cNvPr id="21" name="bookmark-tag_74392">
            <a:extLst>
              <a:ext uri="{FF2B5EF4-FFF2-40B4-BE49-F238E27FC236}">
                <a16:creationId xmlns:a16="http://schemas.microsoft.com/office/drawing/2014/main" id="{0B484DFC-F232-464E-86FE-1577FF74A9A5}"/>
              </a:ext>
            </a:extLst>
          </p:cNvPr>
          <p:cNvSpPr>
            <a:spLocks noChangeAspect="1"/>
          </p:cNvSpPr>
          <p:nvPr/>
        </p:nvSpPr>
        <p:spPr bwMode="auto">
          <a:xfrm>
            <a:off x="10117854" y="1967476"/>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p>
        </p:txBody>
      </p:sp>
      <p:sp>
        <p:nvSpPr>
          <p:cNvPr id="2" name="文本框 1">
            <a:extLst>
              <a:ext uri="{FF2B5EF4-FFF2-40B4-BE49-F238E27FC236}">
                <a16:creationId xmlns:a16="http://schemas.microsoft.com/office/drawing/2014/main" id="{7D0C91F3-85ED-4C4A-83AF-8C7E7EC7188E}"/>
              </a:ext>
            </a:extLst>
          </p:cNvPr>
          <p:cNvSpPr txBox="1"/>
          <p:nvPr/>
        </p:nvSpPr>
        <p:spPr>
          <a:xfrm>
            <a:off x="1287843" y="454036"/>
            <a:ext cx="1648229" cy="430567"/>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latin typeface="思源宋体 CN Heavy" panose="02020900000000000000" pitchFamily="18" charset="-122"/>
                <a:ea typeface="思源宋体 CN Heavy" panose="02020900000000000000" pitchFamily="18" charset="-122"/>
              </a:rPr>
              <a:t>数据图表页</a:t>
            </a:r>
          </a:p>
        </p:txBody>
      </p:sp>
      <p:grpSp>
        <p:nvGrpSpPr>
          <p:cNvPr id="6" name="组合 5">
            <a:extLst>
              <a:ext uri="{FF2B5EF4-FFF2-40B4-BE49-F238E27FC236}">
                <a16:creationId xmlns:a16="http://schemas.microsoft.com/office/drawing/2014/main" id="{60A2FF36-379B-46A6-8B7C-9C99806CA93D}"/>
              </a:ext>
            </a:extLst>
          </p:cNvPr>
          <p:cNvGrpSpPr/>
          <p:nvPr/>
        </p:nvGrpSpPr>
        <p:grpSpPr>
          <a:xfrm>
            <a:off x="6641535" y="2473507"/>
            <a:ext cx="356379" cy="283211"/>
            <a:chOff x="7029738" y="712469"/>
            <a:chExt cx="456912" cy="363104"/>
          </a:xfrm>
        </p:grpSpPr>
        <p:cxnSp>
          <p:nvCxnSpPr>
            <p:cNvPr id="16" name="连接符: 肘形 15">
              <a:extLst>
                <a:ext uri="{FF2B5EF4-FFF2-40B4-BE49-F238E27FC236}">
                  <a16:creationId xmlns:a16="http://schemas.microsoft.com/office/drawing/2014/main" id="{AA9FC2AA-A809-42ED-BD8E-69050DEDABB7}"/>
                </a:ext>
              </a:extLst>
            </p:cNvPr>
            <p:cNvCxnSpPr>
              <a:cxnSpLocks/>
            </p:cNvCxnSpPr>
            <p:nvPr/>
          </p:nvCxnSpPr>
          <p:spPr>
            <a:xfrm rot="8100000" flipH="1" flipV="1">
              <a:off x="7029738" y="712469"/>
              <a:ext cx="456912" cy="193329"/>
            </a:xfrm>
            <a:prstGeom prst="bentConnector3">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85AF35A7-C383-4DD7-8EAB-8F08F2CDA8F1}"/>
                </a:ext>
              </a:extLst>
            </p:cNvPr>
            <p:cNvCxnSpPr>
              <a:cxnSpLocks/>
            </p:cNvCxnSpPr>
            <p:nvPr/>
          </p:nvCxnSpPr>
          <p:spPr>
            <a:xfrm rot="8100000" flipH="1" flipV="1">
              <a:off x="7029738" y="882244"/>
              <a:ext cx="456912" cy="193329"/>
            </a:xfrm>
            <a:prstGeom prst="bentConnector3">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546422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65000"/>
          </a:schemeClr>
        </a:solidFill>
        <a:effectLst/>
      </p:bgPr>
    </p:bg>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8BD983DD-DC0D-47D9-BBFF-BF35A9A6F111}"/>
              </a:ext>
            </a:extLst>
          </p:cNvPr>
          <p:cNvGrpSpPr/>
          <p:nvPr/>
        </p:nvGrpSpPr>
        <p:grpSpPr>
          <a:xfrm>
            <a:off x="1266930" y="1287445"/>
            <a:ext cx="9658140" cy="4283110"/>
            <a:chOff x="1358202" y="1384160"/>
            <a:chExt cx="9658140" cy="4283110"/>
          </a:xfrm>
        </p:grpSpPr>
        <p:sp>
          <p:nvSpPr>
            <p:cNvPr id="2" name="矩形 1">
              <a:extLst>
                <a:ext uri="{FF2B5EF4-FFF2-40B4-BE49-F238E27FC236}">
                  <a16:creationId xmlns:a16="http://schemas.microsoft.com/office/drawing/2014/main" id="{AB98AED4-3861-4030-9B15-773E111ADF41}"/>
                </a:ext>
              </a:extLst>
            </p:cNvPr>
            <p:cNvSpPr/>
            <p:nvPr/>
          </p:nvSpPr>
          <p:spPr>
            <a:xfrm>
              <a:off x="1358202" y="1577590"/>
              <a:ext cx="9475595" cy="408968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6" name="任意多边形: 形状 5">
              <a:extLst>
                <a:ext uri="{FF2B5EF4-FFF2-40B4-BE49-F238E27FC236}">
                  <a16:creationId xmlns:a16="http://schemas.microsoft.com/office/drawing/2014/main" id="{4EBED841-204E-4DB7-96AA-EFE7B2E8F005}"/>
                </a:ext>
              </a:extLst>
            </p:cNvPr>
            <p:cNvSpPr/>
            <p:nvPr/>
          </p:nvSpPr>
          <p:spPr>
            <a:xfrm>
              <a:off x="1540747" y="1384160"/>
              <a:ext cx="9475595" cy="4089680"/>
            </a:xfrm>
            <a:custGeom>
              <a:avLst/>
              <a:gdLst>
                <a:gd name="connsiteX0" fmla="*/ 0 w 9475595"/>
                <a:gd name="connsiteY0" fmla="*/ 0 h 4089680"/>
                <a:gd name="connsiteX1" fmla="*/ 9475595 w 9475595"/>
                <a:gd name="connsiteY1" fmla="*/ 0 h 4089680"/>
                <a:gd name="connsiteX2" fmla="*/ 9475595 w 9475595"/>
                <a:gd name="connsiteY2" fmla="*/ 4089680 h 4089680"/>
                <a:gd name="connsiteX3" fmla="*/ 9293050 w 9475595"/>
                <a:gd name="connsiteY3" fmla="*/ 4089680 h 4089680"/>
                <a:gd name="connsiteX4" fmla="*/ 9293050 w 9475595"/>
                <a:gd name="connsiteY4" fmla="*/ 193430 h 4089680"/>
                <a:gd name="connsiteX5" fmla="*/ 0 w 9475595"/>
                <a:gd name="connsiteY5" fmla="*/ 193430 h 408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75595" h="4089680">
                  <a:moveTo>
                    <a:pt x="0" y="0"/>
                  </a:moveTo>
                  <a:lnTo>
                    <a:pt x="9475595" y="0"/>
                  </a:lnTo>
                  <a:lnTo>
                    <a:pt x="9475595" y="4089680"/>
                  </a:lnTo>
                  <a:lnTo>
                    <a:pt x="9293050" y="4089680"/>
                  </a:lnTo>
                  <a:lnTo>
                    <a:pt x="9293050" y="193430"/>
                  </a:lnTo>
                  <a:lnTo>
                    <a:pt x="0" y="193430"/>
                  </a:lnTo>
                  <a:close/>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spc="300" dirty="0">
                <a:latin typeface="微软雅黑" panose="020B0503020204020204" pitchFamily="34" charset="-122"/>
                <a:ea typeface="微软雅黑" panose="020B0503020204020204" pitchFamily="34" charset="-122"/>
              </a:endParaRPr>
            </a:p>
          </p:txBody>
        </p:sp>
      </p:grpSp>
      <p:pic>
        <p:nvPicPr>
          <p:cNvPr id="9" name="图片 8">
            <a:extLst>
              <a:ext uri="{FF2B5EF4-FFF2-40B4-BE49-F238E27FC236}">
                <a16:creationId xmlns:a16="http://schemas.microsoft.com/office/drawing/2014/main" id="{A3CCD9FC-80BA-416D-8FCA-41BB31C830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1763" y="5192827"/>
            <a:ext cx="1968475" cy="343815"/>
          </a:xfrm>
          <a:prstGeom prst="rect">
            <a:avLst/>
          </a:prstGeom>
        </p:spPr>
      </p:pic>
      <p:cxnSp>
        <p:nvCxnSpPr>
          <p:cNvPr id="11" name="直接连接符 10">
            <a:extLst>
              <a:ext uri="{FF2B5EF4-FFF2-40B4-BE49-F238E27FC236}">
                <a16:creationId xmlns:a16="http://schemas.microsoft.com/office/drawing/2014/main" id="{86529078-1459-45B6-9896-515DECD238E0}"/>
              </a:ext>
            </a:extLst>
          </p:cNvPr>
          <p:cNvCxnSpPr>
            <a:cxnSpLocks/>
          </p:cNvCxnSpPr>
          <p:nvPr/>
        </p:nvCxnSpPr>
        <p:spPr>
          <a:xfrm>
            <a:off x="1540747" y="5372995"/>
            <a:ext cx="3189749" cy="0"/>
          </a:xfrm>
          <a:prstGeom prst="line">
            <a:avLst/>
          </a:prstGeom>
          <a:ln>
            <a:solidFill>
              <a:schemeClr val="bg1">
                <a:lumMod val="50000"/>
                <a:alpha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ECC0A995-6CB5-4D2D-82AE-CC03544BD677}"/>
              </a:ext>
            </a:extLst>
          </p:cNvPr>
          <p:cNvCxnSpPr>
            <a:cxnSpLocks/>
          </p:cNvCxnSpPr>
          <p:nvPr/>
        </p:nvCxnSpPr>
        <p:spPr>
          <a:xfrm>
            <a:off x="7319755" y="5372995"/>
            <a:ext cx="3189749" cy="0"/>
          </a:xfrm>
          <a:prstGeom prst="line">
            <a:avLst/>
          </a:prstGeom>
          <a:ln>
            <a:solidFill>
              <a:schemeClr val="bg1">
                <a:lumMod val="50000"/>
                <a:alpha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bookmark-tag_74392">
            <a:extLst>
              <a:ext uri="{FF2B5EF4-FFF2-40B4-BE49-F238E27FC236}">
                <a16:creationId xmlns:a16="http://schemas.microsoft.com/office/drawing/2014/main" id="{1896FD99-231B-4CA5-AB40-2116C2922A8C}"/>
              </a:ext>
            </a:extLst>
          </p:cNvPr>
          <p:cNvSpPr>
            <a:spLocks noChangeAspect="1"/>
          </p:cNvSpPr>
          <p:nvPr/>
        </p:nvSpPr>
        <p:spPr bwMode="auto">
          <a:xfrm>
            <a:off x="10066885" y="1700449"/>
            <a:ext cx="247310" cy="398851"/>
          </a:xfrm>
          <a:custGeom>
            <a:avLst/>
            <a:gdLst>
              <a:gd name="T0" fmla="*/ 0 w 2652"/>
              <a:gd name="T1" fmla="*/ 0 h 4283"/>
              <a:gd name="T2" fmla="*/ 0 w 2652"/>
              <a:gd name="T3" fmla="*/ 4283 h 4283"/>
              <a:gd name="T4" fmla="*/ 1326 w 2652"/>
              <a:gd name="T5" fmla="*/ 3342 h 4283"/>
              <a:gd name="T6" fmla="*/ 2652 w 2652"/>
              <a:gd name="T7" fmla="*/ 4283 h 4283"/>
              <a:gd name="T8" fmla="*/ 2652 w 2652"/>
              <a:gd name="T9" fmla="*/ 0 h 4283"/>
              <a:gd name="T10" fmla="*/ 0 w 2652"/>
              <a:gd name="T11" fmla="*/ 0 h 4283"/>
            </a:gdLst>
            <a:ahLst/>
            <a:cxnLst>
              <a:cxn ang="0">
                <a:pos x="T0" y="T1"/>
              </a:cxn>
              <a:cxn ang="0">
                <a:pos x="T2" y="T3"/>
              </a:cxn>
              <a:cxn ang="0">
                <a:pos x="T4" y="T5"/>
              </a:cxn>
              <a:cxn ang="0">
                <a:pos x="T6" y="T7"/>
              </a:cxn>
              <a:cxn ang="0">
                <a:pos x="T8" y="T9"/>
              </a:cxn>
              <a:cxn ang="0">
                <a:pos x="T10" y="T11"/>
              </a:cxn>
            </a:cxnLst>
            <a:rect l="0" t="0" r="r" b="b"/>
            <a:pathLst>
              <a:path w="2652" h="4283">
                <a:moveTo>
                  <a:pt x="0" y="0"/>
                </a:moveTo>
                <a:lnTo>
                  <a:pt x="0" y="4283"/>
                </a:lnTo>
                <a:lnTo>
                  <a:pt x="1326" y="3342"/>
                </a:lnTo>
                <a:lnTo>
                  <a:pt x="2652" y="4283"/>
                </a:lnTo>
                <a:lnTo>
                  <a:pt x="2652" y="0"/>
                </a:lnTo>
                <a:lnTo>
                  <a:pt x="0" y="0"/>
                </a:lnTo>
                <a:close/>
              </a:path>
            </a:pathLst>
          </a:custGeom>
          <a:solidFill>
            <a:schemeClr val="accent1"/>
          </a:solidFill>
          <a:ln>
            <a:noFill/>
          </a:ln>
        </p:spPr>
        <p:txBody>
          <a:bodyPr/>
          <a:lstStyle/>
          <a:p>
            <a:endParaRPr lang="zh-CN" altLang="en-US"/>
          </a:p>
        </p:txBody>
      </p:sp>
      <p:pic>
        <p:nvPicPr>
          <p:cNvPr id="17" name="图片 16">
            <a:extLst>
              <a:ext uri="{FF2B5EF4-FFF2-40B4-BE49-F238E27FC236}">
                <a16:creationId xmlns:a16="http://schemas.microsoft.com/office/drawing/2014/main" id="{FBCCF0F0-6041-4FD0-8A44-3B73784144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84763" y="1765121"/>
            <a:ext cx="1450858" cy="334179"/>
          </a:xfrm>
          <a:prstGeom prst="rect">
            <a:avLst/>
          </a:prstGeom>
        </p:spPr>
      </p:pic>
      <p:sp>
        <p:nvSpPr>
          <p:cNvPr id="18" name="文本框 17">
            <a:extLst>
              <a:ext uri="{FF2B5EF4-FFF2-40B4-BE49-F238E27FC236}">
                <a16:creationId xmlns:a16="http://schemas.microsoft.com/office/drawing/2014/main" id="{07E76775-1B98-47A5-96F0-95E61AC07EBC}"/>
              </a:ext>
            </a:extLst>
          </p:cNvPr>
          <p:cNvSpPr txBox="1"/>
          <p:nvPr/>
        </p:nvSpPr>
        <p:spPr>
          <a:xfrm>
            <a:off x="4232031" y="2967732"/>
            <a:ext cx="3547068" cy="768415"/>
          </a:xfrm>
          <a:prstGeom prst="rect">
            <a:avLst/>
          </a:prstGeom>
          <a:noFill/>
        </p:spPr>
        <p:txBody>
          <a:bodyPr wrap="square" rtlCol="0">
            <a:spAutoFit/>
          </a:bodyPr>
          <a:lstStyle/>
          <a:p>
            <a:pPr algn="ctr">
              <a:lnSpc>
                <a:spcPct val="120000"/>
              </a:lnSpc>
            </a:pPr>
            <a:r>
              <a:rPr lang="zh-CN" altLang="en-US" sz="4000" b="1" spc="600" dirty="0">
                <a:solidFill>
                  <a:schemeClr val="accent1"/>
                </a:solidFill>
                <a:latin typeface="微软雅黑" panose="020B0503020204020204" pitchFamily="34" charset="-122"/>
                <a:ea typeface="微软雅黑" panose="020B0503020204020204" pitchFamily="34" charset="-122"/>
              </a:rPr>
              <a:t>感谢观看</a:t>
            </a:r>
          </a:p>
        </p:txBody>
      </p:sp>
      <p:grpSp>
        <p:nvGrpSpPr>
          <p:cNvPr id="22" name="组合 21">
            <a:extLst>
              <a:ext uri="{FF2B5EF4-FFF2-40B4-BE49-F238E27FC236}">
                <a16:creationId xmlns:a16="http://schemas.microsoft.com/office/drawing/2014/main" id="{164926CB-13A4-41B0-9EEB-75E39D24A891}"/>
              </a:ext>
            </a:extLst>
          </p:cNvPr>
          <p:cNvGrpSpPr/>
          <p:nvPr/>
        </p:nvGrpSpPr>
        <p:grpSpPr>
          <a:xfrm rot="2700000">
            <a:off x="4103052" y="3299680"/>
            <a:ext cx="258639" cy="258639"/>
            <a:chOff x="9030652" y="549275"/>
            <a:chExt cx="233045" cy="233045"/>
          </a:xfrm>
        </p:grpSpPr>
        <p:cxnSp>
          <p:nvCxnSpPr>
            <p:cNvPr id="20" name="直接连接符 19">
              <a:extLst>
                <a:ext uri="{FF2B5EF4-FFF2-40B4-BE49-F238E27FC236}">
                  <a16:creationId xmlns:a16="http://schemas.microsoft.com/office/drawing/2014/main" id="{6B4AAE98-FB16-4531-80AA-F39E9A85392D}"/>
                </a:ext>
              </a:extLst>
            </p:cNvPr>
            <p:cNvCxnSpPr>
              <a:cxnSpLocks/>
            </p:cNvCxnSpPr>
            <p:nvPr/>
          </p:nvCxnSpPr>
          <p:spPr>
            <a:xfrm>
              <a:off x="9147175" y="549275"/>
              <a:ext cx="0" cy="233045"/>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A9BF3953-642A-436F-8167-5A64C98EFA70}"/>
                </a:ext>
              </a:extLst>
            </p:cNvPr>
            <p:cNvCxnSpPr>
              <a:cxnSpLocks/>
            </p:cNvCxnSpPr>
            <p:nvPr/>
          </p:nvCxnSpPr>
          <p:spPr>
            <a:xfrm rot="5400000">
              <a:off x="9147175" y="549275"/>
              <a:ext cx="0" cy="233045"/>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23" name="组合 22">
            <a:extLst>
              <a:ext uri="{FF2B5EF4-FFF2-40B4-BE49-F238E27FC236}">
                <a16:creationId xmlns:a16="http://schemas.microsoft.com/office/drawing/2014/main" id="{9837FDE8-59C3-4A32-BA5C-508FD36B386C}"/>
              </a:ext>
            </a:extLst>
          </p:cNvPr>
          <p:cNvGrpSpPr/>
          <p:nvPr/>
        </p:nvGrpSpPr>
        <p:grpSpPr>
          <a:xfrm rot="2700000">
            <a:off x="7649440" y="3299680"/>
            <a:ext cx="258639" cy="258639"/>
            <a:chOff x="9030652" y="549275"/>
            <a:chExt cx="233045" cy="233045"/>
          </a:xfrm>
        </p:grpSpPr>
        <p:cxnSp>
          <p:nvCxnSpPr>
            <p:cNvPr id="24" name="直接连接符 23">
              <a:extLst>
                <a:ext uri="{FF2B5EF4-FFF2-40B4-BE49-F238E27FC236}">
                  <a16:creationId xmlns:a16="http://schemas.microsoft.com/office/drawing/2014/main" id="{25A853AD-6ABE-4A9E-B95C-07DF719D7A57}"/>
                </a:ext>
              </a:extLst>
            </p:cNvPr>
            <p:cNvCxnSpPr>
              <a:cxnSpLocks/>
            </p:cNvCxnSpPr>
            <p:nvPr/>
          </p:nvCxnSpPr>
          <p:spPr>
            <a:xfrm>
              <a:off x="9147175" y="549275"/>
              <a:ext cx="0" cy="233045"/>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77614C24-F794-4051-9469-7611BE47A3B5}"/>
                </a:ext>
              </a:extLst>
            </p:cNvPr>
            <p:cNvCxnSpPr>
              <a:cxnSpLocks/>
            </p:cNvCxnSpPr>
            <p:nvPr/>
          </p:nvCxnSpPr>
          <p:spPr>
            <a:xfrm rot="5400000">
              <a:off x="9147175" y="549275"/>
              <a:ext cx="0" cy="233045"/>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32148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C74B2B-C6E6-48EA-81A7-1E9E44ECB550}"/>
              </a:ext>
            </a:extLst>
          </p:cNvPr>
          <p:cNvSpPr txBox="1"/>
          <p:nvPr/>
        </p:nvSpPr>
        <p:spPr>
          <a:xfrm>
            <a:off x="1361440" y="467360"/>
            <a:ext cx="1544320" cy="430374"/>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latin typeface="思源宋体 CN Heavy" panose="02020900000000000000" pitchFamily="18" charset="-122"/>
                <a:ea typeface="思源宋体 CN Heavy" panose="02020900000000000000" pitchFamily="18" charset="-122"/>
              </a:rPr>
              <a:t>设计规范</a:t>
            </a:r>
          </a:p>
        </p:txBody>
      </p:sp>
      <p:sp>
        <p:nvSpPr>
          <p:cNvPr id="4" name="文本框 3">
            <a:extLst>
              <a:ext uri="{FF2B5EF4-FFF2-40B4-BE49-F238E27FC236}">
                <a16:creationId xmlns:a16="http://schemas.microsoft.com/office/drawing/2014/main" id="{925A06A5-9E35-4EFD-BDB4-358C9025CF6D}"/>
              </a:ext>
            </a:extLst>
          </p:cNvPr>
          <p:cNvSpPr txBox="1"/>
          <p:nvPr/>
        </p:nvSpPr>
        <p:spPr>
          <a:xfrm>
            <a:off x="1859914" y="3102305"/>
            <a:ext cx="620683" cy="380810"/>
          </a:xfrm>
          <a:prstGeom prst="rect">
            <a:avLst/>
          </a:prstGeom>
          <a:noFill/>
        </p:spPr>
        <p:txBody>
          <a:bodyPr wrap="none" rtlCol="0">
            <a:spAutoFit/>
          </a:bodyPr>
          <a:lstStyle/>
          <a:p>
            <a:pPr algn="l">
              <a:lnSpc>
                <a:spcPct val="130000"/>
              </a:lnSpc>
            </a:pPr>
            <a:r>
              <a:rPr lang="zh-CN" altLang="en-US" sz="1600" spc="100" dirty="0">
                <a:solidFill>
                  <a:schemeClr val="tx1">
                    <a:lumMod val="85000"/>
                    <a:lumOff val="15000"/>
                  </a:schemeClr>
                </a:solidFill>
              </a:rPr>
              <a:t>标题</a:t>
            </a:r>
          </a:p>
        </p:txBody>
      </p:sp>
      <p:cxnSp>
        <p:nvCxnSpPr>
          <p:cNvPr id="6" name="直接连接符 5">
            <a:extLst>
              <a:ext uri="{FF2B5EF4-FFF2-40B4-BE49-F238E27FC236}">
                <a16:creationId xmlns:a16="http://schemas.microsoft.com/office/drawing/2014/main" id="{75F29E07-E44F-48D0-B996-84CFBF57CD4A}"/>
              </a:ext>
            </a:extLst>
          </p:cNvPr>
          <p:cNvCxnSpPr>
            <a:cxnSpLocks/>
          </p:cNvCxnSpPr>
          <p:nvPr/>
        </p:nvCxnSpPr>
        <p:spPr>
          <a:xfrm>
            <a:off x="1944369" y="3483115"/>
            <a:ext cx="349377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EF36CC0F-5729-4976-83E9-A07D4A2F4427}"/>
              </a:ext>
            </a:extLst>
          </p:cNvPr>
          <p:cNvSpPr txBox="1"/>
          <p:nvPr/>
        </p:nvSpPr>
        <p:spPr>
          <a:xfrm>
            <a:off x="1859914" y="2349446"/>
            <a:ext cx="3274059" cy="430374"/>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latin typeface="微软雅黑" panose="020B0503020204020204" pitchFamily="34" charset="-122"/>
                <a:ea typeface="微软雅黑" panose="020B0503020204020204" pitchFamily="34" charset="-122"/>
              </a:rPr>
              <a:t>中文字体</a:t>
            </a:r>
          </a:p>
        </p:txBody>
      </p:sp>
      <p:sp>
        <p:nvSpPr>
          <p:cNvPr id="8" name="文本框 7">
            <a:extLst>
              <a:ext uri="{FF2B5EF4-FFF2-40B4-BE49-F238E27FC236}">
                <a16:creationId xmlns:a16="http://schemas.microsoft.com/office/drawing/2014/main" id="{122B10ED-8C58-4D37-9644-4D260A782A07}"/>
              </a:ext>
            </a:extLst>
          </p:cNvPr>
          <p:cNvSpPr txBox="1"/>
          <p:nvPr/>
        </p:nvSpPr>
        <p:spPr>
          <a:xfrm>
            <a:off x="1859914" y="3616960"/>
            <a:ext cx="1736726" cy="497957"/>
          </a:xfrm>
          <a:prstGeom prst="rect">
            <a:avLst/>
          </a:prstGeom>
          <a:noFill/>
        </p:spPr>
        <p:txBody>
          <a:bodyPr wrap="square" rtlCol="0">
            <a:spAutoFit/>
          </a:bodyPr>
          <a:lstStyle/>
          <a:p>
            <a:pPr algn="just">
              <a:lnSpc>
                <a:spcPct val="120000"/>
              </a:lnSpc>
            </a:pPr>
            <a:r>
              <a:rPr lang="zh-CN" altLang="en-US" sz="2400" spc="100" dirty="0">
                <a:solidFill>
                  <a:schemeClr val="tx1">
                    <a:lumMod val="65000"/>
                    <a:lumOff val="35000"/>
                  </a:schemeClr>
                </a:solidFill>
                <a:latin typeface="微软雅黑" panose="020B0503020204020204" pitchFamily="34" charset="-122"/>
                <a:ea typeface="微软雅黑" panose="020B0503020204020204" pitchFamily="34" charset="-122"/>
              </a:rPr>
              <a:t>微软雅黑</a:t>
            </a:r>
          </a:p>
        </p:txBody>
      </p:sp>
      <p:sp>
        <p:nvSpPr>
          <p:cNvPr id="9" name="文本框 8">
            <a:extLst>
              <a:ext uri="{FF2B5EF4-FFF2-40B4-BE49-F238E27FC236}">
                <a16:creationId xmlns:a16="http://schemas.microsoft.com/office/drawing/2014/main" id="{0EA5A5E3-B8CB-469A-9AA3-58BA98FD19F0}"/>
              </a:ext>
            </a:extLst>
          </p:cNvPr>
          <p:cNvSpPr txBox="1"/>
          <p:nvPr/>
        </p:nvSpPr>
        <p:spPr>
          <a:xfrm>
            <a:off x="1859914" y="4534865"/>
            <a:ext cx="620683" cy="382862"/>
          </a:xfrm>
          <a:prstGeom prst="rect">
            <a:avLst/>
          </a:prstGeom>
          <a:noFill/>
        </p:spPr>
        <p:txBody>
          <a:bodyPr wrap="none" rtlCol="0">
            <a:spAutoFit/>
          </a:bodyPr>
          <a:lstStyle/>
          <a:p>
            <a:pPr algn="l">
              <a:lnSpc>
                <a:spcPct val="130000"/>
              </a:lnSpc>
            </a:pPr>
            <a:r>
              <a:rPr lang="zh-CN" altLang="en-US" sz="1600" spc="100" dirty="0">
                <a:solidFill>
                  <a:schemeClr val="tx1">
                    <a:lumMod val="85000"/>
                    <a:lumOff val="15000"/>
                  </a:schemeClr>
                </a:solidFill>
              </a:rPr>
              <a:t>正文</a:t>
            </a:r>
          </a:p>
        </p:txBody>
      </p:sp>
      <p:cxnSp>
        <p:nvCxnSpPr>
          <p:cNvPr id="10" name="直接连接符 9">
            <a:extLst>
              <a:ext uri="{FF2B5EF4-FFF2-40B4-BE49-F238E27FC236}">
                <a16:creationId xmlns:a16="http://schemas.microsoft.com/office/drawing/2014/main" id="{34C6EC2E-206E-4713-B9A8-0EF532E1AD83}"/>
              </a:ext>
            </a:extLst>
          </p:cNvPr>
          <p:cNvCxnSpPr>
            <a:cxnSpLocks/>
          </p:cNvCxnSpPr>
          <p:nvPr/>
        </p:nvCxnSpPr>
        <p:spPr>
          <a:xfrm>
            <a:off x="1944369" y="4915675"/>
            <a:ext cx="349377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3737CCBC-2178-46F9-86A4-BCFF9D981EA5}"/>
              </a:ext>
            </a:extLst>
          </p:cNvPr>
          <p:cNvSpPr txBox="1"/>
          <p:nvPr/>
        </p:nvSpPr>
        <p:spPr>
          <a:xfrm>
            <a:off x="1859914" y="5049520"/>
            <a:ext cx="3372484" cy="500393"/>
          </a:xfrm>
          <a:prstGeom prst="rect">
            <a:avLst/>
          </a:prstGeom>
          <a:noFill/>
        </p:spPr>
        <p:txBody>
          <a:bodyPr wrap="square" rtlCol="0">
            <a:spAutoFit/>
          </a:bodyPr>
          <a:lstStyle/>
          <a:p>
            <a:pPr algn="just">
              <a:lnSpc>
                <a:spcPct val="120000"/>
              </a:lnSpc>
            </a:pPr>
            <a:r>
              <a:rPr lang="zh-CN" altLang="en-US" sz="2400" spc="100" dirty="0">
                <a:solidFill>
                  <a:schemeClr val="tx1">
                    <a:lumMod val="65000"/>
                    <a:lumOff val="35000"/>
                  </a:schemeClr>
                </a:solidFill>
                <a:latin typeface="微软雅黑 Light" panose="020B0502040204020203" pitchFamily="34" charset="-122"/>
                <a:ea typeface="微软雅黑 Light" panose="020B0502040204020203" pitchFamily="34" charset="-122"/>
              </a:rPr>
              <a:t>微软雅黑 </a:t>
            </a:r>
            <a:r>
              <a:rPr lang="en-US" altLang="zh-CN" sz="2400" spc="100" dirty="0">
                <a:solidFill>
                  <a:schemeClr val="tx1">
                    <a:lumMod val="65000"/>
                    <a:lumOff val="35000"/>
                  </a:schemeClr>
                </a:solidFill>
                <a:latin typeface="微软雅黑 Light" panose="020B0502040204020203" pitchFamily="34" charset="-122"/>
                <a:ea typeface="微软雅黑 Light" panose="020B0502040204020203" pitchFamily="34" charset="-122"/>
              </a:rPr>
              <a:t>light</a:t>
            </a:r>
            <a:endParaRPr lang="zh-CN" altLang="en-US" sz="2400" spc="100" dirty="0">
              <a:solidFill>
                <a:schemeClr val="tx1">
                  <a:lumMod val="65000"/>
                  <a:lumOff val="35000"/>
                </a:schemeClr>
              </a:solidFill>
              <a:latin typeface="微软雅黑 Light" panose="020B0502040204020203" pitchFamily="34" charset="-122"/>
              <a:ea typeface="微软雅黑 Light" panose="020B0502040204020203" pitchFamily="34" charset="-122"/>
            </a:endParaRPr>
          </a:p>
        </p:txBody>
      </p:sp>
      <p:sp>
        <p:nvSpPr>
          <p:cNvPr id="12" name="文本框 11">
            <a:extLst>
              <a:ext uri="{FF2B5EF4-FFF2-40B4-BE49-F238E27FC236}">
                <a16:creationId xmlns:a16="http://schemas.microsoft.com/office/drawing/2014/main" id="{8C4A1332-EDB8-4A72-BE77-6BCB78B2F77E}"/>
              </a:ext>
            </a:extLst>
          </p:cNvPr>
          <p:cNvSpPr txBox="1"/>
          <p:nvPr/>
        </p:nvSpPr>
        <p:spPr>
          <a:xfrm>
            <a:off x="6753861" y="3102305"/>
            <a:ext cx="620683" cy="380810"/>
          </a:xfrm>
          <a:prstGeom prst="rect">
            <a:avLst/>
          </a:prstGeom>
          <a:noFill/>
        </p:spPr>
        <p:txBody>
          <a:bodyPr wrap="none" rtlCol="0">
            <a:spAutoFit/>
          </a:bodyPr>
          <a:lstStyle/>
          <a:p>
            <a:pPr algn="l">
              <a:lnSpc>
                <a:spcPct val="130000"/>
              </a:lnSpc>
            </a:pPr>
            <a:r>
              <a:rPr lang="zh-CN" altLang="en-US" sz="1600" spc="100" dirty="0">
                <a:solidFill>
                  <a:schemeClr val="tx1">
                    <a:lumMod val="85000"/>
                    <a:lumOff val="15000"/>
                  </a:schemeClr>
                </a:solidFill>
              </a:rPr>
              <a:t>标题</a:t>
            </a:r>
          </a:p>
        </p:txBody>
      </p:sp>
      <p:cxnSp>
        <p:nvCxnSpPr>
          <p:cNvPr id="13" name="直接连接符 12">
            <a:extLst>
              <a:ext uri="{FF2B5EF4-FFF2-40B4-BE49-F238E27FC236}">
                <a16:creationId xmlns:a16="http://schemas.microsoft.com/office/drawing/2014/main" id="{0523C341-9DAB-4FBE-B42B-40A292117DF5}"/>
              </a:ext>
            </a:extLst>
          </p:cNvPr>
          <p:cNvCxnSpPr>
            <a:cxnSpLocks/>
          </p:cNvCxnSpPr>
          <p:nvPr/>
        </p:nvCxnSpPr>
        <p:spPr>
          <a:xfrm>
            <a:off x="6838316" y="3483115"/>
            <a:ext cx="349377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FDC7339A-CE7A-4A36-9FB2-C559C0E09B01}"/>
              </a:ext>
            </a:extLst>
          </p:cNvPr>
          <p:cNvSpPr txBox="1"/>
          <p:nvPr/>
        </p:nvSpPr>
        <p:spPr>
          <a:xfrm>
            <a:off x="6753861" y="2349446"/>
            <a:ext cx="3274059" cy="430374"/>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latin typeface="微软雅黑" panose="020B0503020204020204" pitchFamily="34" charset="-122"/>
                <a:ea typeface="微软雅黑" panose="020B0503020204020204" pitchFamily="34" charset="-122"/>
              </a:rPr>
              <a:t>西文字体</a:t>
            </a:r>
          </a:p>
        </p:txBody>
      </p:sp>
      <p:sp>
        <p:nvSpPr>
          <p:cNvPr id="15" name="文本框 14">
            <a:extLst>
              <a:ext uri="{FF2B5EF4-FFF2-40B4-BE49-F238E27FC236}">
                <a16:creationId xmlns:a16="http://schemas.microsoft.com/office/drawing/2014/main" id="{4E33E8C7-D057-4B27-AA79-0F535159F2EB}"/>
              </a:ext>
            </a:extLst>
          </p:cNvPr>
          <p:cNvSpPr txBox="1"/>
          <p:nvPr/>
        </p:nvSpPr>
        <p:spPr>
          <a:xfrm>
            <a:off x="6753861" y="3597185"/>
            <a:ext cx="3372484" cy="533479"/>
          </a:xfrm>
          <a:prstGeom prst="rect">
            <a:avLst/>
          </a:prstGeom>
          <a:noFill/>
        </p:spPr>
        <p:txBody>
          <a:bodyPr wrap="square" rtlCol="0">
            <a:spAutoFit/>
          </a:bodyPr>
          <a:lstStyle/>
          <a:p>
            <a:pPr>
              <a:lnSpc>
                <a:spcPct val="130000"/>
              </a:lnSpc>
            </a:pPr>
            <a:r>
              <a:rPr lang="en-US" altLang="zh-CN" sz="2400" spc="100" dirty="0">
                <a:solidFill>
                  <a:schemeClr val="tx1">
                    <a:lumMod val="85000"/>
                    <a:lumOff val="15000"/>
                  </a:schemeClr>
                </a:solidFill>
                <a:latin typeface="Arial Black" panose="020B0A04020102020204" pitchFamily="34" charset="0"/>
              </a:rPr>
              <a:t>Arial Black</a:t>
            </a:r>
            <a:endParaRPr lang="zh-CN" altLang="en-US" sz="2400" spc="100" dirty="0">
              <a:solidFill>
                <a:schemeClr val="tx1">
                  <a:lumMod val="85000"/>
                  <a:lumOff val="15000"/>
                </a:schemeClr>
              </a:solidFill>
              <a:latin typeface="Arial Black" panose="020B0A04020102020204" pitchFamily="34" charset="0"/>
            </a:endParaRPr>
          </a:p>
        </p:txBody>
      </p:sp>
      <p:sp>
        <p:nvSpPr>
          <p:cNvPr id="16" name="文本框 15">
            <a:extLst>
              <a:ext uri="{FF2B5EF4-FFF2-40B4-BE49-F238E27FC236}">
                <a16:creationId xmlns:a16="http://schemas.microsoft.com/office/drawing/2014/main" id="{C94F1499-ADB4-43F5-8187-78EF1DB50DC8}"/>
              </a:ext>
            </a:extLst>
          </p:cNvPr>
          <p:cNvSpPr txBox="1"/>
          <p:nvPr/>
        </p:nvSpPr>
        <p:spPr>
          <a:xfrm>
            <a:off x="6753861" y="4534865"/>
            <a:ext cx="620683" cy="382862"/>
          </a:xfrm>
          <a:prstGeom prst="rect">
            <a:avLst/>
          </a:prstGeom>
          <a:noFill/>
        </p:spPr>
        <p:txBody>
          <a:bodyPr wrap="none" rtlCol="0">
            <a:spAutoFit/>
          </a:bodyPr>
          <a:lstStyle/>
          <a:p>
            <a:pPr algn="l">
              <a:lnSpc>
                <a:spcPct val="130000"/>
              </a:lnSpc>
            </a:pPr>
            <a:r>
              <a:rPr lang="zh-CN" altLang="en-US" sz="1600" spc="100" dirty="0">
                <a:solidFill>
                  <a:schemeClr val="tx1">
                    <a:lumMod val="85000"/>
                    <a:lumOff val="15000"/>
                  </a:schemeClr>
                </a:solidFill>
              </a:rPr>
              <a:t>正文</a:t>
            </a:r>
          </a:p>
        </p:txBody>
      </p:sp>
      <p:cxnSp>
        <p:nvCxnSpPr>
          <p:cNvPr id="17" name="直接连接符 16">
            <a:extLst>
              <a:ext uri="{FF2B5EF4-FFF2-40B4-BE49-F238E27FC236}">
                <a16:creationId xmlns:a16="http://schemas.microsoft.com/office/drawing/2014/main" id="{FCC757B9-FF40-4829-8148-DA8F19153EF8}"/>
              </a:ext>
            </a:extLst>
          </p:cNvPr>
          <p:cNvCxnSpPr>
            <a:cxnSpLocks/>
          </p:cNvCxnSpPr>
          <p:nvPr/>
        </p:nvCxnSpPr>
        <p:spPr>
          <a:xfrm>
            <a:off x="6838316" y="4915675"/>
            <a:ext cx="349377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CA12A8AA-CFD0-4FFC-8B16-C34F2D287323}"/>
              </a:ext>
            </a:extLst>
          </p:cNvPr>
          <p:cNvSpPr txBox="1"/>
          <p:nvPr/>
        </p:nvSpPr>
        <p:spPr>
          <a:xfrm>
            <a:off x="6753861" y="5022575"/>
            <a:ext cx="3372484" cy="52245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400" b="0" i="0" u="none" strike="noStrike" kern="1200" cap="none" spc="100" normalizeH="0" baseline="0" noProof="0" dirty="0">
                <a:ln>
                  <a:noFill/>
                </a:ln>
                <a:solidFill>
                  <a:srgbClr val="000000">
                    <a:lumMod val="85000"/>
                    <a:lumOff val="15000"/>
                  </a:srgbClr>
                </a:solidFill>
                <a:effectLst/>
                <a:uLnTx/>
                <a:uFillTx/>
                <a:latin typeface="Arial" panose="020B0604020202020204" pitchFamily="34" charset="0"/>
                <a:ea typeface="微软雅黑 Light" panose="020B0502040204020203" pitchFamily="34" charset="-122"/>
                <a:cs typeface="Arial" panose="020B0604020202020204" pitchFamily="34" charset="0"/>
              </a:rPr>
              <a:t>Arial</a:t>
            </a:r>
            <a:endParaRPr kumimoji="0" lang="zh-CN" altLang="en-US" sz="2400" b="0" i="1" u="none" strike="noStrike" kern="1200" cap="none" spc="100" normalizeH="0" baseline="0" noProof="0" dirty="0">
              <a:ln>
                <a:noFill/>
              </a:ln>
              <a:solidFill>
                <a:srgbClr val="000000">
                  <a:lumMod val="85000"/>
                  <a:lumOff val="15000"/>
                </a:srgbClr>
              </a:solidFill>
              <a:effectLst/>
              <a:uLnTx/>
              <a:uFillTx/>
              <a:latin typeface="Arial" panose="020B0604020202020204" pitchFamily="34" charset="0"/>
              <a:ea typeface="微软雅黑 Light" panose="020B0502040204020203" pitchFamily="34" charset="-122"/>
              <a:cs typeface="Arial" panose="020B0604020202020204" pitchFamily="34" charset="0"/>
            </a:endParaRPr>
          </a:p>
        </p:txBody>
      </p:sp>
      <p:sp>
        <p:nvSpPr>
          <p:cNvPr id="19" name="文本框 18">
            <a:extLst>
              <a:ext uri="{FF2B5EF4-FFF2-40B4-BE49-F238E27FC236}">
                <a16:creationId xmlns:a16="http://schemas.microsoft.com/office/drawing/2014/main" id="{3C8A1262-4702-4B4B-B8EE-FDF461BED2F7}"/>
              </a:ext>
            </a:extLst>
          </p:cNvPr>
          <p:cNvSpPr txBox="1"/>
          <p:nvPr/>
        </p:nvSpPr>
        <p:spPr>
          <a:xfrm>
            <a:off x="5257800" y="1293676"/>
            <a:ext cx="1676400" cy="430374"/>
          </a:xfrm>
          <a:prstGeom prst="rect">
            <a:avLst/>
          </a:prstGeom>
          <a:solidFill>
            <a:schemeClr val="accent1"/>
          </a:solidFill>
        </p:spPr>
        <p:txBody>
          <a:bodyPr wrap="square" rtlCol="0">
            <a:spAutoFit/>
          </a:bodyPr>
          <a:lstStyle/>
          <a:p>
            <a:pPr algn="ctr">
              <a:lnSpc>
                <a:spcPct val="120000"/>
              </a:lnSpc>
            </a:pPr>
            <a:r>
              <a:rPr lang="zh-CN" altLang="en-US" sz="2000" spc="100" dirty="0">
                <a:solidFill>
                  <a:schemeClr val="bg1"/>
                </a:solidFill>
                <a:latin typeface="微软雅黑" panose="020B0503020204020204" pitchFamily="34" charset="-122"/>
                <a:ea typeface="微软雅黑" panose="020B0503020204020204" pitchFamily="34" charset="-122"/>
              </a:rPr>
              <a:t>字体规范</a:t>
            </a:r>
          </a:p>
        </p:txBody>
      </p:sp>
      <p:sp>
        <p:nvSpPr>
          <p:cNvPr id="20" name="文本框 19">
            <a:extLst>
              <a:ext uri="{FF2B5EF4-FFF2-40B4-BE49-F238E27FC236}">
                <a16:creationId xmlns:a16="http://schemas.microsoft.com/office/drawing/2014/main" id="{A4F1EE6B-8483-47DE-A25C-4D810CACFD9D}"/>
              </a:ext>
            </a:extLst>
          </p:cNvPr>
          <p:cNvSpPr txBox="1"/>
          <p:nvPr/>
        </p:nvSpPr>
        <p:spPr>
          <a:xfrm>
            <a:off x="3579494" y="3614909"/>
            <a:ext cx="1736726" cy="941412"/>
          </a:xfrm>
          <a:prstGeom prst="rect">
            <a:avLst/>
          </a:prstGeom>
          <a:noFill/>
        </p:spPr>
        <p:txBody>
          <a:bodyPr wrap="square" rtlCol="0">
            <a:spAutoFit/>
          </a:bodyPr>
          <a:lstStyle/>
          <a:p>
            <a:pPr algn="just">
              <a:lnSpc>
                <a:spcPct val="120000"/>
              </a:lnSpc>
            </a:pPr>
            <a:r>
              <a:rPr lang="zh-CN" altLang="en-US" sz="2400" spc="100" dirty="0">
                <a:solidFill>
                  <a:schemeClr val="tx1">
                    <a:lumMod val="65000"/>
                    <a:lumOff val="35000"/>
                  </a:schemeClr>
                </a:solidFill>
                <a:latin typeface="思源宋体 CN Heavy" panose="02020900000000000000" pitchFamily="18" charset="-122"/>
                <a:ea typeface="思源宋体 CN Heavy" panose="02020900000000000000" pitchFamily="18" charset="-122"/>
              </a:rPr>
              <a:t>思源宋体</a:t>
            </a:r>
            <a:r>
              <a:rPr lang="en-US" altLang="zh-CN" sz="2400" spc="100" dirty="0">
                <a:solidFill>
                  <a:schemeClr val="tx1">
                    <a:lumMod val="65000"/>
                    <a:lumOff val="35000"/>
                  </a:schemeClr>
                </a:solidFill>
                <a:latin typeface="思源宋体 CN Heavy" panose="02020900000000000000" pitchFamily="18" charset="-122"/>
                <a:ea typeface="思源宋体 CN Heavy" panose="02020900000000000000" pitchFamily="18" charset="-122"/>
              </a:rPr>
              <a:t>Heavy</a:t>
            </a:r>
            <a:endParaRPr lang="zh-CN" altLang="en-US" sz="2400" spc="100" dirty="0">
              <a:solidFill>
                <a:schemeClr val="tx1">
                  <a:lumMod val="65000"/>
                  <a:lumOff val="35000"/>
                </a:schemeClr>
              </a:solidFill>
              <a:latin typeface="思源宋体 CN Heavy" panose="02020900000000000000" pitchFamily="18" charset="-122"/>
              <a:ea typeface="思源宋体 CN Heavy" panose="02020900000000000000" pitchFamily="18" charset="-122"/>
            </a:endParaRPr>
          </a:p>
        </p:txBody>
      </p:sp>
    </p:spTree>
    <p:extLst>
      <p:ext uri="{BB962C8B-B14F-4D97-AF65-F5344CB8AC3E}">
        <p14:creationId xmlns:p14="http://schemas.microsoft.com/office/powerpoint/2010/main" val="13508583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C74B2B-C6E6-48EA-81A7-1E9E44ECB550}"/>
              </a:ext>
            </a:extLst>
          </p:cNvPr>
          <p:cNvSpPr txBox="1"/>
          <p:nvPr/>
        </p:nvSpPr>
        <p:spPr>
          <a:xfrm>
            <a:off x="1361440" y="467360"/>
            <a:ext cx="1544320" cy="430374"/>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latin typeface="思源宋体 CN Heavy" panose="02020900000000000000" pitchFamily="18" charset="-122"/>
                <a:ea typeface="思源宋体 CN Heavy" panose="02020900000000000000" pitchFamily="18" charset="-122"/>
              </a:rPr>
              <a:t>设计规范</a:t>
            </a:r>
          </a:p>
        </p:txBody>
      </p:sp>
      <p:sp>
        <p:nvSpPr>
          <p:cNvPr id="19" name="文本框 18">
            <a:extLst>
              <a:ext uri="{FF2B5EF4-FFF2-40B4-BE49-F238E27FC236}">
                <a16:creationId xmlns:a16="http://schemas.microsoft.com/office/drawing/2014/main" id="{3C8A1262-4702-4B4B-B8EE-FDF461BED2F7}"/>
              </a:ext>
            </a:extLst>
          </p:cNvPr>
          <p:cNvSpPr txBox="1"/>
          <p:nvPr/>
        </p:nvSpPr>
        <p:spPr>
          <a:xfrm>
            <a:off x="5257800" y="1293676"/>
            <a:ext cx="1676400" cy="430374"/>
          </a:xfrm>
          <a:prstGeom prst="rect">
            <a:avLst/>
          </a:prstGeom>
          <a:solidFill>
            <a:schemeClr val="accent1"/>
          </a:solidFill>
        </p:spPr>
        <p:txBody>
          <a:bodyPr wrap="square" rtlCol="0">
            <a:spAutoFit/>
          </a:bodyPr>
          <a:lstStyle/>
          <a:p>
            <a:pPr algn="ctr">
              <a:lnSpc>
                <a:spcPct val="120000"/>
              </a:lnSpc>
            </a:pPr>
            <a:r>
              <a:rPr lang="zh-CN" altLang="en-US" sz="2000" spc="100" dirty="0">
                <a:solidFill>
                  <a:schemeClr val="bg1"/>
                </a:solidFill>
                <a:latin typeface="微软雅黑" panose="020B0503020204020204" pitchFamily="34" charset="-122"/>
                <a:ea typeface="微软雅黑" panose="020B0503020204020204" pitchFamily="34" charset="-122"/>
              </a:rPr>
              <a:t>配色规范</a:t>
            </a:r>
          </a:p>
        </p:txBody>
      </p:sp>
      <p:sp>
        <p:nvSpPr>
          <p:cNvPr id="3" name="矩形 2">
            <a:extLst>
              <a:ext uri="{FF2B5EF4-FFF2-40B4-BE49-F238E27FC236}">
                <a16:creationId xmlns:a16="http://schemas.microsoft.com/office/drawing/2014/main" id="{9315536F-4316-4BD1-A197-45C494DEE330}"/>
              </a:ext>
            </a:extLst>
          </p:cNvPr>
          <p:cNvSpPr/>
          <p:nvPr/>
        </p:nvSpPr>
        <p:spPr>
          <a:xfrm>
            <a:off x="2495550" y="2768600"/>
            <a:ext cx="1178560" cy="1178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0DB593CA-1BA9-40A7-873C-DE0D238284C6}"/>
              </a:ext>
            </a:extLst>
          </p:cNvPr>
          <p:cNvSpPr/>
          <p:nvPr/>
        </p:nvSpPr>
        <p:spPr>
          <a:xfrm>
            <a:off x="4001135" y="2768600"/>
            <a:ext cx="1178560" cy="11785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8C844472-452B-4E42-8A13-724297E8FBFD}"/>
              </a:ext>
            </a:extLst>
          </p:cNvPr>
          <p:cNvSpPr/>
          <p:nvPr/>
        </p:nvSpPr>
        <p:spPr>
          <a:xfrm>
            <a:off x="5506720" y="2768600"/>
            <a:ext cx="1178560" cy="11785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B49C0744-0718-4AA2-A3BA-0E4D34B088CB}"/>
              </a:ext>
            </a:extLst>
          </p:cNvPr>
          <p:cNvSpPr/>
          <p:nvPr/>
        </p:nvSpPr>
        <p:spPr>
          <a:xfrm>
            <a:off x="7012305" y="2768600"/>
            <a:ext cx="1178560" cy="11785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D1593912-7579-468A-9B80-4AFB4F4C22DD}"/>
              </a:ext>
            </a:extLst>
          </p:cNvPr>
          <p:cNvSpPr/>
          <p:nvPr/>
        </p:nvSpPr>
        <p:spPr>
          <a:xfrm>
            <a:off x="8517890" y="2768600"/>
            <a:ext cx="1178560" cy="117856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583749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C74B2B-C6E6-48EA-81A7-1E9E44ECB550}"/>
              </a:ext>
            </a:extLst>
          </p:cNvPr>
          <p:cNvSpPr txBox="1"/>
          <p:nvPr/>
        </p:nvSpPr>
        <p:spPr>
          <a:xfrm>
            <a:off x="1361440" y="467360"/>
            <a:ext cx="1544320" cy="430567"/>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latin typeface="思源宋体 CN Heavy" panose="02020900000000000000" pitchFamily="18" charset="-122"/>
                <a:ea typeface="思源宋体 CN Heavy" panose="02020900000000000000" pitchFamily="18" charset="-122"/>
              </a:rPr>
              <a:t>图片素材</a:t>
            </a:r>
          </a:p>
        </p:txBody>
      </p:sp>
      <p:pic>
        <p:nvPicPr>
          <p:cNvPr id="6" name="图片 5">
            <a:extLst>
              <a:ext uri="{FF2B5EF4-FFF2-40B4-BE49-F238E27FC236}">
                <a16:creationId xmlns:a16="http://schemas.microsoft.com/office/drawing/2014/main" id="{253810D3-82D3-4F92-BEB1-AD66532673E2}"/>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256575" y="1597028"/>
            <a:ext cx="1896654" cy="1066868"/>
          </a:xfrm>
          <a:prstGeom prst="rect">
            <a:avLst/>
          </a:prstGeom>
        </p:spPr>
      </p:pic>
      <p:pic>
        <p:nvPicPr>
          <p:cNvPr id="8" name="图片 7">
            <a:extLst>
              <a:ext uri="{FF2B5EF4-FFF2-40B4-BE49-F238E27FC236}">
                <a16:creationId xmlns:a16="http://schemas.microsoft.com/office/drawing/2014/main" id="{193868B5-4EDF-4346-B3EC-8B3E4EB8C476}"/>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3532560" y="1597028"/>
            <a:ext cx="1896654" cy="1066868"/>
          </a:xfrm>
          <a:prstGeom prst="rect">
            <a:avLst/>
          </a:prstGeom>
        </p:spPr>
      </p:pic>
      <p:pic>
        <p:nvPicPr>
          <p:cNvPr id="10" name="图片 9">
            <a:extLst>
              <a:ext uri="{FF2B5EF4-FFF2-40B4-BE49-F238E27FC236}">
                <a16:creationId xmlns:a16="http://schemas.microsoft.com/office/drawing/2014/main" id="{075AC608-F4C2-40A8-BF27-08D751A45849}"/>
              </a:ext>
            </a:extLst>
          </p:cNvPr>
          <p:cNvPicPr>
            <a:picLocks noChangeAspect="1"/>
          </p:cNvPicPr>
          <p:nvPr/>
        </p:nvPicPr>
        <p:blipFill rotWithShape="1">
          <a:blip r:embed="rId6">
            <a:extLst>
              <a:ext uri="{28A0092B-C50C-407E-A947-70E740481C1C}">
                <a14:useLocalDpi xmlns:a14="http://schemas.microsoft.com/office/drawing/2010/main" val="0"/>
              </a:ext>
            </a:extLst>
          </a:blip>
          <a:srcRect t="7925" b="7925"/>
          <a:stretch/>
        </p:blipFill>
        <p:spPr>
          <a:xfrm>
            <a:off x="1256575" y="2877270"/>
            <a:ext cx="1896654" cy="1066868"/>
          </a:xfrm>
          <a:prstGeom prst="rect">
            <a:avLst/>
          </a:prstGeom>
        </p:spPr>
      </p:pic>
      <p:pic>
        <p:nvPicPr>
          <p:cNvPr id="12" name="图片 11">
            <a:extLst>
              <a:ext uri="{FF2B5EF4-FFF2-40B4-BE49-F238E27FC236}">
                <a16:creationId xmlns:a16="http://schemas.microsoft.com/office/drawing/2014/main" id="{8FA1F599-B811-4345-B3E3-07F44815242D}"/>
              </a:ext>
            </a:extLst>
          </p:cNvPr>
          <p:cNvPicPr>
            <a:picLocks noChangeAspect="1"/>
          </p:cNvPicPr>
          <p:nvPr/>
        </p:nvPicPr>
        <p:blipFill rotWithShape="1">
          <a:blip r:embed="rId7">
            <a:extLst>
              <a:ext uri="{28A0092B-C50C-407E-A947-70E740481C1C}">
                <a14:useLocalDpi xmlns:a14="http://schemas.microsoft.com/office/drawing/2010/main" val="0"/>
              </a:ext>
            </a:extLst>
          </a:blip>
          <a:srcRect t="7763" b="7763"/>
          <a:stretch/>
        </p:blipFill>
        <p:spPr>
          <a:xfrm>
            <a:off x="3532560" y="2877270"/>
            <a:ext cx="1896654" cy="1066868"/>
          </a:xfrm>
          <a:prstGeom prst="rect">
            <a:avLst/>
          </a:prstGeom>
        </p:spPr>
      </p:pic>
      <p:pic>
        <p:nvPicPr>
          <p:cNvPr id="14" name="图片 13">
            <a:extLst>
              <a:ext uri="{FF2B5EF4-FFF2-40B4-BE49-F238E27FC236}">
                <a16:creationId xmlns:a16="http://schemas.microsoft.com/office/drawing/2014/main" id="{9FD503E3-56D5-4CE8-9061-60D5AA8636E8}"/>
              </a:ext>
            </a:extLst>
          </p:cNvPr>
          <p:cNvPicPr>
            <a:picLocks noChangeAspect="1"/>
          </p:cNvPicPr>
          <p:nvPr/>
        </p:nvPicPr>
        <p:blipFill rotWithShape="1">
          <a:blip r:embed="rId8">
            <a:extLst>
              <a:ext uri="{28A0092B-C50C-407E-A947-70E740481C1C}">
                <a14:useLocalDpi xmlns:a14="http://schemas.microsoft.com/office/drawing/2010/main" val="0"/>
              </a:ext>
            </a:extLst>
          </a:blip>
          <a:srcRect t="12490" b="12490"/>
          <a:stretch/>
        </p:blipFill>
        <p:spPr>
          <a:xfrm>
            <a:off x="1256575" y="4157511"/>
            <a:ext cx="1896654" cy="1066868"/>
          </a:xfrm>
          <a:prstGeom prst="rect">
            <a:avLst/>
          </a:prstGeom>
        </p:spPr>
      </p:pic>
      <p:pic>
        <p:nvPicPr>
          <p:cNvPr id="16" name="图片 15">
            <a:extLst>
              <a:ext uri="{FF2B5EF4-FFF2-40B4-BE49-F238E27FC236}">
                <a16:creationId xmlns:a16="http://schemas.microsoft.com/office/drawing/2014/main" id="{EB63E326-9C8A-4F07-A533-6A5C705A51B7}"/>
              </a:ext>
            </a:extLst>
          </p:cNvPr>
          <p:cNvPicPr>
            <a:picLocks noChangeAspect="1"/>
          </p:cNvPicPr>
          <p:nvPr/>
        </p:nvPicPr>
        <p:blipFill rotWithShape="1">
          <a:blip r:embed="rId9">
            <a:extLst>
              <a:ext uri="{28A0092B-C50C-407E-A947-70E740481C1C}">
                <a14:useLocalDpi xmlns:a14="http://schemas.microsoft.com/office/drawing/2010/main" val="0"/>
              </a:ext>
            </a:extLst>
          </a:blip>
          <a:srcRect t="7807" b="7807"/>
          <a:stretch/>
        </p:blipFill>
        <p:spPr>
          <a:xfrm>
            <a:off x="3532560" y="4157511"/>
            <a:ext cx="1896654" cy="1066868"/>
          </a:xfrm>
          <a:prstGeom prst="rect">
            <a:avLst/>
          </a:prstGeom>
        </p:spPr>
      </p:pic>
      <p:sp>
        <p:nvSpPr>
          <p:cNvPr id="17" name="文本框 16">
            <a:extLst>
              <a:ext uri="{FF2B5EF4-FFF2-40B4-BE49-F238E27FC236}">
                <a16:creationId xmlns:a16="http://schemas.microsoft.com/office/drawing/2014/main" id="{756535CE-D44D-4403-8408-F16A95270E27}"/>
              </a:ext>
            </a:extLst>
          </p:cNvPr>
          <p:cNvSpPr txBox="1"/>
          <p:nvPr/>
        </p:nvSpPr>
        <p:spPr>
          <a:xfrm>
            <a:off x="6888479" y="2663896"/>
            <a:ext cx="3190240" cy="730393"/>
          </a:xfrm>
          <a:prstGeom prst="rect">
            <a:avLst/>
          </a:prstGeom>
          <a:noFill/>
        </p:spPr>
        <p:txBody>
          <a:bodyPr wrap="square" rtlCol="0">
            <a:spAutoFit/>
          </a:bodyPr>
          <a:lstStyle/>
          <a:p>
            <a:pPr algn="ctr">
              <a:lnSpc>
                <a:spcPct val="120000"/>
              </a:lnSpc>
            </a:pPr>
            <a:r>
              <a:rPr lang="zh-CN" altLang="en-US" b="1" spc="100" dirty="0">
                <a:solidFill>
                  <a:schemeClr val="tx1">
                    <a:lumMod val="65000"/>
                    <a:lumOff val="35000"/>
                  </a:schemeClr>
                </a:solidFill>
                <a:latin typeface="微软雅黑" panose="020B0503020204020204" pitchFamily="34" charset="-122"/>
                <a:ea typeface="微软雅黑" panose="020B0503020204020204" pitchFamily="34" charset="-122"/>
              </a:rPr>
              <a:t>图片素材来源</a:t>
            </a:r>
            <a:endParaRPr lang="en-US" altLang="zh-CN" b="1" spc="100"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20000"/>
              </a:lnSpc>
            </a:pPr>
            <a:r>
              <a:rPr lang="zh-CN" altLang="en-US" spc="100" dirty="0">
                <a:solidFill>
                  <a:schemeClr val="tx1">
                    <a:lumMod val="65000"/>
                    <a:lumOff val="35000"/>
                  </a:schemeClr>
                </a:solidFill>
                <a:latin typeface="微软雅黑 Light" panose="020B0502040204020203" pitchFamily="34" charset="-122"/>
                <a:ea typeface="微软雅黑 Light" panose="020B0502040204020203" pitchFamily="34" charset="-122"/>
              </a:rPr>
              <a:t>南京理工大学官方微博</a:t>
            </a:r>
            <a:r>
              <a:rPr lang="zh-CN" altLang="en-US" b="1" spc="100" dirty="0">
                <a:solidFill>
                  <a:schemeClr val="tx1">
                    <a:lumMod val="65000"/>
                    <a:lumOff val="35000"/>
                  </a:schemeClr>
                </a:solidFill>
                <a:latin typeface="微软雅黑" panose="020B0503020204020204" pitchFamily="34" charset="-122"/>
                <a:ea typeface="微软雅黑" panose="020B0503020204020204" pitchFamily="34" charset="-122"/>
              </a:rPr>
              <a:t> </a:t>
            </a:r>
          </a:p>
        </p:txBody>
      </p:sp>
      <p:sp>
        <p:nvSpPr>
          <p:cNvPr id="20" name="weibo-social-logo_49093">
            <a:extLst>
              <a:ext uri="{FF2B5EF4-FFF2-40B4-BE49-F238E27FC236}">
                <a16:creationId xmlns:a16="http://schemas.microsoft.com/office/drawing/2014/main" id="{1E48B2F1-E100-4E3D-8EFA-9F65FEF7E069}"/>
              </a:ext>
            </a:extLst>
          </p:cNvPr>
          <p:cNvSpPr>
            <a:spLocks noChangeAspect="1"/>
          </p:cNvSpPr>
          <p:nvPr/>
        </p:nvSpPr>
        <p:spPr bwMode="auto">
          <a:xfrm>
            <a:off x="8178757" y="3562527"/>
            <a:ext cx="609685" cy="493261"/>
          </a:xfrm>
          <a:custGeom>
            <a:avLst/>
            <a:gdLst>
              <a:gd name="connsiteX0" fmla="*/ 188582 w 594496"/>
              <a:gd name="connsiteY0" fmla="*/ 329337 h 480973"/>
              <a:gd name="connsiteX1" fmla="*/ 168300 w 594496"/>
              <a:gd name="connsiteY1" fmla="*/ 344705 h 480973"/>
              <a:gd name="connsiteX2" fmla="*/ 178441 w 594496"/>
              <a:gd name="connsiteY2" fmla="*/ 383845 h 480973"/>
              <a:gd name="connsiteX3" fmla="*/ 223616 w 594496"/>
              <a:gd name="connsiteY3" fmla="*/ 369110 h 480973"/>
              <a:gd name="connsiteX4" fmla="*/ 213013 w 594496"/>
              <a:gd name="connsiteY4" fmla="*/ 329510 h 480973"/>
              <a:gd name="connsiteX5" fmla="*/ 188582 w 594496"/>
              <a:gd name="connsiteY5" fmla="*/ 329337 h 480973"/>
              <a:gd name="connsiteX6" fmla="*/ 250352 w 594496"/>
              <a:gd name="connsiteY6" fmla="*/ 314315 h 480973"/>
              <a:gd name="connsiteX7" fmla="*/ 233757 w 594496"/>
              <a:gd name="connsiteY7" fmla="*/ 320301 h 480973"/>
              <a:gd name="connsiteX8" fmla="*/ 238367 w 594496"/>
              <a:gd name="connsiteY8" fmla="*/ 335036 h 480973"/>
              <a:gd name="connsiteX9" fmla="*/ 254961 w 594496"/>
              <a:gd name="connsiteY9" fmla="*/ 329049 h 480973"/>
              <a:gd name="connsiteX10" fmla="*/ 250352 w 594496"/>
              <a:gd name="connsiteY10" fmla="*/ 314315 h 480973"/>
              <a:gd name="connsiteX11" fmla="*/ 223860 w 594496"/>
              <a:gd name="connsiteY11" fmla="*/ 258951 h 480973"/>
              <a:gd name="connsiteX12" fmla="*/ 259571 w 594496"/>
              <a:gd name="connsiteY12" fmla="*/ 261822 h 480973"/>
              <a:gd name="connsiteX13" fmla="*/ 313043 w 594496"/>
              <a:gd name="connsiteY13" fmla="*/ 364505 h 480973"/>
              <a:gd name="connsiteX14" fmla="*/ 186277 w 594496"/>
              <a:gd name="connsiteY14" fmla="*/ 417919 h 480973"/>
              <a:gd name="connsiteX15" fmla="*/ 139720 w 594496"/>
              <a:gd name="connsiteY15" fmla="*/ 314315 h 480973"/>
              <a:gd name="connsiteX16" fmla="*/ 223860 w 594496"/>
              <a:gd name="connsiteY16" fmla="*/ 258951 h 480973"/>
              <a:gd name="connsiteX17" fmla="*/ 226382 w 594496"/>
              <a:gd name="connsiteY17" fmla="*/ 212086 h 480973"/>
              <a:gd name="connsiteX18" fmla="*/ 59938 w 594496"/>
              <a:gd name="connsiteY18" fmla="*/ 346530 h 480973"/>
              <a:gd name="connsiteX19" fmla="*/ 249896 w 594496"/>
              <a:gd name="connsiteY19" fmla="*/ 445981 h 480973"/>
              <a:gd name="connsiteX20" fmla="*/ 416339 w 594496"/>
              <a:gd name="connsiteY20" fmla="*/ 311538 h 480973"/>
              <a:gd name="connsiteX21" fmla="*/ 226382 w 594496"/>
              <a:gd name="connsiteY21" fmla="*/ 212086 h 480973"/>
              <a:gd name="connsiteX22" fmla="*/ 420931 w 594496"/>
              <a:gd name="connsiteY22" fmla="*/ 82261 h 480973"/>
              <a:gd name="connsiteX23" fmla="*/ 493805 w 594496"/>
              <a:gd name="connsiteY23" fmla="*/ 105741 h 480973"/>
              <a:gd name="connsiteX24" fmla="*/ 509948 w 594496"/>
              <a:gd name="connsiteY24" fmla="*/ 180783 h 480973"/>
              <a:gd name="connsiteX25" fmla="*/ 485503 w 594496"/>
              <a:gd name="connsiteY25" fmla="*/ 193214 h 480973"/>
              <a:gd name="connsiteX26" fmla="*/ 472588 w 594496"/>
              <a:gd name="connsiteY26" fmla="*/ 168813 h 480973"/>
              <a:gd name="connsiteX27" fmla="*/ 464747 w 594496"/>
              <a:gd name="connsiteY27" fmla="*/ 131983 h 480973"/>
              <a:gd name="connsiteX28" fmla="*/ 429233 w 594496"/>
              <a:gd name="connsiteY28" fmla="*/ 120473 h 480973"/>
              <a:gd name="connsiteX29" fmla="*/ 406171 w 594496"/>
              <a:gd name="connsiteY29" fmla="*/ 105741 h 480973"/>
              <a:gd name="connsiteX30" fmla="*/ 420931 w 594496"/>
              <a:gd name="connsiteY30" fmla="*/ 82261 h 480973"/>
              <a:gd name="connsiteX31" fmla="*/ 249838 w 594496"/>
              <a:gd name="connsiteY31" fmla="*/ 67995 h 480973"/>
              <a:gd name="connsiteX32" fmla="*/ 283553 w 594496"/>
              <a:gd name="connsiteY32" fmla="*/ 80405 h 480973"/>
              <a:gd name="connsiteX33" fmla="*/ 290469 w 594496"/>
              <a:gd name="connsiteY33" fmla="*/ 149929 h 480973"/>
              <a:gd name="connsiteX34" fmla="*/ 304301 w 594496"/>
              <a:gd name="connsiteY34" fmla="*/ 156375 h 480973"/>
              <a:gd name="connsiteX35" fmla="*/ 437087 w 594496"/>
              <a:gd name="connsiteY35" fmla="*/ 157295 h 480973"/>
              <a:gd name="connsiteX36" fmla="*/ 437087 w 594496"/>
              <a:gd name="connsiteY36" fmla="*/ 216230 h 480973"/>
              <a:gd name="connsiteX37" fmla="*/ 446769 w 594496"/>
              <a:gd name="connsiteY37" fmla="*/ 231424 h 480973"/>
              <a:gd name="connsiteX38" fmla="*/ 518695 w 594496"/>
              <a:gd name="connsiteY38" fmla="*/ 312458 h 480973"/>
              <a:gd name="connsiteX39" fmla="*/ 249435 w 594496"/>
              <a:gd name="connsiteY39" fmla="*/ 480973 h 480973"/>
              <a:gd name="connsiteX40" fmla="*/ 0 w 594496"/>
              <a:gd name="connsiteY40" fmla="*/ 323048 h 480973"/>
              <a:gd name="connsiteX41" fmla="*/ 88524 w 594496"/>
              <a:gd name="connsiteY41" fmla="*/ 156375 h 480973"/>
              <a:gd name="connsiteX42" fmla="*/ 249838 w 594496"/>
              <a:gd name="connsiteY42" fmla="*/ 67995 h 480973"/>
              <a:gd name="connsiteX43" fmla="*/ 444588 w 594496"/>
              <a:gd name="connsiteY43" fmla="*/ 161 h 480973"/>
              <a:gd name="connsiteX44" fmla="*/ 553734 w 594496"/>
              <a:gd name="connsiteY44" fmla="*/ 51888 h 480973"/>
              <a:gd name="connsiteX45" fmla="*/ 586938 w 594496"/>
              <a:gd name="connsiteY45" fmla="*/ 205653 h 480973"/>
              <a:gd name="connsiteX46" fmla="*/ 558346 w 594496"/>
              <a:gd name="connsiteY46" fmla="*/ 220385 h 480973"/>
              <a:gd name="connsiteX47" fmla="*/ 543588 w 594496"/>
              <a:gd name="connsiteY47" fmla="*/ 191842 h 480973"/>
              <a:gd name="connsiteX48" fmla="*/ 520069 w 594496"/>
              <a:gd name="connsiteY48" fmla="*/ 82273 h 480973"/>
              <a:gd name="connsiteX49" fmla="*/ 413539 w 594496"/>
              <a:gd name="connsiteY49" fmla="*/ 48205 h 480973"/>
              <a:gd name="connsiteX50" fmla="*/ 386791 w 594496"/>
              <a:gd name="connsiteY50" fmla="*/ 30711 h 480973"/>
              <a:gd name="connsiteX51" fmla="*/ 404315 w 594496"/>
              <a:gd name="connsiteY51" fmla="*/ 3549 h 480973"/>
              <a:gd name="connsiteX52" fmla="*/ 444588 w 594496"/>
              <a:gd name="connsiteY52" fmla="*/ 161 h 480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94496" h="480973">
                <a:moveTo>
                  <a:pt x="188582" y="329337"/>
                </a:moveTo>
                <a:cubicBezTo>
                  <a:pt x="180515" y="332042"/>
                  <a:pt x="173140" y="337338"/>
                  <a:pt x="168300" y="344705"/>
                </a:cubicBezTo>
                <a:cubicBezTo>
                  <a:pt x="159080" y="359440"/>
                  <a:pt x="163229" y="376938"/>
                  <a:pt x="178441" y="383845"/>
                </a:cubicBezTo>
                <a:cubicBezTo>
                  <a:pt x="194114" y="390752"/>
                  <a:pt x="214396" y="384305"/>
                  <a:pt x="223616" y="369110"/>
                </a:cubicBezTo>
                <a:cubicBezTo>
                  <a:pt x="233296" y="353915"/>
                  <a:pt x="228225" y="336417"/>
                  <a:pt x="213013" y="329510"/>
                </a:cubicBezTo>
                <a:cubicBezTo>
                  <a:pt x="205407" y="326517"/>
                  <a:pt x="196649" y="326632"/>
                  <a:pt x="188582" y="329337"/>
                </a:cubicBezTo>
                <a:close/>
                <a:moveTo>
                  <a:pt x="250352" y="314315"/>
                </a:moveTo>
                <a:cubicBezTo>
                  <a:pt x="244359" y="312012"/>
                  <a:pt x="237445" y="314775"/>
                  <a:pt x="233757" y="320301"/>
                </a:cubicBezTo>
                <a:cubicBezTo>
                  <a:pt x="230530" y="326287"/>
                  <a:pt x="232374" y="332733"/>
                  <a:pt x="238367" y="335036"/>
                </a:cubicBezTo>
                <a:cubicBezTo>
                  <a:pt x="243898" y="337798"/>
                  <a:pt x="251735" y="334575"/>
                  <a:pt x="254961" y="329049"/>
                </a:cubicBezTo>
                <a:cubicBezTo>
                  <a:pt x="258649" y="323063"/>
                  <a:pt x="256344" y="316157"/>
                  <a:pt x="250352" y="314315"/>
                </a:cubicBezTo>
                <a:close/>
                <a:moveTo>
                  <a:pt x="223860" y="258951"/>
                </a:moveTo>
                <a:cubicBezTo>
                  <a:pt x="235716" y="257850"/>
                  <a:pt x="247816" y="258714"/>
                  <a:pt x="259571" y="261822"/>
                </a:cubicBezTo>
                <a:cubicBezTo>
                  <a:pt x="307973" y="274254"/>
                  <a:pt x="332865" y="319840"/>
                  <a:pt x="313043" y="364505"/>
                </a:cubicBezTo>
                <a:cubicBezTo>
                  <a:pt x="292761" y="409631"/>
                  <a:pt x="235140" y="434035"/>
                  <a:pt x="186277" y="417919"/>
                </a:cubicBezTo>
                <a:cubicBezTo>
                  <a:pt x="138798" y="402724"/>
                  <a:pt x="118976" y="356217"/>
                  <a:pt x="139720" y="314315"/>
                </a:cubicBezTo>
                <a:cubicBezTo>
                  <a:pt x="154932" y="283233"/>
                  <a:pt x="188294" y="262253"/>
                  <a:pt x="223860" y="258951"/>
                </a:cubicBezTo>
                <a:close/>
                <a:moveTo>
                  <a:pt x="226382" y="212086"/>
                </a:moveTo>
                <a:cubicBezTo>
                  <a:pt x="128175" y="221755"/>
                  <a:pt x="53483" y="282071"/>
                  <a:pt x="59938" y="346530"/>
                </a:cubicBezTo>
                <a:cubicBezTo>
                  <a:pt x="66393" y="410989"/>
                  <a:pt x="151228" y="455650"/>
                  <a:pt x="249896" y="445981"/>
                </a:cubicBezTo>
                <a:cubicBezTo>
                  <a:pt x="348102" y="435852"/>
                  <a:pt x="422794" y="375997"/>
                  <a:pt x="416339" y="311538"/>
                </a:cubicBezTo>
                <a:cubicBezTo>
                  <a:pt x="409884" y="246617"/>
                  <a:pt x="325049" y="202417"/>
                  <a:pt x="226382" y="212086"/>
                </a:cubicBezTo>
                <a:close/>
                <a:moveTo>
                  <a:pt x="420931" y="82261"/>
                </a:moveTo>
                <a:cubicBezTo>
                  <a:pt x="446759" y="76737"/>
                  <a:pt x="474894" y="85024"/>
                  <a:pt x="493805" y="105741"/>
                </a:cubicBezTo>
                <a:cubicBezTo>
                  <a:pt x="513176" y="126919"/>
                  <a:pt x="518250" y="155462"/>
                  <a:pt x="509948" y="180783"/>
                </a:cubicBezTo>
                <a:cubicBezTo>
                  <a:pt x="506719" y="190912"/>
                  <a:pt x="495650" y="196897"/>
                  <a:pt x="485503" y="193214"/>
                </a:cubicBezTo>
                <a:cubicBezTo>
                  <a:pt x="474894" y="189991"/>
                  <a:pt x="469360" y="178942"/>
                  <a:pt x="472588" y="168813"/>
                </a:cubicBezTo>
                <a:cubicBezTo>
                  <a:pt x="476739" y="156383"/>
                  <a:pt x="473972" y="142572"/>
                  <a:pt x="464747" y="131983"/>
                </a:cubicBezTo>
                <a:cubicBezTo>
                  <a:pt x="455523" y="121854"/>
                  <a:pt x="441686" y="118171"/>
                  <a:pt x="429233" y="120473"/>
                </a:cubicBezTo>
                <a:cubicBezTo>
                  <a:pt x="418624" y="122775"/>
                  <a:pt x="408016" y="116330"/>
                  <a:pt x="406171" y="105741"/>
                </a:cubicBezTo>
                <a:cubicBezTo>
                  <a:pt x="403865" y="95152"/>
                  <a:pt x="410322" y="84563"/>
                  <a:pt x="420931" y="82261"/>
                </a:cubicBezTo>
                <a:close/>
                <a:moveTo>
                  <a:pt x="249838" y="67995"/>
                </a:moveTo>
                <a:cubicBezTo>
                  <a:pt x="263785" y="68232"/>
                  <a:pt x="275369" y="72232"/>
                  <a:pt x="283553" y="80405"/>
                </a:cubicBezTo>
                <a:cubicBezTo>
                  <a:pt x="298307" y="94678"/>
                  <a:pt x="299690" y="120001"/>
                  <a:pt x="290469" y="149929"/>
                </a:cubicBezTo>
                <a:cubicBezTo>
                  <a:pt x="285397" y="164662"/>
                  <a:pt x="304301" y="156375"/>
                  <a:pt x="304301" y="156375"/>
                </a:cubicBezTo>
                <a:cubicBezTo>
                  <a:pt x="364700" y="131051"/>
                  <a:pt x="417722" y="129670"/>
                  <a:pt x="437087" y="157295"/>
                </a:cubicBezTo>
                <a:cubicBezTo>
                  <a:pt x="447230" y="172029"/>
                  <a:pt x="446308" y="192288"/>
                  <a:pt x="437087" y="216230"/>
                </a:cubicBezTo>
                <a:cubicBezTo>
                  <a:pt x="432476" y="227280"/>
                  <a:pt x="438009" y="229121"/>
                  <a:pt x="446769" y="231424"/>
                </a:cubicBezTo>
                <a:cubicBezTo>
                  <a:pt x="480888" y="242013"/>
                  <a:pt x="518695" y="267797"/>
                  <a:pt x="518695" y="312458"/>
                </a:cubicBezTo>
                <a:cubicBezTo>
                  <a:pt x="518695" y="387047"/>
                  <a:pt x="411267" y="480973"/>
                  <a:pt x="249435" y="480973"/>
                </a:cubicBezTo>
                <a:cubicBezTo>
                  <a:pt x="125870" y="480973"/>
                  <a:pt x="0" y="421118"/>
                  <a:pt x="0" y="323048"/>
                </a:cubicBezTo>
                <a:cubicBezTo>
                  <a:pt x="0" y="271941"/>
                  <a:pt x="32735" y="212546"/>
                  <a:pt x="88524" y="156375"/>
                </a:cubicBezTo>
                <a:cubicBezTo>
                  <a:pt x="144889" y="100433"/>
                  <a:pt x="207997" y="67283"/>
                  <a:pt x="249838" y="67995"/>
                </a:cubicBezTo>
                <a:close/>
                <a:moveTo>
                  <a:pt x="444588" y="161"/>
                </a:moveTo>
                <a:cubicBezTo>
                  <a:pt x="484991" y="1995"/>
                  <a:pt x="524680" y="19432"/>
                  <a:pt x="553734" y="51888"/>
                </a:cubicBezTo>
                <a:cubicBezTo>
                  <a:pt x="592933" y="95163"/>
                  <a:pt x="603540" y="154091"/>
                  <a:pt x="586938" y="205653"/>
                </a:cubicBezTo>
                <a:cubicBezTo>
                  <a:pt x="582787" y="217623"/>
                  <a:pt x="570336" y="224068"/>
                  <a:pt x="558346" y="220385"/>
                </a:cubicBezTo>
                <a:cubicBezTo>
                  <a:pt x="546355" y="216241"/>
                  <a:pt x="539899" y="203811"/>
                  <a:pt x="543588" y="191842"/>
                </a:cubicBezTo>
                <a:cubicBezTo>
                  <a:pt x="555579" y="155012"/>
                  <a:pt x="547739" y="113118"/>
                  <a:pt x="520069" y="82273"/>
                </a:cubicBezTo>
                <a:cubicBezTo>
                  <a:pt x="492398" y="51888"/>
                  <a:pt x="451355" y="39919"/>
                  <a:pt x="413539" y="48205"/>
                </a:cubicBezTo>
                <a:cubicBezTo>
                  <a:pt x="401548" y="50507"/>
                  <a:pt x="389097" y="42681"/>
                  <a:pt x="386791" y="30711"/>
                </a:cubicBezTo>
                <a:cubicBezTo>
                  <a:pt x="384024" y="18281"/>
                  <a:pt x="391864" y="6311"/>
                  <a:pt x="404315" y="3549"/>
                </a:cubicBezTo>
                <a:cubicBezTo>
                  <a:pt x="417574" y="672"/>
                  <a:pt x="431121" y="-450"/>
                  <a:pt x="444588" y="161"/>
                </a:cubicBezTo>
                <a:close/>
              </a:path>
            </a:pathLst>
          </a:custGeom>
          <a:solidFill>
            <a:schemeClr val="accent1"/>
          </a:solidFill>
          <a:ln>
            <a:noFill/>
          </a:ln>
        </p:spPr>
      </p:sp>
      <p:sp>
        <p:nvSpPr>
          <p:cNvPr id="3" name="文本框 2">
            <a:extLst>
              <a:ext uri="{FF2B5EF4-FFF2-40B4-BE49-F238E27FC236}">
                <a16:creationId xmlns:a16="http://schemas.microsoft.com/office/drawing/2014/main" id="{A7714179-2474-4443-994E-4A8950D2FF0E}"/>
              </a:ext>
            </a:extLst>
          </p:cNvPr>
          <p:cNvSpPr txBox="1"/>
          <p:nvPr/>
        </p:nvSpPr>
        <p:spPr>
          <a:xfrm>
            <a:off x="7220022" y="4294362"/>
            <a:ext cx="3938954" cy="396583"/>
          </a:xfrm>
          <a:prstGeom prst="rect">
            <a:avLst/>
          </a:prstGeom>
          <a:noFill/>
        </p:spPr>
        <p:txBody>
          <a:bodyPr wrap="square" rtlCol="0">
            <a:spAutoFit/>
          </a:bodyPr>
          <a:lstStyle/>
          <a:p>
            <a:pPr>
              <a:lnSpc>
                <a:spcPct val="120000"/>
              </a:lnSpc>
            </a:pPr>
            <a:r>
              <a:rPr lang="zh-CN" altLang="en-US" spc="100" dirty="0">
                <a:solidFill>
                  <a:schemeClr val="tx1">
                    <a:lumMod val="65000"/>
                    <a:lumOff val="35000"/>
                  </a:schemeClr>
                </a:solidFill>
                <a:latin typeface="微软雅黑" panose="020B0503020204020204" pitchFamily="34" charset="-122"/>
                <a:ea typeface="微软雅黑" panose="020B0503020204020204" pitchFamily="34" charset="-122"/>
              </a:rPr>
              <a:t>注：不可用于商业用途</a:t>
            </a:r>
          </a:p>
        </p:txBody>
      </p:sp>
    </p:spTree>
    <p:custDataLst>
      <p:tags r:id="rId1"/>
    </p:custDataLst>
    <p:extLst>
      <p:ext uri="{BB962C8B-B14F-4D97-AF65-F5344CB8AC3E}">
        <p14:creationId xmlns:p14="http://schemas.microsoft.com/office/powerpoint/2010/main" val="39241244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C74B2B-C6E6-48EA-81A7-1E9E44ECB550}"/>
              </a:ext>
            </a:extLst>
          </p:cNvPr>
          <p:cNvSpPr txBox="1"/>
          <p:nvPr/>
        </p:nvSpPr>
        <p:spPr>
          <a:xfrm>
            <a:off x="1361440" y="467360"/>
            <a:ext cx="1544320" cy="430567"/>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latin typeface="思源宋体 CN Heavy" panose="02020900000000000000" pitchFamily="18" charset="-122"/>
                <a:ea typeface="思源宋体 CN Heavy" panose="02020900000000000000" pitchFamily="18" charset="-122"/>
              </a:rPr>
              <a:t>官方素材</a:t>
            </a:r>
          </a:p>
        </p:txBody>
      </p:sp>
      <p:pic>
        <p:nvPicPr>
          <p:cNvPr id="3" name="图片 2">
            <a:extLst>
              <a:ext uri="{FF2B5EF4-FFF2-40B4-BE49-F238E27FC236}">
                <a16:creationId xmlns:a16="http://schemas.microsoft.com/office/drawing/2014/main" id="{A516069E-1DD8-4B4F-9239-73DC836B2F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4373" y="2093019"/>
            <a:ext cx="2857891" cy="2690741"/>
          </a:xfrm>
          <a:prstGeom prst="rect">
            <a:avLst/>
          </a:prstGeom>
          <a:noFill/>
        </p:spPr>
      </p:pic>
      <p:pic>
        <p:nvPicPr>
          <p:cNvPr id="4" name="图片 3">
            <a:extLst>
              <a:ext uri="{FF2B5EF4-FFF2-40B4-BE49-F238E27FC236}">
                <a16:creationId xmlns:a16="http://schemas.microsoft.com/office/drawing/2014/main" id="{5E704443-81C6-4CE9-947B-98F52E5537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96080" y="2468360"/>
            <a:ext cx="3215647" cy="740666"/>
          </a:xfrm>
          <a:prstGeom prst="rect">
            <a:avLst/>
          </a:prstGeom>
        </p:spPr>
      </p:pic>
      <p:pic>
        <p:nvPicPr>
          <p:cNvPr id="5" name="图片 4">
            <a:extLst>
              <a:ext uri="{FF2B5EF4-FFF2-40B4-BE49-F238E27FC236}">
                <a16:creationId xmlns:a16="http://schemas.microsoft.com/office/drawing/2014/main" id="{70AD5B05-E84D-4891-9FC1-E228840B6AF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67544" y="3648975"/>
            <a:ext cx="3472718" cy="606546"/>
          </a:xfrm>
          <a:prstGeom prst="rect">
            <a:avLst/>
          </a:prstGeom>
        </p:spPr>
      </p:pic>
      <p:pic>
        <p:nvPicPr>
          <p:cNvPr id="7" name="图片 6">
            <a:extLst>
              <a:ext uri="{FF2B5EF4-FFF2-40B4-BE49-F238E27FC236}">
                <a16:creationId xmlns:a16="http://schemas.microsoft.com/office/drawing/2014/main" id="{A31AA59D-17E5-4A72-AF95-E87E4D3E55C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79738" y="2838693"/>
            <a:ext cx="2350154" cy="1179993"/>
          </a:xfrm>
          <a:prstGeom prst="rect">
            <a:avLst/>
          </a:prstGeom>
        </p:spPr>
      </p:pic>
      <p:sp>
        <p:nvSpPr>
          <p:cNvPr id="9" name="矩形 8">
            <a:extLst>
              <a:ext uri="{FF2B5EF4-FFF2-40B4-BE49-F238E27FC236}">
                <a16:creationId xmlns:a16="http://schemas.microsoft.com/office/drawing/2014/main" id="{1546E6AA-5D2C-436E-AFF0-632B246993EF}"/>
              </a:ext>
            </a:extLst>
          </p:cNvPr>
          <p:cNvSpPr/>
          <p:nvPr/>
        </p:nvSpPr>
        <p:spPr>
          <a:xfrm>
            <a:off x="698500" y="1747520"/>
            <a:ext cx="10794999" cy="336296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7155105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C74B2B-C6E6-48EA-81A7-1E9E44ECB550}"/>
              </a:ext>
            </a:extLst>
          </p:cNvPr>
          <p:cNvSpPr txBox="1"/>
          <p:nvPr/>
        </p:nvSpPr>
        <p:spPr>
          <a:xfrm>
            <a:off x="1361440" y="467360"/>
            <a:ext cx="1544320" cy="430567"/>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latin typeface="思源宋体 CN Heavy" panose="02020900000000000000" pitchFamily="18" charset="-122"/>
                <a:ea typeface="思源宋体 CN Heavy" panose="02020900000000000000" pitchFamily="18" charset="-122"/>
              </a:rPr>
              <a:t>图标素材</a:t>
            </a:r>
          </a:p>
        </p:txBody>
      </p:sp>
      <p:sp>
        <p:nvSpPr>
          <p:cNvPr id="9" name="magnifier_67918">
            <a:extLst>
              <a:ext uri="{FF2B5EF4-FFF2-40B4-BE49-F238E27FC236}">
                <a16:creationId xmlns:a16="http://schemas.microsoft.com/office/drawing/2014/main" id="{D1EC57AF-3174-42B1-902A-5ECE12553E4B}"/>
              </a:ext>
            </a:extLst>
          </p:cNvPr>
          <p:cNvSpPr>
            <a:spLocks noChangeAspect="1"/>
          </p:cNvSpPr>
          <p:nvPr/>
        </p:nvSpPr>
        <p:spPr bwMode="auto">
          <a:xfrm>
            <a:off x="934635" y="1397000"/>
            <a:ext cx="609685" cy="608801"/>
          </a:xfrm>
          <a:custGeom>
            <a:avLst/>
            <a:gdLst>
              <a:gd name="T0" fmla="*/ 5248 w 5443"/>
              <a:gd name="T1" fmla="*/ 4539 h 5443"/>
              <a:gd name="T2" fmla="*/ 3723 w 5443"/>
              <a:gd name="T3" fmla="*/ 3014 h 5443"/>
              <a:gd name="T4" fmla="*/ 3416 w 5443"/>
              <a:gd name="T5" fmla="*/ 739 h 5443"/>
              <a:gd name="T6" fmla="*/ 739 w 5443"/>
              <a:gd name="T7" fmla="*/ 739 h 5443"/>
              <a:gd name="T8" fmla="*/ 739 w 5443"/>
              <a:gd name="T9" fmla="*/ 3416 h 5443"/>
              <a:gd name="T10" fmla="*/ 3014 w 5443"/>
              <a:gd name="T11" fmla="*/ 3723 h 5443"/>
              <a:gd name="T12" fmla="*/ 4539 w 5443"/>
              <a:gd name="T13" fmla="*/ 5248 h 5443"/>
              <a:gd name="T14" fmla="*/ 5248 w 5443"/>
              <a:gd name="T15" fmla="*/ 5248 h 5443"/>
              <a:gd name="T16" fmla="*/ 5248 w 5443"/>
              <a:gd name="T17" fmla="*/ 4539 h 5443"/>
              <a:gd name="T18" fmla="*/ 3039 w 5443"/>
              <a:gd name="T19" fmla="*/ 3039 h 5443"/>
              <a:gd name="T20" fmla="*/ 1116 w 5443"/>
              <a:gd name="T21" fmla="*/ 3039 h 5443"/>
              <a:gd name="T22" fmla="*/ 1116 w 5443"/>
              <a:gd name="T23" fmla="*/ 1116 h 5443"/>
              <a:gd name="T24" fmla="*/ 3039 w 5443"/>
              <a:gd name="T25" fmla="*/ 1116 h 5443"/>
              <a:gd name="T26" fmla="*/ 3039 w 5443"/>
              <a:gd name="T27" fmla="*/ 3039 h 5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443" h="5443">
                <a:moveTo>
                  <a:pt x="5248" y="4539"/>
                </a:moveTo>
                <a:lnTo>
                  <a:pt x="3723" y="3014"/>
                </a:lnTo>
                <a:cubicBezTo>
                  <a:pt x="4134" y="2292"/>
                  <a:pt x="4032" y="1354"/>
                  <a:pt x="3416" y="739"/>
                </a:cubicBezTo>
                <a:cubicBezTo>
                  <a:pt x="2678" y="0"/>
                  <a:pt x="1477" y="0"/>
                  <a:pt x="739" y="739"/>
                </a:cubicBezTo>
                <a:cubicBezTo>
                  <a:pt x="0" y="1477"/>
                  <a:pt x="0" y="2678"/>
                  <a:pt x="739" y="3416"/>
                </a:cubicBezTo>
                <a:cubicBezTo>
                  <a:pt x="1354" y="4032"/>
                  <a:pt x="2292" y="4134"/>
                  <a:pt x="3014" y="3723"/>
                </a:cubicBezTo>
                <a:lnTo>
                  <a:pt x="4539" y="5248"/>
                </a:lnTo>
                <a:cubicBezTo>
                  <a:pt x="4734" y="5443"/>
                  <a:pt x="5052" y="5443"/>
                  <a:pt x="5248" y="5248"/>
                </a:cubicBezTo>
                <a:cubicBezTo>
                  <a:pt x="5443" y="5052"/>
                  <a:pt x="5443" y="4734"/>
                  <a:pt x="5248" y="4539"/>
                </a:cubicBezTo>
                <a:close/>
                <a:moveTo>
                  <a:pt x="3039" y="3039"/>
                </a:moveTo>
                <a:cubicBezTo>
                  <a:pt x="2509" y="3569"/>
                  <a:pt x="1646" y="3569"/>
                  <a:pt x="1116" y="3039"/>
                </a:cubicBezTo>
                <a:cubicBezTo>
                  <a:pt x="585" y="2509"/>
                  <a:pt x="585" y="1646"/>
                  <a:pt x="1116" y="1116"/>
                </a:cubicBezTo>
                <a:cubicBezTo>
                  <a:pt x="1646" y="586"/>
                  <a:pt x="2509" y="586"/>
                  <a:pt x="3039" y="1116"/>
                </a:cubicBezTo>
                <a:cubicBezTo>
                  <a:pt x="3569" y="1646"/>
                  <a:pt x="3569" y="2509"/>
                  <a:pt x="3039" y="3039"/>
                </a:cubicBezTo>
                <a:close/>
              </a:path>
            </a:pathLst>
          </a:custGeom>
          <a:solidFill>
            <a:schemeClr val="accent1"/>
          </a:solidFill>
          <a:ln>
            <a:noFill/>
          </a:ln>
        </p:spPr>
        <p:txBody>
          <a:bodyPr/>
          <a:lstStyle/>
          <a:p>
            <a:endParaRPr lang="zh-CN" altLang="en-US" dirty="0"/>
          </a:p>
        </p:txBody>
      </p:sp>
      <p:sp>
        <p:nvSpPr>
          <p:cNvPr id="10" name="science-microscope_73792">
            <a:extLst>
              <a:ext uri="{FF2B5EF4-FFF2-40B4-BE49-F238E27FC236}">
                <a16:creationId xmlns:a16="http://schemas.microsoft.com/office/drawing/2014/main" id="{A20BBAF6-EADA-4786-B6E5-4C121FC9FC46}"/>
              </a:ext>
            </a:extLst>
          </p:cNvPr>
          <p:cNvSpPr>
            <a:spLocks noChangeAspect="1"/>
          </p:cNvSpPr>
          <p:nvPr/>
        </p:nvSpPr>
        <p:spPr bwMode="auto">
          <a:xfrm>
            <a:off x="2141135" y="1397000"/>
            <a:ext cx="403786" cy="609684"/>
          </a:xfrm>
          <a:custGeom>
            <a:avLst/>
            <a:gdLst>
              <a:gd name="T0" fmla="*/ 1575 w 1900"/>
              <a:gd name="T1" fmla="*/ 2560 h 2873"/>
              <a:gd name="T2" fmla="*/ 1529 w 1900"/>
              <a:gd name="T3" fmla="*/ 2167 h 2873"/>
              <a:gd name="T4" fmla="*/ 1585 w 1900"/>
              <a:gd name="T5" fmla="*/ 674 h 2873"/>
              <a:gd name="T6" fmla="*/ 1497 w 1900"/>
              <a:gd name="T7" fmla="*/ 548 h 2873"/>
              <a:gd name="T8" fmla="*/ 1466 w 1900"/>
              <a:gd name="T9" fmla="*/ 502 h 2873"/>
              <a:gd name="T10" fmla="*/ 1650 w 1900"/>
              <a:gd name="T11" fmla="*/ 340 h 2873"/>
              <a:gd name="T12" fmla="*/ 1743 w 1900"/>
              <a:gd name="T13" fmla="*/ 325 h 2873"/>
              <a:gd name="T14" fmla="*/ 1435 w 1900"/>
              <a:gd name="T15" fmla="*/ 22 h 2873"/>
              <a:gd name="T16" fmla="*/ 1357 w 1900"/>
              <a:gd name="T17" fmla="*/ 130 h 2873"/>
              <a:gd name="T18" fmla="*/ 1254 w 1900"/>
              <a:gd name="T19" fmla="*/ 350 h 2873"/>
              <a:gd name="T20" fmla="*/ 1153 w 1900"/>
              <a:gd name="T21" fmla="*/ 360 h 2873"/>
              <a:gd name="T22" fmla="*/ 740 w 1900"/>
              <a:gd name="T23" fmla="*/ 1049 h 2873"/>
              <a:gd name="T24" fmla="*/ 666 w 1900"/>
              <a:gd name="T25" fmla="*/ 1216 h 2873"/>
              <a:gd name="T26" fmla="*/ 357 w 1900"/>
              <a:gd name="T27" fmla="*/ 1085 h 2873"/>
              <a:gd name="T28" fmla="*/ 394 w 1900"/>
              <a:gd name="T29" fmla="*/ 1191 h 2873"/>
              <a:gd name="T30" fmla="*/ 377 w 1900"/>
              <a:gd name="T31" fmla="*/ 1348 h 2873"/>
              <a:gd name="T32" fmla="*/ 469 w 1900"/>
              <a:gd name="T33" fmla="*/ 1325 h 2873"/>
              <a:gd name="T34" fmla="*/ 588 w 1900"/>
              <a:gd name="T35" fmla="*/ 1325 h 2873"/>
              <a:gd name="T36" fmla="*/ 552 w 1900"/>
              <a:gd name="T37" fmla="*/ 1408 h 2873"/>
              <a:gd name="T38" fmla="*/ 637 w 1900"/>
              <a:gd name="T39" fmla="*/ 1493 h 2873"/>
              <a:gd name="T40" fmla="*/ 730 w 1900"/>
              <a:gd name="T41" fmla="*/ 1478 h 2873"/>
              <a:gd name="T42" fmla="*/ 955 w 1900"/>
              <a:gd name="T43" fmla="*/ 1577 h 2873"/>
              <a:gd name="T44" fmla="*/ 1048 w 1900"/>
              <a:gd name="T45" fmla="*/ 1559 h 2873"/>
              <a:gd name="T46" fmla="*/ 834 w 1900"/>
              <a:gd name="T47" fmla="*/ 1332 h 2873"/>
              <a:gd name="T48" fmla="*/ 964 w 1900"/>
              <a:gd name="T49" fmla="*/ 1210 h 2873"/>
              <a:gd name="T50" fmla="*/ 1013 w 1900"/>
              <a:gd name="T51" fmla="*/ 1221 h 2873"/>
              <a:gd name="T52" fmla="*/ 1409 w 1900"/>
              <a:gd name="T53" fmla="*/ 704 h 2873"/>
              <a:gd name="T54" fmla="*/ 1452 w 1900"/>
              <a:gd name="T55" fmla="*/ 2058 h 2873"/>
              <a:gd name="T56" fmla="*/ 1359 w 1900"/>
              <a:gd name="T57" fmla="*/ 2108 h 2873"/>
              <a:gd name="T58" fmla="*/ 309 w 1900"/>
              <a:gd name="T59" fmla="*/ 1594 h 2873"/>
              <a:gd name="T60" fmla="*/ 230 w 1900"/>
              <a:gd name="T61" fmla="*/ 1701 h 2873"/>
              <a:gd name="T62" fmla="*/ 904 w 1900"/>
              <a:gd name="T63" fmla="*/ 2560 h 2873"/>
              <a:gd name="T64" fmla="*/ 0 w 1900"/>
              <a:gd name="T65" fmla="*/ 2627 h 2873"/>
              <a:gd name="T66" fmla="*/ 67 w 1900"/>
              <a:gd name="T67" fmla="*/ 2873 h 2873"/>
              <a:gd name="T68" fmla="*/ 1864 w 1900"/>
              <a:gd name="T69" fmla="*/ 2807 h 2873"/>
              <a:gd name="T70" fmla="*/ 1797 w 1900"/>
              <a:gd name="T71" fmla="*/ 2560 h 2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00" h="2873">
                <a:moveTo>
                  <a:pt x="1797" y="2560"/>
                </a:moveTo>
                <a:lnTo>
                  <a:pt x="1575" y="2560"/>
                </a:lnTo>
                <a:lnTo>
                  <a:pt x="1448" y="2223"/>
                </a:lnTo>
                <a:cubicBezTo>
                  <a:pt x="1475" y="2206"/>
                  <a:pt x="1502" y="2187"/>
                  <a:pt x="1529" y="2167"/>
                </a:cubicBezTo>
                <a:cubicBezTo>
                  <a:pt x="1772" y="1983"/>
                  <a:pt x="1900" y="1725"/>
                  <a:pt x="1900" y="1421"/>
                </a:cubicBezTo>
                <a:cubicBezTo>
                  <a:pt x="1900" y="1040"/>
                  <a:pt x="1729" y="804"/>
                  <a:pt x="1585" y="674"/>
                </a:cubicBezTo>
                <a:cubicBezTo>
                  <a:pt x="1552" y="644"/>
                  <a:pt x="1518" y="618"/>
                  <a:pt x="1486" y="595"/>
                </a:cubicBezTo>
                <a:cubicBezTo>
                  <a:pt x="1496" y="582"/>
                  <a:pt x="1499" y="565"/>
                  <a:pt x="1497" y="548"/>
                </a:cubicBezTo>
                <a:cubicBezTo>
                  <a:pt x="1494" y="531"/>
                  <a:pt x="1484" y="515"/>
                  <a:pt x="1470" y="505"/>
                </a:cubicBezTo>
                <a:lnTo>
                  <a:pt x="1466" y="502"/>
                </a:lnTo>
                <a:lnTo>
                  <a:pt x="1605" y="308"/>
                </a:lnTo>
                <a:lnTo>
                  <a:pt x="1650" y="340"/>
                </a:lnTo>
                <a:cubicBezTo>
                  <a:pt x="1662" y="349"/>
                  <a:pt x="1675" y="353"/>
                  <a:pt x="1689" y="353"/>
                </a:cubicBezTo>
                <a:cubicBezTo>
                  <a:pt x="1710" y="353"/>
                  <a:pt x="1730" y="343"/>
                  <a:pt x="1743" y="325"/>
                </a:cubicBezTo>
                <a:cubicBezTo>
                  <a:pt x="1765" y="295"/>
                  <a:pt x="1758" y="254"/>
                  <a:pt x="1728" y="232"/>
                </a:cubicBezTo>
                <a:lnTo>
                  <a:pt x="1435" y="22"/>
                </a:lnTo>
                <a:cubicBezTo>
                  <a:pt x="1405" y="0"/>
                  <a:pt x="1363" y="7"/>
                  <a:pt x="1342" y="37"/>
                </a:cubicBezTo>
                <a:cubicBezTo>
                  <a:pt x="1320" y="67"/>
                  <a:pt x="1327" y="108"/>
                  <a:pt x="1357" y="130"/>
                </a:cubicBezTo>
                <a:lnTo>
                  <a:pt x="1393" y="156"/>
                </a:lnTo>
                <a:lnTo>
                  <a:pt x="1254" y="350"/>
                </a:lnTo>
                <a:lnTo>
                  <a:pt x="1246" y="345"/>
                </a:lnTo>
                <a:cubicBezTo>
                  <a:pt x="1216" y="323"/>
                  <a:pt x="1175" y="330"/>
                  <a:pt x="1153" y="360"/>
                </a:cubicBezTo>
                <a:lnTo>
                  <a:pt x="725" y="956"/>
                </a:lnTo>
                <a:cubicBezTo>
                  <a:pt x="704" y="986"/>
                  <a:pt x="710" y="1028"/>
                  <a:pt x="740" y="1049"/>
                </a:cubicBezTo>
                <a:lnTo>
                  <a:pt x="770" y="1071"/>
                </a:lnTo>
                <a:lnTo>
                  <a:pt x="666" y="1216"/>
                </a:lnTo>
                <a:lnTo>
                  <a:pt x="449" y="1068"/>
                </a:lnTo>
                <a:cubicBezTo>
                  <a:pt x="419" y="1047"/>
                  <a:pt x="378" y="1054"/>
                  <a:pt x="357" y="1085"/>
                </a:cubicBezTo>
                <a:cubicBezTo>
                  <a:pt x="336" y="1115"/>
                  <a:pt x="344" y="1157"/>
                  <a:pt x="374" y="1177"/>
                </a:cubicBezTo>
                <a:lnTo>
                  <a:pt x="394" y="1191"/>
                </a:lnTo>
                <a:lnTo>
                  <a:pt x="355" y="1256"/>
                </a:lnTo>
                <a:cubicBezTo>
                  <a:pt x="336" y="1287"/>
                  <a:pt x="346" y="1328"/>
                  <a:pt x="377" y="1348"/>
                </a:cubicBezTo>
                <a:cubicBezTo>
                  <a:pt x="388" y="1354"/>
                  <a:pt x="400" y="1357"/>
                  <a:pt x="412" y="1357"/>
                </a:cubicBezTo>
                <a:cubicBezTo>
                  <a:pt x="434" y="1357"/>
                  <a:pt x="456" y="1346"/>
                  <a:pt x="469" y="1325"/>
                </a:cubicBezTo>
                <a:lnTo>
                  <a:pt x="504" y="1267"/>
                </a:lnTo>
                <a:lnTo>
                  <a:pt x="588" y="1325"/>
                </a:lnTo>
                <a:lnTo>
                  <a:pt x="564" y="1358"/>
                </a:lnTo>
                <a:cubicBezTo>
                  <a:pt x="554" y="1373"/>
                  <a:pt x="549" y="1390"/>
                  <a:pt x="552" y="1408"/>
                </a:cubicBezTo>
                <a:cubicBezTo>
                  <a:pt x="555" y="1425"/>
                  <a:pt x="565" y="1441"/>
                  <a:pt x="579" y="1451"/>
                </a:cubicBezTo>
                <a:lnTo>
                  <a:pt x="637" y="1493"/>
                </a:lnTo>
                <a:cubicBezTo>
                  <a:pt x="649" y="1501"/>
                  <a:pt x="662" y="1505"/>
                  <a:pt x="676" y="1505"/>
                </a:cubicBezTo>
                <a:cubicBezTo>
                  <a:pt x="697" y="1505"/>
                  <a:pt x="717" y="1496"/>
                  <a:pt x="730" y="1478"/>
                </a:cubicBezTo>
                <a:lnTo>
                  <a:pt x="757" y="1440"/>
                </a:lnTo>
                <a:lnTo>
                  <a:pt x="955" y="1577"/>
                </a:lnTo>
                <a:cubicBezTo>
                  <a:pt x="967" y="1585"/>
                  <a:pt x="980" y="1588"/>
                  <a:pt x="993" y="1588"/>
                </a:cubicBezTo>
                <a:cubicBezTo>
                  <a:pt x="1014" y="1588"/>
                  <a:pt x="1035" y="1578"/>
                  <a:pt x="1048" y="1559"/>
                </a:cubicBezTo>
                <a:cubicBezTo>
                  <a:pt x="1069" y="1529"/>
                  <a:pt x="1061" y="1488"/>
                  <a:pt x="1031" y="1467"/>
                </a:cubicBezTo>
                <a:lnTo>
                  <a:pt x="834" y="1332"/>
                </a:lnTo>
                <a:lnTo>
                  <a:pt x="936" y="1190"/>
                </a:lnTo>
                <a:lnTo>
                  <a:pt x="964" y="1210"/>
                </a:lnTo>
                <a:cubicBezTo>
                  <a:pt x="975" y="1218"/>
                  <a:pt x="989" y="1222"/>
                  <a:pt x="1003" y="1222"/>
                </a:cubicBezTo>
                <a:cubicBezTo>
                  <a:pt x="1006" y="1222"/>
                  <a:pt x="1010" y="1222"/>
                  <a:pt x="1013" y="1221"/>
                </a:cubicBezTo>
                <a:cubicBezTo>
                  <a:pt x="1031" y="1218"/>
                  <a:pt x="1046" y="1209"/>
                  <a:pt x="1057" y="1194"/>
                </a:cubicBezTo>
                <a:lnTo>
                  <a:pt x="1409" y="704"/>
                </a:lnTo>
                <a:cubicBezTo>
                  <a:pt x="1565" y="814"/>
                  <a:pt x="1767" y="1032"/>
                  <a:pt x="1767" y="1421"/>
                </a:cubicBezTo>
                <a:cubicBezTo>
                  <a:pt x="1767" y="1684"/>
                  <a:pt x="1661" y="1898"/>
                  <a:pt x="1452" y="2058"/>
                </a:cubicBezTo>
                <a:cubicBezTo>
                  <a:pt x="1427" y="2077"/>
                  <a:pt x="1401" y="2095"/>
                  <a:pt x="1376" y="2111"/>
                </a:cubicBezTo>
                <a:cubicBezTo>
                  <a:pt x="1370" y="2109"/>
                  <a:pt x="1365" y="2108"/>
                  <a:pt x="1359" y="2108"/>
                </a:cubicBezTo>
                <a:lnTo>
                  <a:pt x="1011" y="2108"/>
                </a:lnTo>
                <a:lnTo>
                  <a:pt x="309" y="1594"/>
                </a:lnTo>
                <a:cubicBezTo>
                  <a:pt x="279" y="1572"/>
                  <a:pt x="237" y="1578"/>
                  <a:pt x="216" y="1608"/>
                </a:cubicBezTo>
                <a:cubicBezTo>
                  <a:pt x="194" y="1638"/>
                  <a:pt x="200" y="1680"/>
                  <a:pt x="230" y="1701"/>
                </a:cubicBezTo>
                <a:lnTo>
                  <a:pt x="904" y="2196"/>
                </a:lnTo>
                <a:lnTo>
                  <a:pt x="904" y="2560"/>
                </a:lnTo>
                <a:lnTo>
                  <a:pt x="67" y="2560"/>
                </a:lnTo>
                <a:cubicBezTo>
                  <a:pt x="30" y="2560"/>
                  <a:pt x="0" y="2590"/>
                  <a:pt x="0" y="2627"/>
                </a:cubicBezTo>
                <a:lnTo>
                  <a:pt x="0" y="2807"/>
                </a:lnTo>
                <a:cubicBezTo>
                  <a:pt x="0" y="2844"/>
                  <a:pt x="30" y="2873"/>
                  <a:pt x="67" y="2873"/>
                </a:cubicBezTo>
                <a:lnTo>
                  <a:pt x="1797" y="2873"/>
                </a:lnTo>
                <a:cubicBezTo>
                  <a:pt x="1834" y="2873"/>
                  <a:pt x="1864" y="2844"/>
                  <a:pt x="1864" y="2807"/>
                </a:cubicBezTo>
                <a:lnTo>
                  <a:pt x="1864" y="2627"/>
                </a:lnTo>
                <a:cubicBezTo>
                  <a:pt x="1864" y="2590"/>
                  <a:pt x="1834" y="2560"/>
                  <a:pt x="1797" y="2560"/>
                </a:cubicBezTo>
                <a:close/>
              </a:path>
            </a:pathLst>
          </a:custGeom>
          <a:solidFill>
            <a:schemeClr val="accent1"/>
          </a:solidFill>
          <a:ln>
            <a:noFill/>
          </a:ln>
        </p:spPr>
      </p:sp>
      <p:sp>
        <p:nvSpPr>
          <p:cNvPr id="11" name="microscope_71425">
            <a:extLst>
              <a:ext uri="{FF2B5EF4-FFF2-40B4-BE49-F238E27FC236}">
                <a16:creationId xmlns:a16="http://schemas.microsoft.com/office/drawing/2014/main" id="{3A4511C7-6E1A-4895-8138-A0559E0D71E1}"/>
              </a:ext>
            </a:extLst>
          </p:cNvPr>
          <p:cNvSpPr>
            <a:spLocks noChangeAspect="1"/>
          </p:cNvSpPr>
          <p:nvPr/>
        </p:nvSpPr>
        <p:spPr bwMode="auto">
          <a:xfrm>
            <a:off x="3347635" y="1397000"/>
            <a:ext cx="609685" cy="545243"/>
          </a:xfrm>
          <a:custGeom>
            <a:avLst/>
            <a:gdLst>
              <a:gd name="connsiteX0" fmla="*/ 203511 w 607503"/>
              <a:gd name="connsiteY0" fmla="*/ 223956 h 543292"/>
              <a:gd name="connsiteX1" fmla="*/ 169342 w 607503"/>
              <a:gd name="connsiteY1" fmla="*/ 258160 h 543292"/>
              <a:gd name="connsiteX2" fmla="*/ 203511 w 607503"/>
              <a:gd name="connsiteY2" fmla="*/ 292272 h 543292"/>
              <a:gd name="connsiteX3" fmla="*/ 237773 w 607503"/>
              <a:gd name="connsiteY3" fmla="*/ 258160 h 543292"/>
              <a:gd name="connsiteX4" fmla="*/ 203511 w 607503"/>
              <a:gd name="connsiteY4" fmla="*/ 223956 h 543292"/>
              <a:gd name="connsiteX5" fmla="*/ 136844 w 607503"/>
              <a:gd name="connsiteY5" fmla="*/ 54415 h 543292"/>
              <a:gd name="connsiteX6" fmla="*/ 428395 w 607503"/>
              <a:gd name="connsiteY6" fmla="*/ 252691 h 543292"/>
              <a:gd name="connsiteX7" fmla="*/ 537123 w 607503"/>
              <a:gd name="connsiteY7" fmla="*/ 252691 h 543292"/>
              <a:gd name="connsiteX8" fmla="*/ 564421 w 607503"/>
              <a:gd name="connsiteY8" fmla="*/ 280037 h 543292"/>
              <a:gd name="connsiteX9" fmla="*/ 556343 w 607503"/>
              <a:gd name="connsiteY9" fmla="*/ 299688 h 543292"/>
              <a:gd name="connsiteX10" fmla="*/ 544365 w 607503"/>
              <a:gd name="connsiteY10" fmla="*/ 306269 h 543292"/>
              <a:gd name="connsiteX11" fmla="*/ 563863 w 607503"/>
              <a:gd name="connsiteY11" fmla="*/ 342791 h 543292"/>
              <a:gd name="connsiteX12" fmla="*/ 534708 w 607503"/>
              <a:gd name="connsiteY12" fmla="*/ 374308 h 543292"/>
              <a:gd name="connsiteX13" fmla="*/ 492090 w 607503"/>
              <a:gd name="connsiteY13" fmla="*/ 380148 h 543292"/>
              <a:gd name="connsiteX14" fmla="*/ 453557 w 607503"/>
              <a:gd name="connsiteY14" fmla="*/ 307845 h 543292"/>
              <a:gd name="connsiteX15" fmla="*/ 429137 w 607503"/>
              <a:gd name="connsiteY15" fmla="*/ 307845 h 543292"/>
              <a:gd name="connsiteX16" fmla="*/ 429137 w 607503"/>
              <a:gd name="connsiteY16" fmla="*/ 362906 h 543292"/>
              <a:gd name="connsiteX17" fmla="*/ 369620 w 607503"/>
              <a:gd name="connsiteY17" fmla="*/ 384134 h 543292"/>
              <a:gd name="connsiteX18" fmla="*/ 310196 w 607503"/>
              <a:gd name="connsiteY18" fmla="*/ 362906 h 543292"/>
              <a:gd name="connsiteX19" fmla="*/ 310196 w 607503"/>
              <a:gd name="connsiteY19" fmla="*/ 307753 h 543292"/>
              <a:gd name="connsiteX20" fmla="*/ 244551 w 607503"/>
              <a:gd name="connsiteY20" fmla="*/ 307753 h 543292"/>
              <a:gd name="connsiteX21" fmla="*/ 204347 w 607503"/>
              <a:gd name="connsiteY21" fmla="*/ 322769 h 543292"/>
              <a:gd name="connsiteX22" fmla="*/ 197383 w 607503"/>
              <a:gd name="connsiteY22" fmla="*/ 364853 h 543292"/>
              <a:gd name="connsiteX23" fmla="*/ 197383 w 607503"/>
              <a:gd name="connsiteY23" fmla="*/ 461627 h 543292"/>
              <a:gd name="connsiteX24" fmla="*/ 566742 w 607503"/>
              <a:gd name="connsiteY24" fmla="*/ 461905 h 543292"/>
              <a:gd name="connsiteX25" fmla="*/ 607503 w 607503"/>
              <a:gd name="connsiteY25" fmla="*/ 502599 h 543292"/>
              <a:gd name="connsiteX26" fmla="*/ 566742 w 607503"/>
              <a:gd name="connsiteY26" fmla="*/ 543292 h 543292"/>
              <a:gd name="connsiteX27" fmla="*/ 197661 w 607503"/>
              <a:gd name="connsiteY27" fmla="*/ 543292 h 543292"/>
              <a:gd name="connsiteX28" fmla="*/ 115767 w 607503"/>
              <a:gd name="connsiteY28" fmla="*/ 461627 h 543292"/>
              <a:gd name="connsiteX29" fmla="*/ 115767 w 607503"/>
              <a:gd name="connsiteY29" fmla="*/ 364853 h 543292"/>
              <a:gd name="connsiteX30" fmla="*/ 132295 w 607503"/>
              <a:gd name="connsiteY30" fmla="*/ 282354 h 543292"/>
              <a:gd name="connsiteX31" fmla="*/ 139444 w 607503"/>
              <a:gd name="connsiteY31" fmla="*/ 265298 h 543292"/>
              <a:gd name="connsiteX32" fmla="*/ 138794 w 607503"/>
              <a:gd name="connsiteY32" fmla="*/ 258160 h 543292"/>
              <a:gd name="connsiteX33" fmla="*/ 163585 w 607503"/>
              <a:gd name="connsiteY33" fmla="*/ 207549 h 543292"/>
              <a:gd name="connsiteX34" fmla="*/ 171199 w 607503"/>
              <a:gd name="connsiteY34" fmla="*/ 189380 h 543292"/>
              <a:gd name="connsiteX35" fmla="*/ 84755 w 607503"/>
              <a:gd name="connsiteY35" fmla="*/ 130611 h 543292"/>
              <a:gd name="connsiteX36" fmla="*/ 43836 w 607503"/>
              <a:gd name="connsiteY36" fmla="*/ 454 h 543292"/>
              <a:gd name="connsiteX37" fmla="*/ 63510 w 607503"/>
              <a:gd name="connsiteY37" fmla="*/ 4567 h 543292"/>
              <a:gd name="connsiteX38" fmla="*/ 105854 w 607503"/>
              <a:gd name="connsiteY38" fmla="*/ 33304 h 543292"/>
              <a:gd name="connsiteX39" fmla="*/ 53760 w 607503"/>
              <a:gd name="connsiteY39" fmla="*/ 109597 h 543292"/>
              <a:gd name="connsiteX40" fmla="*/ 11509 w 607503"/>
              <a:gd name="connsiteY40" fmla="*/ 80860 h 543292"/>
              <a:gd name="connsiteX41" fmla="*/ 459 w 607503"/>
              <a:gd name="connsiteY41" fmla="*/ 63989 h 543292"/>
              <a:gd name="connsiteX42" fmla="*/ 4545 w 607503"/>
              <a:gd name="connsiteY42" fmla="*/ 44336 h 543292"/>
              <a:gd name="connsiteX43" fmla="*/ 27017 w 607503"/>
              <a:gd name="connsiteY43" fmla="*/ 11427 h 543292"/>
              <a:gd name="connsiteX44" fmla="*/ 43836 w 607503"/>
              <a:gd name="connsiteY44" fmla="*/ 454 h 54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7503" h="543292">
                <a:moveTo>
                  <a:pt x="203511" y="223956"/>
                </a:moveTo>
                <a:cubicBezTo>
                  <a:pt x="184662" y="223956"/>
                  <a:pt x="169342" y="239250"/>
                  <a:pt x="169342" y="258160"/>
                </a:cubicBezTo>
                <a:cubicBezTo>
                  <a:pt x="169342" y="276978"/>
                  <a:pt x="184662" y="292272"/>
                  <a:pt x="203511" y="292272"/>
                </a:cubicBezTo>
                <a:cubicBezTo>
                  <a:pt x="222359" y="292272"/>
                  <a:pt x="237773" y="276978"/>
                  <a:pt x="237773" y="258160"/>
                </a:cubicBezTo>
                <a:cubicBezTo>
                  <a:pt x="237773" y="239250"/>
                  <a:pt x="222359" y="223956"/>
                  <a:pt x="203511" y="223956"/>
                </a:cubicBezTo>
                <a:close/>
                <a:moveTo>
                  <a:pt x="136844" y="54415"/>
                </a:moveTo>
                <a:lnTo>
                  <a:pt x="428395" y="252691"/>
                </a:lnTo>
                <a:lnTo>
                  <a:pt x="537123" y="252691"/>
                </a:lnTo>
                <a:cubicBezTo>
                  <a:pt x="552257" y="252691"/>
                  <a:pt x="564421" y="264927"/>
                  <a:pt x="564421" y="280037"/>
                </a:cubicBezTo>
                <a:cubicBezTo>
                  <a:pt x="564421" y="287452"/>
                  <a:pt x="561542" y="294497"/>
                  <a:pt x="556343" y="299688"/>
                </a:cubicBezTo>
                <a:cubicBezTo>
                  <a:pt x="553000" y="303025"/>
                  <a:pt x="548822" y="304972"/>
                  <a:pt x="544365" y="306269"/>
                </a:cubicBezTo>
                <a:lnTo>
                  <a:pt x="563863" y="342791"/>
                </a:lnTo>
                <a:cubicBezTo>
                  <a:pt x="567577" y="349836"/>
                  <a:pt x="554486" y="363926"/>
                  <a:pt x="534708" y="374308"/>
                </a:cubicBezTo>
                <a:cubicBezTo>
                  <a:pt x="514838" y="384597"/>
                  <a:pt x="495804" y="387193"/>
                  <a:pt x="492090" y="380148"/>
                </a:cubicBezTo>
                <a:lnTo>
                  <a:pt x="453557" y="307845"/>
                </a:lnTo>
                <a:lnTo>
                  <a:pt x="429137" y="307845"/>
                </a:lnTo>
                <a:lnTo>
                  <a:pt x="429137" y="362906"/>
                </a:lnTo>
                <a:cubicBezTo>
                  <a:pt x="429137" y="374679"/>
                  <a:pt x="402489" y="384134"/>
                  <a:pt x="369620" y="384134"/>
                </a:cubicBezTo>
                <a:cubicBezTo>
                  <a:pt x="336751" y="384134"/>
                  <a:pt x="310196" y="374679"/>
                  <a:pt x="310196" y="362906"/>
                </a:cubicBezTo>
                <a:lnTo>
                  <a:pt x="310196" y="307753"/>
                </a:lnTo>
                <a:lnTo>
                  <a:pt x="244551" y="307753"/>
                </a:lnTo>
                <a:cubicBezTo>
                  <a:pt x="233594" y="316837"/>
                  <a:pt x="219667" y="322491"/>
                  <a:pt x="204347" y="322769"/>
                </a:cubicBezTo>
                <a:cubicBezTo>
                  <a:pt x="199797" y="336303"/>
                  <a:pt x="197383" y="350393"/>
                  <a:pt x="197383" y="364853"/>
                </a:cubicBezTo>
                <a:lnTo>
                  <a:pt x="197383" y="461627"/>
                </a:lnTo>
                <a:lnTo>
                  <a:pt x="566742" y="461905"/>
                </a:lnTo>
                <a:cubicBezTo>
                  <a:pt x="589212" y="461905"/>
                  <a:pt x="607503" y="480074"/>
                  <a:pt x="607503" y="502599"/>
                </a:cubicBezTo>
                <a:cubicBezTo>
                  <a:pt x="607503" y="525124"/>
                  <a:pt x="589212" y="543292"/>
                  <a:pt x="566742" y="543292"/>
                </a:cubicBezTo>
                <a:lnTo>
                  <a:pt x="197661" y="543292"/>
                </a:lnTo>
                <a:cubicBezTo>
                  <a:pt x="152443" y="543292"/>
                  <a:pt x="115767" y="506677"/>
                  <a:pt x="115767" y="461627"/>
                </a:cubicBezTo>
                <a:lnTo>
                  <a:pt x="115767" y="364853"/>
                </a:lnTo>
                <a:cubicBezTo>
                  <a:pt x="115767" y="336395"/>
                  <a:pt x="121338" y="308587"/>
                  <a:pt x="132295" y="282354"/>
                </a:cubicBezTo>
                <a:lnTo>
                  <a:pt x="139444" y="265298"/>
                </a:lnTo>
                <a:cubicBezTo>
                  <a:pt x="139165" y="262888"/>
                  <a:pt x="138794" y="260570"/>
                  <a:pt x="138794" y="258160"/>
                </a:cubicBezTo>
                <a:cubicBezTo>
                  <a:pt x="138794" y="237582"/>
                  <a:pt x="148636" y="219414"/>
                  <a:pt x="163585" y="207549"/>
                </a:cubicBezTo>
                <a:lnTo>
                  <a:pt x="171199" y="189380"/>
                </a:lnTo>
                <a:lnTo>
                  <a:pt x="84755" y="130611"/>
                </a:lnTo>
                <a:close/>
                <a:moveTo>
                  <a:pt x="43836" y="454"/>
                </a:moveTo>
                <a:cubicBezTo>
                  <a:pt x="50440" y="-786"/>
                  <a:pt x="57521" y="489"/>
                  <a:pt x="63510" y="4567"/>
                </a:cubicBezTo>
                <a:lnTo>
                  <a:pt x="105854" y="33304"/>
                </a:lnTo>
                <a:lnTo>
                  <a:pt x="53760" y="109597"/>
                </a:lnTo>
                <a:lnTo>
                  <a:pt x="11509" y="80860"/>
                </a:lnTo>
                <a:cubicBezTo>
                  <a:pt x="5752" y="76874"/>
                  <a:pt x="1759" y="70849"/>
                  <a:pt x="459" y="63989"/>
                </a:cubicBezTo>
                <a:cubicBezTo>
                  <a:pt x="-841" y="57129"/>
                  <a:pt x="645" y="50083"/>
                  <a:pt x="4545" y="44336"/>
                </a:cubicBezTo>
                <a:lnTo>
                  <a:pt x="27017" y="11427"/>
                </a:lnTo>
                <a:cubicBezTo>
                  <a:pt x="31102" y="5448"/>
                  <a:pt x="37231" y="1694"/>
                  <a:pt x="43836" y="454"/>
                </a:cubicBezTo>
                <a:close/>
              </a:path>
            </a:pathLst>
          </a:custGeom>
          <a:solidFill>
            <a:schemeClr val="accent1"/>
          </a:solidFill>
          <a:ln>
            <a:noFill/>
          </a:ln>
        </p:spPr>
      </p:sp>
      <p:sp>
        <p:nvSpPr>
          <p:cNvPr id="14" name="student-head-with-graduation-hat_57262">
            <a:extLst>
              <a:ext uri="{FF2B5EF4-FFF2-40B4-BE49-F238E27FC236}">
                <a16:creationId xmlns:a16="http://schemas.microsoft.com/office/drawing/2014/main" id="{A29937E3-DA81-4E50-84F2-6595DB0EAA5A}"/>
              </a:ext>
            </a:extLst>
          </p:cNvPr>
          <p:cNvSpPr>
            <a:spLocks noChangeAspect="1"/>
          </p:cNvSpPr>
          <p:nvPr/>
        </p:nvSpPr>
        <p:spPr bwMode="auto">
          <a:xfrm>
            <a:off x="4554135" y="1397000"/>
            <a:ext cx="457157" cy="609685"/>
          </a:xfrm>
          <a:custGeom>
            <a:avLst/>
            <a:gdLst>
              <a:gd name="connsiteX0" fmla="*/ 296914 w 451700"/>
              <a:gd name="connsiteY0" fmla="*/ 423730 h 602407"/>
              <a:gd name="connsiteX1" fmla="*/ 333264 w 451700"/>
              <a:gd name="connsiteY1" fmla="*/ 427396 h 602407"/>
              <a:gd name="connsiteX2" fmla="*/ 396394 w 451700"/>
              <a:gd name="connsiteY2" fmla="*/ 464662 h 602407"/>
              <a:gd name="connsiteX3" fmla="*/ 412822 w 451700"/>
              <a:gd name="connsiteY3" fmla="*/ 479662 h 602407"/>
              <a:gd name="connsiteX4" fmla="*/ 448494 w 451700"/>
              <a:gd name="connsiteY4" fmla="*/ 557945 h 602407"/>
              <a:gd name="connsiteX5" fmla="*/ 449433 w 451700"/>
              <a:gd name="connsiteY5" fmla="*/ 562866 h 602407"/>
              <a:gd name="connsiteX6" fmla="*/ 449902 w 451700"/>
              <a:gd name="connsiteY6" fmla="*/ 576226 h 602407"/>
              <a:gd name="connsiteX7" fmla="*/ 447321 w 451700"/>
              <a:gd name="connsiteY7" fmla="*/ 592164 h 602407"/>
              <a:gd name="connsiteX8" fmla="*/ 440984 w 451700"/>
              <a:gd name="connsiteY8" fmla="*/ 597789 h 602407"/>
              <a:gd name="connsiteX9" fmla="*/ 434413 w 451700"/>
              <a:gd name="connsiteY9" fmla="*/ 600367 h 602407"/>
              <a:gd name="connsiteX10" fmla="*/ 10338 w 451700"/>
              <a:gd name="connsiteY10" fmla="*/ 591695 h 602407"/>
              <a:gd name="connsiteX11" fmla="*/ 1185 w 451700"/>
              <a:gd name="connsiteY11" fmla="*/ 582554 h 602407"/>
              <a:gd name="connsiteX12" fmla="*/ 1420 w 451700"/>
              <a:gd name="connsiteY12" fmla="*/ 549976 h 602407"/>
              <a:gd name="connsiteX13" fmla="*/ 22307 w 451700"/>
              <a:gd name="connsiteY13" fmla="*/ 511772 h 602407"/>
              <a:gd name="connsiteX14" fmla="*/ 26297 w 451700"/>
              <a:gd name="connsiteY14" fmla="*/ 507085 h 602407"/>
              <a:gd name="connsiteX15" fmla="*/ 105855 w 451700"/>
              <a:gd name="connsiteY15" fmla="*/ 434193 h 602407"/>
              <a:gd name="connsiteX16" fmla="*/ 218269 w 451700"/>
              <a:gd name="connsiteY16" fmla="*/ 488100 h 602407"/>
              <a:gd name="connsiteX17" fmla="*/ 296914 w 451700"/>
              <a:gd name="connsiteY17" fmla="*/ 423730 h 602407"/>
              <a:gd name="connsiteX18" fmla="*/ 134223 w 451700"/>
              <a:gd name="connsiteY18" fmla="*/ 227054 h 602407"/>
              <a:gd name="connsiteX19" fmla="*/ 151118 w 451700"/>
              <a:gd name="connsiteY19" fmla="*/ 340937 h 602407"/>
              <a:gd name="connsiteX20" fmla="*/ 245685 w 451700"/>
              <a:gd name="connsiteY20" fmla="*/ 385459 h 602407"/>
              <a:gd name="connsiteX21" fmla="*/ 324530 w 451700"/>
              <a:gd name="connsiteY21" fmla="*/ 299930 h 602407"/>
              <a:gd name="connsiteX22" fmla="*/ 334385 w 451700"/>
              <a:gd name="connsiteY22" fmla="*/ 248612 h 602407"/>
              <a:gd name="connsiteX23" fmla="*/ 332273 w 451700"/>
              <a:gd name="connsiteY23" fmla="*/ 237599 h 602407"/>
              <a:gd name="connsiteX24" fmla="*/ 205793 w 451700"/>
              <a:gd name="connsiteY24" fmla="*/ 235724 h 602407"/>
              <a:gd name="connsiteX25" fmla="*/ 154872 w 451700"/>
              <a:gd name="connsiteY25" fmla="*/ 229397 h 602407"/>
              <a:gd name="connsiteX26" fmla="*/ 134223 w 451700"/>
              <a:gd name="connsiteY26" fmla="*/ 227054 h 602407"/>
              <a:gd name="connsiteX27" fmla="*/ 234421 w 451700"/>
              <a:gd name="connsiteY27" fmla="*/ 106610 h 602407"/>
              <a:gd name="connsiteX28" fmla="*/ 380378 w 451700"/>
              <a:gd name="connsiteY28" fmla="*/ 125356 h 602407"/>
              <a:gd name="connsiteX29" fmla="*/ 389530 w 451700"/>
              <a:gd name="connsiteY29" fmla="*/ 133323 h 602407"/>
              <a:gd name="connsiteX30" fmla="*/ 394927 w 451700"/>
              <a:gd name="connsiteY30" fmla="*/ 141993 h 602407"/>
              <a:gd name="connsiteX31" fmla="*/ 383663 w 451700"/>
              <a:gd name="connsiteY31" fmla="*/ 188624 h 602407"/>
              <a:gd name="connsiteX32" fmla="*/ 379909 w 451700"/>
              <a:gd name="connsiteY32" fmla="*/ 199404 h 602407"/>
              <a:gd name="connsiteX33" fmla="*/ 388356 w 451700"/>
              <a:gd name="connsiteY33" fmla="*/ 233850 h 602407"/>
              <a:gd name="connsiteX34" fmla="*/ 387652 w 451700"/>
              <a:gd name="connsiteY34" fmla="*/ 362495 h 602407"/>
              <a:gd name="connsiteX35" fmla="*/ 375450 w 451700"/>
              <a:gd name="connsiteY35" fmla="*/ 369525 h 602407"/>
              <a:gd name="connsiteX36" fmla="*/ 310450 w 451700"/>
              <a:gd name="connsiteY36" fmla="*/ 362495 h 602407"/>
              <a:gd name="connsiteX37" fmla="*/ 246154 w 451700"/>
              <a:gd name="connsiteY37" fmla="*/ 406783 h 602407"/>
              <a:gd name="connsiteX38" fmla="*/ 148302 w 451700"/>
              <a:gd name="connsiteY38" fmla="*/ 372103 h 602407"/>
              <a:gd name="connsiteX39" fmla="*/ 148067 w 451700"/>
              <a:gd name="connsiteY39" fmla="*/ 372103 h 602407"/>
              <a:gd name="connsiteX40" fmla="*/ 102544 w 451700"/>
              <a:gd name="connsiteY40" fmla="*/ 365776 h 602407"/>
              <a:gd name="connsiteX41" fmla="*/ 79782 w 451700"/>
              <a:gd name="connsiteY41" fmla="*/ 361089 h 602407"/>
              <a:gd name="connsiteX42" fmla="*/ 73681 w 451700"/>
              <a:gd name="connsiteY42" fmla="*/ 358043 h 602407"/>
              <a:gd name="connsiteX43" fmla="*/ 73212 w 451700"/>
              <a:gd name="connsiteY43" fmla="*/ 357809 h 602407"/>
              <a:gd name="connsiteX44" fmla="*/ 71335 w 451700"/>
              <a:gd name="connsiteY44" fmla="*/ 353357 h 602407"/>
              <a:gd name="connsiteX45" fmla="*/ 72039 w 451700"/>
              <a:gd name="connsiteY45" fmla="*/ 352185 h 602407"/>
              <a:gd name="connsiteX46" fmla="*/ 75324 w 451700"/>
              <a:gd name="connsiteY46" fmla="*/ 348436 h 602407"/>
              <a:gd name="connsiteX47" fmla="*/ 75324 w 451700"/>
              <a:gd name="connsiteY47" fmla="*/ 348201 h 602407"/>
              <a:gd name="connsiteX48" fmla="*/ 68284 w 451700"/>
              <a:gd name="connsiteY48" fmla="*/ 305788 h 602407"/>
              <a:gd name="connsiteX49" fmla="*/ 72273 w 451700"/>
              <a:gd name="connsiteY49" fmla="*/ 282590 h 602407"/>
              <a:gd name="connsiteX50" fmla="*/ 81425 w 451700"/>
              <a:gd name="connsiteY50" fmla="*/ 248847 h 602407"/>
              <a:gd name="connsiteX51" fmla="*/ 95270 w 451700"/>
              <a:gd name="connsiteY51" fmla="*/ 212292 h 602407"/>
              <a:gd name="connsiteX52" fmla="*/ 88699 w 451700"/>
              <a:gd name="connsiteY52" fmla="*/ 212057 h 602407"/>
              <a:gd name="connsiteX53" fmla="*/ 66172 w 451700"/>
              <a:gd name="connsiteY53" fmla="*/ 208542 h 602407"/>
              <a:gd name="connsiteX54" fmla="*/ 66172 w 451700"/>
              <a:gd name="connsiteY54" fmla="*/ 197763 h 602407"/>
              <a:gd name="connsiteX55" fmla="*/ 68988 w 451700"/>
              <a:gd name="connsiteY55" fmla="*/ 196357 h 602407"/>
              <a:gd name="connsiteX56" fmla="*/ 72977 w 451700"/>
              <a:gd name="connsiteY56" fmla="*/ 115046 h 602407"/>
              <a:gd name="connsiteX57" fmla="*/ 83771 w 451700"/>
              <a:gd name="connsiteY57" fmla="*/ 108953 h 602407"/>
              <a:gd name="connsiteX58" fmla="*/ 234421 w 451700"/>
              <a:gd name="connsiteY58" fmla="*/ 106610 h 602407"/>
              <a:gd name="connsiteX59" fmla="*/ 217569 w 451700"/>
              <a:gd name="connsiteY59" fmla="*/ 741 h 602407"/>
              <a:gd name="connsiteX60" fmla="*/ 316598 w 451700"/>
              <a:gd name="connsiteY60" fmla="*/ 24641 h 602407"/>
              <a:gd name="connsiteX61" fmla="*/ 432053 w 451700"/>
              <a:gd name="connsiteY61" fmla="*/ 86969 h 602407"/>
              <a:gd name="connsiteX62" fmla="*/ 435573 w 451700"/>
              <a:gd name="connsiteY62" fmla="*/ 90484 h 602407"/>
              <a:gd name="connsiteX63" fmla="*/ 436981 w 451700"/>
              <a:gd name="connsiteY63" fmla="*/ 90484 h 602407"/>
              <a:gd name="connsiteX64" fmla="*/ 446837 w 451700"/>
              <a:gd name="connsiteY64" fmla="*/ 100325 h 602407"/>
              <a:gd name="connsiteX65" fmla="*/ 422432 w 451700"/>
              <a:gd name="connsiteY65" fmla="*/ 225917 h 602407"/>
              <a:gd name="connsiteX66" fmla="*/ 428533 w 451700"/>
              <a:gd name="connsiteY66" fmla="*/ 228495 h 602407"/>
              <a:gd name="connsiteX67" fmla="*/ 430880 w 451700"/>
              <a:gd name="connsiteY67" fmla="*/ 276763 h 602407"/>
              <a:gd name="connsiteX68" fmla="*/ 413749 w 451700"/>
              <a:gd name="connsiteY68" fmla="*/ 276763 h 602407"/>
              <a:gd name="connsiteX69" fmla="*/ 425717 w 451700"/>
              <a:gd name="connsiteY69" fmla="*/ 110166 h 602407"/>
              <a:gd name="connsiteX70" fmla="*/ 216631 w 451700"/>
              <a:gd name="connsiteY70" fmla="*/ 104777 h 602407"/>
              <a:gd name="connsiteX71" fmla="*/ 107746 w 451700"/>
              <a:gd name="connsiteY71" fmla="*/ 99622 h 602407"/>
              <a:gd name="connsiteX72" fmla="*/ 16696 w 451700"/>
              <a:gd name="connsiteY72" fmla="*/ 91889 h 602407"/>
              <a:gd name="connsiteX73" fmla="*/ 13880 w 451700"/>
              <a:gd name="connsiteY73" fmla="*/ 88375 h 602407"/>
              <a:gd name="connsiteX74" fmla="*/ 14115 w 451700"/>
              <a:gd name="connsiteY74" fmla="*/ 77128 h 602407"/>
              <a:gd name="connsiteX75" fmla="*/ 113613 w 451700"/>
              <a:gd name="connsiteY75" fmla="*/ 32374 h 602407"/>
              <a:gd name="connsiteX76" fmla="*/ 217569 w 451700"/>
              <a:gd name="connsiteY76" fmla="*/ 741 h 60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451700" h="602407">
                <a:moveTo>
                  <a:pt x="296914" y="423730"/>
                </a:moveTo>
                <a:cubicBezTo>
                  <a:pt x="307742" y="421698"/>
                  <a:pt x="319711" y="422533"/>
                  <a:pt x="333264" y="427396"/>
                </a:cubicBezTo>
                <a:cubicBezTo>
                  <a:pt x="357906" y="436303"/>
                  <a:pt x="379262" y="448725"/>
                  <a:pt x="396394" y="464662"/>
                </a:cubicBezTo>
                <a:cubicBezTo>
                  <a:pt x="402496" y="469115"/>
                  <a:pt x="407894" y="474037"/>
                  <a:pt x="412822" y="479662"/>
                </a:cubicBezTo>
                <a:cubicBezTo>
                  <a:pt x="429015" y="498178"/>
                  <a:pt x="453657" y="531225"/>
                  <a:pt x="448494" y="557945"/>
                </a:cubicBezTo>
                <a:cubicBezTo>
                  <a:pt x="448729" y="559585"/>
                  <a:pt x="449198" y="561226"/>
                  <a:pt x="449433" y="562866"/>
                </a:cubicBezTo>
                <a:cubicBezTo>
                  <a:pt x="452249" y="566382"/>
                  <a:pt x="452484" y="572242"/>
                  <a:pt x="449902" y="576226"/>
                </a:cubicBezTo>
                <a:cubicBezTo>
                  <a:pt x="449433" y="581382"/>
                  <a:pt x="448729" y="586539"/>
                  <a:pt x="447321" y="592164"/>
                </a:cubicBezTo>
                <a:cubicBezTo>
                  <a:pt x="446147" y="595679"/>
                  <a:pt x="443800" y="597554"/>
                  <a:pt x="440984" y="597789"/>
                </a:cubicBezTo>
                <a:cubicBezTo>
                  <a:pt x="439107" y="599429"/>
                  <a:pt x="436760" y="600132"/>
                  <a:pt x="434413" y="600367"/>
                </a:cubicBezTo>
                <a:cubicBezTo>
                  <a:pt x="293133" y="604820"/>
                  <a:pt x="151149" y="602007"/>
                  <a:pt x="10338" y="591695"/>
                </a:cubicBezTo>
                <a:cubicBezTo>
                  <a:pt x="5410" y="591226"/>
                  <a:pt x="1185" y="587710"/>
                  <a:pt x="1185" y="582554"/>
                </a:cubicBezTo>
                <a:cubicBezTo>
                  <a:pt x="1185" y="574820"/>
                  <a:pt x="-1631" y="560054"/>
                  <a:pt x="1420" y="549976"/>
                </a:cubicBezTo>
                <a:cubicBezTo>
                  <a:pt x="3532" y="535679"/>
                  <a:pt x="13624" y="522319"/>
                  <a:pt x="22307" y="511772"/>
                </a:cubicBezTo>
                <a:cubicBezTo>
                  <a:pt x="23715" y="510132"/>
                  <a:pt x="24889" y="508725"/>
                  <a:pt x="26297" y="507085"/>
                </a:cubicBezTo>
                <a:cubicBezTo>
                  <a:pt x="41786" y="474037"/>
                  <a:pt x="72999" y="446850"/>
                  <a:pt x="105855" y="434193"/>
                </a:cubicBezTo>
                <a:cubicBezTo>
                  <a:pt x="160302" y="413099"/>
                  <a:pt x="184709" y="454584"/>
                  <a:pt x="218269" y="488100"/>
                </a:cubicBezTo>
                <a:cubicBezTo>
                  <a:pt x="242207" y="461732"/>
                  <a:pt x="264428" y="429828"/>
                  <a:pt x="296914" y="423730"/>
                </a:cubicBezTo>
                <a:close/>
                <a:moveTo>
                  <a:pt x="134223" y="227054"/>
                </a:moveTo>
                <a:cubicBezTo>
                  <a:pt x="123194" y="265953"/>
                  <a:pt x="129529" y="305788"/>
                  <a:pt x="151118" y="340937"/>
                </a:cubicBezTo>
                <a:cubicBezTo>
                  <a:pt x="171533" y="373743"/>
                  <a:pt x="205324" y="401862"/>
                  <a:pt x="245685" y="385459"/>
                </a:cubicBezTo>
                <a:cubicBezTo>
                  <a:pt x="281822" y="371165"/>
                  <a:pt x="310919" y="335782"/>
                  <a:pt x="324530" y="299930"/>
                </a:cubicBezTo>
                <a:cubicBezTo>
                  <a:pt x="330631" y="283761"/>
                  <a:pt x="335793" y="266187"/>
                  <a:pt x="334385" y="248612"/>
                </a:cubicBezTo>
                <a:cubicBezTo>
                  <a:pt x="333916" y="244629"/>
                  <a:pt x="333212" y="240879"/>
                  <a:pt x="332273" y="237599"/>
                </a:cubicBezTo>
                <a:cubicBezTo>
                  <a:pt x="290035" y="236193"/>
                  <a:pt x="247562" y="240645"/>
                  <a:pt x="205793" y="235724"/>
                </a:cubicBezTo>
                <a:cubicBezTo>
                  <a:pt x="188898" y="233615"/>
                  <a:pt x="171768" y="230803"/>
                  <a:pt x="154872" y="229397"/>
                </a:cubicBezTo>
                <a:cubicBezTo>
                  <a:pt x="148771" y="228694"/>
                  <a:pt x="140089" y="229632"/>
                  <a:pt x="134223" y="227054"/>
                </a:cubicBezTo>
                <a:close/>
                <a:moveTo>
                  <a:pt x="234421" y="106610"/>
                </a:moveTo>
                <a:cubicBezTo>
                  <a:pt x="283230" y="111062"/>
                  <a:pt x="331100" y="124184"/>
                  <a:pt x="380378" y="125356"/>
                </a:cubicBezTo>
                <a:cubicBezTo>
                  <a:pt x="385306" y="125356"/>
                  <a:pt x="388591" y="128871"/>
                  <a:pt x="389530" y="133323"/>
                </a:cubicBezTo>
                <a:cubicBezTo>
                  <a:pt x="392580" y="134729"/>
                  <a:pt x="394692" y="138010"/>
                  <a:pt x="394927" y="141993"/>
                </a:cubicBezTo>
                <a:cubicBezTo>
                  <a:pt x="396335" y="156287"/>
                  <a:pt x="396569" y="179017"/>
                  <a:pt x="383663" y="188624"/>
                </a:cubicBezTo>
                <a:cubicBezTo>
                  <a:pt x="382490" y="192374"/>
                  <a:pt x="381317" y="195889"/>
                  <a:pt x="379909" y="199404"/>
                </a:cubicBezTo>
                <a:cubicBezTo>
                  <a:pt x="384836" y="210183"/>
                  <a:pt x="386948" y="222133"/>
                  <a:pt x="388356" y="233850"/>
                </a:cubicBezTo>
                <a:cubicBezTo>
                  <a:pt x="393988" y="275091"/>
                  <a:pt x="395396" y="321019"/>
                  <a:pt x="387652" y="362495"/>
                </a:cubicBezTo>
                <a:cubicBezTo>
                  <a:pt x="386714" y="368119"/>
                  <a:pt x="380378" y="370463"/>
                  <a:pt x="375450" y="369525"/>
                </a:cubicBezTo>
                <a:cubicBezTo>
                  <a:pt x="353862" y="365542"/>
                  <a:pt x="332273" y="364604"/>
                  <a:pt x="310450" y="362495"/>
                </a:cubicBezTo>
                <a:cubicBezTo>
                  <a:pt x="293085" y="383351"/>
                  <a:pt x="271028" y="400222"/>
                  <a:pt x="246154" y="406783"/>
                </a:cubicBezTo>
                <a:cubicBezTo>
                  <a:pt x="207436" y="417328"/>
                  <a:pt x="172472" y="400925"/>
                  <a:pt x="148302" y="372103"/>
                </a:cubicBezTo>
                <a:cubicBezTo>
                  <a:pt x="148302" y="372103"/>
                  <a:pt x="148302" y="372103"/>
                  <a:pt x="148067" y="372103"/>
                </a:cubicBezTo>
                <a:cubicBezTo>
                  <a:pt x="132815" y="372571"/>
                  <a:pt x="117093" y="369057"/>
                  <a:pt x="102544" y="365776"/>
                </a:cubicBezTo>
                <a:cubicBezTo>
                  <a:pt x="94800" y="364136"/>
                  <a:pt x="87291" y="362495"/>
                  <a:pt x="79782" y="361089"/>
                </a:cubicBezTo>
                <a:cubicBezTo>
                  <a:pt x="77436" y="360621"/>
                  <a:pt x="75324" y="359918"/>
                  <a:pt x="73681" y="358043"/>
                </a:cubicBezTo>
                <a:cubicBezTo>
                  <a:pt x="73446" y="358043"/>
                  <a:pt x="73446" y="358043"/>
                  <a:pt x="73212" y="357809"/>
                </a:cubicBezTo>
                <a:cubicBezTo>
                  <a:pt x="71569" y="357340"/>
                  <a:pt x="70161" y="355231"/>
                  <a:pt x="71335" y="353357"/>
                </a:cubicBezTo>
                <a:cubicBezTo>
                  <a:pt x="71569" y="352888"/>
                  <a:pt x="71804" y="352419"/>
                  <a:pt x="72039" y="352185"/>
                </a:cubicBezTo>
                <a:cubicBezTo>
                  <a:pt x="72508" y="350310"/>
                  <a:pt x="73916" y="349373"/>
                  <a:pt x="75324" y="348436"/>
                </a:cubicBezTo>
                <a:cubicBezTo>
                  <a:pt x="75324" y="348436"/>
                  <a:pt x="75324" y="348201"/>
                  <a:pt x="75324" y="348201"/>
                </a:cubicBezTo>
                <a:cubicBezTo>
                  <a:pt x="67345" y="338360"/>
                  <a:pt x="66407" y="322425"/>
                  <a:pt x="68284" y="305788"/>
                </a:cubicBezTo>
                <a:cubicBezTo>
                  <a:pt x="68753" y="298055"/>
                  <a:pt x="70161" y="290323"/>
                  <a:pt x="72273" y="282590"/>
                </a:cubicBezTo>
                <a:cubicBezTo>
                  <a:pt x="75324" y="269233"/>
                  <a:pt x="79078" y="256814"/>
                  <a:pt x="81425" y="248847"/>
                </a:cubicBezTo>
                <a:cubicBezTo>
                  <a:pt x="81894" y="247206"/>
                  <a:pt x="87761" y="227991"/>
                  <a:pt x="95270" y="212292"/>
                </a:cubicBezTo>
                <a:cubicBezTo>
                  <a:pt x="93158" y="212292"/>
                  <a:pt x="90811" y="212057"/>
                  <a:pt x="88699" y="212057"/>
                </a:cubicBezTo>
                <a:cubicBezTo>
                  <a:pt x="82129" y="211589"/>
                  <a:pt x="72039" y="212292"/>
                  <a:pt x="66172" y="208542"/>
                </a:cubicBezTo>
                <a:cubicBezTo>
                  <a:pt x="62183" y="205965"/>
                  <a:pt x="62183" y="200341"/>
                  <a:pt x="66172" y="197763"/>
                </a:cubicBezTo>
                <a:cubicBezTo>
                  <a:pt x="67111" y="197060"/>
                  <a:pt x="67815" y="196826"/>
                  <a:pt x="68988" y="196357"/>
                </a:cubicBezTo>
                <a:cubicBezTo>
                  <a:pt x="61948" y="169644"/>
                  <a:pt x="64060" y="141290"/>
                  <a:pt x="72977" y="115046"/>
                </a:cubicBezTo>
                <a:cubicBezTo>
                  <a:pt x="74620" y="110359"/>
                  <a:pt x="78844" y="108250"/>
                  <a:pt x="83771" y="108953"/>
                </a:cubicBezTo>
                <a:cubicBezTo>
                  <a:pt x="134223" y="118092"/>
                  <a:pt x="183970" y="101689"/>
                  <a:pt x="234421" y="106610"/>
                </a:cubicBezTo>
                <a:close/>
                <a:moveTo>
                  <a:pt x="217569" y="741"/>
                </a:moveTo>
                <a:cubicBezTo>
                  <a:pt x="253473" y="-3242"/>
                  <a:pt x="284683" y="9411"/>
                  <a:pt x="316598" y="24641"/>
                </a:cubicBezTo>
                <a:cubicBezTo>
                  <a:pt x="356256" y="43152"/>
                  <a:pt x="394272" y="64943"/>
                  <a:pt x="432053" y="86969"/>
                </a:cubicBezTo>
                <a:cubicBezTo>
                  <a:pt x="433696" y="87906"/>
                  <a:pt x="434869" y="89078"/>
                  <a:pt x="435573" y="90484"/>
                </a:cubicBezTo>
                <a:cubicBezTo>
                  <a:pt x="436042" y="90484"/>
                  <a:pt x="436512" y="90484"/>
                  <a:pt x="436981" y="90484"/>
                </a:cubicBezTo>
                <a:cubicBezTo>
                  <a:pt x="441909" y="90484"/>
                  <a:pt x="447306" y="94936"/>
                  <a:pt x="446837" y="100325"/>
                </a:cubicBezTo>
                <a:cubicBezTo>
                  <a:pt x="442378" y="138284"/>
                  <a:pt x="422432" y="184443"/>
                  <a:pt x="422432" y="225917"/>
                </a:cubicBezTo>
                <a:cubicBezTo>
                  <a:pt x="424778" y="225683"/>
                  <a:pt x="426890" y="226620"/>
                  <a:pt x="428533" y="228495"/>
                </a:cubicBezTo>
                <a:cubicBezTo>
                  <a:pt x="439797" y="242319"/>
                  <a:pt x="439093" y="261767"/>
                  <a:pt x="430880" y="276763"/>
                </a:cubicBezTo>
                <a:cubicBezTo>
                  <a:pt x="427360" y="282855"/>
                  <a:pt x="416800" y="283324"/>
                  <a:pt x="413749" y="276763"/>
                </a:cubicBezTo>
                <a:cubicBezTo>
                  <a:pt x="388405" y="224043"/>
                  <a:pt x="416565" y="164527"/>
                  <a:pt x="425717" y="110166"/>
                </a:cubicBezTo>
                <a:cubicBezTo>
                  <a:pt x="356022" y="110869"/>
                  <a:pt x="286326" y="108057"/>
                  <a:pt x="216631" y="104777"/>
                </a:cubicBezTo>
                <a:cubicBezTo>
                  <a:pt x="180258" y="102902"/>
                  <a:pt x="144119" y="101028"/>
                  <a:pt x="107746" y="99622"/>
                </a:cubicBezTo>
                <a:cubicBezTo>
                  <a:pt x="79586" y="98450"/>
                  <a:pt x="42744" y="102668"/>
                  <a:pt x="16696" y="91889"/>
                </a:cubicBezTo>
                <a:cubicBezTo>
                  <a:pt x="15054" y="91187"/>
                  <a:pt x="14115" y="89781"/>
                  <a:pt x="13880" y="88375"/>
                </a:cubicBezTo>
                <a:cubicBezTo>
                  <a:pt x="10126" y="86032"/>
                  <a:pt x="8248" y="81111"/>
                  <a:pt x="14115" y="77128"/>
                </a:cubicBezTo>
                <a:cubicBezTo>
                  <a:pt x="42744" y="57445"/>
                  <a:pt x="81698" y="45495"/>
                  <a:pt x="113613" y="32374"/>
                </a:cubicBezTo>
                <a:cubicBezTo>
                  <a:pt x="146935" y="18784"/>
                  <a:pt x="181666" y="4959"/>
                  <a:pt x="217569" y="741"/>
                </a:cubicBezTo>
                <a:close/>
              </a:path>
            </a:pathLst>
          </a:custGeom>
          <a:solidFill>
            <a:schemeClr val="accent1"/>
          </a:solidFill>
          <a:ln>
            <a:noFill/>
          </a:ln>
        </p:spPr>
        <p:txBody>
          <a:bodyPr/>
          <a:lstStyle/>
          <a:p>
            <a:endParaRPr lang="zh-CN" altLang="en-US"/>
          </a:p>
        </p:txBody>
      </p:sp>
      <p:sp>
        <p:nvSpPr>
          <p:cNvPr id="13" name="student-with-graduation-cap_57073">
            <a:extLst>
              <a:ext uri="{FF2B5EF4-FFF2-40B4-BE49-F238E27FC236}">
                <a16:creationId xmlns:a16="http://schemas.microsoft.com/office/drawing/2014/main" id="{28361140-49AA-43E2-BF3E-7DDF66BCE2B8}"/>
              </a:ext>
            </a:extLst>
          </p:cNvPr>
          <p:cNvSpPr>
            <a:spLocks noChangeAspect="1"/>
          </p:cNvSpPr>
          <p:nvPr/>
        </p:nvSpPr>
        <p:spPr bwMode="auto">
          <a:xfrm>
            <a:off x="5760635" y="1397000"/>
            <a:ext cx="512090" cy="609685"/>
          </a:xfrm>
          <a:custGeom>
            <a:avLst/>
            <a:gdLst>
              <a:gd name="connsiteX0" fmla="*/ 172784 w 510964"/>
              <a:gd name="connsiteY0" fmla="*/ 386345 h 608344"/>
              <a:gd name="connsiteX1" fmla="*/ 182733 w 510964"/>
              <a:gd name="connsiteY1" fmla="*/ 392738 h 608344"/>
              <a:gd name="connsiteX2" fmla="*/ 255039 w 510964"/>
              <a:gd name="connsiteY2" fmla="*/ 508213 h 608344"/>
              <a:gd name="connsiteX3" fmla="*/ 255531 w 510964"/>
              <a:gd name="connsiteY3" fmla="*/ 508115 h 608344"/>
              <a:gd name="connsiteX4" fmla="*/ 255925 w 510964"/>
              <a:gd name="connsiteY4" fmla="*/ 508213 h 608344"/>
              <a:gd name="connsiteX5" fmla="*/ 328231 w 510964"/>
              <a:gd name="connsiteY5" fmla="*/ 392738 h 608344"/>
              <a:gd name="connsiteX6" fmla="*/ 338278 w 510964"/>
              <a:gd name="connsiteY6" fmla="*/ 386345 h 608344"/>
              <a:gd name="connsiteX7" fmla="*/ 343795 w 510964"/>
              <a:gd name="connsiteY7" fmla="*/ 387820 h 608344"/>
              <a:gd name="connsiteX8" fmla="*/ 408023 w 510964"/>
              <a:gd name="connsiteY8" fmla="*/ 420771 h 608344"/>
              <a:gd name="connsiteX9" fmla="*/ 510964 w 510964"/>
              <a:gd name="connsiteY9" fmla="*/ 490213 h 608344"/>
              <a:gd name="connsiteX10" fmla="*/ 510964 w 510964"/>
              <a:gd name="connsiteY10" fmla="*/ 491984 h 608344"/>
              <a:gd name="connsiteX11" fmla="*/ 510964 w 510964"/>
              <a:gd name="connsiteY11" fmla="*/ 606672 h 608344"/>
              <a:gd name="connsiteX12" fmla="*/ 510964 w 510964"/>
              <a:gd name="connsiteY12" fmla="*/ 608344 h 608344"/>
              <a:gd name="connsiteX13" fmla="*/ 255925 w 510964"/>
              <a:gd name="connsiteY13" fmla="*/ 608344 h 608344"/>
              <a:gd name="connsiteX14" fmla="*/ 255531 w 510964"/>
              <a:gd name="connsiteY14" fmla="*/ 608344 h 608344"/>
              <a:gd name="connsiteX15" fmla="*/ 255039 w 510964"/>
              <a:gd name="connsiteY15" fmla="*/ 608344 h 608344"/>
              <a:gd name="connsiteX16" fmla="*/ 0 w 510964"/>
              <a:gd name="connsiteY16" fmla="*/ 608344 h 608344"/>
              <a:gd name="connsiteX17" fmla="*/ 0 w 510964"/>
              <a:gd name="connsiteY17" fmla="*/ 606672 h 608344"/>
              <a:gd name="connsiteX18" fmla="*/ 0 w 510964"/>
              <a:gd name="connsiteY18" fmla="*/ 491984 h 608344"/>
              <a:gd name="connsiteX19" fmla="*/ 0 w 510964"/>
              <a:gd name="connsiteY19" fmla="*/ 490213 h 608344"/>
              <a:gd name="connsiteX20" fmla="*/ 102941 w 510964"/>
              <a:gd name="connsiteY20" fmla="*/ 420771 h 608344"/>
              <a:gd name="connsiteX21" fmla="*/ 167169 w 510964"/>
              <a:gd name="connsiteY21" fmla="*/ 387820 h 608344"/>
              <a:gd name="connsiteX22" fmla="*/ 172784 w 510964"/>
              <a:gd name="connsiteY22" fmla="*/ 386345 h 608344"/>
              <a:gd name="connsiteX23" fmla="*/ 255517 w 510964"/>
              <a:gd name="connsiteY23" fmla="*/ 0 h 608344"/>
              <a:gd name="connsiteX24" fmla="*/ 267931 w 510964"/>
              <a:gd name="connsiteY24" fmla="*/ 3639 h 608344"/>
              <a:gd name="connsiteX25" fmla="*/ 438857 w 510964"/>
              <a:gd name="connsiteY25" fmla="*/ 87048 h 608344"/>
              <a:gd name="connsiteX26" fmla="*/ 446935 w 510964"/>
              <a:gd name="connsiteY26" fmla="*/ 96786 h 608344"/>
              <a:gd name="connsiteX27" fmla="*/ 441024 w 510964"/>
              <a:gd name="connsiteY27" fmla="*/ 105245 h 608344"/>
              <a:gd name="connsiteX28" fmla="*/ 430483 w 510964"/>
              <a:gd name="connsiteY28" fmla="*/ 110655 h 608344"/>
              <a:gd name="connsiteX29" fmla="*/ 430483 w 510964"/>
              <a:gd name="connsiteY29" fmla="*/ 165736 h 608344"/>
              <a:gd name="connsiteX30" fmla="*/ 436985 w 510964"/>
              <a:gd name="connsiteY30" fmla="*/ 176851 h 608344"/>
              <a:gd name="connsiteX31" fmla="*/ 431665 w 510964"/>
              <a:gd name="connsiteY31" fmla="*/ 186982 h 608344"/>
              <a:gd name="connsiteX32" fmla="*/ 439054 w 510964"/>
              <a:gd name="connsiteY32" fmla="*/ 227506 h 608344"/>
              <a:gd name="connsiteX33" fmla="*/ 408809 w 510964"/>
              <a:gd name="connsiteY33" fmla="*/ 227506 h 608344"/>
              <a:gd name="connsiteX34" fmla="*/ 416198 w 510964"/>
              <a:gd name="connsiteY34" fmla="*/ 186982 h 608344"/>
              <a:gd name="connsiteX35" fmla="*/ 410878 w 510964"/>
              <a:gd name="connsiteY35" fmla="*/ 176851 h 608344"/>
              <a:gd name="connsiteX36" fmla="*/ 417479 w 510964"/>
              <a:gd name="connsiteY36" fmla="*/ 165736 h 608344"/>
              <a:gd name="connsiteX37" fmla="*/ 417479 w 510964"/>
              <a:gd name="connsiteY37" fmla="*/ 116950 h 608344"/>
              <a:gd name="connsiteX38" fmla="*/ 376397 w 510964"/>
              <a:gd name="connsiteY38" fmla="*/ 136818 h 608344"/>
              <a:gd name="connsiteX39" fmla="*/ 375905 w 510964"/>
              <a:gd name="connsiteY39" fmla="*/ 157277 h 608344"/>
              <a:gd name="connsiteX40" fmla="*/ 369107 w 510964"/>
              <a:gd name="connsiteY40" fmla="*/ 201834 h 608344"/>
              <a:gd name="connsiteX41" fmla="*/ 379845 w 510964"/>
              <a:gd name="connsiteY41" fmla="*/ 226719 h 608344"/>
              <a:gd name="connsiteX42" fmla="*/ 379747 w 510964"/>
              <a:gd name="connsiteY42" fmla="*/ 227014 h 608344"/>
              <a:gd name="connsiteX43" fmla="*/ 379845 w 510964"/>
              <a:gd name="connsiteY43" fmla="*/ 228490 h 608344"/>
              <a:gd name="connsiteX44" fmla="*/ 351768 w 510964"/>
              <a:gd name="connsiteY44" fmla="*/ 279342 h 608344"/>
              <a:gd name="connsiteX45" fmla="*/ 291969 w 510964"/>
              <a:gd name="connsiteY45" fmla="*/ 351833 h 608344"/>
              <a:gd name="connsiteX46" fmla="*/ 255517 w 510964"/>
              <a:gd name="connsiteY46" fmla="*/ 360095 h 608344"/>
              <a:gd name="connsiteX47" fmla="*/ 219066 w 510964"/>
              <a:gd name="connsiteY47" fmla="*/ 351833 h 608344"/>
              <a:gd name="connsiteX48" fmla="*/ 159267 w 510964"/>
              <a:gd name="connsiteY48" fmla="*/ 279342 h 608344"/>
              <a:gd name="connsiteX49" fmla="*/ 131190 w 510964"/>
              <a:gd name="connsiteY49" fmla="*/ 228490 h 608344"/>
              <a:gd name="connsiteX50" fmla="*/ 131190 w 510964"/>
              <a:gd name="connsiteY50" fmla="*/ 227014 h 608344"/>
              <a:gd name="connsiteX51" fmla="*/ 131190 w 510964"/>
              <a:gd name="connsiteY51" fmla="*/ 226719 h 608344"/>
              <a:gd name="connsiteX52" fmla="*/ 141830 w 510964"/>
              <a:gd name="connsiteY52" fmla="*/ 201834 h 608344"/>
              <a:gd name="connsiteX53" fmla="*/ 135032 w 510964"/>
              <a:gd name="connsiteY53" fmla="*/ 157277 h 608344"/>
              <a:gd name="connsiteX54" fmla="*/ 134539 w 510964"/>
              <a:gd name="connsiteY54" fmla="*/ 136818 h 608344"/>
              <a:gd name="connsiteX55" fmla="*/ 70011 w 510964"/>
              <a:gd name="connsiteY55" fmla="*/ 105245 h 608344"/>
              <a:gd name="connsiteX56" fmla="*/ 64002 w 510964"/>
              <a:gd name="connsiteY56" fmla="*/ 96786 h 608344"/>
              <a:gd name="connsiteX57" fmla="*/ 72080 w 510964"/>
              <a:gd name="connsiteY57" fmla="*/ 87048 h 608344"/>
              <a:gd name="connsiteX58" fmla="*/ 243006 w 510964"/>
              <a:gd name="connsiteY58" fmla="*/ 3639 h 608344"/>
              <a:gd name="connsiteX59" fmla="*/ 255517 w 510964"/>
              <a:gd name="connsiteY59" fmla="*/ 0 h 60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10964" h="608344">
                <a:moveTo>
                  <a:pt x="172784" y="386345"/>
                </a:moveTo>
                <a:cubicBezTo>
                  <a:pt x="177217" y="386345"/>
                  <a:pt x="180960" y="389001"/>
                  <a:pt x="182733" y="392738"/>
                </a:cubicBezTo>
                <a:cubicBezTo>
                  <a:pt x="200169" y="421853"/>
                  <a:pt x="232480" y="506640"/>
                  <a:pt x="255039" y="508213"/>
                </a:cubicBezTo>
                <a:cubicBezTo>
                  <a:pt x="255236" y="508213"/>
                  <a:pt x="255334" y="508115"/>
                  <a:pt x="255531" y="508115"/>
                </a:cubicBezTo>
                <a:cubicBezTo>
                  <a:pt x="255630" y="508115"/>
                  <a:pt x="255827" y="508213"/>
                  <a:pt x="255925" y="508213"/>
                </a:cubicBezTo>
                <a:cubicBezTo>
                  <a:pt x="278484" y="506640"/>
                  <a:pt x="310795" y="421853"/>
                  <a:pt x="328231" y="392738"/>
                </a:cubicBezTo>
                <a:cubicBezTo>
                  <a:pt x="330004" y="389001"/>
                  <a:pt x="333846" y="386345"/>
                  <a:pt x="338278" y="386345"/>
                </a:cubicBezTo>
                <a:cubicBezTo>
                  <a:pt x="340249" y="386345"/>
                  <a:pt x="342120" y="386935"/>
                  <a:pt x="343795" y="387820"/>
                </a:cubicBezTo>
                <a:cubicBezTo>
                  <a:pt x="350099" y="391263"/>
                  <a:pt x="386942" y="413197"/>
                  <a:pt x="408023" y="420771"/>
                </a:cubicBezTo>
                <a:cubicBezTo>
                  <a:pt x="479047" y="446345"/>
                  <a:pt x="510964" y="472410"/>
                  <a:pt x="510964" y="490213"/>
                </a:cubicBezTo>
                <a:lnTo>
                  <a:pt x="510964" y="491984"/>
                </a:lnTo>
                <a:lnTo>
                  <a:pt x="510964" y="606672"/>
                </a:lnTo>
                <a:lnTo>
                  <a:pt x="510964" y="608344"/>
                </a:lnTo>
                <a:lnTo>
                  <a:pt x="255925" y="608344"/>
                </a:lnTo>
                <a:lnTo>
                  <a:pt x="255531" y="608344"/>
                </a:lnTo>
                <a:lnTo>
                  <a:pt x="255039" y="608344"/>
                </a:lnTo>
                <a:lnTo>
                  <a:pt x="0" y="608344"/>
                </a:lnTo>
                <a:lnTo>
                  <a:pt x="0" y="606672"/>
                </a:lnTo>
                <a:lnTo>
                  <a:pt x="0" y="491984"/>
                </a:lnTo>
                <a:lnTo>
                  <a:pt x="0" y="490213"/>
                </a:lnTo>
                <a:cubicBezTo>
                  <a:pt x="0" y="472410"/>
                  <a:pt x="31917" y="446345"/>
                  <a:pt x="102941" y="420771"/>
                </a:cubicBezTo>
                <a:cubicBezTo>
                  <a:pt x="124121" y="413197"/>
                  <a:pt x="160865" y="391263"/>
                  <a:pt x="167169" y="387820"/>
                </a:cubicBezTo>
                <a:cubicBezTo>
                  <a:pt x="168844" y="386935"/>
                  <a:pt x="170715" y="386345"/>
                  <a:pt x="172784" y="386345"/>
                </a:cubicBezTo>
                <a:close/>
                <a:moveTo>
                  <a:pt x="255517" y="0"/>
                </a:moveTo>
                <a:cubicBezTo>
                  <a:pt x="258966" y="295"/>
                  <a:pt x="263005" y="1279"/>
                  <a:pt x="267931" y="3639"/>
                </a:cubicBezTo>
                <a:cubicBezTo>
                  <a:pt x="279260" y="9049"/>
                  <a:pt x="393933" y="65016"/>
                  <a:pt x="438857" y="87048"/>
                </a:cubicBezTo>
                <a:cubicBezTo>
                  <a:pt x="445162" y="90098"/>
                  <a:pt x="447526" y="93540"/>
                  <a:pt x="446935" y="96786"/>
                </a:cubicBezTo>
                <a:cubicBezTo>
                  <a:pt x="447427" y="99933"/>
                  <a:pt x="445162" y="102884"/>
                  <a:pt x="441024" y="105245"/>
                </a:cubicBezTo>
                <a:cubicBezTo>
                  <a:pt x="439448" y="106130"/>
                  <a:pt x="435605" y="108097"/>
                  <a:pt x="430483" y="110655"/>
                </a:cubicBezTo>
                <a:lnTo>
                  <a:pt x="430483" y="165736"/>
                </a:lnTo>
                <a:cubicBezTo>
                  <a:pt x="434325" y="167998"/>
                  <a:pt x="436985" y="172031"/>
                  <a:pt x="436985" y="176851"/>
                </a:cubicBezTo>
                <a:cubicBezTo>
                  <a:pt x="436985" y="181080"/>
                  <a:pt x="434817" y="184621"/>
                  <a:pt x="431665" y="186982"/>
                </a:cubicBezTo>
                <a:cubicBezTo>
                  <a:pt x="431665" y="186982"/>
                  <a:pt x="437576" y="220129"/>
                  <a:pt x="439054" y="227506"/>
                </a:cubicBezTo>
                <a:cubicBezTo>
                  <a:pt x="440630" y="234883"/>
                  <a:pt x="407036" y="236654"/>
                  <a:pt x="408809" y="227506"/>
                </a:cubicBezTo>
                <a:cubicBezTo>
                  <a:pt x="410582" y="218260"/>
                  <a:pt x="416198" y="186982"/>
                  <a:pt x="416198" y="186982"/>
                </a:cubicBezTo>
                <a:cubicBezTo>
                  <a:pt x="413045" y="184621"/>
                  <a:pt x="410878" y="181080"/>
                  <a:pt x="410878" y="176851"/>
                </a:cubicBezTo>
                <a:cubicBezTo>
                  <a:pt x="410878" y="172031"/>
                  <a:pt x="413636" y="167998"/>
                  <a:pt x="417479" y="165736"/>
                </a:cubicBezTo>
                <a:lnTo>
                  <a:pt x="417479" y="116950"/>
                </a:lnTo>
                <a:cubicBezTo>
                  <a:pt x="403588" y="123737"/>
                  <a:pt x="386938" y="131802"/>
                  <a:pt x="376397" y="136818"/>
                </a:cubicBezTo>
                <a:cubicBezTo>
                  <a:pt x="376299" y="144294"/>
                  <a:pt x="376200" y="157080"/>
                  <a:pt x="375905" y="157277"/>
                </a:cubicBezTo>
                <a:cubicBezTo>
                  <a:pt x="373836" y="175670"/>
                  <a:pt x="370191" y="196031"/>
                  <a:pt x="369107" y="201834"/>
                </a:cubicBezTo>
                <a:cubicBezTo>
                  <a:pt x="370880" y="202719"/>
                  <a:pt x="379845" y="208621"/>
                  <a:pt x="379845" y="226719"/>
                </a:cubicBezTo>
                <a:cubicBezTo>
                  <a:pt x="379845" y="226818"/>
                  <a:pt x="379747" y="226916"/>
                  <a:pt x="379747" y="227014"/>
                </a:cubicBezTo>
                <a:cubicBezTo>
                  <a:pt x="379845" y="227506"/>
                  <a:pt x="379845" y="227998"/>
                  <a:pt x="379845" y="228490"/>
                </a:cubicBezTo>
                <a:cubicBezTo>
                  <a:pt x="376003" y="278948"/>
                  <a:pt x="355906" y="257211"/>
                  <a:pt x="351768" y="279342"/>
                </a:cubicBezTo>
                <a:cubicBezTo>
                  <a:pt x="344872" y="316030"/>
                  <a:pt x="312263" y="342587"/>
                  <a:pt x="291969" y="351833"/>
                </a:cubicBezTo>
                <a:cubicBezTo>
                  <a:pt x="280245" y="357144"/>
                  <a:pt x="268128" y="359800"/>
                  <a:pt x="255517" y="360095"/>
                </a:cubicBezTo>
                <a:cubicBezTo>
                  <a:pt x="242809" y="359800"/>
                  <a:pt x="230790" y="357144"/>
                  <a:pt x="219066" y="351833"/>
                </a:cubicBezTo>
                <a:cubicBezTo>
                  <a:pt x="198772" y="342587"/>
                  <a:pt x="166163" y="316030"/>
                  <a:pt x="159267" y="279342"/>
                </a:cubicBezTo>
                <a:cubicBezTo>
                  <a:pt x="155129" y="257211"/>
                  <a:pt x="135032" y="278948"/>
                  <a:pt x="131190" y="228490"/>
                </a:cubicBezTo>
                <a:cubicBezTo>
                  <a:pt x="131190" y="227998"/>
                  <a:pt x="131190" y="227506"/>
                  <a:pt x="131190" y="227014"/>
                </a:cubicBezTo>
                <a:cubicBezTo>
                  <a:pt x="131190" y="226916"/>
                  <a:pt x="131190" y="226818"/>
                  <a:pt x="131190" y="226719"/>
                </a:cubicBezTo>
                <a:cubicBezTo>
                  <a:pt x="131190" y="208621"/>
                  <a:pt x="140056" y="202719"/>
                  <a:pt x="141830" y="201834"/>
                </a:cubicBezTo>
                <a:cubicBezTo>
                  <a:pt x="140844" y="196031"/>
                  <a:pt x="137199" y="175670"/>
                  <a:pt x="135032" y="157277"/>
                </a:cubicBezTo>
                <a:cubicBezTo>
                  <a:pt x="134835" y="157080"/>
                  <a:pt x="134638" y="144294"/>
                  <a:pt x="134539" y="136818"/>
                </a:cubicBezTo>
                <a:cubicBezTo>
                  <a:pt x="115427" y="127671"/>
                  <a:pt x="75824" y="108589"/>
                  <a:pt x="70011" y="105245"/>
                </a:cubicBezTo>
                <a:cubicBezTo>
                  <a:pt x="65775" y="102884"/>
                  <a:pt x="63608" y="99933"/>
                  <a:pt x="64002" y="96786"/>
                </a:cubicBezTo>
                <a:cubicBezTo>
                  <a:pt x="63509" y="93540"/>
                  <a:pt x="65775" y="90098"/>
                  <a:pt x="72080" y="87048"/>
                </a:cubicBezTo>
                <a:cubicBezTo>
                  <a:pt x="117102" y="65016"/>
                  <a:pt x="231677" y="9049"/>
                  <a:pt x="243006" y="3639"/>
                </a:cubicBezTo>
                <a:cubicBezTo>
                  <a:pt x="247932" y="1279"/>
                  <a:pt x="252069" y="295"/>
                  <a:pt x="255517" y="0"/>
                </a:cubicBezTo>
                <a:close/>
              </a:path>
            </a:pathLst>
          </a:custGeom>
          <a:solidFill>
            <a:schemeClr val="accent1"/>
          </a:solidFill>
          <a:ln>
            <a:noFill/>
          </a:ln>
        </p:spPr>
      </p:sp>
      <p:sp>
        <p:nvSpPr>
          <p:cNvPr id="16" name="science-lecture_67914">
            <a:extLst>
              <a:ext uri="{FF2B5EF4-FFF2-40B4-BE49-F238E27FC236}">
                <a16:creationId xmlns:a16="http://schemas.microsoft.com/office/drawing/2014/main" id="{08F55CE5-A5B9-43F5-9EF2-B85BF8A39431}"/>
              </a:ext>
            </a:extLst>
          </p:cNvPr>
          <p:cNvSpPr>
            <a:spLocks noChangeAspect="1"/>
          </p:cNvSpPr>
          <p:nvPr/>
        </p:nvSpPr>
        <p:spPr bwMode="auto">
          <a:xfrm>
            <a:off x="6967135" y="1397000"/>
            <a:ext cx="386030" cy="609685"/>
          </a:xfrm>
          <a:custGeom>
            <a:avLst/>
            <a:gdLst>
              <a:gd name="connsiteX0" fmla="*/ 190764 w 385450"/>
              <a:gd name="connsiteY0" fmla="*/ 514563 h 608768"/>
              <a:gd name="connsiteX1" fmla="*/ 211847 w 385450"/>
              <a:gd name="connsiteY1" fmla="*/ 526418 h 608768"/>
              <a:gd name="connsiteX2" fmla="*/ 210607 w 385450"/>
              <a:gd name="connsiteY2" fmla="*/ 529304 h 608768"/>
              <a:gd name="connsiteX3" fmla="*/ 190764 w 385450"/>
              <a:gd name="connsiteY3" fmla="*/ 548787 h 608768"/>
              <a:gd name="connsiteX4" fmla="*/ 170818 w 385450"/>
              <a:gd name="connsiteY4" fmla="*/ 529304 h 608768"/>
              <a:gd name="connsiteX5" fmla="*/ 169578 w 385450"/>
              <a:gd name="connsiteY5" fmla="*/ 526418 h 608768"/>
              <a:gd name="connsiteX6" fmla="*/ 190764 w 385450"/>
              <a:gd name="connsiteY6" fmla="*/ 514563 h 608768"/>
              <a:gd name="connsiteX7" fmla="*/ 219467 w 385450"/>
              <a:gd name="connsiteY7" fmla="*/ 493887 h 608768"/>
              <a:gd name="connsiteX8" fmla="*/ 215034 w 385450"/>
              <a:gd name="connsiteY8" fmla="*/ 517315 h 608768"/>
              <a:gd name="connsiteX9" fmla="*/ 199568 w 385450"/>
              <a:gd name="connsiteY9" fmla="*/ 508749 h 608768"/>
              <a:gd name="connsiteX10" fmla="*/ 208950 w 385450"/>
              <a:gd name="connsiteY10" fmla="*/ 502040 h 608768"/>
              <a:gd name="connsiteX11" fmla="*/ 219467 w 385450"/>
              <a:gd name="connsiteY11" fmla="*/ 493887 h 608768"/>
              <a:gd name="connsiteX12" fmla="*/ 162098 w 385450"/>
              <a:gd name="connsiteY12" fmla="*/ 493887 h 608768"/>
              <a:gd name="connsiteX13" fmla="*/ 172492 w 385450"/>
              <a:gd name="connsiteY13" fmla="*/ 502040 h 608768"/>
              <a:gd name="connsiteX14" fmla="*/ 181856 w 385450"/>
              <a:gd name="connsiteY14" fmla="*/ 508749 h 608768"/>
              <a:gd name="connsiteX15" fmla="*/ 166523 w 385450"/>
              <a:gd name="connsiteY15" fmla="*/ 517315 h 608768"/>
              <a:gd name="connsiteX16" fmla="*/ 162098 w 385450"/>
              <a:gd name="connsiteY16" fmla="*/ 493887 h 608768"/>
              <a:gd name="connsiteX17" fmla="*/ 230643 w 385450"/>
              <a:gd name="connsiteY17" fmla="*/ 484220 h 608768"/>
              <a:gd name="connsiteX18" fmla="*/ 246720 w 385450"/>
              <a:gd name="connsiteY18" fmla="*/ 502369 h 608768"/>
              <a:gd name="connsiteX19" fmla="*/ 256097 w 385450"/>
              <a:gd name="connsiteY19" fmla="*/ 526294 h 608768"/>
              <a:gd name="connsiteX20" fmla="*/ 249296 w 385450"/>
              <a:gd name="connsiteY20" fmla="*/ 528253 h 608768"/>
              <a:gd name="connsiteX21" fmla="*/ 223842 w 385450"/>
              <a:gd name="connsiteY21" fmla="*/ 521447 h 608768"/>
              <a:gd name="connsiteX22" fmla="*/ 229716 w 385450"/>
              <a:gd name="connsiteY22" fmla="*/ 485045 h 608768"/>
              <a:gd name="connsiteX23" fmla="*/ 230643 w 385450"/>
              <a:gd name="connsiteY23" fmla="*/ 484220 h 608768"/>
              <a:gd name="connsiteX24" fmla="*/ 150811 w 385450"/>
              <a:gd name="connsiteY24" fmla="*/ 484220 h 608768"/>
              <a:gd name="connsiteX25" fmla="*/ 151842 w 385450"/>
              <a:gd name="connsiteY25" fmla="*/ 485045 h 608768"/>
              <a:gd name="connsiteX26" fmla="*/ 157723 w 385450"/>
              <a:gd name="connsiteY26" fmla="*/ 521447 h 608768"/>
              <a:gd name="connsiteX27" fmla="*/ 132138 w 385450"/>
              <a:gd name="connsiteY27" fmla="*/ 528253 h 608768"/>
              <a:gd name="connsiteX28" fmla="*/ 125432 w 385450"/>
              <a:gd name="connsiteY28" fmla="*/ 526294 h 608768"/>
              <a:gd name="connsiteX29" fmla="*/ 134820 w 385450"/>
              <a:gd name="connsiteY29" fmla="*/ 502369 h 608768"/>
              <a:gd name="connsiteX30" fmla="*/ 150811 w 385450"/>
              <a:gd name="connsiteY30" fmla="*/ 484220 h 608768"/>
              <a:gd name="connsiteX31" fmla="*/ 190783 w 385450"/>
              <a:gd name="connsiteY31" fmla="*/ 463115 h 608768"/>
              <a:gd name="connsiteX32" fmla="*/ 176120 w 385450"/>
              <a:gd name="connsiteY32" fmla="*/ 477657 h 608768"/>
              <a:gd name="connsiteX33" fmla="*/ 190783 w 385450"/>
              <a:gd name="connsiteY33" fmla="*/ 492199 h 608768"/>
              <a:gd name="connsiteX34" fmla="*/ 205342 w 385450"/>
              <a:gd name="connsiteY34" fmla="*/ 477657 h 608768"/>
              <a:gd name="connsiteX35" fmla="*/ 190783 w 385450"/>
              <a:gd name="connsiteY35" fmla="*/ 463115 h 608768"/>
              <a:gd name="connsiteX36" fmla="*/ 190783 w 385450"/>
              <a:gd name="connsiteY36" fmla="*/ 452183 h 608768"/>
              <a:gd name="connsiteX37" fmla="*/ 203277 w 385450"/>
              <a:gd name="connsiteY37" fmla="*/ 460949 h 608768"/>
              <a:gd name="connsiteX38" fmla="*/ 220211 w 385450"/>
              <a:gd name="connsiteY38" fmla="*/ 474666 h 608768"/>
              <a:gd name="connsiteX39" fmla="*/ 220314 w 385450"/>
              <a:gd name="connsiteY39" fmla="*/ 477657 h 608768"/>
              <a:gd name="connsiteX40" fmla="*/ 220211 w 385450"/>
              <a:gd name="connsiteY40" fmla="*/ 480751 h 608768"/>
              <a:gd name="connsiteX41" fmla="*/ 203277 w 385450"/>
              <a:gd name="connsiteY41" fmla="*/ 494365 h 608768"/>
              <a:gd name="connsiteX42" fmla="*/ 190783 w 385450"/>
              <a:gd name="connsiteY42" fmla="*/ 503131 h 608768"/>
              <a:gd name="connsiteX43" fmla="*/ 178288 w 385450"/>
              <a:gd name="connsiteY43" fmla="*/ 494365 h 608768"/>
              <a:gd name="connsiteX44" fmla="*/ 161251 w 385450"/>
              <a:gd name="connsiteY44" fmla="*/ 480751 h 608768"/>
              <a:gd name="connsiteX45" fmla="*/ 161251 w 385450"/>
              <a:gd name="connsiteY45" fmla="*/ 477657 h 608768"/>
              <a:gd name="connsiteX46" fmla="*/ 161251 w 385450"/>
              <a:gd name="connsiteY46" fmla="*/ 474666 h 608768"/>
              <a:gd name="connsiteX47" fmla="*/ 178288 w 385450"/>
              <a:gd name="connsiteY47" fmla="*/ 460949 h 608768"/>
              <a:gd name="connsiteX48" fmla="*/ 190783 w 385450"/>
              <a:gd name="connsiteY48" fmla="*/ 452183 h 608768"/>
              <a:gd name="connsiteX49" fmla="*/ 215034 w 385450"/>
              <a:gd name="connsiteY49" fmla="*/ 437929 h 608768"/>
              <a:gd name="connsiteX50" fmla="*/ 219467 w 385450"/>
              <a:gd name="connsiteY50" fmla="*/ 461427 h 608768"/>
              <a:gd name="connsiteX51" fmla="*/ 208950 w 385450"/>
              <a:gd name="connsiteY51" fmla="*/ 453182 h 608768"/>
              <a:gd name="connsiteX52" fmla="*/ 199568 w 385450"/>
              <a:gd name="connsiteY52" fmla="*/ 446483 h 608768"/>
              <a:gd name="connsiteX53" fmla="*/ 215034 w 385450"/>
              <a:gd name="connsiteY53" fmla="*/ 437929 h 608768"/>
              <a:gd name="connsiteX54" fmla="*/ 166523 w 385450"/>
              <a:gd name="connsiteY54" fmla="*/ 437929 h 608768"/>
              <a:gd name="connsiteX55" fmla="*/ 181856 w 385450"/>
              <a:gd name="connsiteY55" fmla="*/ 446483 h 608768"/>
              <a:gd name="connsiteX56" fmla="*/ 172492 w 385450"/>
              <a:gd name="connsiteY56" fmla="*/ 453182 h 608768"/>
              <a:gd name="connsiteX57" fmla="*/ 162098 w 385450"/>
              <a:gd name="connsiteY57" fmla="*/ 461427 h 608768"/>
              <a:gd name="connsiteX58" fmla="*/ 166523 w 385450"/>
              <a:gd name="connsiteY58" fmla="*/ 437929 h 608768"/>
              <a:gd name="connsiteX59" fmla="*/ 249291 w 385450"/>
              <a:gd name="connsiteY59" fmla="*/ 426991 h 608768"/>
              <a:gd name="connsiteX60" fmla="*/ 256092 w 385450"/>
              <a:gd name="connsiteY60" fmla="*/ 429053 h 608768"/>
              <a:gd name="connsiteX61" fmla="*/ 252279 w 385450"/>
              <a:gd name="connsiteY61" fmla="*/ 444419 h 608768"/>
              <a:gd name="connsiteX62" fmla="*/ 252176 w 385450"/>
              <a:gd name="connsiteY62" fmla="*/ 444419 h 608768"/>
              <a:gd name="connsiteX63" fmla="*/ 243109 w 385450"/>
              <a:gd name="connsiteY63" fmla="*/ 453596 h 608768"/>
              <a:gd name="connsiteX64" fmla="*/ 243624 w 385450"/>
              <a:gd name="connsiteY64" fmla="*/ 456793 h 608768"/>
              <a:gd name="connsiteX65" fmla="*/ 230642 w 385450"/>
              <a:gd name="connsiteY65" fmla="*/ 471024 h 608768"/>
              <a:gd name="connsiteX66" fmla="*/ 229715 w 385450"/>
              <a:gd name="connsiteY66" fmla="*/ 470199 h 608768"/>
              <a:gd name="connsiteX67" fmla="*/ 223842 w 385450"/>
              <a:gd name="connsiteY67" fmla="*/ 433797 h 608768"/>
              <a:gd name="connsiteX68" fmla="*/ 249291 w 385450"/>
              <a:gd name="connsiteY68" fmla="*/ 426991 h 608768"/>
              <a:gd name="connsiteX69" fmla="*/ 132138 w 385450"/>
              <a:gd name="connsiteY69" fmla="*/ 426991 h 608768"/>
              <a:gd name="connsiteX70" fmla="*/ 136677 w 385450"/>
              <a:gd name="connsiteY70" fmla="*/ 427300 h 608768"/>
              <a:gd name="connsiteX71" fmla="*/ 145240 w 385450"/>
              <a:gd name="connsiteY71" fmla="*/ 433384 h 608768"/>
              <a:gd name="connsiteX72" fmla="*/ 151120 w 385450"/>
              <a:gd name="connsiteY72" fmla="*/ 431219 h 608768"/>
              <a:gd name="connsiteX73" fmla="*/ 157723 w 385450"/>
              <a:gd name="connsiteY73" fmla="*/ 433797 h 608768"/>
              <a:gd name="connsiteX74" fmla="*/ 151739 w 385450"/>
              <a:gd name="connsiteY74" fmla="*/ 470199 h 608768"/>
              <a:gd name="connsiteX75" fmla="*/ 150811 w 385450"/>
              <a:gd name="connsiteY75" fmla="*/ 471024 h 608768"/>
              <a:gd name="connsiteX76" fmla="*/ 134820 w 385450"/>
              <a:gd name="connsiteY76" fmla="*/ 452875 h 608768"/>
              <a:gd name="connsiteX77" fmla="*/ 125432 w 385450"/>
              <a:gd name="connsiteY77" fmla="*/ 429053 h 608768"/>
              <a:gd name="connsiteX78" fmla="*/ 132138 w 385450"/>
              <a:gd name="connsiteY78" fmla="*/ 426991 h 608768"/>
              <a:gd name="connsiteX79" fmla="*/ 190764 w 385450"/>
              <a:gd name="connsiteY79" fmla="*/ 406527 h 608768"/>
              <a:gd name="connsiteX80" fmla="*/ 210607 w 385450"/>
              <a:gd name="connsiteY80" fmla="*/ 426010 h 608768"/>
              <a:gd name="connsiteX81" fmla="*/ 211847 w 385450"/>
              <a:gd name="connsiteY81" fmla="*/ 428896 h 608768"/>
              <a:gd name="connsiteX82" fmla="*/ 190764 w 385450"/>
              <a:gd name="connsiteY82" fmla="*/ 440751 h 608768"/>
              <a:gd name="connsiteX83" fmla="*/ 169578 w 385450"/>
              <a:gd name="connsiteY83" fmla="*/ 428896 h 608768"/>
              <a:gd name="connsiteX84" fmla="*/ 170818 w 385450"/>
              <a:gd name="connsiteY84" fmla="*/ 426010 h 608768"/>
              <a:gd name="connsiteX85" fmla="*/ 190764 w 385450"/>
              <a:gd name="connsiteY85" fmla="*/ 406527 h 608768"/>
              <a:gd name="connsiteX86" fmla="*/ 190761 w 385450"/>
              <a:gd name="connsiteY86" fmla="*/ 397011 h 608768"/>
              <a:gd name="connsiteX87" fmla="*/ 162059 w 385450"/>
              <a:gd name="connsiteY87" fmla="*/ 421960 h 608768"/>
              <a:gd name="connsiteX88" fmla="*/ 160924 w 385450"/>
              <a:gd name="connsiteY88" fmla="*/ 424847 h 608768"/>
              <a:gd name="connsiteX89" fmla="*/ 154213 w 385450"/>
              <a:gd name="connsiteY89" fmla="*/ 422166 h 608768"/>
              <a:gd name="connsiteX90" fmla="*/ 145231 w 385450"/>
              <a:gd name="connsiteY90" fmla="*/ 415053 h 608768"/>
              <a:gd name="connsiteX91" fmla="*/ 138520 w 385450"/>
              <a:gd name="connsiteY91" fmla="*/ 417939 h 608768"/>
              <a:gd name="connsiteX92" fmla="*/ 132119 w 385450"/>
              <a:gd name="connsiteY92" fmla="*/ 417424 h 608768"/>
              <a:gd name="connsiteX93" fmla="*/ 117664 w 385450"/>
              <a:gd name="connsiteY93" fmla="*/ 423300 h 608768"/>
              <a:gd name="connsiteX94" fmla="*/ 127060 w 385450"/>
              <a:gd name="connsiteY94" fmla="*/ 458662 h 608768"/>
              <a:gd name="connsiteX95" fmla="*/ 143888 w 385450"/>
              <a:gd name="connsiteY95" fmla="*/ 477631 h 608768"/>
              <a:gd name="connsiteX96" fmla="*/ 127060 w 385450"/>
              <a:gd name="connsiteY96" fmla="*/ 496601 h 608768"/>
              <a:gd name="connsiteX97" fmla="*/ 117664 w 385450"/>
              <a:gd name="connsiteY97" fmla="*/ 531962 h 608768"/>
              <a:gd name="connsiteX98" fmla="*/ 132119 w 385450"/>
              <a:gd name="connsiteY98" fmla="*/ 537839 h 608768"/>
              <a:gd name="connsiteX99" fmla="*/ 160924 w 385450"/>
              <a:gd name="connsiteY99" fmla="*/ 530416 h 608768"/>
              <a:gd name="connsiteX100" fmla="*/ 162059 w 385450"/>
              <a:gd name="connsiteY100" fmla="*/ 533303 h 608768"/>
              <a:gd name="connsiteX101" fmla="*/ 190761 w 385450"/>
              <a:gd name="connsiteY101" fmla="*/ 558355 h 608768"/>
              <a:gd name="connsiteX102" fmla="*/ 219360 w 385450"/>
              <a:gd name="connsiteY102" fmla="*/ 533303 h 608768"/>
              <a:gd name="connsiteX103" fmla="*/ 220599 w 385450"/>
              <a:gd name="connsiteY103" fmla="*/ 530416 h 608768"/>
              <a:gd name="connsiteX104" fmla="*/ 249301 w 385450"/>
              <a:gd name="connsiteY104" fmla="*/ 537839 h 608768"/>
              <a:gd name="connsiteX105" fmla="*/ 263755 w 385450"/>
              <a:gd name="connsiteY105" fmla="*/ 531962 h 608768"/>
              <a:gd name="connsiteX106" fmla="*/ 254360 w 385450"/>
              <a:gd name="connsiteY106" fmla="*/ 496601 h 608768"/>
              <a:gd name="connsiteX107" fmla="*/ 237531 w 385450"/>
              <a:gd name="connsiteY107" fmla="*/ 477631 h 608768"/>
              <a:gd name="connsiteX108" fmla="*/ 251159 w 385450"/>
              <a:gd name="connsiteY108" fmla="*/ 462682 h 608768"/>
              <a:gd name="connsiteX109" fmla="*/ 252192 w 385450"/>
              <a:gd name="connsiteY109" fmla="*/ 462786 h 608768"/>
              <a:gd name="connsiteX110" fmla="*/ 261381 w 385450"/>
              <a:gd name="connsiteY110" fmla="*/ 453610 h 608768"/>
              <a:gd name="connsiteX111" fmla="*/ 260451 w 385450"/>
              <a:gd name="connsiteY111" fmla="*/ 449589 h 608768"/>
              <a:gd name="connsiteX112" fmla="*/ 263755 w 385450"/>
              <a:gd name="connsiteY112" fmla="*/ 423300 h 608768"/>
              <a:gd name="connsiteX113" fmla="*/ 249301 w 385450"/>
              <a:gd name="connsiteY113" fmla="*/ 417424 h 608768"/>
              <a:gd name="connsiteX114" fmla="*/ 220599 w 385450"/>
              <a:gd name="connsiteY114" fmla="*/ 424847 h 608768"/>
              <a:gd name="connsiteX115" fmla="*/ 219360 w 385450"/>
              <a:gd name="connsiteY115" fmla="*/ 421960 h 608768"/>
              <a:gd name="connsiteX116" fmla="*/ 190761 w 385450"/>
              <a:gd name="connsiteY116" fmla="*/ 397011 h 608768"/>
              <a:gd name="connsiteX117" fmla="*/ 15246 w 385450"/>
              <a:gd name="connsiteY117" fmla="*/ 352474 h 608768"/>
              <a:gd name="connsiteX118" fmla="*/ 370303 w 385450"/>
              <a:gd name="connsiteY118" fmla="*/ 352474 h 608768"/>
              <a:gd name="connsiteX119" fmla="*/ 381557 w 385450"/>
              <a:gd name="connsiteY119" fmla="*/ 357422 h 608768"/>
              <a:gd name="connsiteX120" fmla="*/ 385377 w 385450"/>
              <a:gd name="connsiteY120" fmla="*/ 369072 h 608768"/>
              <a:gd name="connsiteX121" fmla="*/ 355023 w 385450"/>
              <a:gd name="connsiteY121" fmla="*/ 595056 h 608768"/>
              <a:gd name="connsiteX122" fmla="*/ 339949 w 385450"/>
              <a:gd name="connsiteY122" fmla="*/ 608768 h 608768"/>
              <a:gd name="connsiteX123" fmla="*/ 45600 w 385450"/>
              <a:gd name="connsiteY123" fmla="*/ 608768 h 608768"/>
              <a:gd name="connsiteX124" fmla="*/ 30423 w 385450"/>
              <a:gd name="connsiteY124" fmla="*/ 595056 h 608768"/>
              <a:gd name="connsiteX125" fmla="*/ 69 w 385450"/>
              <a:gd name="connsiteY125" fmla="*/ 369072 h 608768"/>
              <a:gd name="connsiteX126" fmla="*/ 3992 w 385450"/>
              <a:gd name="connsiteY126" fmla="*/ 357422 h 608768"/>
              <a:gd name="connsiteX127" fmla="*/ 15246 w 385450"/>
              <a:gd name="connsiteY127" fmla="*/ 352474 h 608768"/>
              <a:gd name="connsiteX128" fmla="*/ 229885 w 385450"/>
              <a:gd name="connsiteY128" fmla="*/ 196878 h 608768"/>
              <a:gd name="connsiteX129" fmla="*/ 251678 w 385450"/>
              <a:gd name="connsiteY129" fmla="*/ 215230 h 608768"/>
              <a:gd name="connsiteX130" fmla="*/ 297226 w 385450"/>
              <a:gd name="connsiteY130" fmla="*/ 236159 h 608768"/>
              <a:gd name="connsiteX131" fmla="*/ 313855 w 385450"/>
              <a:gd name="connsiteY131" fmla="*/ 250387 h 608768"/>
              <a:gd name="connsiteX132" fmla="*/ 341122 w 385450"/>
              <a:gd name="connsiteY132" fmla="*/ 330599 h 608768"/>
              <a:gd name="connsiteX133" fmla="*/ 209539 w 385450"/>
              <a:gd name="connsiteY133" fmla="*/ 330599 h 608768"/>
              <a:gd name="connsiteX134" fmla="*/ 194769 w 385450"/>
              <a:gd name="connsiteY134" fmla="*/ 231726 h 608768"/>
              <a:gd name="connsiteX135" fmla="*/ 155648 w 385450"/>
              <a:gd name="connsiteY135" fmla="*/ 196878 h 608768"/>
              <a:gd name="connsiteX136" fmla="*/ 190747 w 385450"/>
              <a:gd name="connsiteY136" fmla="*/ 231726 h 608768"/>
              <a:gd name="connsiteX137" fmla="*/ 175881 w 385450"/>
              <a:gd name="connsiteY137" fmla="*/ 330599 h 608768"/>
              <a:gd name="connsiteX138" fmla="*/ 44465 w 385450"/>
              <a:gd name="connsiteY138" fmla="*/ 330599 h 608768"/>
              <a:gd name="connsiteX139" fmla="*/ 71615 w 385450"/>
              <a:gd name="connsiteY139" fmla="*/ 250387 h 608768"/>
              <a:gd name="connsiteX140" fmla="*/ 88339 w 385450"/>
              <a:gd name="connsiteY140" fmla="*/ 236159 h 608768"/>
              <a:gd name="connsiteX141" fmla="*/ 133762 w 385450"/>
              <a:gd name="connsiteY141" fmla="*/ 215230 h 608768"/>
              <a:gd name="connsiteX142" fmla="*/ 160716 w 385450"/>
              <a:gd name="connsiteY142" fmla="*/ 70485 h 608768"/>
              <a:gd name="connsiteX143" fmla="*/ 129131 w 385450"/>
              <a:gd name="connsiteY143" fmla="*/ 98962 h 608768"/>
              <a:gd name="connsiteX144" fmla="*/ 191398 w 385450"/>
              <a:gd name="connsiteY144" fmla="*/ 178647 h 608768"/>
              <a:gd name="connsiteX145" fmla="*/ 253666 w 385450"/>
              <a:gd name="connsiteY145" fmla="*/ 98962 h 608768"/>
              <a:gd name="connsiteX146" fmla="*/ 174876 w 385450"/>
              <a:gd name="connsiteY146" fmla="*/ 100612 h 608768"/>
              <a:gd name="connsiteX147" fmla="*/ 160716 w 385450"/>
              <a:gd name="connsiteY147" fmla="*/ 70485 h 608768"/>
              <a:gd name="connsiteX148" fmla="*/ 191398 w 385450"/>
              <a:gd name="connsiteY148" fmla="*/ 0 h 608768"/>
              <a:gd name="connsiteX149" fmla="*/ 273286 w 385450"/>
              <a:gd name="connsiteY149" fmla="*/ 80407 h 608768"/>
              <a:gd name="connsiteX150" fmla="*/ 191398 w 385450"/>
              <a:gd name="connsiteY150" fmla="*/ 196172 h 608768"/>
              <a:gd name="connsiteX151" fmla="*/ 109407 w 385450"/>
              <a:gd name="connsiteY151" fmla="*/ 80407 h 608768"/>
              <a:gd name="connsiteX152" fmla="*/ 191398 w 385450"/>
              <a:gd name="connsiteY152" fmla="*/ 0 h 60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385450" h="608768">
                <a:moveTo>
                  <a:pt x="190764" y="514563"/>
                </a:moveTo>
                <a:cubicBezTo>
                  <a:pt x="197998" y="519099"/>
                  <a:pt x="205026" y="523119"/>
                  <a:pt x="211847" y="526418"/>
                </a:cubicBezTo>
                <a:cubicBezTo>
                  <a:pt x="211434" y="527449"/>
                  <a:pt x="211020" y="528479"/>
                  <a:pt x="210607" y="529304"/>
                </a:cubicBezTo>
                <a:cubicBezTo>
                  <a:pt x="205026" y="541674"/>
                  <a:pt x="197792" y="548787"/>
                  <a:pt x="190764" y="548787"/>
                </a:cubicBezTo>
                <a:cubicBezTo>
                  <a:pt x="183633" y="548787"/>
                  <a:pt x="176399" y="541674"/>
                  <a:pt x="170818" y="529304"/>
                </a:cubicBezTo>
                <a:cubicBezTo>
                  <a:pt x="170405" y="528479"/>
                  <a:pt x="169991" y="527449"/>
                  <a:pt x="169578" y="526418"/>
                </a:cubicBezTo>
                <a:cubicBezTo>
                  <a:pt x="176399" y="523119"/>
                  <a:pt x="183530" y="519099"/>
                  <a:pt x="190764" y="514563"/>
                </a:cubicBezTo>
                <a:close/>
                <a:moveTo>
                  <a:pt x="219467" y="493887"/>
                </a:moveTo>
                <a:cubicBezTo>
                  <a:pt x="218642" y="502247"/>
                  <a:pt x="217096" y="510091"/>
                  <a:pt x="215034" y="517315"/>
                </a:cubicBezTo>
                <a:cubicBezTo>
                  <a:pt x="209981" y="514735"/>
                  <a:pt x="204826" y="511948"/>
                  <a:pt x="199568" y="508749"/>
                </a:cubicBezTo>
                <a:cubicBezTo>
                  <a:pt x="202764" y="506582"/>
                  <a:pt x="205857" y="504311"/>
                  <a:pt x="208950" y="502040"/>
                </a:cubicBezTo>
                <a:cubicBezTo>
                  <a:pt x="212559" y="499357"/>
                  <a:pt x="216065" y="496570"/>
                  <a:pt x="219467" y="493887"/>
                </a:cubicBezTo>
                <a:close/>
                <a:moveTo>
                  <a:pt x="162098" y="493887"/>
                </a:moveTo>
                <a:cubicBezTo>
                  <a:pt x="165494" y="496570"/>
                  <a:pt x="168993" y="499357"/>
                  <a:pt x="172492" y="502040"/>
                </a:cubicBezTo>
                <a:cubicBezTo>
                  <a:pt x="175579" y="504311"/>
                  <a:pt x="178666" y="506582"/>
                  <a:pt x="181856" y="508749"/>
                </a:cubicBezTo>
                <a:cubicBezTo>
                  <a:pt x="176608" y="511948"/>
                  <a:pt x="171462" y="514838"/>
                  <a:pt x="166523" y="517315"/>
                </a:cubicBezTo>
                <a:cubicBezTo>
                  <a:pt x="164362" y="510091"/>
                  <a:pt x="162921" y="502247"/>
                  <a:pt x="162098" y="493887"/>
                </a:cubicBezTo>
                <a:close/>
                <a:moveTo>
                  <a:pt x="230643" y="484220"/>
                </a:moveTo>
                <a:cubicBezTo>
                  <a:pt x="236930" y="490510"/>
                  <a:pt x="242391" y="496595"/>
                  <a:pt x="246720" y="502369"/>
                </a:cubicBezTo>
                <a:cubicBezTo>
                  <a:pt x="257437" y="516703"/>
                  <a:pt x="257643" y="524128"/>
                  <a:pt x="256097" y="526294"/>
                </a:cubicBezTo>
                <a:cubicBezTo>
                  <a:pt x="255067" y="527531"/>
                  <a:pt x="252697" y="528253"/>
                  <a:pt x="249296" y="528253"/>
                </a:cubicBezTo>
                <a:cubicBezTo>
                  <a:pt x="243010" y="528253"/>
                  <a:pt x="234250" y="525881"/>
                  <a:pt x="223842" y="521447"/>
                </a:cubicBezTo>
                <a:cubicBezTo>
                  <a:pt x="227140" y="510619"/>
                  <a:pt x="229201" y="498038"/>
                  <a:pt x="229716" y="485045"/>
                </a:cubicBezTo>
                <a:cubicBezTo>
                  <a:pt x="230025" y="484839"/>
                  <a:pt x="230334" y="484529"/>
                  <a:pt x="230643" y="484220"/>
                </a:cubicBezTo>
                <a:close/>
                <a:moveTo>
                  <a:pt x="150811" y="484220"/>
                </a:moveTo>
                <a:cubicBezTo>
                  <a:pt x="151120" y="484529"/>
                  <a:pt x="151430" y="484839"/>
                  <a:pt x="151842" y="485045"/>
                </a:cubicBezTo>
                <a:cubicBezTo>
                  <a:pt x="152358" y="498038"/>
                  <a:pt x="154422" y="510619"/>
                  <a:pt x="157723" y="521447"/>
                </a:cubicBezTo>
                <a:cubicBezTo>
                  <a:pt x="147303" y="525881"/>
                  <a:pt x="138431" y="528253"/>
                  <a:pt x="132138" y="528253"/>
                </a:cubicBezTo>
                <a:cubicBezTo>
                  <a:pt x="128733" y="528253"/>
                  <a:pt x="126360" y="527531"/>
                  <a:pt x="125432" y="526294"/>
                </a:cubicBezTo>
                <a:cubicBezTo>
                  <a:pt x="123781" y="524128"/>
                  <a:pt x="124091" y="516703"/>
                  <a:pt x="134820" y="502369"/>
                </a:cubicBezTo>
                <a:cubicBezTo>
                  <a:pt x="139153" y="496595"/>
                  <a:pt x="144518" y="490510"/>
                  <a:pt x="150811" y="484220"/>
                </a:cubicBezTo>
                <a:close/>
                <a:moveTo>
                  <a:pt x="190783" y="463115"/>
                </a:moveTo>
                <a:cubicBezTo>
                  <a:pt x="182728" y="463115"/>
                  <a:pt x="176120" y="469613"/>
                  <a:pt x="176120" y="477657"/>
                </a:cubicBezTo>
                <a:cubicBezTo>
                  <a:pt x="176120" y="485701"/>
                  <a:pt x="182728" y="492199"/>
                  <a:pt x="190783" y="492199"/>
                </a:cubicBezTo>
                <a:cubicBezTo>
                  <a:pt x="198837" y="492199"/>
                  <a:pt x="205342" y="485701"/>
                  <a:pt x="205342" y="477657"/>
                </a:cubicBezTo>
                <a:cubicBezTo>
                  <a:pt x="205342" y="469613"/>
                  <a:pt x="198837" y="463115"/>
                  <a:pt x="190783" y="463115"/>
                </a:cubicBezTo>
                <a:close/>
                <a:moveTo>
                  <a:pt x="190783" y="452183"/>
                </a:moveTo>
                <a:cubicBezTo>
                  <a:pt x="194913" y="454968"/>
                  <a:pt x="199146" y="457855"/>
                  <a:pt x="203277" y="460949"/>
                </a:cubicBezTo>
                <a:cubicBezTo>
                  <a:pt x="209162" y="465384"/>
                  <a:pt x="214945" y="469922"/>
                  <a:pt x="220211" y="474666"/>
                </a:cubicBezTo>
                <a:cubicBezTo>
                  <a:pt x="220211" y="475697"/>
                  <a:pt x="220314" y="476729"/>
                  <a:pt x="220314" y="477657"/>
                </a:cubicBezTo>
                <a:cubicBezTo>
                  <a:pt x="220314" y="478688"/>
                  <a:pt x="220211" y="479720"/>
                  <a:pt x="220211" y="480751"/>
                </a:cubicBezTo>
                <a:cubicBezTo>
                  <a:pt x="214945" y="485392"/>
                  <a:pt x="209162" y="490033"/>
                  <a:pt x="203277" y="494365"/>
                </a:cubicBezTo>
                <a:cubicBezTo>
                  <a:pt x="199146" y="497459"/>
                  <a:pt x="194913" y="500346"/>
                  <a:pt x="190783" y="503131"/>
                </a:cubicBezTo>
                <a:cubicBezTo>
                  <a:pt x="186549" y="500346"/>
                  <a:pt x="182315" y="497459"/>
                  <a:pt x="178288" y="494365"/>
                </a:cubicBezTo>
                <a:cubicBezTo>
                  <a:pt x="172299" y="490033"/>
                  <a:pt x="166620" y="485392"/>
                  <a:pt x="161251" y="480751"/>
                </a:cubicBezTo>
                <a:cubicBezTo>
                  <a:pt x="161251" y="479720"/>
                  <a:pt x="161251" y="478688"/>
                  <a:pt x="161251" y="477657"/>
                </a:cubicBezTo>
                <a:cubicBezTo>
                  <a:pt x="161251" y="476729"/>
                  <a:pt x="161251" y="475697"/>
                  <a:pt x="161251" y="474666"/>
                </a:cubicBezTo>
                <a:cubicBezTo>
                  <a:pt x="166620" y="469922"/>
                  <a:pt x="172299" y="465384"/>
                  <a:pt x="178288" y="460949"/>
                </a:cubicBezTo>
                <a:cubicBezTo>
                  <a:pt x="182315" y="457855"/>
                  <a:pt x="186549" y="454968"/>
                  <a:pt x="190783" y="452183"/>
                </a:cubicBezTo>
                <a:close/>
                <a:moveTo>
                  <a:pt x="215034" y="437929"/>
                </a:moveTo>
                <a:cubicBezTo>
                  <a:pt x="217096" y="445143"/>
                  <a:pt x="218642" y="452976"/>
                  <a:pt x="219467" y="461427"/>
                </a:cubicBezTo>
                <a:cubicBezTo>
                  <a:pt x="216065" y="458644"/>
                  <a:pt x="212559" y="455862"/>
                  <a:pt x="208950" y="453182"/>
                </a:cubicBezTo>
                <a:cubicBezTo>
                  <a:pt x="205960" y="450915"/>
                  <a:pt x="202764" y="448647"/>
                  <a:pt x="199568" y="446483"/>
                </a:cubicBezTo>
                <a:cubicBezTo>
                  <a:pt x="204826" y="443288"/>
                  <a:pt x="209981" y="440505"/>
                  <a:pt x="215034" y="437929"/>
                </a:cubicBezTo>
                <a:close/>
                <a:moveTo>
                  <a:pt x="166523" y="437929"/>
                </a:moveTo>
                <a:cubicBezTo>
                  <a:pt x="171462" y="440505"/>
                  <a:pt x="176608" y="443391"/>
                  <a:pt x="181856" y="446483"/>
                </a:cubicBezTo>
                <a:cubicBezTo>
                  <a:pt x="178666" y="448647"/>
                  <a:pt x="175579" y="450915"/>
                  <a:pt x="172492" y="453182"/>
                </a:cubicBezTo>
                <a:cubicBezTo>
                  <a:pt x="168993" y="455862"/>
                  <a:pt x="165494" y="458644"/>
                  <a:pt x="162098" y="461427"/>
                </a:cubicBezTo>
                <a:cubicBezTo>
                  <a:pt x="162921" y="452976"/>
                  <a:pt x="164362" y="445143"/>
                  <a:pt x="166523" y="437929"/>
                </a:cubicBezTo>
                <a:close/>
                <a:moveTo>
                  <a:pt x="249291" y="426991"/>
                </a:moveTo>
                <a:cubicBezTo>
                  <a:pt x="252691" y="426991"/>
                  <a:pt x="255061" y="427713"/>
                  <a:pt x="256092" y="429053"/>
                </a:cubicBezTo>
                <a:cubicBezTo>
                  <a:pt x="257431" y="430806"/>
                  <a:pt x="257225" y="435859"/>
                  <a:pt x="252279" y="444419"/>
                </a:cubicBezTo>
                <a:lnTo>
                  <a:pt x="252176" y="444419"/>
                </a:lnTo>
                <a:cubicBezTo>
                  <a:pt x="247128" y="444419"/>
                  <a:pt x="243109" y="448543"/>
                  <a:pt x="243109" y="453596"/>
                </a:cubicBezTo>
                <a:cubicBezTo>
                  <a:pt x="243109" y="454731"/>
                  <a:pt x="243212" y="455762"/>
                  <a:pt x="243624" y="456793"/>
                </a:cubicBezTo>
                <a:cubicBezTo>
                  <a:pt x="239915" y="461434"/>
                  <a:pt x="235588" y="466177"/>
                  <a:pt x="230642" y="471024"/>
                </a:cubicBezTo>
                <a:cubicBezTo>
                  <a:pt x="230333" y="470715"/>
                  <a:pt x="230024" y="470405"/>
                  <a:pt x="229715" y="470199"/>
                </a:cubicBezTo>
                <a:cubicBezTo>
                  <a:pt x="229200" y="457206"/>
                  <a:pt x="227139" y="444625"/>
                  <a:pt x="223842" y="433797"/>
                </a:cubicBezTo>
                <a:cubicBezTo>
                  <a:pt x="234248" y="429363"/>
                  <a:pt x="243006" y="426991"/>
                  <a:pt x="249291" y="426991"/>
                </a:cubicBezTo>
                <a:close/>
                <a:moveTo>
                  <a:pt x="132138" y="426991"/>
                </a:moveTo>
                <a:cubicBezTo>
                  <a:pt x="133479" y="426991"/>
                  <a:pt x="135026" y="427094"/>
                  <a:pt x="136677" y="427300"/>
                </a:cubicBezTo>
                <a:cubicBezTo>
                  <a:pt x="137915" y="430910"/>
                  <a:pt x="141423" y="433384"/>
                  <a:pt x="145240" y="433384"/>
                </a:cubicBezTo>
                <a:cubicBezTo>
                  <a:pt x="147406" y="433384"/>
                  <a:pt x="149470" y="432560"/>
                  <a:pt x="151120" y="431219"/>
                </a:cubicBezTo>
                <a:cubicBezTo>
                  <a:pt x="153287" y="432044"/>
                  <a:pt x="155453" y="432869"/>
                  <a:pt x="157723" y="433797"/>
                </a:cubicBezTo>
                <a:cubicBezTo>
                  <a:pt x="154422" y="444625"/>
                  <a:pt x="152358" y="457206"/>
                  <a:pt x="151739" y="470199"/>
                </a:cubicBezTo>
                <a:cubicBezTo>
                  <a:pt x="151430" y="470405"/>
                  <a:pt x="151120" y="470715"/>
                  <a:pt x="150811" y="471024"/>
                </a:cubicBezTo>
                <a:cubicBezTo>
                  <a:pt x="144518" y="464837"/>
                  <a:pt x="139153" y="458752"/>
                  <a:pt x="134820" y="452875"/>
                </a:cubicBezTo>
                <a:cubicBezTo>
                  <a:pt x="123987" y="438541"/>
                  <a:pt x="123781" y="431116"/>
                  <a:pt x="125432" y="429053"/>
                </a:cubicBezTo>
                <a:cubicBezTo>
                  <a:pt x="126360" y="427713"/>
                  <a:pt x="128733" y="426991"/>
                  <a:pt x="132138" y="426991"/>
                </a:cubicBezTo>
                <a:close/>
                <a:moveTo>
                  <a:pt x="190764" y="406527"/>
                </a:moveTo>
                <a:cubicBezTo>
                  <a:pt x="197792" y="406527"/>
                  <a:pt x="205026" y="413640"/>
                  <a:pt x="210607" y="426010"/>
                </a:cubicBezTo>
                <a:cubicBezTo>
                  <a:pt x="211020" y="426938"/>
                  <a:pt x="211434" y="427865"/>
                  <a:pt x="211847" y="428896"/>
                </a:cubicBezTo>
                <a:cubicBezTo>
                  <a:pt x="205026" y="432195"/>
                  <a:pt x="197998" y="436215"/>
                  <a:pt x="190764" y="440751"/>
                </a:cubicBezTo>
                <a:cubicBezTo>
                  <a:pt x="183530" y="436215"/>
                  <a:pt x="176399" y="432195"/>
                  <a:pt x="169578" y="428896"/>
                </a:cubicBezTo>
                <a:cubicBezTo>
                  <a:pt x="169991" y="427865"/>
                  <a:pt x="170405" y="426938"/>
                  <a:pt x="170818" y="426010"/>
                </a:cubicBezTo>
                <a:cubicBezTo>
                  <a:pt x="176399" y="413640"/>
                  <a:pt x="183633" y="406527"/>
                  <a:pt x="190764" y="406527"/>
                </a:cubicBezTo>
                <a:close/>
                <a:moveTo>
                  <a:pt x="190761" y="397011"/>
                </a:moveTo>
                <a:cubicBezTo>
                  <a:pt x="179611" y="397011"/>
                  <a:pt x="169390" y="405877"/>
                  <a:pt x="162059" y="421960"/>
                </a:cubicBezTo>
                <a:cubicBezTo>
                  <a:pt x="161646" y="422888"/>
                  <a:pt x="161337" y="423816"/>
                  <a:pt x="160924" y="424847"/>
                </a:cubicBezTo>
                <a:cubicBezTo>
                  <a:pt x="158549" y="423816"/>
                  <a:pt x="156381" y="422991"/>
                  <a:pt x="154213" y="422166"/>
                </a:cubicBezTo>
                <a:cubicBezTo>
                  <a:pt x="153284" y="418042"/>
                  <a:pt x="149567" y="415053"/>
                  <a:pt x="145231" y="415053"/>
                </a:cubicBezTo>
                <a:cubicBezTo>
                  <a:pt x="142753" y="415053"/>
                  <a:pt x="140275" y="416084"/>
                  <a:pt x="138520" y="417939"/>
                </a:cubicBezTo>
                <a:cubicBezTo>
                  <a:pt x="136248" y="417630"/>
                  <a:pt x="134080" y="417424"/>
                  <a:pt x="132119" y="417424"/>
                </a:cubicBezTo>
                <a:cubicBezTo>
                  <a:pt x="125408" y="417424"/>
                  <a:pt x="120555" y="419383"/>
                  <a:pt x="117664" y="423300"/>
                </a:cubicBezTo>
                <a:cubicBezTo>
                  <a:pt x="112089" y="430723"/>
                  <a:pt x="115393" y="442991"/>
                  <a:pt x="127060" y="458662"/>
                </a:cubicBezTo>
                <a:cubicBezTo>
                  <a:pt x="131602" y="464744"/>
                  <a:pt x="137281" y="471136"/>
                  <a:pt x="143888" y="477631"/>
                </a:cubicBezTo>
                <a:cubicBezTo>
                  <a:pt x="137281" y="484126"/>
                  <a:pt x="131602" y="490518"/>
                  <a:pt x="127060" y="496601"/>
                </a:cubicBezTo>
                <a:cubicBezTo>
                  <a:pt x="115393" y="512271"/>
                  <a:pt x="112089" y="524540"/>
                  <a:pt x="117664" y="531962"/>
                </a:cubicBezTo>
                <a:cubicBezTo>
                  <a:pt x="120555" y="535880"/>
                  <a:pt x="125408" y="537839"/>
                  <a:pt x="132119" y="537839"/>
                </a:cubicBezTo>
                <a:cubicBezTo>
                  <a:pt x="139552" y="537839"/>
                  <a:pt x="149464" y="535364"/>
                  <a:pt x="160924" y="530416"/>
                </a:cubicBezTo>
                <a:cubicBezTo>
                  <a:pt x="161337" y="531447"/>
                  <a:pt x="161646" y="532375"/>
                  <a:pt x="162059" y="533303"/>
                </a:cubicBezTo>
                <a:cubicBezTo>
                  <a:pt x="169390" y="549385"/>
                  <a:pt x="179611" y="558355"/>
                  <a:pt x="190761" y="558355"/>
                </a:cubicBezTo>
                <a:cubicBezTo>
                  <a:pt x="201912" y="558355"/>
                  <a:pt x="212030" y="549385"/>
                  <a:pt x="219360" y="533303"/>
                </a:cubicBezTo>
                <a:cubicBezTo>
                  <a:pt x="219773" y="532375"/>
                  <a:pt x="220186" y="531447"/>
                  <a:pt x="220599" y="530416"/>
                </a:cubicBezTo>
                <a:cubicBezTo>
                  <a:pt x="231956" y="535364"/>
                  <a:pt x="241971" y="537839"/>
                  <a:pt x="249301" y="537839"/>
                </a:cubicBezTo>
                <a:cubicBezTo>
                  <a:pt x="256012" y="537839"/>
                  <a:pt x="260864" y="535880"/>
                  <a:pt x="263755" y="531962"/>
                </a:cubicBezTo>
                <a:cubicBezTo>
                  <a:pt x="269330" y="524540"/>
                  <a:pt x="266130" y="512271"/>
                  <a:pt x="254360" y="496601"/>
                </a:cubicBezTo>
                <a:cubicBezTo>
                  <a:pt x="249817" y="490518"/>
                  <a:pt x="244139" y="484126"/>
                  <a:pt x="237531" y="477631"/>
                </a:cubicBezTo>
                <a:cubicBezTo>
                  <a:pt x="242693" y="472580"/>
                  <a:pt x="247236" y="467528"/>
                  <a:pt x="251159" y="462682"/>
                </a:cubicBezTo>
                <a:cubicBezTo>
                  <a:pt x="251572" y="462786"/>
                  <a:pt x="251882" y="462786"/>
                  <a:pt x="252192" y="462786"/>
                </a:cubicBezTo>
                <a:cubicBezTo>
                  <a:pt x="257251" y="462786"/>
                  <a:pt x="261381" y="458662"/>
                  <a:pt x="261381" y="453610"/>
                </a:cubicBezTo>
                <a:cubicBezTo>
                  <a:pt x="261381" y="452270"/>
                  <a:pt x="261071" y="450826"/>
                  <a:pt x="260451" y="449589"/>
                </a:cubicBezTo>
                <a:cubicBezTo>
                  <a:pt x="267162" y="438146"/>
                  <a:pt x="268298" y="429280"/>
                  <a:pt x="263755" y="423300"/>
                </a:cubicBezTo>
                <a:cubicBezTo>
                  <a:pt x="260864" y="419383"/>
                  <a:pt x="256012" y="417424"/>
                  <a:pt x="249301" y="417424"/>
                </a:cubicBezTo>
                <a:cubicBezTo>
                  <a:pt x="241971" y="417424"/>
                  <a:pt x="231956" y="420001"/>
                  <a:pt x="220599" y="424847"/>
                </a:cubicBezTo>
                <a:cubicBezTo>
                  <a:pt x="220186" y="423816"/>
                  <a:pt x="219773" y="422888"/>
                  <a:pt x="219360" y="421960"/>
                </a:cubicBezTo>
                <a:cubicBezTo>
                  <a:pt x="212030" y="405877"/>
                  <a:pt x="201912" y="397011"/>
                  <a:pt x="190761" y="397011"/>
                </a:cubicBezTo>
                <a:close/>
                <a:moveTo>
                  <a:pt x="15246" y="352474"/>
                </a:moveTo>
                <a:lnTo>
                  <a:pt x="370303" y="352474"/>
                </a:lnTo>
                <a:cubicBezTo>
                  <a:pt x="374536" y="352474"/>
                  <a:pt x="378666" y="354330"/>
                  <a:pt x="381557" y="357422"/>
                </a:cubicBezTo>
                <a:cubicBezTo>
                  <a:pt x="384448" y="360618"/>
                  <a:pt x="385790" y="364845"/>
                  <a:pt x="385377" y="369072"/>
                </a:cubicBezTo>
                <a:lnTo>
                  <a:pt x="355023" y="595056"/>
                </a:lnTo>
                <a:cubicBezTo>
                  <a:pt x="354300" y="602789"/>
                  <a:pt x="347796" y="608768"/>
                  <a:pt x="339949" y="608768"/>
                </a:cubicBezTo>
                <a:lnTo>
                  <a:pt x="45600" y="608768"/>
                </a:lnTo>
                <a:cubicBezTo>
                  <a:pt x="37753" y="608768"/>
                  <a:pt x="31249" y="602789"/>
                  <a:pt x="30423" y="595056"/>
                </a:cubicBezTo>
                <a:lnTo>
                  <a:pt x="69" y="369072"/>
                </a:lnTo>
                <a:cubicBezTo>
                  <a:pt x="-344" y="364845"/>
                  <a:pt x="1101" y="360618"/>
                  <a:pt x="3992" y="357422"/>
                </a:cubicBezTo>
                <a:cubicBezTo>
                  <a:pt x="6883" y="354330"/>
                  <a:pt x="10910" y="352474"/>
                  <a:pt x="15246" y="352474"/>
                </a:cubicBezTo>
                <a:close/>
                <a:moveTo>
                  <a:pt x="229885" y="196878"/>
                </a:moveTo>
                <a:lnTo>
                  <a:pt x="251678" y="215230"/>
                </a:lnTo>
                <a:lnTo>
                  <a:pt x="297226" y="236159"/>
                </a:lnTo>
                <a:cubicBezTo>
                  <a:pt x="303940" y="238943"/>
                  <a:pt x="310963" y="243376"/>
                  <a:pt x="313855" y="250387"/>
                </a:cubicBezTo>
                <a:cubicBezTo>
                  <a:pt x="313855" y="250387"/>
                  <a:pt x="333169" y="296163"/>
                  <a:pt x="341122" y="330599"/>
                </a:cubicBezTo>
                <a:lnTo>
                  <a:pt x="209539" y="330599"/>
                </a:lnTo>
                <a:lnTo>
                  <a:pt x="194769" y="231726"/>
                </a:lnTo>
                <a:close/>
                <a:moveTo>
                  <a:pt x="155648" y="196878"/>
                </a:moveTo>
                <a:lnTo>
                  <a:pt x="190747" y="231726"/>
                </a:lnTo>
                <a:lnTo>
                  <a:pt x="175881" y="330599"/>
                </a:lnTo>
                <a:lnTo>
                  <a:pt x="44465" y="330599"/>
                </a:lnTo>
                <a:cubicBezTo>
                  <a:pt x="52414" y="296163"/>
                  <a:pt x="71615" y="250387"/>
                  <a:pt x="71615" y="250387"/>
                </a:cubicBezTo>
                <a:cubicBezTo>
                  <a:pt x="75022" y="243067"/>
                  <a:pt x="81629" y="238943"/>
                  <a:pt x="88339" y="236159"/>
                </a:cubicBezTo>
                <a:lnTo>
                  <a:pt x="133762" y="215230"/>
                </a:lnTo>
                <a:close/>
                <a:moveTo>
                  <a:pt x="160716" y="70485"/>
                </a:moveTo>
                <a:cubicBezTo>
                  <a:pt x="145085" y="69042"/>
                  <a:pt x="126549" y="77366"/>
                  <a:pt x="129131" y="98962"/>
                </a:cubicBezTo>
                <a:cubicBezTo>
                  <a:pt x="133777" y="138753"/>
                  <a:pt x="157321" y="178647"/>
                  <a:pt x="191398" y="178647"/>
                </a:cubicBezTo>
                <a:cubicBezTo>
                  <a:pt x="223823" y="178647"/>
                  <a:pt x="253253" y="130713"/>
                  <a:pt x="253666" y="98962"/>
                </a:cubicBezTo>
                <a:cubicBezTo>
                  <a:pt x="254182" y="45976"/>
                  <a:pt x="217317" y="105147"/>
                  <a:pt x="174876" y="100612"/>
                </a:cubicBezTo>
                <a:cubicBezTo>
                  <a:pt x="189075" y="83139"/>
                  <a:pt x="176347" y="71928"/>
                  <a:pt x="160716" y="70485"/>
                </a:cubicBezTo>
                <a:close/>
                <a:moveTo>
                  <a:pt x="191398" y="0"/>
                </a:moveTo>
                <a:cubicBezTo>
                  <a:pt x="249845" y="0"/>
                  <a:pt x="273802" y="30101"/>
                  <a:pt x="273286" y="80407"/>
                </a:cubicBezTo>
                <a:cubicBezTo>
                  <a:pt x="272563" y="152979"/>
                  <a:pt x="225991" y="196172"/>
                  <a:pt x="191398" y="196172"/>
                </a:cubicBezTo>
                <a:cubicBezTo>
                  <a:pt x="150816" y="196172"/>
                  <a:pt x="110130" y="152979"/>
                  <a:pt x="109407" y="80407"/>
                </a:cubicBezTo>
                <a:cubicBezTo>
                  <a:pt x="108891" y="30101"/>
                  <a:pt x="132848" y="0"/>
                  <a:pt x="191398" y="0"/>
                </a:cubicBezTo>
                <a:close/>
              </a:path>
            </a:pathLst>
          </a:custGeom>
          <a:solidFill>
            <a:schemeClr val="accent1"/>
          </a:solidFill>
          <a:ln>
            <a:noFill/>
          </a:ln>
        </p:spPr>
      </p:sp>
      <p:sp>
        <p:nvSpPr>
          <p:cNvPr id="17" name="evidence_124892">
            <a:extLst>
              <a:ext uri="{FF2B5EF4-FFF2-40B4-BE49-F238E27FC236}">
                <a16:creationId xmlns:a16="http://schemas.microsoft.com/office/drawing/2014/main" id="{EC064D24-83AE-43EC-9715-26D3FD1B727D}"/>
              </a:ext>
            </a:extLst>
          </p:cNvPr>
          <p:cNvSpPr>
            <a:spLocks noChangeAspect="1"/>
          </p:cNvSpPr>
          <p:nvPr/>
        </p:nvSpPr>
        <p:spPr bwMode="auto">
          <a:xfrm>
            <a:off x="8173635" y="1397000"/>
            <a:ext cx="507255" cy="609685"/>
          </a:xfrm>
          <a:custGeom>
            <a:avLst/>
            <a:gdLst>
              <a:gd name="connsiteX0" fmla="*/ 383382 w 504966"/>
              <a:gd name="connsiteY0" fmla="*/ 485631 h 606933"/>
              <a:gd name="connsiteX1" fmla="*/ 496287 w 504966"/>
              <a:gd name="connsiteY1" fmla="*/ 485631 h 606933"/>
              <a:gd name="connsiteX2" fmla="*/ 383382 w 504966"/>
              <a:gd name="connsiteY2" fmla="*/ 598536 h 606933"/>
              <a:gd name="connsiteX3" fmla="*/ 56107 w 504966"/>
              <a:gd name="connsiteY3" fmla="*/ 373573 h 606933"/>
              <a:gd name="connsiteX4" fmla="*/ 56107 w 504966"/>
              <a:gd name="connsiteY4" fmla="*/ 429602 h 606933"/>
              <a:gd name="connsiteX5" fmla="*/ 252483 w 504966"/>
              <a:gd name="connsiteY5" fmla="*/ 429602 h 606933"/>
              <a:gd name="connsiteX6" fmla="*/ 252483 w 504966"/>
              <a:gd name="connsiteY6" fmla="*/ 373573 h 606933"/>
              <a:gd name="connsiteX7" fmla="*/ 56107 w 504966"/>
              <a:gd name="connsiteY7" fmla="*/ 261515 h 606933"/>
              <a:gd name="connsiteX8" fmla="*/ 56107 w 504966"/>
              <a:gd name="connsiteY8" fmla="*/ 317544 h 606933"/>
              <a:gd name="connsiteX9" fmla="*/ 448859 w 504966"/>
              <a:gd name="connsiteY9" fmla="*/ 317544 h 606933"/>
              <a:gd name="connsiteX10" fmla="*/ 448859 w 504966"/>
              <a:gd name="connsiteY10" fmla="*/ 261515 h 606933"/>
              <a:gd name="connsiteX11" fmla="*/ 224429 w 504966"/>
              <a:gd name="connsiteY11" fmla="*/ 56029 h 606933"/>
              <a:gd name="connsiteX12" fmla="*/ 224429 w 504966"/>
              <a:gd name="connsiteY12" fmla="*/ 168087 h 606933"/>
              <a:gd name="connsiteX13" fmla="*/ 280537 w 504966"/>
              <a:gd name="connsiteY13" fmla="*/ 168087 h 606933"/>
              <a:gd name="connsiteX14" fmla="*/ 280537 w 504966"/>
              <a:gd name="connsiteY14" fmla="*/ 56029 h 606933"/>
              <a:gd name="connsiteX15" fmla="*/ 224429 w 504966"/>
              <a:gd name="connsiteY15" fmla="*/ 0 h 606933"/>
              <a:gd name="connsiteX16" fmla="*/ 280537 w 504966"/>
              <a:gd name="connsiteY16" fmla="*/ 0 h 606933"/>
              <a:gd name="connsiteX17" fmla="*/ 336644 w 504966"/>
              <a:gd name="connsiteY17" fmla="*/ 56029 h 606933"/>
              <a:gd name="connsiteX18" fmla="*/ 336644 w 504966"/>
              <a:gd name="connsiteY18" fmla="*/ 102673 h 606933"/>
              <a:gd name="connsiteX19" fmla="*/ 458116 w 504966"/>
              <a:gd name="connsiteY19" fmla="*/ 102673 h 606933"/>
              <a:gd name="connsiteX20" fmla="*/ 504966 w 504966"/>
              <a:gd name="connsiteY20" fmla="*/ 149457 h 606933"/>
              <a:gd name="connsiteX21" fmla="*/ 504966 w 504966"/>
              <a:gd name="connsiteY21" fmla="*/ 429602 h 606933"/>
              <a:gd name="connsiteX22" fmla="*/ 327246 w 504966"/>
              <a:gd name="connsiteY22" fmla="*/ 429602 h 606933"/>
              <a:gd name="connsiteX23" fmla="*/ 327246 w 504966"/>
              <a:gd name="connsiteY23" fmla="*/ 606933 h 606933"/>
              <a:gd name="connsiteX24" fmla="*/ 46709 w 504966"/>
              <a:gd name="connsiteY24" fmla="*/ 606933 h 606933"/>
              <a:gd name="connsiteX25" fmla="*/ 0 w 504966"/>
              <a:gd name="connsiteY25" fmla="*/ 560289 h 606933"/>
              <a:gd name="connsiteX26" fmla="*/ 0 w 504966"/>
              <a:gd name="connsiteY26" fmla="*/ 149457 h 606933"/>
              <a:gd name="connsiteX27" fmla="*/ 46709 w 504966"/>
              <a:gd name="connsiteY27" fmla="*/ 102673 h 606933"/>
              <a:gd name="connsiteX28" fmla="*/ 168322 w 504966"/>
              <a:gd name="connsiteY28" fmla="*/ 102673 h 606933"/>
              <a:gd name="connsiteX29" fmla="*/ 168322 w 504966"/>
              <a:gd name="connsiteY29" fmla="*/ 56029 h 606933"/>
              <a:gd name="connsiteX30" fmla="*/ 224429 w 504966"/>
              <a:gd name="connsiteY30" fmla="*/ 0 h 606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04966" h="606933">
                <a:moveTo>
                  <a:pt x="383382" y="485631"/>
                </a:moveTo>
                <a:lnTo>
                  <a:pt x="496287" y="485631"/>
                </a:lnTo>
                <a:cubicBezTo>
                  <a:pt x="494744" y="487732"/>
                  <a:pt x="383382" y="598536"/>
                  <a:pt x="383382" y="598536"/>
                </a:cubicBezTo>
                <a:close/>
                <a:moveTo>
                  <a:pt x="56107" y="373573"/>
                </a:moveTo>
                <a:lnTo>
                  <a:pt x="56107" y="429602"/>
                </a:lnTo>
                <a:lnTo>
                  <a:pt x="252483" y="429602"/>
                </a:lnTo>
                <a:lnTo>
                  <a:pt x="252483" y="373573"/>
                </a:lnTo>
                <a:close/>
                <a:moveTo>
                  <a:pt x="56107" y="261515"/>
                </a:moveTo>
                <a:lnTo>
                  <a:pt x="56107" y="317544"/>
                </a:lnTo>
                <a:lnTo>
                  <a:pt x="448859" y="317544"/>
                </a:lnTo>
                <a:lnTo>
                  <a:pt x="448859" y="261515"/>
                </a:lnTo>
                <a:close/>
                <a:moveTo>
                  <a:pt x="224429" y="56029"/>
                </a:moveTo>
                <a:lnTo>
                  <a:pt x="224429" y="168087"/>
                </a:lnTo>
                <a:lnTo>
                  <a:pt x="280537" y="168087"/>
                </a:lnTo>
                <a:lnTo>
                  <a:pt x="280537" y="56029"/>
                </a:lnTo>
                <a:close/>
                <a:moveTo>
                  <a:pt x="224429" y="0"/>
                </a:moveTo>
                <a:lnTo>
                  <a:pt x="280537" y="0"/>
                </a:lnTo>
                <a:cubicBezTo>
                  <a:pt x="311536" y="0"/>
                  <a:pt x="336644" y="25073"/>
                  <a:pt x="336644" y="56029"/>
                </a:cubicBezTo>
                <a:lnTo>
                  <a:pt x="336644" y="102673"/>
                </a:lnTo>
                <a:lnTo>
                  <a:pt x="458116" y="102673"/>
                </a:lnTo>
                <a:cubicBezTo>
                  <a:pt x="483926" y="102673"/>
                  <a:pt x="504966" y="123684"/>
                  <a:pt x="504966" y="149457"/>
                </a:cubicBezTo>
                <a:lnTo>
                  <a:pt x="504966" y="429602"/>
                </a:lnTo>
                <a:lnTo>
                  <a:pt x="327246" y="429602"/>
                </a:lnTo>
                <a:lnTo>
                  <a:pt x="327246" y="606933"/>
                </a:lnTo>
                <a:lnTo>
                  <a:pt x="46709" y="606933"/>
                </a:lnTo>
                <a:cubicBezTo>
                  <a:pt x="20900" y="606933"/>
                  <a:pt x="0" y="586062"/>
                  <a:pt x="0" y="560289"/>
                </a:cubicBezTo>
                <a:lnTo>
                  <a:pt x="0" y="149457"/>
                </a:lnTo>
                <a:cubicBezTo>
                  <a:pt x="0" y="123684"/>
                  <a:pt x="20900" y="102673"/>
                  <a:pt x="46709" y="102673"/>
                </a:cubicBezTo>
                <a:lnTo>
                  <a:pt x="168322" y="102673"/>
                </a:lnTo>
                <a:lnTo>
                  <a:pt x="168322" y="56029"/>
                </a:lnTo>
                <a:cubicBezTo>
                  <a:pt x="168322" y="25073"/>
                  <a:pt x="193430" y="0"/>
                  <a:pt x="224429" y="0"/>
                </a:cubicBezTo>
                <a:close/>
              </a:path>
            </a:pathLst>
          </a:custGeom>
          <a:solidFill>
            <a:schemeClr val="accent1"/>
          </a:solidFill>
          <a:ln>
            <a:noFill/>
          </a:ln>
        </p:spPr>
      </p:sp>
      <p:sp>
        <p:nvSpPr>
          <p:cNvPr id="18" name="graduate-cap_46910">
            <a:extLst>
              <a:ext uri="{FF2B5EF4-FFF2-40B4-BE49-F238E27FC236}">
                <a16:creationId xmlns:a16="http://schemas.microsoft.com/office/drawing/2014/main" id="{E59B1C66-204C-45A3-953B-86D504DAC9A9}"/>
              </a:ext>
            </a:extLst>
          </p:cNvPr>
          <p:cNvSpPr>
            <a:spLocks noChangeAspect="1"/>
          </p:cNvSpPr>
          <p:nvPr/>
        </p:nvSpPr>
        <p:spPr bwMode="auto">
          <a:xfrm>
            <a:off x="9380135" y="1397000"/>
            <a:ext cx="609685" cy="501136"/>
          </a:xfrm>
          <a:custGeom>
            <a:avLst/>
            <a:gdLst>
              <a:gd name="connsiteX0" fmla="*/ 101332 w 607991"/>
              <a:gd name="connsiteY0" fmla="*/ 229973 h 499744"/>
              <a:gd name="connsiteX1" fmla="*/ 300898 w 607991"/>
              <a:gd name="connsiteY1" fmla="*/ 340321 h 499744"/>
              <a:gd name="connsiteX2" fmla="*/ 500520 w 607991"/>
              <a:gd name="connsiteY2" fmla="*/ 229973 h 499744"/>
              <a:gd name="connsiteX3" fmla="*/ 472871 w 607991"/>
              <a:gd name="connsiteY3" fmla="*/ 367922 h 499744"/>
              <a:gd name="connsiteX4" fmla="*/ 380747 w 607991"/>
              <a:gd name="connsiteY4" fmla="*/ 469050 h 499744"/>
              <a:gd name="connsiteX5" fmla="*/ 300898 w 607991"/>
              <a:gd name="connsiteY5" fmla="*/ 499744 h 499744"/>
              <a:gd name="connsiteX6" fmla="*/ 221048 w 607991"/>
              <a:gd name="connsiteY6" fmla="*/ 469050 h 499744"/>
              <a:gd name="connsiteX7" fmla="*/ 128924 w 607991"/>
              <a:gd name="connsiteY7" fmla="*/ 367922 h 499744"/>
              <a:gd name="connsiteX8" fmla="*/ 300898 w 607991"/>
              <a:gd name="connsiteY8" fmla="*/ 64372 h 499744"/>
              <a:gd name="connsiteX9" fmla="*/ 242566 w 607991"/>
              <a:gd name="connsiteY9" fmla="*/ 114942 h 499744"/>
              <a:gd name="connsiteX10" fmla="*/ 300898 w 607991"/>
              <a:gd name="connsiteY10" fmla="*/ 165569 h 499744"/>
              <a:gd name="connsiteX11" fmla="*/ 354069 w 607991"/>
              <a:gd name="connsiteY11" fmla="*/ 135617 h 499744"/>
              <a:gd name="connsiteX12" fmla="*/ 301701 w 607991"/>
              <a:gd name="connsiteY12" fmla="*/ 133326 h 499744"/>
              <a:gd name="connsiteX13" fmla="*/ 300095 w 607991"/>
              <a:gd name="connsiteY13" fmla="*/ 96558 h 499744"/>
              <a:gd name="connsiteX14" fmla="*/ 355847 w 607991"/>
              <a:gd name="connsiteY14" fmla="*/ 98677 h 499744"/>
              <a:gd name="connsiteX15" fmla="*/ 300898 w 607991"/>
              <a:gd name="connsiteY15" fmla="*/ 64372 h 499744"/>
              <a:gd name="connsiteX16" fmla="*/ 300898 w 607991"/>
              <a:gd name="connsiteY16" fmla="*/ 0 h 499744"/>
              <a:gd name="connsiteX17" fmla="*/ 607991 w 607991"/>
              <a:gd name="connsiteY17" fmla="*/ 125709 h 499744"/>
              <a:gd name="connsiteX18" fmla="*/ 530788 w 607991"/>
              <a:gd name="connsiteY18" fmla="*/ 166543 h 499744"/>
              <a:gd name="connsiteX19" fmla="*/ 535491 w 607991"/>
              <a:gd name="connsiteY19" fmla="*/ 170781 h 499744"/>
              <a:gd name="connsiteX20" fmla="*/ 580287 w 607991"/>
              <a:gd name="connsiteY20" fmla="*/ 304851 h 499744"/>
              <a:gd name="connsiteX21" fmla="*/ 577993 w 607991"/>
              <a:gd name="connsiteY21" fmla="*/ 325812 h 499744"/>
              <a:gd name="connsiteX22" fmla="*/ 579943 w 607991"/>
              <a:gd name="connsiteY22" fmla="*/ 416300 h 499744"/>
              <a:gd name="connsiteX23" fmla="*/ 543865 w 607991"/>
              <a:gd name="connsiteY23" fmla="*/ 423745 h 499744"/>
              <a:gd name="connsiteX24" fmla="*/ 541456 w 607991"/>
              <a:gd name="connsiteY24" fmla="*/ 321231 h 499744"/>
              <a:gd name="connsiteX25" fmla="*/ 543521 w 607991"/>
              <a:gd name="connsiteY25" fmla="*/ 302160 h 499744"/>
              <a:gd name="connsiteX26" fmla="*/ 509107 w 607991"/>
              <a:gd name="connsiteY26" fmla="*/ 196495 h 499744"/>
              <a:gd name="connsiteX27" fmla="*/ 496201 w 607991"/>
              <a:gd name="connsiteY27" fmla="*/ 184869 h 499744"/>
              <a:gd name="connsiteX28" fmla="*/ 300898 w 607991"/>
              <a:gd name="connsiteY28" fmla="*/ 288186 h 499744"/>
              <a:gd name="connsiteX29" fmla="*/ 0 w 607991"/>
              <a:gd name="connsiteY29" fmla="*/ 125709 h 499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07991" h="499744">
                <a:moveTo>
                  <a:pt x="101332" y="229973"/>
                </a:moveTo>
                <a:lnTo>
                  <a:pt x="300898" y="340321"/>
                </a:lnTo>
                <a:lnTo>
                  <a:pt x="500520" y="229973"/>
                </a:lnTo>
                <a:lnTo>
                  <a:pt x="472871" y="367922"/>
                </a:lnTo>
                <a:cubicBezTo>
                  <a:pt x="472871" y="367922"/>
                  <a:pt x="494325" y="432287"/>
                  <a:pt x="380747" y="469050"/>
                </a:cubicBezTo>
                <a:lnTo>
                  <a:pt x="300898" y="499744"/>
                </a:lnTo>
                <a:lnTo>
                  <a:pt x="221048" y="469050"/>
                </a:lnTo>
                <a:cubicBezTo>
                  <a:pt x="107470" y="432287"/>
                  <a:pt x="128924" y="367922"/>
                  <a:pt x="128924" y="367922"/>
                </a:cubicBezTo>
                <a:close/>
                <a:moveTo>
                  <a:pt x="300898" y="64372"/>
                </a:moveTo>
                <a:cubicBezTo>
                  <a:pt x="268663" y="64372"/>
                  <a:pt x="242566" y="87051"/>
                  <a:pt x="242566" y="114942"/>
                </a:cubicBezTo>
                <a:cubicBezTo>
                  <a:pt x="242566" y="142890"/>
                  <a:pt x="268663" y="165569"/>
                  <a:pt x="300898" y="165569"/>
                </a:cubicBezTo>
                <a:cubicBezTo>
                  <a:pt x="324587" y="165569"/>
                  <a:pt x="344892" y="153256"/>
                  <a:pt x="354069" y="135617"/>
                </a:cubicBezTo>
                <a:cubicBezTo>
                  <a:pt x="323956" y="132524"/>
                  <a:pt x="302275" y="133326"/>
                  <a:pt x="301701" y="133326"/>
                </a:cubicBezTo>
                <a:lnTo>
                  <a:pt x="300095" y="96558"/>
                </a:lnTo>
                <a:cubicBezTo>
                  <a:pt x="302447" y="96444"/>
                  <a:pt x="324759" y="95585"/>
                  <a:pt x="355847" y="98677"/>
                </a:cubicBezTo>
                <a:cubicBezTo>
                  <a:pt x="348046" y="78747"/>
                  <a:pt x="326480" y="64372"/>
                  <a:pt x="300898" y="64372"/>
                </a:cubicBezTo>
                <a:close/>
                <a:moveTo>
                  <a:pt x="300898" y="0"/>
                </a:moveTo>
                <a:lnTo>
                  <a:pt x="607991" y="125709"/>
                </a:lnTo>
                <a:lnTo>
                  <a:pt x="530788" y="166543"/>
                </a:lnTo>
                <a:cubicBezTo>
                  <a:pt x="532336" y="167975"/>
                  <a:pt x="534000" y="169292"/>
                  <a:pt x="535491" y="170781"/>
                </a:cubicBezTo>
                <a:cubicBezTo>
                  <a:pt x="569217" y="205487"/>
                  <a:pt x="584303" y="250616"/>
                  <a:pt x="580287" y="304851"/>
                </a:cubicBezTo>
                <a:cubicBezTo>
                  <a:pt x="579771" y="311609"/>
                  <a:pt x="578911" y="318539"/>
                  <a:pt x="577993" y="325812"/>
                </a:cubicBezTo>
                <a:cubicBezTo>
                  <a:pt x="575011" y="349522"/>
                  <a:pt x="571626" y="376325"/>
                  <a:pt x="579943" y="416300"/>
                </a:cubicBezTo>
                <a:lnTo>
                  <a:pt x="543865" y="423745"/>
                </a:lnTo>
                <a:cubicBezTo>
                  <a:pt x="534344" y="377814"/>
                  <a:pt x="538244" y="346430"/>
                  <a:pt x="541456" y="321231"/>
                </a:cubicBezTo>
                <a:cubicBezTo>
                  <a:pt x="542259" y="314587"/>
                  <a:pt x="543062" y="308288"/>
                  <a:pt x="543521" y="302160"/>
                </a:cubicBezTo>
                <a:cubicBezTo>
                  <a:pt x="546791" y="258233"/>
                  <a:pt x="535549" y="223699"/>
                  <a:pt x="509107" y="196495"/>
                </a:cubicBezTo>
                <a:cubicBezTo>
                  <a:pt x="505034" y="192372"/>
                  <a:pt x="500732" y="188477"/>
                  <a:pt x="496201" y="184869"/>
                </a:cubicBezTo>
                <a:lnTo>
                  <a:pt x="300898" y="288186"/>
                </a:lnTo>
                <a:lnTo>
                  <a:pt x="0" y="125709"/>
                </a:lnTo>
                <a:close/>
              </a:path>
            </a:pathLst>
          </a:custGeom>
          <a:solidFill>
            <a:schemeClr val="accent1"/>
          </a:solidFill>
          <a:ln>
            <a:noFill/>
          </a:ln>
        </p:spPr>
      </p:sp>
      <p:sp>
        <p:nvSpPr>
          <p:cNvPr id="24" name="test-tube_67922">
            <a:extLst>
              <a:ext uri="{FF2B5EF4-FFF2-40B4-BE49-F238E27FC236}">
                <a16:creationId xmlns:a16="http://schemas.microsoft.com/office/drawing/2014/main" id="{E7CB0080-0EE4-47D9-9856-CD5DE219A441}"/>
              </a:ext>
            </a:extLst>
          </p:cNvPr>
          <p:cNvSpPr>
            <a:spLocks noChangeAspect="1"/>
          </p:cNvSpPr>
          <p:nvPr/>
        </p:nvSpPr>
        <p:spPr bwMode="auto">
          <a:xfrm>
            <a:off x="10586635" y="1397000"/>
            <a:ext cx="373060" cy="609685"/>
          </a:xfrm>
          <a:custGeom>
            <a:avLst/>
            <a:gdLst>
              <a:gd name="connsiteX0" fmla="*/ 151504 w 371809"/>
              <a:gd name="connsiteY0" fmla="*/ 268290 h 607639"/>
              <a:gd name="connsiteX1" fmla="*/ 220376 w 371809"/>
              <a:gd name="connsiteY1" fmla="*/ 268290 h 607639"/>
              <a:gd name="connsiteX2" fmla="*/ 220376 w 371809"/>
              <a:gd name="connsiteY2" fmla="*/ 446611 h 607639"/>
              <a:gd name="connsiteX3" fmla="*/ 185940 w 371809"/>
              <a:gd name="connsiteY3" fmla="*/ 480974 h 607639"/>
              <a:gd name="connsiteX4" fmla="*/ 151504 w 371809"/>
              <a:gd name="connsiteY4" fmla="*/ 446611 h 607639"/>
              <a:gd name="connsiteX5" fmla="*/ 123589 w 371809"/>
              <a:gd name="connsiteY5" fmla="*/ 77842 h 607639"/>
              <a:gd name="connsiteX6" fmla="*/ 123589 w 371809"/>
              <a:gd name="connsiteY6" fmla="*/ 467575 h 607639"/>
              <a:gd name="connsiteX7" fmla="*/ 185905 w 371809"/>
              <a:gd name="connsiteY7" fmla="*/ 529797 h 607639"/>
              <a:gd name="connsiteX8" fmla="*/ 248220 w 371809"/>
              <a:gd name="connsiteY8" fmla="*/ 467575 h 607639"/>
              <a:gd name="connsiteX9" fmla="*/ 248220 w 371809"/>
              <a:gd name="connsiteY9" fmla="*/ 77842 h 607639"/>
              <a:gd name="connsiteX10" fmla="*/ 37416 w 371809"/>
              <a:gd name="connsiteY10" fmla="*/ 0 h 607639"/>
              <a:gd name="connsiteX11" fmla="*/ 334785 w 371809"/>
              <a:gd name="connsiteY11" fmla="*/ 0 h 607639"/>
              <a:gd name="connsiteX12" fmla="*/ 336610 w 371809"/>
              <a:gd name="connsiteY12" fmla="*/ 130 h 607639"/>
              <a:gd name="connsiteX13" fmla="*/ 371809 w 371809"/>
              <a:gd name="connsiteY13" fmla="*/ 38921 h 607639"/>
              <a:gd name="connsiteX14" fmla="*/ 336610 w 371809"/>
              <a:gd name="connsiteY14" fmla="*/ 77712 h 607639"/>
              <a:gd name="connsiteX15" fmla="*/ 326180 w 371809"/>
              <a:gd name="connsiteY15" fmla="*/ 78753 h 607639"/>
              <a:gd name="connsiteX16" fmla="*/ 326180 w 371809"/>
              <a:gd name="connsiteY16" fmla="*/ 467575 h 607639"/>
              <a:gd name="connsiteX17" fmla="*/ 185905 w 371809"/>
              <a:gd name="connsiteY17" fmla="*/ 607639 h 607639"/>
              <a:gd name="connsiteX18" fmla="*/ 45629 w 371809"/>
              <a:gd name="connsiteY18" fmla="*/ 467575 h 607639"/>
              <a:gd name="connsiteX19" fmla="*/ 45629 w 371809"/>
              <a:gd name="connsiteY19" fmla="*/ 78753 h 607639"/>
              <a:gd name="connsiteX20" fmla="*/ 35199 w 371809"/>
              <a:gd name="connsiteY20" fmla="*/ 77712 h 607639"/>
              <a:gd name="connsiteX21" fmla="*/ 0 w 371809"/>
              <a:gd name="connsiteY21" fmla="*/ 38921 h 607639"/>
              <a:gd name="connsiteX22" fmla="*/ 35199 w 371809"/>
              <a:gd name="connsiteY22" fmla="*/ 130 h 60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71809" h="607639">
                <a:moveTo>
                  <a:pt x="151504" y="268290"/>
                </a:moveTo>
                <a:lnTo>
                  <a:pt x="220376" y="268290"/>
                </a:lnTo>
                <a:lnTo>
                  <a:pt x="220376" y="446611"/>
                </a:lnTo>
                <a:cubicBezTo>
                  <a:pt x="220376" y="465615"/>
                  <a:pt x="204984" y="480974"/>
                  <a:pt x="185940" y="480974"/>
                </a:cubicBezTo>
                <a:cubicBezTo>
                  <a:pt x="166896" y="480974"/>
                  <a:pt x="151504" y="465615"/>
                  <a:pt x="151504" y="446611"/>
                </a:cubicBezTo>
                <a:close/>
                <a:moveTo>
                  <a:pt x="123589" y="77842"/>
                </a:moveTo>
                <a:lnTo>
                  <a:pt x="123589" y="467575"/>
                </a:lnTo>
                <a:cubicBezTo>
                  <a:pt x="123589" y="501940"/>
                  <a:pt x="151487" y="529797"/>
                  <a:pt x="185905" y="529797"/>
                </a:cubicBezTo>
                <a:cubicBezTo>
                  <a:pt x="220191" y="529797"/>
                  <a:pt x="248220" y="501940"/>
                  <a:pt x="248220" y="467575"/>
                </a:cubicBezTo>
                <a:lnTo>
                  <a:pt x="248220" y="77842"/>
                </a:lnTo>
                <a:close/>
                <a:moveTo>
                  <a:pt x="37416" y="0"/>
                </a:moveTo>
                <a:lnTo>
                  <a:pt x="334785" y="0"/>
                </a:lnTo>
                <a:lnTo>
                  <a:pt x="336610" y="130"/>
                </a:lnTo>
                <a:cubicBezTo>
                  <a:pt x="356686" y="2213"/>
                  <a:pt x="371809" y="18875"/>
                  <a:pt x="371809" y="38921"/>
                </a:cubicBezTo>
                <a:cubicBezTo>
                  <a:pt x="371809" y="58967"/>
                  <a:pt x="356686" y="75629"/>
                  <a:pt x="336610" y="77712"/>
                </a:cubicBezTo>
                <a:lnTo>
                  <a:pt x="326180" y="78753"/>
                </a:lnTo>
                <a:lnTo>
                  <a:pt x="326180" y="467575"/>
                </a:lnTo>
                <a:cubicBezTo>
                  <a:pt x="326180" y="544766"/>
                  <a:pt x="263213" y="607639"/>
                  <a:pt x="185905" y="607639"/>
                </a:cubicBezTo>
                <a:cubicBezTo>
                  <a:pt x="108596" y="607639"/>
                  <a:pt x="45629" y="544766"/>
                  <a:pt x="45629" y="467575"/>
                </a:cubicBezTo>
                <a:lnTo>
                  <a:pt x="45629" y="78753"/>
                </a:lnTo>
                <a:lnTo>
                  <a:pt x="35199" y="77712"/>
                </a:lnTo>
                <a:cubicBezTo>
                  <a:pt x="15123" y="75629"/>
                  <a:pt x="0" y="58967"/>
                  <a:pt x="0" y="38921"/>
                </a:cubicBezTo>
                <a:cubicBezTo>
                  <a:pt x="0" y="18875"/>
                  <a:pt x="15123" y="2213"/>
                  <a:pt x="35199" y="130"/>
                </a:cubicBezTo>
                <a:close/>
              </a:path>
            </a:pathLst>
          </a:custGeom>
          <a:solidFill>
            <a:schemeClr val="accent1"/>
          </a:solidFill>
          <a:ln>
            <a:noFill/>
          </a:ln>
        </p:spPr>
      </p:sp>
      <p:sp>
        <p:nvSpPr>
          <p:cNvPr id="26" name="chemical_290723">
            <a:extLst>
              <a:ext uri="{FF2B5EF4-FFF2-40B4-BE49-F238E27FC236}">
                <a16:creationId xmlns:a16="http://schemas.microsoft.com/office/drawing/2014/main" id="{71264691-0417-4470-AE48-2CEC04D269F8}"/>
              </a:ext>
            </a:extLst>
          </p:cNvPr>
          <p:cNvSpPr>
            <a:spLocks noChangeAspect="1"/>
          </p:cNvSpPr>
          <p:nvPr/>
        </p:nvSpPr>
        <p:spPr bwMode="auto">
          <a:xfrm>
            <a:off x="4576483" y="5424999"/>
            <a:ext cx="600678" cy="609685"/>
          </a:xfrm>
          <a:custGeom>
            <a:avLst/>
            <a:gdLst>
              <a:gd name="connsiteX0" fmla="*/ 349546 w 597759"/>
              <a:gd name="connsiteY0" fmla="*/ 363906 h 606722"/>
              <a:gd name="connsiteX1" fmla="*/ 362212 w 597759"/>
              <a:gd name="connsiteY1" fmla="*/ 376527 h 606722"/>
              <a:gd name="connsiteX2" fmla="*/ 362212 w 597759"/>
              <a:gd name="connsiteY2" fmla="*/ 477668 h 606722"/>
              <a:gd name="connsiteX3" fmla="*/ 349546 w 597759"/>
              <a:gd name="connsiteY3" fmla="*/ 490289 h 606722"/>
              <a:gd name="connsiteX4" fmla="*/ 336879 w 597759"/>
              <a:gd name="connsiteY4" fmla="*/ 477668 h 606722"/>
              <a:gd name="connsiteX5" fmla="*/ 336879 w 597759"/>
              <a:gd name="connsiteY5" fmla="*/ 376527 h 606722"/>
              <a:gd name="connsiteX6" fmla="*/ 349546 w 597759"/>
              <a:gd name="connsiteY6" fmla="*/ 363906 h 606722"/>
              <a:gd name="connsiteX7" fmla="*/ 154884 w 597759"/>
              <a:gd name="connsiteY7" fmla="*/ 309649 h 606722"/>
              <a:gd name="connsiteX8" fmla="*/ 164489 w 597759"/>
              <a:gd name="connsiteY8" fmla="*/ 310938 h 606722"/>
              <a:gd name="connsiteX9" fmla="*/ 252284 w 597759"/>
              <a:gd name="connsiteY9" fmla="*/ 361421 h 606722"/>
              <a:gd name="connsiteX10" fmla="*/ 256915 w 597759"/>
              <a:gd name="connsiteY10" fmla="*/ 378752 h 606722"/>
              <a:gd name="connsiteX11" fmla="*/ 239551 w 597759"/>
              <a:gd name="connsiteY11" fmla="*/ 383374 h 606722"/>
              <a:gd name="connsiteX12" fmla="*/ 151845 w 597759"/>
              <a:gd name="connsiteY12" fmla="*/ 332802 h 606722"/>
              <a:gd name="connsiteX13" fmla="*/ 147215 w 597759"/>
              <a:gd name="connsiteY13" fmla="*/ 315560 h 606722"/>
              <a:gd name="connsiteX14" fmla="*/ 154884 w 597759"/>
              <a:gd name="connsiteY14" fmla="*/ 309649 h 606722"/>
              <a:gd name="connsiteX15" fmla="*/ 442000 w 597759"/>
              <a:gd name="connsiteY15" fmla="*/ 276744 h 606722"/>
              <a:gd name="connsiteX16" fmla="*/ 311518 w 597759"/>
              <a:gd name="connsiteY16" fmla="*/ 351929 h 606722"/>
              <a:gd name="connsiteX17" fmla="*/ 311518 w 597759"/>
              <a:gd name="connsiteY17" fmla="*/ 502299 h 606722"/>
              <a:gd name="connsiteX18" fmla="*/ 442000 w 597759"/>
              <a:gd name="connsiteY18" fmla="*/ 577483 h 606722"/>
              <a:gd name="connsiteX19" fmla="*/ 572482 w 597759"/>
              <a:gd name="connsiteY19" fmla="*/ 502299 h 606722"/>
              <a:gd name="connsiteX20" fmla="*/ 572482 w 597759"/>
              <a:gd name="connsiteY20" fmla="*/ 351929 h 606722"/>
              <a:gd name="connsiteX21" fmla="*/ 155759 w 597759"/>
              <a:gd name="connsiteY21" fmla="*/ 276744 h 606722"/>
              <a:gd name="connsiteX22" fmla="*/ 25366 w 597759"/>
              <a:gd name="connsiteY22" fmla="*/ 351929 h 606722"/>
              <a:gd name="connsiteX23" fmla="*/ 25366 w 597759"/>
              <a:gd name="connsiteY23" fmla="*/ 502299 h 606722"/>
              <a:gd name="connsiteX24" fmla="*/ 155759 w 597759"/>
              <a:gd name="connsiteY24" fmla="*/ 577483 h 606722"/>
              <a:gd name="connsiteX25" fmla="*/ 286241 w 597759"/>
              <a:gd name="connsiteY25" fmla="*/ 502299 h 606722"/>
              <a:gd name="connsiteX26" fmla="*/ 286241 w 597759"/>
              <a:gd name="connsiteY26" fmla="*/ 351929 h 606722"/>
              <a:gd name="connsiteX27" fmla="*/ 299770 w 597759"/>
              <a:gd name="connsiteY27" fmla="*/ 62121 h 606722"/>
              <a:gd name="connsiteX28" fmla="*/ 307512 w 597759"/>
              <a:gd name="connsiteY28" fmla="*/ 67998 h 606722"/>
              <a:gd name="connsiteX29" fmla="*/ 302795 w 597759"/>
              <a:gd name="connsiteY29" fmla="*/ 85329 h 606722"/>
              <a:gd name="connsiteX30" fmla="*/ 215142 w 597759"/>
              <a:gd name="connsiteY30" fmla="*/ 135901 h 606722"/>
              <a:gd name="connsiteX31" fmla="*/ 197879 w 597759"/>
              <a:gd name="connsiteY31" fmla="*/ 131190 h 606722"/>
              <a:gd name="connsiteX32" fmla="*/ 202506 w 597759"/>
              <a:gd name="connsiteY32" fmla="*/ 113948 h 606722"/>
              <a:gd name="connsiteX33" fmla="*/ 290159 w 597759"/>
              <a:gd name="connsiteY33" fmla="*/ 63376 h 606722"/>
              <a:gd name="connsiteX34" fmla="*/ 299770 w 597759"/>
              <a:gd name="connsiteY34" fmla="*/ 62121 h 606722"/>
              <a:gd name="connsiteX35" fmla="*/ 298880 w 597759"/>
              <a:gd name="connsiteY35" fmla="*/ 29150 h 606722"/>
              <a:gd name="connsiteX36" fmla="*/ 168398 w 597759"/>
              <a:gd name="connsiteY36" fmla="*/ 104423 h 606722"/>
              <a:gd name="connsiteX37" fmla="*/ 168398 w 597759"/>
              <a:gd name="connsiteY37" fmla="*/ 254793 h 606722"/>
              <a:gd name="connsiteX38" fmla="*/ 298880 w 597759"/>
              <a:gd name="connsiteY38" fmla="*/ 329978 h 606722"/>
              <a:gd name="connsiteX39" fmla="*/ 429361 w 597759"/>
              <a:gd name="connsiteY39" fmla="*/ 254793 h 606722"/>
              <a:gd name="connsiteX40" fmla="*/ 429361 w 597759"/>
              <a:gd name="connsiteY40" fmla="*/ 104423 h 606722"/>
              <a:gd name="connsiteX41" fmla="*/ 298880 w 597759"/>
              <a:gd name="connsiteY41" fmla="*/ 0 h 606722"/>
              <a:gd name="connsiteX42" fmla="*/ 454639 w 597759"/>
              <a:gd name="connsiteY42" fmla="*/ 89760 h 606722"/>
              <a:gd name="connsiteX43" fmla="*/ 454639 w 597759"/>
              <a:gd name="connsiteY43" fmla="*/ 254793 h 606722"/>
              <a:gd name="connsiteX44" fmla="*/ 597759 w 597759"/>
              <a:gd name="connsiteY44" fmla="*/ 337265 h 606722"/>
              <a:gd name="connsiteX45" fmla="*/ 597759 w 597759"/>
              <a:gd name="connsiteY45" fmla="*/ 516873 h 606722"/>
              <a:gd name="connsiteX46" fmla="*/ 442000 w 597759"/>
              <a:gd name="connsiteY46" fmla="*/ 606722 h 606722"/>
              <a:gd name="connsiteX47" fmla="*/ 298880 w 597759"/>
              <a:gd name="connsiteY47" fmla="*/ 524161 h 606722"/>
              <a:gd name="connsiteX48" fmla="*/ 155759 w 597759"/>
              <a:gd name="connsiteY48" fmla="*/ 606722 h 606722"/>
              <a:gd name="connsiteX49" fmla="*/ 0 w 597759"/>
              <a:gd name="connsiteY49" fmla="*/ 516873 h 606722"/>
              <a:gd name="connsiteX50" fmla="*/ 0 w 597759"/>
              <a:gd name="connsiteY50" fmla="*/ 337265 h 606722"/>
              <a:gd name="connsiteX51" fmla="*/ 143120 w 597759"/>
              <a:gd name="connsiteY51" fmla="*/ 254793 h 606722"/>
              <a:gd name="connsiteX52" fmla="*/ 143120 w 597759"/>
              <a:gd name="connsiteY52" fmla="*/ 8976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97759" h="606722">
                <a:moveTo>
                  <a:pt x="349546" y="363906"/>
                </a:moveTo>
                <a:cubicBezTo>
                  <a:pt x="356593" y="363906"/>
                  <a:pt x="362212" y="369505"/>
                  <a:pt x="362212" y="376527"/>
                </a:cubicBezTo>
                <a:lnTo>
                  <a:pt x="362212" y="477668"/>
                </a:lnTo>
                <a:cubicBezTo>
                  <a:pt x="362212" y="484601"/>
                  <a:pt x="356593" y="490289"/>
                  <a:pt x="349546" y="490289"/>
                </a:cubicBezTo>
                <a:cubicBezTo>
                  <a:pt x="342588" y="490289"/>
                  <a:pt x="336879" y="484601"/>
                  <a:pt x="336879" y="477668"/>
                </a:cubicBezTo>
                <a:lnTo>
                  <a:pt x="336879" y="376527"/>
                </a:lnTo>
                <a:cubicBezTo>
                  <a:pt x="336879" y="369505"/>
                  <a:pt x="342588" y="363906"/>
                  <a:pt x="349546" y="363906"/>
                </a:cubicBezTo>
                <a:close/>
                <a:moveTo>
                  <a:pt x="154884" y="309649"/>
                </a:moveTo>
                <a:cubicBezTo>
                  <a:pt x="158011" y="308805"/>
                  <a:pt x="161462" y="309161"/>
                  <a:pt x="164489" y="310938"/>
                </a:cubicBezTo>
                <a:lnTo>
                  <a:pt x="252284" y="361421"/>
                </a:lnTo>
                <a:cubicBezTo>
                  <a:pt x="258339" y="364976"/>
                  <a:pt x="260387" y="372708"/>
                  <a:pt x="256915" y="378752"/>
                </a:cubicBezTo>
                <a:cubicBezTo>
                  <a:pt x="253353" y="384796"/>
                  <a:pt x="245695" y="386840"/>
                  <a:pt x="239551" y="383374"/>
                </a:cubicBezTo>
                <a:lnTo>
                  <a:pt x="151845" y="332802"/>
                </a:lnTo>
                <a:cubicBezTo>
                  <a:pt x="145790" y="329336"/>
                  <a:pt x="143742" y="321603"/>
                  <a:pt x="147215" y="315560"/>
                </a:cubicBezTo>
                <a:cubicBezTo>
                  <a:pt x="148951" y="312538"/>
                  <a:pt x="151756" y="310494"/>
                  <a:pt x="154884" y="309649"/>
                </a:cubicBezTo>
                <a:close/>
                <a:moveTo>
                  <a:pt x="442000" y="276744"/>
                </a:moveTo>
                <a:lnTo>
                  <a:pt x="311518" y="351929"/>
                </a:lnTo>
                <a:lnTo>
                  <a:pt x="311518" y="502299"/>
                </a:lnTo>
                <a:lnTo>
                  <a:pt x="442000" y="577483"/>
                </a:lnTo>
                <a:lnTo>
                  <a:pt x="572482" y="502299"/>
                </a:lnTo>
                <a:lnTo>
                  <a:pt x="572482" y="351929"/>
                </a:lnTo>
                <a:close/>
                <a:moveTo>
                  <a:pt x="155759" y="276744"/>
                </a:moveTo>
                <a:lnTo>
                  <a:pt x="25366" y="351929"/>
                </a:lnTo>
                <a:lnTo>
                  <a:pt x="25366" y="502299"/>
                </a:lnTo>
                <a:lnTo>
                  <a:pt x="155759" y="577483"/>
                </a:lnTo>
                <a:lnTo>
                  <a:pt x="286241" y="502299"/>
                </a:lnTo>
                <a:lnTo>
                  <a:pt x="286241" y="351929"/>
                </a:lnTo>
                <a:close/>
                <a:moveTo>
                  <a:pt x="299770" y="62121"/>
                </a:moveTo>
                <a:cubicBezTo>
                  <a:pt x="302907" y="62954"/>
                  <a:pt x="305732" y="64976"/>
                  <a:pt x="307512" y="67998"/>
                </a:cubicBezTo>
                <a:cubicBezTo>
                  <a:pt x="310982" y="74130"/>
                  <a:pt x="308847" y="81774"/>
                  <a:pt x="302795" y="85329"/>
                </a:cubicBezTo>
                <a:lnTo>
                  <a:pt x="215142" y="135901"/>
                </a:lnTo>
                <a:cubicBezTo>
                  <a:pt x="209091" y="139367"/>
                  <a:pt x="201349" y="137323"/>
                  <a:pt x="197879" y="131190"/>
                </a:cubicBezTo>
                <a:cubicBezTo>
                  <a:pt x="194408" y="125235"/>
                  <a:pt x="196455" y="117414"/>
                  <a:pt x="202506" y="113948"/>
                </a:cubicBezTo>
                <a:lnTo>
                  <a:pt x="290159" y="63376"/>
                </a:lnTo>
                <a:cubicBezTo>
                  <a:pt x="293185" y="61643"/>
                  <a:pt x="296633" y="61288"/>
                  <a:pt x="299770" y="62121"/>
                </a:cubicBezTo>
                <a:close/>
                <a:moveTo>
                  <a:pt x="298880" y="29150"/>
                </a:moveTo>
                <a:lnTo>
                  <a:pt x="168398" y="104423"/>
                </a:lnTo>
                <a:lnTo>
                  <a:pt x="168398" y="254793"/>
                </a:lnTo>
                <a:lnTo>
                  <a:pt x="298880" y="329978"/>
                </a:lnTo>
                <a:lnTo>
                  <a:pt x="429361" y="254793"/>
                </a:lnTo>
                <a:lnTo>
                  <a:pt x="429361" y="104423"/>
                </a:lnTo>
                <a:close/>
                <a:moveTo>
                  <a:pt x="298880" y="0"/>
                </a:moveTo>
                <a:lnTo>
                  <a:pt x="454639" y="89760"/>
                </a:lnTo>
                <a:lnTo>
                  <a:pt x="454639" y="254793"/>
                </a:lnTo>
                <a:lnTo>
                  <a:pt x="597759" y="337265"/>
                </a:lnTo>
                <a:lnTo>
                  <a:pt x="597759" y="516873"/>
                </a:lnTo>
                <a:lnTo>
                  <a:pt x="442000" y="606722"/>
                </a:lnTo>
                <a:lnTo>
                  <a:pt x="298880" y="524161"/>
                </a:lnTo>
                <a:lnTo>
                  <a:pt x="155759" y="606722"/>
                </a:lnTo>
                <a:lnTo>
                  <a:pt x="0" y="516873"/>
                </a:lnTo>
                <a:lnTo>
                  <a:pt x="0" y="337265"/>
                </a:lnTo>
                <a:lnTo>
                  <a:pt x="143120" y="254793"/>
                </a:lnTo>
                <a:lnTo>
                  <a:pt x="143120" y="89760"/>
                </a:lnTo>
                <a:close/>
              </a:path>
            </a:pathLst>
          </a:custGeom>
          <a:solidFill>
            <a:schemeClr val="accent1"/>
          </a:solidFill>
          <a:ln>
            <a:noFill/>
          </a:ln>
        </p:spPr>
      </p:sp>
      <p:sp>
        <p:nvSpPr>
          <p:cNvPr id="27" name="chemicals_268787">
            <a:extLst>
              <a:ext uri="{FF2B5EF4-FFF2-40B4-BE49-F238E27FC236}">
                <a16:creationId xmlns:a16="http://schemas.microsoft.com/office/drawing/2014/main" id="{02256AC5-FAFA-4B08-ACCC-DE7DBEDC1B55}"/>
              </a:ext>
            </a:extLst>
          </p:cNvPr>
          <p:cNvSpPr>
            <a:spLocks noChangeAspect="1"/>
          </p:cNvSpPr>
          <p:nvPr/>
        </p:nvSpPr>
        <p:spPr bwMode="auto">
          <a:xfrm>
            <a:off x="2141135" y="2413000"/>
            <a:ext cx="485520" cy="609685"/>
          </a:xfrm>
          <a:custGeom>
            <a:avLst/>
            <a:gdLst>
              <a:gd name="connsiteX0" fmla="*/ 7831 w 483161"/>
              <a:gd name="connsiteY0" fmla="*/ 423675 h 606722"/>
              <a:gd name="connsiteX1" fmla="*/ 118009 w 483161"/>
              <a:gd name="connsiteY1" fmla="*/ 423675 h 606722"/>
              <a:gd name="connsiteX2" fmla="*/ 125752 w 483161"/>
              <a:gd name="connsiteY2" fmla="*/ 431406 h 606722"/>
              <a:gd name="connsiteX3" fmla="*/ 125752 w 483161"/>
              <a:gd name="connsiteY3" fmla="*/ 500359 h 606722"/>
              <a:gd name="connsiteX4" fmla="*/ 149158 w 483161"/>
              <a:gd name="connsiteY4" fmla="*/ 523729 h 606722"/>
              <a:gd name="connsiteX5" fmla="*/ 334003 w 483161"/>
              <a:gd name="connsiteY5" fmla="*/ 523729 h 606722"/>
              <a:gd name="connsiteX6" fmla="*/ 357409 w 483161"/>
              <a:gd name="connsiteY6" fmla="*/ 500359 h 606722"/>
              <a:gd name="connsiteX7" fmla="*/ 357409 w 483161"/>
              <a:gd name="connsiteY7" fmla="*/ 431406 h 606722"/>
              <a:gd name="connsiteX8" fmla="*/ 365152 w 483161"/>
              <a:gd name="connsiteY8" fmla="*/ 423675 h 606722"/>
              <a:gd name="connsiteX9" fmla="*/ 475330 w 483161"/>
              <a:gd name="connsiteY9" fmla="*/ 423675 h 606722"/>
              <a:gd name="connsiteX10" fmla="*/ 483161 w 483161"/>
              <a:gd name="connsiteY10" fmla="*/ 431406 h 606722"/>
              <a:gd name="connsiteX11" fmla="*/ 483161 w 483161"/>
              <a:gd name="connsiteY11" fmla="*/ 552252 h 606722"/>
              <a:gd name="connsiteX12" fmla="*/ 428606 w 483161"/>
              <a:gd name="connsiteY12" fmla="*/ 606722 h 606722"/>
              <a:gd name="connsiteX13" fmla="*/ 54554 w 483161"/>
              <a:gd name="connsiteY13" fmla="*/ 606722 h 606722"/>
              <a:gd name="connsiteX14" fmla="*/ 0 w 483161"/>
              <a:gd name="connsiteY14" fmla="*/ 552252 h 606722"/>
              <a:gd name="connsiteX15" fmla="*/ 0 w 483161"/>
              <a:gd name="connsiteY15" fmla="*/ 431406 h 606722"/>
              <a:gd name="connsiteX16" fmla="*/ 7831 w 483161"/>
              <a:gd name="connsiteY16" fmla="*/ 423675 h 606722"/>
              <a:gd name="connsiteX17" fmla="*/ 213772 w 483161"/>
              <a:gd name="connsiteY17" fmla="*/ 412526 h 606722"/>
              <a:gd name="connsiteX18" fmla="*/ 269301 w 483161"/>
              <a:gd name="connsiteY18" fmla="*/ 412526 h 606722"/>
              <a:gd name="connsiteX19" fmla="*/ 292705 w 483161"/>
              <a:gd name="connsiteY19" fmla="*/ 435839 h 606722"/>
              <a:gd name="connsiteX20" fmla="*/ 269301 w 483161"/>
              <a:gd name="connsiteY20" fmla="*/ 459240 h 606722"/>
              <a:gd name="connsiteX21" fmla="*/ 213772 w 483161"/>
              <a:gd name="connsiteY21" fmla="*/ 459240 h 606722"/>
              <a:gd name="connsiteX22" fmla="*/ 190456 w 483161"/>
              <a:gd name="connsiteY22" fmla="*/ 435839 h 606722"/>
              <a:gd name="connsiteX23" fmla="*/ 213772 w 483161"/>
              <a:gd name="connsiteY23" fmla="*/ 412526 h 606722"/>
              <a:gd name="connsiteX24" fmla="*/ 213772 w 483161"/>
              <a:gd name="connsiteY24" fmla="*/ 356920 h 606722"/>
              <a:gd name="connsiteX25" fmla="*/ 269301 w 483161"/>
              <a:gd name="connsiteY25" fmla="*/ 356920 h 606722"/>
              <a:gd name="connsiteX26" fmla="*/ 292705 w 483161"/>
              <a:gd name="connsiteY26" fmla="*/ 380286 h 606722"/>
              <a:gd name="connsiteX27" fmla="*/ 269301 w 483161"/>
              <a:gd name="connsiteY27" fmla="*/ 403564 h 606722"/>
              <a:gd name="connsiteX28" fmla="*/ 213772 w 483161"/>
              <a:gd name="connsiteY28" fmla="*/ 403564 h 606722"/>
              <a:gd name="connsiteX29" fmla="*/ 190456 w 483161"/>
              <a:gd name="connsiteY29" fmla="*/ 380286 h 606722"/>
              <a:gd name="connsiteX30" fmla="*/ 213772 w 483161"/>
              <a:gd name="connsiteY30" fmla="*/ 356920 h 606722"/>
              <a:gd name="connsiteX31" fmla="*/ 129311 w 483161"/>
              <a:gd name="connsiteY31" fmla="*/ 82844 h 606722"/>
              <a:gd name="connsiteX32" fmla="*/ 353850 w 483161"/>
              <a:gd name="connsiteY32" fmla="*/ 82844 h 606722"/>
              <a:gd name="connsiteX33" fmla="*/ 377167 w 483161"/>
              <a:gd name="connsiteY33" fmla="*/ 106128 h 606722"/>
              <a:gd name="connsiteX34" fmla="*/ 377167 w 483161"/>
              <a:gd name="connsiteY34" fmla="*/ 209395 h 606722"/>
              <a:gd name="connsiteX35" fmla="*/ 397458 w 483161"/>
              <a:gd name="connsiteY35" fmla="*/ 209395 h 606722"/>
              <a:gd name="connsiteX36" fmla="*/ 483161 w 483161"/>
              <a:gd name="connsiteY36" fmla="*/ 294977 h 606722"/>
              <a:gd name="connsiteX37" fmla="*/ 483161 w 483161"/>
              <a:gd name="connsiteY37" fmla="*/ 384735 h 606722"/>
              <a:gd name="connsiteX38" fmla="*/ 475330 w 483161"/>
              <a:gd name="connsiteY38" fmla="*/ 392556 h 606722"/>
              <a:gd name="connsiteX39" fmla="*/ 365152 w 483161"/>
              <a:gd name="connsiteY39" fmla="*/ 392556 h 606722"/>
              <a:gd name="connsiteX40" fmla="*/ 357409 w 483161"/>
              <a:gd name="connsiteY40" fmla="*/ 384735 h 606722"/>
              <a:gd name="connsiteX41" fmla="*/ 357409 w 483161"/>
              <a:gd name="connsiteY41" fmla="*/ 315772 h 606722"/>
              <a:gd name="connsiteX42" fmla="*/ 334003 w 483161"/>
              <a:gd name="connsiteY42" fmla="*/ 292399 h 606722"/>
              <a:gd name="connsiteX43" fmla="*/ 149158 w 483161"/>
              <a:gd name="connsiteY43" fmla="*/ 292399 h 606722"/>
              <a:gd name="connsiteX44" fmla="*/ 125752 w 483161"/>
              <a:gd name="connsiteY44" fmla="*/ 315772 h 606722"/>
              <a:gd name="connsiteX45" fmla="*/ 125752 w 483161"/>
              <a:gd name="connsiteY45" fmla="*/ 384735 h 606722"/>
              <a:gd name="connsiteX46" fmla="*/ 118009 w 483161"/>
              <a:gd name="connsiteY46" fmla="*/ 392556 h 606722"/>
              <a:gd name="connsiteX47" fmla="*/ 7831 w 483161"/>
              <a:gd name="connsiteY47" fmla="*/ 392556 h 606722"/>
              <a:gd name="connsiteX48" fmla="*/ 0 w 483161"/>
              <a:gd name="connsiteY48" fmla="*/ 384735 h 606722"/>
              <a:gd name="connsiteX49" fmla="*/ 0 w 483161"/>
              <a:gd name="connsiteY49" fmla="*/ 294977 h 606722"/>
              <a:gd name="connsiteX50" fmla="*/ 85703 w 483161"/>
              <a:gd name="connsiteY50" fmla="*/ 209395 h 606722"/>
              <a:gd name="connsiteX51" fmla="*/ 105994 w 483161"/>
              <a:gd name="connsiteY51" fmla="*/ 209395 h 606722"/>
              <a:gd name="connsiteX52" fmla="*/ 105994 w 483161"/>
              <a:gd name="connsiteY52" fmla="*/ 106128 h 606722"/>
              <a:gd name="connsiteX53" fmla="*/ 129311 w 483161"/>
              <a:gd name="connsiteY53" fmla="*/ 82844 h 606722"/>
              <a:gd name="connsiteX54" fmla="*/ 178425 w 483161"/>
              <a:gd name="connsiteY54" fmla="*/ 0 h 606722"/>
              <a:gd name="connsiteX55" fmla="*/ 304648 w 483161"/>
              <a:gd name="connsiteY55" fmla="*/ 0 h 606722"/>
              <a:gd name="connsiteX56" fmla="*/ 328059 w 483161"/>
              <a:gd name="connsiteY56" fmla="*/ 23374 h 606722"/>
              <a:gd name="connsiteX57" fmla="*/ 328059 w 483161"/>
              <a:gd name="connsiteY57" fmla="*/ 43903 h 606722"/>
              <a:gd name="connsiteX58" fmla="*/ 320226 w 483161"/>
              <a:gd name="connsiteY58" fmla="*/ 51724 h 606722"/>
              <a:gd name="connsiteX59" fmla="*/ 162848 w 483161"/>
              <a:gd name="connsiteY59" fmla="*/ 51724 h 606722"/>
              <a:gd name="connsiteX60" fmla="*/ 155103 w 483161"/>
              <a:gd name="connsiteY60" fmla="*/ 43903 h 606722"/>
              <a:gd name="connsiteX61" fmla="*/ 155103 w 483161"/>
              <a:gd name="connsiteY61" fmla="*/ 23374 h 606722"/>
              <a:gd name="connsiteX62" fmla="*/ 178425 w 483161"/>
              <a:gd name="connsiteY6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83161" h="606722">
                <a:moveTo>
                  <a:pt x="7831" y="423675"/>
                </a:moveTo>
                <a:lnTo>
                  <a:pt x="118009" y="423675"/>
                </a:lnTo>
                <a:cubicBezTo>
                  <a:pt x="122281" y="423675"/>
                  <a:pt x="125752" y="427140"/>
                  <a:pt x="125752" y="431406"/>
                </a:cubicBezTo>
                <a:lnTo>
                  <a:pt x="125752" y="500359"/>
                </a:lnTo>
                <a:cubicBezTo>
                  <a:pt x="125752" y="513244"/>
                  <a:pt x="136253" y="523729"/>
                  <a:pt x="149158" y="523729"/>
                </a:cubicBezTo>
                <a:lnTo>
                  <a:pt x="334003" y="523729"/>
                </a:lnTo>
                <a:cubicBezTo>
                  <a:pt x="346908" y="523729"/>
                  <a:pt x="357409" y="513244"/>
                  <a:pt x="357409" y="500359"/>
                </a:cubicBezTo>
                <a:lnTo>
                  <a:pt x="357409" y="431406"/>
                </a:lnTo>
                <a:cubicBezTo>
                  <a:pt x="357409" y="427140"/>
                  <a:pt x="360880" y="423675"/>
                  <a:pt x="365152" y="423675"/>
                </a:cubicBezTo>
                <a:lnTo>
                  <a:pt x="475330" y="423675"/>
                </a:lnTo>
                <a:cubicBezTo>
                  <a:pt x="479601" y="423675"/>
                  <a:pt x="483161" y="427140"/>
                  <a:pt x="483161" y="431406"/>
                </a:cubicBezTo>
                <a:lnTo>
                  <a:pt x="483161" y="552252"/>
                </a:lnTo>
                <a:cubicBezTo>
                  <a:pt x="483161" y="582286"/>
                  <a:pt x="458687" y="606722"/>
                  <a:pt x="428606" y="606722"/>
                </a:cubicBezTo>
                <a:lnTo>
                  <a:pt x="54554" y="606722"/>
                </a:lnTo>
                <a:cubicBezTo>
                  <a:pt x="24385" y="606722"/>
                  <a:pt x="0" y="582286"/>
                  <a:pt x="0" y="552252"/>
                </a:cubicBezTo>
                <a:lnTo>
                  <a:pt x="0" y="431406"/>
                </a:lnTo>
                <a:cubicBezTo>
                  <a:pt x="0" y="427140"/>
                  <a:pt x="3471" y="423675"/>
                  <a:pt x="7831" y="423675"/>
                </a:cubicBezTo>
                <a:close/>
                <a:moveTo>
                  <a:pt x="213772" y="412526"/>
                </a:moveTo>
                <a:lnTo>
                  <a:pt x="269301" y="412526"/>
                </a:lnTo>
                <a:cubicBezTo>
                  <a:pt x="282204" y="412526"/>
                  <a:pt x="292705" y="422937"/>
                  <a:pt x="292705" y="435839"/>
                </a:cubicBezTo>
                <a:cubicBezTo>
                  <a:pt x="292705" y="448740"/>
                  <a:pt x="282204" y="459240"/>
                  <a:pt x="269301" y="459240"/>
                </a:cubicBezTo>
                <a:lnTo>
                  <a:pt x="213772" y="459240"/>
                </a:lnTo>
                <a:cubicBezTo>
                  <a:pt x="200868" y="459240"/>
                  <a:pt x="190456" y="448740"/>
                  <a:pt x="190456" y="435839"/>
                </a:cubicBezTo>
                <a:cubicBezTo>
                  <a:pt x="190456" y="422937"/>
                  <a:pt x="200868" y="412526"/>
                  <a:pt x="213772" y="412526"/>
                </a:cubicBezTo>
                <a:close/>
                <a:moveTo>
                  <a:pt x="213772" y="356920"/>
                </a:moveTo>
                <a:lnTo>
                  <a:pt x="269301" y="356920"/>
                </a:lnTo>
                <a:cubicBezTo>
                  <a:pt x="282204" y="356920"/>
                  <a:pt x="292705" y="367404"/>
                  <a:pt x="292705" y="380286"/>
                </a:cubicBezTo>
                <a:cubicBezTo>
                  <a:pt x="292705" y="393169"/>
                  <a:pt x="282204" y="403564"/>
                  <a:pt x="269301" y="403564"/>
                </a:cubicBezTo>
                <a:lnTo>
                  <a:pt x="213772" y="403564"/>
                </a:lnTo>
                <a:cubicBezTo>
                  <a:pt x="200868" y="403564"/>
                  <a:pt x="190456" y="393169"/>
                  <a:pt x="190456" y="380286"/>
                </a:cubicBezTo>
                <a:cubicBezTo>
                  <a:pt x="190456" y="367404"/>
                  <a:pt x="200868" y="356920"/>
                  <a:pt x="213772" y="356920"/>
                </a:cubicBezTo>
                <a:close/>
                <a:moveTo>
                  <a:pt x="129311" y="82844"/>
                </a:moveTo>
                <a:lnTo>
                  <a:pt x="353850" y="82844"/>
                </a:lnTo>
                <a:cubicBezTo>
                  <a:pt x="366754" y="82844"/>
                  <a:pt x="377167" y="93242"/>
                  <a:pt x="377167" y="106128"/>
                </a:cubicBezTo>
                <a:lnTo>
                  <a:pt x="377167" y="209395"/>
                </a:lnTo>
                <a:lnTo>
                  <a:pt x="397458" y="209395"/>
                </a:lnTo>
                <a:cubicBezTo>
                  <a:pt x="444804" y="209395"/>
                  <a:pt x="483161" y="247698"/>
                  <a:pt x="483161" y="294977"/>
                </a:cubicBezTo>
                <a:lnTo>
                  <a:pt x="483161" y="384735"/>
                </a:lnTo>
                <a:cubicBezTo>
                  <a:pt x="483161" y="389001"/>
                  <a:pt x="479601" y="392556"/>
                  <a:pt x="475330" y="392556"/>
                </a:cubicBezTo>
                <a:lnTo>
                  <a:pt x="365152" y="392556"/>
                </a:lnTo>
                <a:cubicBezTo>
                  <a:pt x="360880" y="392556"/>
                  <a:pt x="357409" y="389001"/>
                  <a:pt x="357409" y="384735"/>
                </a:cubicBezTo>
                <a:lnTo>
                  <a:pt x="357409" y="315772"/>
                </a:lnTo>
                <a:cubicBezTo>
                  <a:pt x="357409" y="302886"/>
                  <a:pt x="346908" y="292399"/>
                  <a:pt x="334003" y="292399"/>
                </a:cubicBezTo>
                <a:lnTo>
                  <a:pt x="149158" y="292399"/>
                </a:lnTo>
                <a:cubicBezTo>
                  <a:pt x="136253" y="292399"/>
                  <a:pt x="125752" y="302886"/>
                  <a:pt x="125752" y="315772"/>
                </a:cubicBezTo>
                <a:lnTo>
                  <a:pt x="125752" y="384735"/>
                </a:lnTo>
                <a:cubicBezTo>
                  <a:pt x="125752" y="389001"/>
                  <a:pt x="122281" y="392556"/>
                  <a:pt x="118009" y="392556"/>
                </a:cubicBezTo>
                <a:lnTo>
                  <a:pt x="7831" y="392556"/>
                </a:lnTo>
                <a:cubicBezTo>
                  <a:pt x="3471" y="392556"/>
                  <a:pt x="0" y="389001"/>
                  <a:pt x="0" y="384735"/>
                </a:cubicBezTo>
                <a:lnTo>
                  <a:pt x="0" y="294977"/>
                </a:lnTo>
                <a:cubicBezTo>
                  <a:pt x="0" y="247698"/>
                  <a:pt x="38357" y="209395"/>
                  <a:pt x="85703" y="209395"/>
                </a:cubicBezTo>
                <a:lnTo>
                  <a:pt x="105994" y="209395"/>
                </a:lnTo>
                <a:lnTo>
                  <a:pt x="105994" y="106128"/>
                </a:lnTo>
                <a:cubicBezTo>
                  <a:pt x="105994" y="93242"/>
                  <a:pt x="116407" y="82844"/>
                  <a:pt x="129311" y="82844"/>
                </a:cubicBezTo>
                <a:close/>
                <a:moveTo>
                  <a:pt x="178425" y="0"/>
                </a:moveTo>
                <a:lnTo>
                  <a:pt x="304648" y="0"/>
                </a:lnTo>
                <a:cubicBezTo>
                  <a:pt x="317555" y="0"/>
                  <a:pt x="328059" y="10487"/>
                  <a:pt x="328059" y="23374"/>
                </a:cubicBezTo>
                <a:lnTo>
                  <a:pt x="328059" y="43903"/>
                </a:lnTo>
                <a:cubicBezTo>
                  <a:pt x="328059" y="48258"/>
                  <a:pt x="324588" y="51724"/>
                  <a:pt x="320226" y="51724"/>
                </a:cubicBezTo>
                <a:lnTo>
                  <a:pt x="162848" y="51724"/>
                </a:lnTo>
                <a:cubicBezTo>
                  <a:pt x="158575" y="51724"/>
                  <a:pt x="155103" y="48258"/>
                  <a:pt x="155103" y="43903"/>
                </a:cubicBezTo>
                <a:lnTo>
                  <a:pt x="155103" y="23374"/>
                </a:lnTo>
                <a:cubicBezTo>
                  <a:pt x="155103" y="10487"/>
                  <a:pt x="165518" y="0"/>
                  <a:pt x="178425" y="0"/>
                </a:cubicBezTo>
                <a:close/>
              </a:path>
            </a:pathLst>
          </a:custGeom>
          <a:solidFill>
            <a:schemeClr val="accent1"/>
          </a:solidFill>
          <a:ln>
            <a:noFill/>
          </a:ln>
        </p:spPr>
      </p:sp>
      <p:sp>
        <p:nvSpPr>
          <p:cNvPr id="28" name="test-tube-and-flask_73666">
            <a:extLst>
              <a:ext uri="{FF2B5EF4-FFF2-40B4-BE49-F238E27FC236}">
                <a16:creationId xmlns:a16="http://schemas.microsoft.com/office/drawing/2014/main" id="{250E1154-A540-4CA8-B86F-CED8AC2CF736}"/>
              </a:ext>
            </a:extLst>
          </p:cNvPr>
          <p:cNvSpPr>
            <a:spLocks noChangeAspect="1"/>
          </p:cNvSpPr>
          <p:nvPr/>
        </p:nvSpPr>
        <p:spPr bwMode="auto">
          <a:xfrm>
            <a:off x="3347635" y="2413000"/>
            <a:ext cx="609685" cy="546536"/>
          </a:xfrm>
          <a:custGeom>
            <a:avLst/>
            <a:gdLst>
              <a:gd name="T0" fmla="*/ 2762 w 2806"/>
              <a:gd name="T1" fmla="*/ 2207 h 2519"/>
              <a:gd name="T2" fmla="*/ 2166 w 2806"/>
              <a:gd name="T3" fmla="*/ 1299 h 2519"/>
              <a:gd name="T4" fmla="*/ 2166 w 2806"/>
              <a:gd name="T5" fmla="*/ 934 h 2519"/>
              <a:gd name="T6" fmla="*/ 2166 w 2806"/>
              <a:gd name="T7" fmla="*/ 510 h 2519"/>
              <a:gd name="T8" fmla="*/ 2188 w 2806"/>
              <a:gd name="T9" fmla="*/ 510 h 2519"/>
              <a:gd name="T10" fmla="*/ 2255 w 2806"/>
              <a:gd name="T11" fmla="*/ 443 h 2519"/>
              <a:gd name="T12" fmla="*/ 2188 w 2806"/>
              <a:gd name="T13" fmla="*/ 376 h 2519"/>
              <a:gd name="T14" fmla="*/ 2166 w 2806"/>
              <a:gd name="T15" fmla="*/ 376 h 2519"/>
              <a:gd name="T16" fmla="*/ 2166 w 2806"/>
              <a:gd name="T17" fmla="*/ 66 h 2519"/>
              <a:gd name="T18" fmla="*/ 2100 w 2806"/>
              <a:gd name="T19" fmla="*/ 0 h 2519"/>
              <a:gd name="T20" fmla="*/ 1580 w 2806"/>
              <a:gd name="T21" fmla="*/ 0 h 2519"/>
              <a:gd name="T22" fmla="*/ 1514 w 2806"/>
              <a:gd name="T23" fmla="*/ 66 h 2519"/>
              <a:gd name="T24" fmla="*/ 1514 w 2806"/>
              <a:gd name="T25" fmla="*/ 376 h 2519"/>
              <a:gd name="T26" fmla="*/ 1492 w 2806"/>
              <a:gd name="T27" fmla="*/ 376 h 2519"/>
              <a:gd name="T28" fmla="*/ 1425 w 2806"/>
              <a:gd name="T29" fmla="*/ 443 h 2519"/>
              <a:gd name="T30" fmla="*/ 1492 w 2806"/>
              <a:gd name="T31" fmla="*/ 510 h 2519"/>
              <a:gd name="T32" fmla="*/ 1514 w 2806"/>
              <a:gd name="T33" fmla="*/ 510 h 2519"/>
              <a:gd name="T34" fmla="*/ 1514 w 2806"/>
              <a:gd name="T35" fmla="*/ 934 h 2519"/>
              <a:gd name="T36" fmla="*/ 1514 w 2806"/>
              <a:gd name="T37" fmla="*/ 1299 h 2519"/>
              <a:gd name="T38" fmla="*/ 918 w 2806"/>
              <a:gd name="T39" fmla="*/ 2207 h 2519"/>
              <a:gd name="T40" fmla="*/ 909 w 2806"/>
              <a:gd name="T41" fmla="*/ 2413 h 2519"/>
              <a:gd name="T42" fmla="*/ 1087 w 2806"/>
              <a:gd name="T43" fmla="*/ 2519 h 2519"/>
              <a:gd name="T44" fmla="*/ 2593 w 2806"/>
              <a:gd name="T45" fmla="*/ 2519 h 2519"/>
              <a:gd name="T46" fmla="*/ 2771 w 2806"/>
              <a:gd name="T47" fmla="*/ 2413 h 2519"/>
              <a:gd name="T48" fmla="*/ 2762 w 2806"/>
              <a:gd name="T49" fmla="*/ 2207 h 2519"/>
              <a:gd name="T50" fmla="*/ 2033 w 2806"/>
              <a:gd name="T51" fmla="*/ 510 h 2519"/>
              <a:gd name="T52" fmla="*/ 2033 w 2806"/>
              <a:gd name="T53" fmla="*/ 867 h 2519"/>
              <a:gd name="T54" fmla="*/ 1647 w 2806"/>
              <a:gd name="T55" fmla="*/ 867 h 2519"/>
              <a:gd name="T56" fmla="*/ 1647 w 2806"/>
              <a:gd name="T57" fmla="*/ 510 h 2519"/>
              <a:gd name="T58" fmla="*/ 2033 w 2806"/>
              <a:gd name="T59" fmla="*/ 510 h 2519"/>
              <a:gd name="T60" fmla="*/ 705 w 2806"/>
              <a:gd name="T61" fmla="*/ 971 h 2519"/>
              <a:gd name="T62" fmla="*/ 678 w 2806"/>
              <a:gd name="T63" fmla="*/ 971 h 2519"/>
              <a:gd name="T64" fmla="*/ 678 w 2806"/>
              <a:gd name="T65" fmla="*/ 723 h 2519"/>
              <a:gd name="T66" fmla="*/ 611 w 2806"/>
              <a:gd name="T67" fmla="*/ 656 h 2519"/>
              <a:gd name="T68" fmla="*/ 160 w 2806"/>
              <a:gd name="T69" fmla="*/ 656 h 2519"/>
              <a:gd name="T70" fmla="*/ 94 w 2806"/>
              <a:gd name="T71" fmla="*/ 723 h 2519"/>
              <a:gd name="T72" fmla="*/ 94 w 2806"/>
              <a:gd name="T73" fmla="*/ 971 h 2519"/>
              <a:gd name="T74" fmla="*/ 67 w 2806"/>
              <a:gd name="T75" fmla="*/ 971 h 2519"/>
              <a:gd name="T76" fmla="*/ 0 w 2806"/>
              <a:gd name="T77" fmla="*/ 1037 h 2519"/>
              <a:gd name="T78" fmla="*/ 67 w 2806"/>
              <a:gd name="T79" fmla="*/ 1104 h 2519"/>
              <a:gd name="T80" fmla="*/ 91 w 2806"/>
              <a:gd name="T81" fmla="*/ 1104 h 2519"/>
              <a:gd name="T82" fmla="*/ 91 w 2806"/>
              <a:gd name="T83" fmla="*/ 1503 h 2519"/>
              <a:gd name="T84" fmla="*/ 91 w 2806"/>
              <a:gd name="T85" fmla="*/ 2253 h 2519"/>
              <a:gd name="T86" fmla="*/ 357 w 2806"/>
              <a:gd name="T87" fmla="*/ 2519 h 2519"/>
              <a:gd name="T88" fmla="*/ 414 w 2806"/>
              <a:gd name="T89" fmla="*/ 2519 h 2519"/>
              <a:gd name="T90" fmla="*/ 681 w 2806"/>
              <a:gd name="T91" fmla="*/ 2253 h 2519"/>
              <a:gd name="T92" fmla="*/ 681 w 2806"/>
              <a:gd name="T93" fmla="*/ 1503 h 2519"/>
              <a:gd name="T94" fmla="*/ 681 w 2806"/>
              <a:gd name="T95" fmla="*/ 1104 h 2519"/>
              <a:gd name="T96" fmla="*/ 705 w 2806"/>
              <a:gd name="T97" fmla="*/ 1104 h 2519"/>
              <a:gd name="T98" fmla="*/ 771 w 2806"/>
              <a:gd name="T99" fmla="*/ 1037 h 2519"/>
              <a:gd name="T100" fmla="*/ 705 w 2806"/>
              <a:gd name="T101" fmla="*/ 971 h 2519"/>
              <a:gd name="T102" fmla="*/ 547 w 2806"/>
              <a:gd name="T103" fmla="*/ 1436 h 2519"/>
              <a:gd name="T104" fmla="*/ 224 w 2806"/>
              <a:gd name="T105" fmla="*/ 1436 h 2519"/>
              <a:gd name="T106" fmla="*/ 224 w 2806"/>
              <a:gd name="T107" fmla="*/ 1104 h 2519"/>
              <a:gd name="T108" fmla="*/ 547 w 2806"/>
              <a:gd name="T109" fmla="*/ 1104 h 2519"/>
              <a:gd name="T110" fmla="*/ 547 w 2806"/>
              <a:gd name="T111" fmla="*/ 1436 h 2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06" h="2519">
                <a:moveTo>
                  <a:pt x="2762" y="2207"/>
                </a:moveTo>
                <a:lnTo>
                  <a:pt x="2166" y="1299"/>
                </a:lnTo>
                <a:lnTo>
                  <a:pt x="2166" y="934"/>
                </a:lnTo>
                <a:lnTo>
                  <a:pt x="2166" y="510"/>
                </a:lnTo>
                <a:lnTo>
                  <a:pt x="2188" y="510"/>
                </a:lnTo>
                <a:cubicBezTo>
                  <a:pt x="2225" y="510"/>
                  <a:pt x="2255" y="480"/>
                  <a:pt x="2255" y="443"/>
                </a:cubicBezTo>
                <a:cubicBezTo>
                  <a:pt x="2255" y="406"/>
                  <a:pt x="2225" y="376"/>
                  <a:pt x="2188" y="376"/>
                </a:cubicBezTo>
                <a:lnTo>
                  <a:pt x="2166" y="376"/>
                </a:lnTo>
                <a:lnTo>
                  <a:pt x="2166" y="66"/>
                </a:lnTo>
                <a:cubicBezTo>
                  <a:pt x="2166" y="30"/>
                  <a:pt x="2137" y="0"/>
                  <a:pt x="2100" y="0"/>
                </a:cubicBezTo>
                <a:lnTo>
                  <a:pt x="1580" y="0"/>
                </a:lnTo>
                <a:cubicBezTo>
                  <a:pt x="1543" y="0"/>
                  <a:pt x="1514" y="30"/>
                  <a:pt x="1514" y="66"/>
                </a:cubicBezTo>
                <a:lnTo>
                  <a:pt x="1514" y="376"/>
                </a:lnTo>
                <a:lnTo>
                  <a:pt x="1492" y="376"/>
                </a:lnTo>
                <a:cubicBezTo>
                  <a:pt x="1455" y="376"/>
                  <a:pt x="1425" y="406"/>
                  <a:pt x="1425" y="443"/>
                </a:cubicBezTo>
                <a:cubicBezTo>
                  <a:pt x="1425" y="480"/>
                  <a:pt x="1455" y="510"/>
                  <a:pt x="1492" y="510"/>
                </a:cubicBezTo>
                <a:lnTo>
                  <a:pt x="1514" y="510"/>
                </a:lnTo>
                <a:lnTo>
                  <a:pt x="1514" y="934"/>
                </a:lnTo>
                <a:lnTo>
                  <a:pt x="1514" y="1299"/>
                </a:lnTo>
                <a:lnTo>
                  <a:pt x="918" y="2207"/>
                </a:lnTo>
                <a:cubicBezTo>
                  <a:pt x="877" y="2269"/>
                  <a:pt x="874" y="2348"/>
                  <a:pt x="909" y="2413"/>
                </a:cubicBezTo>
                <a:cubicBezTo>
                  <a:pt x="944" y="2479"/>
                  <a:pt x="1012" y="2519"/>
                  <a:pt x="1087" y="2519"/>
                </a:cubicBezTo>
                <a:lnTo>
                  <a:pt x="2593" y="2519"/>
                </a:lnTo>
                <a:cubicBezTo>
                  <a:pt x="2668" y="2519"/>
                  <a:pt x="2735" y="2479"/>
                  <a:pt x="2771" y="2413"/>
                </a:cubicBezTo>
                <a:cubicBezTo>
                  <a:pt x="2806" y="2348"/>
                  <a:pt x="2803" y="2269"/>
                  <a:pt x="2762" y="2207"/>
                </a:cubicBezTo>
                <a:close/>
                <a:moveTo>
                  <a:pt x="2033" y="510"/>
                </a:moveTo>
                <a:lnTo>
                  <a:pt x="2033" y="867"/>
                </a:lnTo>
                <a:lnTo>
                  <a:pt x="1647" y="867"/>
                </a:lnTo>
                <a:lnTo>
                  <a:pt x="1647" y="510"/>
                </a:lnTo>
                <a:lnTo>
                  <a:pt x="2033" y="510"/>
                </a:lnTo>
                <a:close/>
                <a:moveTo>
                  <a:pt x="705" y="971"/>
                </a:moveTo>
                <a:lnTo>
                  <a:pt x="678" y="971"/>
                </a:lnTo>
                <a:lnTo>
                  <a:pt x="678" y="723"/>
                </a:lnTo>
                <a:cubicBezTo>
                  <a:pt x="678" y="686"/>
                  <a:pt x="648" y="656"/>
                  <a:pt x="611" y="656"/>
                </a:cubicBezTo>
                <a:lnTo>
                  <a:pt x="160" y="656"/>
                </a:lnTo>
                <a:cubicBezTo>
                  <a:pt x="123" y="656"/>
                  <a:pt x="94" y="686"/>
                  <a:pt x="94" y="723"/>
                </a:cubicBezTo>
                <a:lnTo>
                  <a:pt x="94" y="971"/>
                </a:lnTo>
                <a:lnTo>
                  <a:pt x="67" y="971"/>
                </a:lnTo>
                <a:cubicBezTo>
                  <a:pt x="30" y="971"/>
                  <a:pt x="0" y="1000"/>
                  <a:pt x="0" y="1037"/>
                </a:cubicBezTo>
                <a:cubicBezTo>
                  <a:pt x="0" y="1074"/>
                  <a:pt x="30" y="1104"/>
                  <a:pt x="67" y="1104"/>
                </a:cubicBezTo>
                <a:lnTo>
                  <a:pt x="91" y="1104"/>
                </a:lnTo>
                <a:lnTo>
                  <a:pt x="91" y="1503"/>
                </a:lnTo>
                <a:lnTo>
                  <a:pt x="91" y="2253"/>
                </a:lnTo>
                <a:cubicBezTo>
                  <a:pt x="91" y="2400"/>
                  <a:pt x="210" y="2519"/>
                  <a:pt x="357" y="2519"/>
                </a:cubicBezTo>
                <a:lnTo>
                  <a:pt x="414" y="2519"/>
                </a:lnTo>
                <a:cubicBezTo>
                  <a:pt x="561" y="2519"/>
                  <a:pt x="681" y="2400"/>
                  <a:pt x="681" y="2253"/>
                </a:cubicBezTo>
                <a:lnTo>
                  <a:pt x="681" y="1503"/>
                </a:lnTo>
                <a:lnTo>
                  <a:pt x="681" y="1104"/>
                </a:lnTo>
                <a:lnTo>
                  <a:pt x="705" y="1104"/>
                </a:lnTo>
                <a:cubicBezTo>
                  <a:pt x="741" y="1104"/>
                  <a:pt x="771" y="1074"/>
                  <a:pt x="771" y="1037"/>
                </a:cubicBezTo>
                <a:cubicBezTo>
                  <a:pt x="771" y="1000"/>
                  <a:pt x="741" y="971"/>
                  <a:pt x="705" y="971"/>
                </a:cubicBezTo>
                <a:close/>
                <a:moveTo>
                  <a:pt x="547" y="1436"/>
                </a:moveTo>
                <a:lnTo>
                  <a:pt x="224" y="1436"/>
                </a:lnTo>
                <a:lnTo>
                  <a:pt x="224" y="1104"/>
                </a:lnTo>
                <a:lnTo>
                  <a:pt x="547" y="1104"/>
                </a:lnTo>
                <a:lnTo>
                  <a:pt x="547" y="1436"/>
                </a:lnTo>
                <a:close/>
              </a:path>
            </a:pathLst>
          </a:custGeom>
          <a:solidFill>
            <a:schemeClr val="accent1"/>
          </a:solidFill>
          <a:ln>
            <a:noFill/>
          </a:ln>
        </p:spPr>
      </p:sp>
      <p:sp>
        <p:nvSpPr>
          <p:cNvPr id="29" name="test-tube_112732">
            <a:extLst>
              <a:ext uri="{FF2B5EF4-FFF2-40B4-BE49-F238E27FC236}">
                <a16:creationId xmlns:a16="http://schemas.microsoft.com/office/drawing/2014/main" id="{CFBE6D08-9CFA-43AE-B0A1-5DA7F43D8064}"/>
              </a:ext>
            </a:extLst>
          </p:cNvPr>
          <p:cNvSpPr>
            <a:spLocks noChangeAspect="1"/>
          </p:cNvSpPr>
          <p:nvPr/>
        </p:nvSpPr>
        <p:spPr bwMode="auto">
          <a:xfrm>
            <a:off x="5791157" y="5461000"/>
            <a:ext cx="609685" cy="608840"/>
          </a:xfrm>
          <a:custGeom>
            <a:avLst/>
            <a:gdLst>
              <a:gd name="connsiteX0" fmla="*/ 247380 w 608058"/>
              <a:gd name="connsiteY0" fmla="*/ 245427 h 607216"/>
              <a:gd name="connsiteX1" fmla="*/ 254268 w 608058"/>
              <a:gd name="connsiteY1" fmla="*/ 248237 h 607216"/>
              <a:gd name="connsiteX2" fmla="*/ 265523 w 608058"/>
              <a:gd name="connsiteY2" fmla="*/ 271104 h 607216"/>
              <a:gd name="connsiteX3" fmla="*/ 271344 w 608058"/>
              <a:gd name="connsiteY3" fmla="*/ 283604 h 607216"/>
              <a:gd name="connsiteX4" fmla="*/ 283957 w 608058"/>
              <a:gd name="connsiteY4" fmla="*/ 289514 h 607216"/>
              <a:gd name="connsiteX5" fmla="*/ 306853 w 608058"/>
              <a:gd name="connsiteY5" fmla="*/ 300754 h 607216"/>
              <a:gd name="connsiteX6" fmla="*/ 318108 w 608058"/>
              <a:gd name="connsiteY6" fmla="*/ 323622 h 607216"/>
              <a:gd name="connsiteX7" fmla="*/ 323929 w 608058"/>
              <a:gd name="connsiteY7" fmla="*/ 336121 h 607216"/>
              <a:gd name="connsiteX8" fmla="*/ 336541 w 608058"/>
              <a:gd name="connsiteY8" fmla="*/ 342032 h 607216"/>
              <a:gd name="connsiteX9" fmla="*/ 359438 w 608058"/>
              <a:gd name="connsiteY9" fmla="*/ 353271 h 607216"/>
              <a:gd name="connsiteX10" fmla="*/ 359729 w 608058"/>
              <a:gd name="connsiteY10" fmla="*/ 353659 h 607216"/>
              <a:gd name="connsiteX11" fmla="*/ 358856 w 608058"/>
              <a:gd name="connsiteY11" fmla="*/ 367515 h 607216"/>
              <a:gd name="connsiteX12" fmla="*/ 182280 w 608058"/>
              <a:gd name="connsiteY12" fmla="*/ 543865 h 607216"/>
              <a:gd name="connsiteX13" fmla="*/ 122807 w 608058"/>
              <a:gd name="connsiteY13" fmla="*/ 568476 h 607216"/>
              <a:gd name="connsiteX14" fmla="*/ 63431 w 608058"/>
              <a:gd name="connsiteY14" fmla="*/ 543865 h 607216"/>
              <a:gd name="connsiteX15" fmla="*/ 63431 w 608058"/>
              <a:gd name="connsiteY15" fmla="*/ 425071 h 607216"/>
              <a:gd name="connsiteX16" fmla="*/ 138233 w 608058"/>
              <a:gd name="connsiteY16" fmla="*/ 350365 h 607216"/>
              <a:gd name="connsiteX17" fmla="*/ 151913 w 608058"/>
              <a:gd name="connsiteY17" fmla="*/ 350365 h 607216"/>
              <a:gd name="connsiteX18" fmla="*/ 151913 w 608058"/>
              <a:gd name="connsiteY18" fmla="*/ 364124 h 607216"/>
              <a:gd name="connsiteX19" fmla="*/ 77110 w 608058"/>
              <a:gd name="connsiteY19" fmla="*/ 438830 h 607216"/>
              <a:gd name="connsiteX20" fmla="*/ 77110 w 608058"/>
              <a:gd name="connsiteY20" fmla="*/ 530202 h 607216"/>
              <a:gd name="connsiteX21" fmla="*/ 122807 w 608058"/>
              <a:gd name="connsiteY21" fmla="*/ 549097 h 607216"/>
              <a:gd name="connsiteX22" fmla="*/ 168600 w 608058"/>
              <a:gd name="connsiteY22" fmla="*/ 530202 h 607216"/>
              <a:gd name="connsiteX23" fmla="*/ 337026 w 608058"/>
              <a:gd name="connsiteY23" fmla="*/ 361895 h 607216"/>
              <a:gd name="connsiteX24" fmla="*/ 333146 w 608058"/>
              <a:gd name="connsiteY24" fmla="*/ 361120 h 607216"/>
              <a:gd name="connsiteX25" fmla="*/ 310249 w 608058"/>
              <a:gd name="connsiteY25" fmla="*/ 349880 h 607216"/>
              <a:gd name="connsiteX26" fmla="*/ 298995 w 608058"/>
              <a:gd name="connsiteY26" fmla="*/ 327013 h 607216"/>
              <a:gd name="connsiteX27" fmla="*/ 293077 w 608058"/>
              <a:gd name="connsiteY27" fmla="*/ 314416 h 607216"/>
              <a:gd name="connsiteX28" fmla="*/ 280561 w 608058"/>
              <a:gd name="connsiteY28" fmla="*/ 308603 h 607216"/>
              <a:gd name="connsiteX29" fmla="*/ 257664 w 608058"/>
              <a:gd name="connsiteY29" fmla="*/ 297363 h 607216"/>
              <a:gd name="connsiteX30" fmla="*/ 246410 w 608058"/>
              <a:gd name="connsiteY30" fmla="*/ 274496 h 607216"/>
              <a:gd name="connsiteX31" fmla="*/ 245634 w 608058"/>
              <a:gd name="connsiteY31" fmla="*/ 270523 h 607216"/>
              <a:gd name="connsiteX32" fmla="*/ 179369 w 608058"/>
              <a:gd name="connsiteY32" fmla="*/ 336702 h 607216"/>
              <a:gd name="connsiteX33" fmla="*/ 165689 w 608058"/>
              <a:gd name="connsiteY33" fmla="*/ 336702 h 607216"/>
              <a:gd name="connsiteX34" fmla="*/ 165689 w 608058"/>
              <a:gd name="connsiteY34" fmla="*/ 322943 h 607216"/>
              <a:gd name="connsiteX35" fmla="*/ 240492 w 608058"/>
              <a:gd name="connsiteY35" fmla="*/ 248237 h 607216"/>
              <a:gd name="connsiteX36" fmla="*/ 247380 w 608058"/>
              <a:gd name="connsiteY36" fmla="*/ 245427 h 607216"/>
              <a:gd name="connsiteX37" fmla="*/ 303366 w 608058"/>
              <a:gd name="connsiteY37" fmla="*/ 210538 h 607216"/>
              <a:gd name="connsiteX38" fmla="*/ 317146 w 608058"/>
              <a:gd name="connsiteY38" fmla="*/ 210538 h 607216"/>
              <a:gd name="connsiteX39" fmla="*/ 317146 w 608058"/>
              <a:gd name="connsiteY39" fmla="*/ 224304 h 607216"/>
              <a:gd name="connsiteX40" fmla="*/ 314235 w 608058"/>
              <a:gd name="connsiteY40" fmla="*/ 231091 h 607216"/>
              <a:gd name="connsiteX41" fmla="*/ 317146 w 608058"/>
              <a:gd name="connsiteY41" fmla="*/ 237974 h 607216"/>
              <a:gd name="connsiteX42" fmla="*/ 323939 w 608058"/>
              <a:gd name="connsiteY42" fmla="*/ 240786 h 607216"/>
              <a:gd name="connsiteX43" fmla="*/ 330829 w 608058"/>
              <a:gd name="connsiteY43" fmla="*/ 237974 h 607216"/>
              <a:gd name="connsiteX44" fmla="*/ 333643 w 608058"/>
              <a:gd name="connsiteY44" fmla="*/ 231091 h 607216"/>
              <a:gd name="connsiteX45" fmla="*/ 330829 w 608058"/>
              <a:gd name="connsiteY45" fmla="*/ 224304 h 607216"/>
              <a:gd name="connsiteX46" fmla="*/ 330829 w 608058"/>
              <a:gd name="connsiteY46" fmla="*/ 210538 h 607216"/>
              <a:gd name="connsiteX47" fmla="*/ 344511 w 608058"/>
              <a:gd name="connsiteY47" fmla="*/ 210538 h 607216"/>
              <a:gd name="connsiteX48" fmla="*/ 353051 w 608058"/>
              <a:gd name="connsiteY48" fmla="*/ 231091 h 607216"/>
              <a:gd name="connsiteX49" fmla="*/ 344511 w 608058"/>
              <a:gd name="connsiteY49" fmla="*/ 251644 h 607216"/>
              <a:gd name="connsiteX50" fmla="*/ 323939 w 608058"/>
              <a:gd name="connsiteY50" fmla="*/ 260175 h 607216"/>
              <a:gd name="connsiteX51" fmla="*/ 303366 w 608058"/>
              <a:gd name="connsiteY51" fmla="*/ 251644 h 607216"/>
              <a:gd name="connsiteX52" fmla="*/ 303366 w 608058"/>
              <a:gd name="connsiteY52" fmla="*/ 210538 h 607216"/>
              <a:gd name="connsiteX53" fmla="*/ 410897 w 608058"/>
              <a:gd name="connsiteY53" fmla="*/ 208345 h 607216"/>
              <a:gd name="connsiteX54" fmla="*/ 424566 w 608058"/>
              <a:gd name="connsiteY54" fmla="*/ 208345 h 607216"/>
              <a:gd name="connsiteX55" fmla="*/ 424566 w 608058"/>
              <a:gd name="connsiteY55" fmla="*/ 221997 h 607216"/>
              <a:gd name="connsiteX56" fmla="*/ 424566 w 608058"/>
              <a:gd name="connsiteY56" fmla="*/ 235648 h 607216"/>
              <a:gd name="connsiteX57" fmla="*/ 431450 w 608058"/>
              <a:gd name="connsiteY57" fmla="*/ 238553 h 607216"/>
              <a:gd name="connsiteX58" fmla="*/ 438333 w 608058"/>
              <a:gd name="connsiteY58" fmla="*/ 235648 h 607216"/>
              <a:gd name="connsiteX59" fmla="*/ 438333 w 608058"/>
              <a:gd name="connsiteY59" fmla="*/ 221997 h 607216"/>
              <a:gd name="connsiteX60" fmla="*/ 438333 w 608058"/>
              <a:gd name="connsiteY60" fmla="*/ 208345 h 607216"/>
              <a:gd name="connsiteX61" fmla="*/ 452002 w 608058"/>
              <a:gd name="connsiteY61" fmla="*/ 208345 h 607216"/>
              <a:gd name="connsiteX62" fmla="*/ 452002 w 608058"/>
              <a:gd name="connsiteY62" fmla="*/ 249397 h 607216"/>
              <a:gd name="connsiteX63" fmla="*/ 431450 w 608058"/>
              <a:gd name="connsiteY63" fmla="*/ 257917 h 607216"/>
              <a:gd name="connsiteX64" fmla="*/ 410897 w 608058"/>
              <a:gd name="connsiteY64" fmla="*/ 249397 h 607216"/>
              <a:gd name="connsiteX65" fmla="*/ 410897 w 608058"/>
              <a:gd name="connsiteY65" fmla="*/ 208345 h 607216"/>
              <a:gd name="connsiteX66" fmla="*/ 409739 w 608058"/>
              <a:gd name="connsiteY66" fmla="*/ 19378 h 607216"/>
              <a:gd name="connsiteX67" fmla="*/ 402850 w 608058"/>
              <a:gd name="connsiteY67" fmla="*/ 22188 h 607216"/>
              <a:gd name="connsiteX68" fmla="*/ 400036 w 608058"/>
              <a:gd name="connsiteY68" fmla="*/ 29067 h 607216"/>
              <a:gd name="connsiteX69" fmla="*/ 402850 w 608058"/>
              <a:gd name="connsiteY69" fmla="*/ 35947 h 607216"/>
              <a:gd name="connsiteX70" fmla="*/ 405955 w 608058"/>
              <a:gd name="connsiteY70" fmla="*/ 38950 h 607216"/>
              <a:gd name="connsiteX71" fmla="*/ 407604 w 608058"/>
              <a:gd name="connsiteY71" fmla="*/ 40307 h 607216"/>
              <a:gd name="connsiteX72" fmla="*/ 408866 w 608058"/>
              <a:gd name="connsiteY72" fmla="*/ 41857 h 607216"/>
              <a:gd name="connsiteX73" fmla="*/ 434969 w 608058"/>
              <a:gd name="connsiteY73" fmla="*/ 67630 h 607216"/>
              <a:gd name="connsiteX74" fmla="*/ 435066 w 608058"/>
              <a:gd name="connsiteY74" fmla="*/ 81388 h 607216"/>
              <a:gd name="connsiteX75" fmla="*/ 421384 w 608058"/>
              <a:gd name="connsiteY75" fmla="*/ 81485 h 607216"/>
              <a:gd name="connsiteX76" fmla="*/ 400618 w 608058"/>
              <a:gd name="connsiteY76" fmla="*/ 60944 h 607216"/>
              <a:gd name="connsiteX77" fmla="*/ 49634 w 608058"/>
              <a:gd name="connsiteY77" fmla="*/ 411399 h 607216"/>
              <a:gd name="connsiteX78" fmla="*/ 49634 w 608058"/>
              <a:gd name="connsiteY78" fmla="*/ 557608 h 607216"/>
              <a:gd name="connsiteX79" fmla="*/ 122800 w 608058"/>
              <a:gd name="connsiteY79" fmla="*/ 587838 h 607216"/>
              <a:gd name="connsiteX80" fmla="*/ 196063 w 608058"/>
              <a:gd name="connsiteY80" fmla="*/ 557608 h 607216"/>
              <a:gd name="connsiteX81" fmla="*/ 546950 w 608058"/>
              <a:gd name="connsiteY81" fmla="*/ 207153 h 607216"/>
              <a:gd name="connsiteX82" fmla="*/ 448554 w 608058"/>
              <a:gd name="connsiteY82" fmla="*/ 109002 h 607216"/>
              <a:gd name="connsiteX83" fmla="*/ 448554 w 608058"/>
              <a:gd name="connsiteY83" fmla="*/ 95341 h 607216"/>
              <a:gd name="connsiteX84" fmla="*/ 462333 w 608058"/>
              <a:gd name="connsiteY84" fmla="*/ 95341 h 607216"/>
              <a:gd name="connsiteX85" fmla="*/ 565969 w 608058"/>
              <a:gd name="connsiteY85" fmla="*/ 198820 h 607216"/>
              <a:gd name="connsiteX86" fmla="*/ 567716 w 608058"/>
              <a:gd name="connsiteY86" fmla="*/ 200177 h 607216"/>
              <a:gd name="connsiteX87" fmla="*/ 569074 w 608058"/>
              <a:gd name="connsiteY87" fmla="*/ 201824 h 607216"/>
              <a:gd name="connsiteX88" fmla="*/ 572082 w 608058"/>
              <a:gd name="connsiteY88" fmla="*/ 204925 h 607216"/>
              <a:gd name="connsiteX89" fmla="*/ 578972 w 608058"/>
              <a:gd name="connsiteY89" fmla="*/ 207734 h 607216"/>
              <a:gd name="connsiteX90" fmla="*/ 585764 w 608058"/>
              <a:gd name="connsiteY90" fmla="*/ 204925 h 607216"/>
              <a:gd name="connsiteX91" fmla="*/ 585764 w 608058"/>
              <a:gd name="connsiteY91" fmla="*/ 191166 h 607216"/>
              <a:gd name="connsiteX92" fmla="*/ 416532 w 608058"/>
              <a:gd name="connsiteY92" fmla="*/ 22188 h 607216"/>
              <a:gd name="connsiteX93" fmla="*/ 409739 w 608058"/>
              <a:gd name="connsiteY93" fmla="*/ 19378 h 607216"/>
              <a:gd name="connsiteX94" fmla="*/ 409739 w 608058"/>
              <a:gd name="connsiteY94" fmla="*/ 0 h 607216"/>
              <a:gd name="connsiteX95" fmla="*/ 430311 w 608058"/>
              <a:gd name="connsiteY95" fmla="*/ 8526 h 607216"/>
              <a:gd name="connsiteX96" fmla="*/ 599544 w 608058"/>
              <a:gd name="connsiteY96" fmla="*/ 177504 h 607216"/>
              <a:gd name="connsiteX97" fmla="*/ 599544 w 608058"/>
              <a:gd name="connsiteY97" fmla="*/ 218586 h 607216"/>
              <a:gd name="connsiteX98" fmla="*/ 578972 w 608058"/>
              <a:gd name="connsiteY98" fmla="*/ 227113 h 607216"/>
              <a:gd name="connsiteX99" fmla="*/ 560729 w 608058"/>
              <a:gd name="connsiteY99" fmla="*/ 220718 h 607216"/>
              <a:gd name="connsiteX100" fmla="*/ 209746 w 608058"/>
              <a:gd name="connsiteY100" fmla="*/ 571269 h 607216"/>
              <a:gd name="connsiteX101" fmla="*/ 122800 w 608058"/>
              <a:gd name="connsiteY101" fmla="*/ 607216 h 607216"/>
              <a:gd name="connsiteX102" fmla="*/ 35952 w 608058"/>
              <a:gd name="connsiteY102" fmla="*/ 571269 h 607216"/>
              <a:gd name="connsiteX103" fmla="*/ 35952 w 608058"/>
              <a:gd name="connsiteY103" fmla="*/ 397738 h 607216"/>
              <a:gd name="connsiteX104" fmla="*/ 386936 w 608058"/>
              <a:gd name="connsiteY104" fmla="*/ 47186 h 607216"/>
              <a:gd name="connsiteX105" fmla="*/ 380628 w 608058"/>
              <a:gd name="connsiteY105" fmla="*/ 29067 h 607216"/>
              <a:gd name="connsiteX106" fmla="*/ 389070 w 608058"/>
              <a:gd name="connsiteY106" fmla="*/ 8526 h 607216"/>
              <a:gd name="connsiteX107" fmla="*/ 409739 w 608058"/>
              <a:gd name="connsiteY107" fmla="*/ 0 h 607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608058" h="607216">
                <a:moveTo>
                  <a:pt x="247380" y="245427"/>
                </a:moveTo>
                <a:cubicBezTo>
                  <a:pt x="249903" y="245427"/>
                  <a:pt x="252425" y="246396"/>
                  <a:pt x="254268" y="248237"/>
                </a:cubicBezTo>
                <a:cubicBezTo>
                  <a:pt x="262903" y="256958"/>
                  <a:pt x="264456" y="265097"/>
                  <a:pt x="265523" y="271104"/>
                </a:cubicBezTo>
                <a:cubicBezTo>
                  <a:pt x="266396" y="276143"/>
                  <a:pt x="266978" y="279243"/>
                  <a:pt x="271344" y="283604"/>
                </a:cubicBezTo>
                <a:cubicBezTo>
                  <a:pt x="275807" y="288061"/>
                  <a:pt x="278911" y="288545"/>
                  <a:pt x="283957" y="289514"/>
                </a:cubicBezTo>
                <a:cubicBezTo>
                  <a:pt x="289875" y="290580"/>
                  <a:pt x="298122" y="292034"/>
                  <a:pt x="306853" y="300754"/>
                </a:cubicBezTo>
                <a:cubicBezTo>
                  <a:pt x="315585" y="309475"/>
                  <a:pt x="317040" y="317614"/>
                  <a:pt x="318108" y="323622"/>
                </a:cubicBezTo>
                <a:cubicBezTo>
                  <a:pt x="318981" y="328660"/>
                  <a:pt x="319563" y="331761"/>
                  <a:pt x="323929" y="336121"/>
                </a:cubicBezTo>
                <a:cubicBezTo>
                  <a:pt x="328392" y="340578"/>
                  <a:pt x="331496" y="341160"/>
                  <a:pt x="336541" y="342032"/>
                </a:cubicBezTo>
                <a:cubicBezTo>
                  <a:pt x="342557" y="343097"/>
                  <a:pt x="350706" y="344551"/>
                  <a:pt x="359438" y="353271"/>
                </a:cubicBezTo>
                <a:cubicBezTo>
                  <a:pt x="359535" y="353368"/>
                  <a:pt x="359632" y="353562"/>
                  <a:pt x="359729" y="353659"/>
                </a:cubicBezTo>
                <a:cubicBezTo>
                  <a:pt x="361864" y="355985"/>
                  <a:pt x="364483" y="361895"/>
                  <a:pt x="358856" y="367515"/>
                </a:cubicBezTo>
                <a:lnTo>
                  <a:pt x="182280" y="543865"/>
                </a:lnTo>
                <a:cubicBezTo>
                  <a:pt x="166466" y="559755"/>
                  <a:pt x="145315" y="568476"/>
                  <a:pt x="122807" y="568476"/>
                </a:cubicBezTo>
                <a:cubicBezTo>
                  <a:pt x="100395" y="568476"/>
                  <a:pt x="79245" y="559755"/>
                  <a:pt x="63431" y="543865"/>
                </a:cubicBezTo>
                <a:cubicBezTo>
                  <a:pt x="30638" y="511114"/>
                  <a:pt x="30638" y="457822"/>
                  <a:pt x="63431" y="425071"/>
                </a:cubicBezTo>
                <a:lnTo>
                  <a:pt x="138233" y="350365"/>
                </a:lnTo>
                <a:cubicBezTo>
                  <a:pt x="142017" y="346586"/>
                  <a:pt x="148129" y="346586"/>
                  <a:pt x="151913" y="350365"/>
                </a:cubicBezTo>
                <a:cubicBezTo>
                  <a:pt x="155696" y="354144"/>
                  <a:pt x="155696" y="360248"/>
                  <a:pt x="151913" y="364124"/>
                </a:cubicBezTo>
                <a:lnTo>
                  <a:pt x="77110" y="438830"/>
                </a:lnTo>
                <a:cubicBezTo>
                  <a:pt x="51885" y="464023"/>
                  <a:pt x="51885" y="505010"/>
                  <a:pt x="77110" y="530202"/>
                </a:cubicBezTo>
                <a:cubicBezTo>
                  <a:pt x="89335" y="542314"/>
                  <a:pt x="105537" y="549097"/>
                  <a:pt x="122807" y="549097"/>
                </a:cubicBezTo>
                <a:cubicBezTo>
                  <a:pt x="140173" y="549097"/>
                  <a:pt x="156376" y="542314"/>
                  <a:pt x="168600" y="530202"/>
                </a:cubicBezTo>
                <a:lnTo>
                  <a:pt x="337026" y="361895"/>
                </a:lnTo>
                <a:cubicBezTo>
                  <a:pt x="335862" y="361604"/>
                  <a:pt x="334601" y="361411"/>
                  <a:pt x="333146" y="361120"/>
                </a:cubicBezTo>
                <a:cubicBezTo>
                  <a:pt x="327130" y="360054"/>
                  <a:pt x="318981" y="358601"/>
                  <a:pt x="310249" y="349880"/>
                </a:cubicBezTo>
                <a:cubicBezTo>
                  <a:pt x="301517" y="341160"/>
                  <a:pt x="300062" y="333020"/>
                  <a:pt x="298995" y="327013"/>
                </a:cubicBezTo>
                <a:cubicBezTo>
                  <a:pt x="298025" y="321974"/>
                  <a:pt x="297539" y="318874"/>
                  <a:pt x="293077" y="314416"/>
                </a:cubicBezTo>
                <a:cubicBezTo>
                  <a:pt x="288710" y="310056"/>
                  <a:pt x="285606" y="309475"/>
                  <a:pt x="280561" y="308603"/>
                </a:cubicBezTo>
                <a:cubicBezTo>
                  <a:pt x="274546" y="307537"/>
                  <a:pt x="266396" y="306083"/>
                  <a:pt x="257664" y="297363"/>
                </a:cubicBezTo>
                <a:cubicBezTo>
                  <a:pt x="248932" y="288642"/>
                  <a:pt x="247477" y="280406"/>
                  <a:pt x="246410" y="274496"/>
                </a:cubicBezTo>
                <a:cubicBezTo>
                  <a:pt x="246119" y="273042"/>
                  <a:pt x="245925" y="271783"/>
                  <a:pt x="245634" y="270523"/>
                </a:cubicBezTo>
                <a:lnTo>
                  <a:pt x="179369" y="336702"/>
                </a:lnTo>
                <a:cubicBezTo>
                  <a:pt x="175585" y="340481"/>
                  <a:pt x="169473" y="340481"/>
                  <a:pt x="165689" y="336702"/>
                </a:cubicBezTo>
                <a:cubicBezTo>
                  <a:pt x="161906" y="332923"/>
                  <a:pt x="161906" y="326722"/>
                  <a:pt x="165689" y="322943"/>
                </a:cubicBezTo>
                <a:lnTo>
                  <a:pt x="240492" y="248237"/>
                </a:lnTo>
                <a:cubicBezTo>
                  <a:pt x="242335" y="246396"/>
                  <a:pt x="244761" y="245427"/>
                  <a:pt x="247380" y="245427"/>
                </a:cubicBezTo>
                <a:close/>
                <a:moveTo>
                  <a:pt x="303366" y="210538"/>
                </a:moveTo>
                <a:cubicBezTo>
                  <a:pt x="307151" y="206757"/>
                  <a:pt x="313361" y="206757"/>
                  <a:pt x="317146" y="210538"/>
                </a:cubicBezTo>
                <a:cubicBezTo>
                  <a:pt x="320930" y="214319"/>
                  <a:pt x="320930" y="220427"/>
                  <a:pt x="317146" y="224304"/>
                </a:cubicBezTo>
                <a:cubicBezTo>
                  <a:pt x="315302" y="226050"/>
                  <a:pt x="314235" y="228570"/>
                  <a:pt x="314235" y="231091"/>
                </a:cubicBezTo>
                <a:cubicBezTo>
                  <a:pt x="314235" y="233708"/>
                  <a:pt x="315302" y="236132"/>
                  <a:pt x="317146" y="237974"/>
                </a:cubicBezTo>
                <a:cubicBezTo>
                  <a:pt x="318990" y="239816"/>
                  <a:pt x="321416" y="240786"/>
                  <a:pt x="323939" y="240786"/>
                </a:cubicBezTo>
                <a:cubicBezTo>
                  <a:pt x="326559" y="240786"/>
                  <a:pt x="328985" y="239816"/>
                  <a:pt x="330829" y="237974"/>
                </a:cubicBezTo>
                <a:cubicBezTo>
                  <a:pt x="332672" y="236132"/>
                  <a:pt x="333643" y="233708"/>
                  <a:pt x="333643" y="231091"/>
                </a:cubicBezTo>
                <a:cubicBezTo>
                  <a:pt x="333643" y="228570"/>
                  <a:pt x="332672" y="226050"/>
                  <a:pt x="330829" y="224304"/>
                </a:cubicBezTo>
                <a:cubicBezTo>
                  <a:pt x="327044" y="220427"/>
                  <a:pt x="327044" y="214319"/>
                  <a:pt x="330829" y="210538"/>
                </a:cubicBezTo>
                <a:cubicBezTo>
                  <a:pt x="334613" y="206757"/>
                  <a:pt x="340727" y="206757"/>
                  <a:pt x="344511" y="210538"/>
                </a:cubicBezTo>
                <a:cubicBezTo>
                  <a:pt x="350043" y="216064"/>
                  <a:pt x="353051" y="223335"/>
                  <a:pt x="353051" y="231091"/>
                </a:cubicBezTo>
                <a:cubicBezTo>
                  <a:pt x="353051" y="238847"/>
                  <a:pt x="350043" y="246215"/>
                  <a:pt x="344511" y="251644"/>
                </a:cubicBezTo>
                <a:cubicBezTo>
                  <a:pt x="339077" y="257170"/>
                  <a:pt x="331702" y="260175"/>
                  <a:pt x="323939" y="260175"/>
                </a:cubicBezTo>
                <a:cubicBezTo>
                  <a:pt x="316175" y="260175"/>
                  <a:pt x="308897" y="257170"/>
                  <a:pt x="303366" y="251644"/>
                </a:cubicBezTo>
                <a:cubicBezTo>
                  <a:pt x="292012" y="240301"/>
                  <a:pt x="292012" y="221881"/>
                  <a:pt x="303366" y="210538"/>
                </a:cubicBezTo>
                <a:close/>
                <a:moveTo>
                  <a:pt x="410897" y="208345"/>
                </a:moveTo>
                <a:cubicBezTo>
                  <a:pt x="414678" y="204569"/>
                  <a:pt x="420785" y="204569"/>
                  <a:pt x="424566" y="208345"/>
                </a:cubicBezTo>
                <a:cubicBezTo>
                  <a:pt x="428347" y="212121"/>
                  <a:pt x="428347" y="218221"/>
                  <a:pt x="424566" y="221997"/>
                </a:cubicBezTo>
                <a:cubicBezTo>
                  <a:pt x="420785" y="225773"/>
                  <a:pt x="420785" y="231872"/>
                  <a:pt x="424566" y="235648"/>
                </a:cubicBezTo>
                <a:cubicBezTo>
                  <a:pt x="426408" y="237488"/>
                  <a:pt x="428832" y="238553"/>
                  <a:pt x="431450" y="238553"/>
                </a:cubicBezTo>
                <a:cubicBezTo>
                  <a:pt x="434067" y="238553"/>
                  <a:pt x="436491" y="237488"/>
                  <a:pt x="438333" y="235648"/>
                </a:cubicBezTo>
                <a:cubicBezTo>
                  <a:pt x="442114" y="231872"/>
                  <a:pt x="442114" y="225773"/>
                  <a:pt x="438333" y="221997"/>
                </a:cubicBezTo>
                <a:cubicBezTo>
                  <a:pt x="434552" y="218221"/>
                  <a:pt x="434552" y="212121"/>
                  <a:pt x="438333" y="208345"/>
                </a:cubicBezTo>
                <a:cubicBezTo>
                  <a:pt x="442114" y="204569"/>
                  <a:pt x="448221" y="204569"/>
                  <a:pt x="452002" y="208345"/>
                </a:cubicBezTo>
                <a:cubicBezTo>
                  <a:pt x="463345" y="219673"/>
                  <a:pt x="463345" y="238069"/>
                  <a:pt x="452002" y="249397"/>
                </a:cubicBezTo>
                <a:cubicBezTo>
                  <a:pt x="446573" y="254819"/>
                  <a:pt x="439205" y="257917"/>
                  <a:pt x="431450" y="257917"/>
                </a:cubicBezTo>
                <a:cubicBezTo>
                  <a:pt x="423694" y="257917"/>
                  <a:pt x="416423" y="254819"/>
                  <a:pt x="410897" y="249397"/>
                </a:cubicBezTo>
                <a:cubicBezTo>
                  <a:pt x="399554" y="238069"/>
                  <a:pt x="399554" y="219673"/>
                  <a:pt x="410897" y="208345"/>
                </a:cubicBezTo>
                <a:close/>
                <a:moveTo>
                  <a:pt x="409739" y="19378"/>
                </a:moveTo>
                <a:cubicBezTo>
                  <a:pt x="407119" y="19378"/>
                  <a:pt x="404693" y="20347"/>
                  <a:pt x="402850" y="22188"/>
                </a:cubicBezTo>
                <a:cubicBezTo>
                  <a:pt x="401006" y="24029"/>
                  <a:pt x="400036" y="26451"/>
                  <a:pt x="400036" y="29067"/>
                </a:cubicBezTo>
                <a:cubicBezTo>
                  <a:pt x="400036" y="31683"/>
                  <a:pt x="401006" y="34106"/>
                  <a:pt x="402850" y="35947"/>
                </a:cubicBezTo>
                <a:lnTo>
                  <a:pt x="405955" y="38950"/>
                </a:lnTo>
                <a:cubicBezTo>
                  <a:pt x="406537" y="39338"/>
                  <a:pt x="407119" y="39822"/>
                  <a:pt x="407604" y="40307"/>
                </a:cubicBezTo>
                <a:cubicBezTo>
                  <a:pt x="408090" y="40791"/>
                  <a:pt x="408478" y="41276"/>
                  <a:pt x="408866" y="41857"/>
                </a:cubicBezTo>
                <a:lnTo>
                  <a:pt x="434969" y="67630"/>
                </a:lnTo>
                <a:cubicBezTo>
                  <a:pt x="438753" y="71409"/>
                  <a:pt x="438850" y="77610"/>
                  <a:pt x="435066" y="81388"/>
                </a:cubicBezTo>
                <a:cubicBezTo>
                  <a:pt x="431281" y="85167"/>
                  <a:pt x="425168" y="85167"/>
                  <a:pt x="421384" y="81485"/>
                </a:cubicBezTo>
                <a:lnTo>
                  <a:pt x="400618" y="60944"/>
                </a:lnTo>
                <a:lnTo>
                  <a:pt x="49634" y="411399"/>
                </a:lnTo>
                <a:cubicBezTo>
                  <a:pt x="9267" y="451706"/>
                  <a:pt x="9267" y="517301"/>
                  <a:pt x="49634" y="557608"/>
                </a:cubicBezTo>
                <a:cubicBezTo>
                  <a:pt x="69236" y="577083"/>
                  <a:pt x="95242" y="587838"/>
                  <a:pt x="122800" y="587838"/>
                </a:cubicBezTo>
                <a:cubicBezTo>
                  <a:pt x="150456" y="587838"/>
                  <a:pt x="176462" y="577083"/>
                  <a:pt x="196063" y="557608"/>
                </a:cubicBezTo>
                <a:lnTo>
                  <a:pt x="546950" y="207153"/>
                </a:lnTo>
                <a:lnTo>
                  <a:pt x="448554" y="109002"/>
                </a:lnTo>
                <a:cubicBezTo>
                  <a:pt x="444770" y="105224"/>
                  <a:pt x="444770" y="99120"/>
                  <a:pt x="448554" y="95341"/>
                </a:cubicBezTo>
                <a:cubicBezTo>
                  <a:pt x="452338" y="91465"/>
                  <a:pt x="458549" y="91465"/>
                  <a:pt x="462333" y="95341"/>
                </a:cubicBezTo>
                <a:lnTo>
                  <a:pt x="565969" y="198820"/>
                </a:lnTo>
                <a:cubicBezTo>
                  <a:pt x="566551" y="199208"/>
                  <a:pt x="567133" y="199595"/>
                  <a:pt x="567716" y="200177"/>
                </a:cubicBezTo>
                <a:cubicBezTo>
                  <a:pt x="568201" y="200661"/>
                  <a:pt x="568686" y="201243"/>
                  <a:pt x="569074" y="201824"/>
                </a:cubicBezTo>
                <a:lnTo>
                  <a:pt x="572082" y="204925"/>
                </a:lnTo>
                <a:cubicBezTo>
                  <a:pt x="573926" y="206765"/>
                  <a:pt x="576352" y="207734"/>
                  <a:pt x="578972" y="207734"/>
                </a:cubicBezTo>
                <a:cubicBezTo>
                  <a:pt x="581495" y="207734"/>
                  <a:pt x="584018" y="206765"/>
                  <a:pt x="585764" y="204925"/>
                </a:cubicBezTo>
                <a:cubicBezTo>
                  <a:pt x="589549" y="201146"/>
                  <a:pt x="589549" y="194945"/>
                  <a:pt x="585764" y="191166"/>
                </a:cubicBezTo>
                <a:lnTo>
                  <a:pt x="416532" y="22188"/>
                </a:lnTo>
                <a:cubicBezTo>
                  <a:pt x="414688" y="20347"/>
                  <a:pt x="412262" y="19378"/>
                  <a:pt x="409739" y="19378"/>
                </a:cubicBezTo>
                <a:close/>
                <a:moveTo>
                  <a:pt x="409739" y="0"/>
                </a:moveTo>
                <a:cubicBezTo>
                  <a:pt x="417502" y="0"/>
                  <a:pt x="424780" y="3004"/>
                  <a:pt x="430311" y="8526"/>
                </a:cubicBezTo>
                <a:lnTo>
                  <a:pt x="599544" y="177504"/>
                </a:lnTo>
                <a:cubicBezTo>
                  <a:pt x="610897" y="188841"/>
                  <a:pt x="610897" y="207250"/>
                  <a:pt x="599544" y="218586"/>
                </a:cubicBezTo>
                <a:cubicBezTo>
                  <a:pt x="594013" y="224109"/>
                  <a:pt x="586735" y="227113"/>
                  <a:pt x="578972" y="227113"/>
                </a:cubicBezTo>
                <a:cubicBezTo>
                  <a:pt x="572276" y="227113"/>
                  <a:pt x="565872" y="224884"/>
                  <a:pt x="560729" y="220718"/>
                </a:cubicBezTo>
                <a:lnTo>
                  <a:pt x="209746" y="571269"/>
                </a:lnTo>
                <a:cubicBezTo>
                  <a:pt x="186554" y="594426"/>
                  <a:pt x="155696" y="607216"/>
                  <a:pt x="122800" y="607216"/>
                </a:cubicBezTo>
                <a:cubicBezTo>
                  <a:pt x="90002" y="607216"/>
                  <a:pt x="59144" y="594426"/>
                  <a:pt x="35952" y="571269"/>
                </a:cubicBezTo>
                <a:cubicBezTo>
                  <a:pt x="-11984" y="523405"/>
                  <a:pt x="-11984" y="445602"/>
                  <a:pt x="35952" y="397738"/>
                </a:cubicBezTo>
                <a:lnTo>
                  <a:pt x="386936" y="47186"/>
                </a:lnTo>
                <a:cubicBezTo>
                  <a:pt x="382860" y="42051"/>
                  <a:pt x="380628" y="35753"/>
                  <a:pt x="380628" y="29067"/>
                </a:cubicBezTo>
                <a:cubicBezTo>
                  <a:pt x="380628" y="21316"/>
                  <a:pt x="383636" y="14049"/>
                  <a:pt x="389070" y="8526"/>
                </a:cubicBezTo>
                <a:cubicBezTo>
                  <a:pt x="394601" y="3004"/>
                  <a:pt x="401879" y="0"/>
                  <a:pt x="409739" y="0"/>
                </a:cubicBezTo>
                <a:close/>
              </a:path>
            </a:pathLst>
          </a:custGeom>
          <a:solidFill>
            <a:schemeClr val="accent1"/>
          </a:solidFill>
          <a:ln>
            <a:noFill/>
          </a:ln>
        </p:spPr>
      </p:sp>
      <p:sp>
        <p:nvSpPr>
          <p:cNvPr id="30" name="test-tube_246087">
            <a:extLst>
              <a:ext uri="{FF2B5EF4-FFF2-40B4-BE49-F238E27FC236}">
                <a16:creationId xmlns:a16="http://schemas.microsoft.com/office/drawing/2014/main" id="{641901E6-882F-4C85-B570-4D9558DDEB59}"/>
              </a:ext>
            </a:extLst>
          </p:cNvPr>
          <p:cNvSpPr>
            <a:spLocks noChangeAspect="1"/>
          </p:cNvSpPr>
          <p:nvPr/>
        </p:nvSpPr>
        <p:spPr bwMode="auto">
          <a:xfrm>
            <a:off x="5760635" y="2413000"/>
            <a:ext cx="609685" cy="474523"/>
          </a:xfrm>
          <a:custGeom>
            <a:avLst/>
            <a:gdLst>
              <a:gd name="connsiteX0" fmla="*/ 552622 w 607637"/>
              <a:gd name="connsiteY0" fmla="*/ 322202 h 472930"/>
              <a:gd name="connsiteX1" fmla="*/ 567399 w 607637"/>
              <a:gd name="connsiteY1" fmla="*/ 338466 h 472930"/>
              <a:gd name="connsiteX2" fmla="*/ 607637 w 607637"/>
              <a:gd name="connsiteY2" fmla="*/ 418096 h 472930"/>
              <a:gd name="connsiteX3" fmla="*/ 552622 w 607637"/>
              <a:gd name="connsiteY3" fmla="*/ 472930 h 472930"/>
              <a:gd name="connsiteX4" fmla="*/ 497696 w 607637"/>
              <a:gd name="connsiteY4" fmla="*/ 418096 h 472930"/>
              <a:gd name="connsiteX5" fmla="*/ 537934 w 607637"/>
              <a:gd name="connsiteY5" fmla="*/ 338466 h 472930"/>
              <a:gd name="connsiteX6" fmla="*/ 428803 w 607637"/>
              <a:gd name="connsiteY6" fmla="*/ 67550 h 472930"/>
              <a:gd name="connsiteX7" fmla="*/ 303232 w 607637"/>
              <a:gd name="connsiteY7" fmla="*/ 142122 h 472930"/>
              <a:gd name="connsiteX8" fmla="*/ 430672 w 607637"/>
              <a:gd name="connsiteY8" fmla="*/ 188607 h 472930"/>
              <a:gd name="connsiteX9" fmla="*/ 482556 w 607637"/>
              <a:gd name="connsiteY9" fmla="*/ 157854 h 472930"/>
              <a:gd name="connsiteX10" fmla="*/ 434677 w 607637"/>
              <a:gd name="connsiteY10" fmla="*/ 0 h 472930"/>
              <a:gd name="connsiteX11" fmla="*/ 544763 w 607637"/>
              <a:gd name="connsiteY11" fmla="*/ 184963 h 472930"/>
              <a:gd name="connsiteX12" fmla="*/ 510767 w 607637"/>
              <a:gd name="connsiteY12" fmla="*/ 205139 h 472930"/>
              <a:gd name="connsiteX13" fmla="*/ 502847 w 607637"/>
              <a:gd name="connsiteY13" fmla="*/ 191807 h 472930"/>
              <a:gd name="connsiteX14" fmla="*/ 139392 w 607637"/>
              <a:gd name="connsiteY14" fmla="*/ 407612 h 472930"/>
              <a:gd name="connsiteX15" fmla="*/ 92403 w 607637"/>
              <a:gd name="connsiteY15" fmla="*/ 420500 h 472930"/>
              <a:gd name="connsiteX16" fmla="*/ 13020 w 607637"/>
              <a:gd name="connsiteY16" fmla="*/ 375526 h 472930"/>
              <a:gd name="connsiteX17" fmla="*/ 2875 w 607637"/>
              <a:gd name="connsiteY17" fmla="*/ 305754 h 472930"/>
              <a:gd name="connsiteX18" fmla="*/ 45147 w 607637"/>
              <a:gd name="connsiteY18" fmla="*/ 249314 h 472930"/>
              <a:gd name="connsiteX19" fmla="*/ 408601 w 607637"/>
              <a:gd name="connsiteY19" fmla="*/ 33508 h 472930"/>
              <a:gd name="connsiteX20" fmla="*/ 400681 w 607637"/>
              <a:gd name="connsiteY20" fmla="*/ 20176 h 472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7637" h="472930">
                <a:moveTo>
                  <a:pt x="552622" y="322202"/>
                </a:moveTo>
                <a:lnTo>
                  <a:pt x="567399" y="338466"/>
                </a:lnTo>
                <a:cubicBezTo>
                  <a:pt x="574076" y="345931"/>
                  <a:pt x="607637" y="384679"/>
                  <a:pt x="607637" y="418096"/>
                </a:cubicBezTo>
                <a:cubicBezTo>
                  <a:pt x="607637" y="448312"/>
                  <a:pt x="582978" y="472930"/>
                  <a:pt x="552622" y="472930"/>
                </a:cubicBezTo>
                <a:cubicBezTo>
                  <a:pt x="522355" y="472930"/>
                  <a:pt x="497696" y="448312"/>
                  <a:pt x="497696" y="418096"/>
                </a:cubicBezTo>
                <a:cubicBezTo>
                  <a:pt x="497696" y="384679"/>
                  <a:pt x="531257" y="345931"/>
                  <a:pt x="537934" y="338466"/>
                </a:cubicBezTo>
                <a:close/>
                <a:moveTo>
                  <a:pt x="428803" y="67550"/>
                </a:moveTo>
                <a:lnTo>
                  <a:pt x="303232" y="142122"/>
                </a:lnTo>
                <a:lnTo>
                  <a:pt x="430672" y="188607"/>
                </a:lnTo>
                <a:lnTo>
                  <a:pt x="482556" y="157854"/>
                </a:lnTo>
                <a:close/>
                <a:moveTo>
                  <a:pt x="434677" y="0"/>
                </a:moveTo>
                <a:lnTo>
                  <a:pt x="544763" y="184963"/>
                </a:lnTo>
                <a:lnTo>
                  <a:pt x="510767" y="205139"/>
                </a:lnTo>
                <a:lnTo>
                  <a:pt x="502847" y="191807"/>
                </a:lnTo>
                <a:lnTo>
                  <a:pt x="139392" y="407612"/>
                </a:lnTo>
                <a:cubicBezTo>
                  <a:pt x="124619" y="416411"/>
                  <a:pt x="108422" y="420500"/>
                  <a:pt x="92403" y="420500"/>
                </a:cubicBezTo>
                <a:cubicBezTo>
                  <a:pt x="60899" y="420500"/>
                  <a:pt x="30196" y="404501"/>
                  <a:pt x="13020" y="375526"/>
                </a:cubicBezTo>
                <a:cubicBezTo>
                  <a:pt x="383" y="354372"/>
                  <a:pt x="-3177" y="329574"/>
                  <a:pt x="2875" y="305754"/>
                </a:cubicBezTo>
                <a:cubicBezTo>
                  <a:pt x="9015" y="281933"/>
                  <a:pt x="23966" y="261935"/>
                  <a:pt x="45147" y="249314"/>
                </a:cubicBezTo>
                <a:lnTo>
                  <a:pt x="408601" y="33508"/>
                </a:lnTo>
                <a:lnTo>
                  <a:pt x="400681" y="20176"/>
                </a:lnTo>
                <a:close/>
              </a:path>
            </a:pathLst>
          </a:custGeom>
          <a:solidFill>
            <a:schemeClr val="accent1"/>
          </a:solidFill>
          <a:ln>
            <a:noFill/>
          </a:ln>
        </p:spPr>
      </p:sp>
      <p:sp>
        <p:nvSpPr>
          <p:cNvPr id="31" name="test-tube_228196">
            <a:extLst>
              <a:ext uri="{FF2B5EF4-FFF2-40B4-BE49-F238E27FC236}">
                <a16:creationId xmlns:a16="http://schemas.microsoft.com/office/drawing/2014/main" id="{B4FDA9B9-AFE0-4E54-A70E-2DFE3A3CC4C7}"/>
              </a:ext>
            </a:extLst>
          </p:cNvPr>
          <p:cNvSpPr>
            <a:spLocks noChangeAspect="1"/>
          </p:cNvSpPr>
          <p:nvPr/>
        </p:nvSpPr>
        <p:spPr bwMode="auto">
          <a:xfrm>
            <a:off x="6967135" y="2413000"/>
            <a:ext cx="284916" cy="609685"/>
          </a:xfrm>
          <a:custGeom>
            <a:avLst/>
            <a:gdLst>
              <a:gd name="connsiteX0" fmla="*/ 30414 w 283532"/>
              <a:gd name="connsiteY0" fmla="*/ 344360 h 606722"/>
              <a:gd name="connsiteX1" fmla="*/ 39670 w 283532"/>
              <a:gd name="connsiteY1" fmla="*/ 344360 h 606722"/>
              <a:gd name="connsiteX2" fmla="*/ 104287 w 283532"/>
              <a:gd name="connsiteY2" fmla="*/ 371023 h 606722"/>
              <a:gd name="connsiteX3" fmla="*/ 212070 w 283532"/>
              <a:gd name="connsiteY3" fmla="*/ 424438 h 606722"/>
              <a:gd name="connsiteX4" fmla="*/ 247671 w 283532"/>
              <a:gd name="connsiteY4" fmla="*/ 416794 h 606722"/>
              <a:gd name="connsiteX5" fmla="*/ 253189 w 283532"/>
              <a:gd name="connsiteY5" fmla="*/ 413950 h 606722"/>
              <a:gd name="connsiteX6" fmla="*/ 253189 w 283532"/>
              <a:gd name="connsiteY6" fmla="*/ 495449 h 606722"/>
              <a:gd name="connsiteX7" fmla="*/ 141757 w 283532"/>
              <a:gd name="connsiteY7" fmla="*/ 606722 h 606722"/>
              <a:gd name="connsiteX8" fmla="*/ 30414 w 283532"/>
              <a:gd name="connsiteY8" fmla="*/ 495449 h 606722"/>
              <a:gd name="connsiteX9" fmla="*/ 81073 w 283532"/>
              <a:gd name="connsiteY9" fmla="*/ 283148 h 606722"/>
              <a:gd name="connsiteX10" fmla="*/ 70928 w 283532"/>
              <a:gd name="connsiteY10" fmla="*/ 293279 h 606722"/>
              <a:gd name="connsiteX11" fmla="*/ 81073 w 283532"/>
              <a:gd name="connsiteY11" fmla="*/ 303322 h 606722"/>
              <a:gd name="connsiteX12" fmla="*/ 141766 w 283532"/>
              <a:gd name="connsiteY12" fmla="*/ 303322 h 606722"/>
              <a:gd name="connsiteX13" fmla="*/ 151911 w 283532"/>
              <a:gd name="connsiteY13" fmla="*/ 293279 h 606722"/>
              <a:gd name="connsiteX14" fmla="*/ 141766 w 283532"/>
              <a:gd name="connsiteY14" fmla="*/ 283148 h 606722"/>
              <a:gd name="connsiteX15" fmla="*/ 81073 w 283532"/>
              <a:gd name="connsiteY15" fmla="*/ 242711 h 606722"/>
              <a:gd name="connsiteX16" fmla="*/ 70928 w 283532"/>
              <a:gd name="connsiteY16" fmla="*/ 252753 h 606722"/>
              <a:gd name="connsiteX17" fmla="*/ 81073 w 283532"/>
              <a:gd name="connsiteY17" fmla="*/ 262885 h 606722"/>
              <a:gd name="connsiteX18" fmla="*/ 111419 w 283532"/>
              <a:gd name="connsiteY18" fmla="*/ 262885 h 606722"/>
              <a:gd name="connsiteX19" fmla="*/ 121565 w 283532"/>
              <a:gd name="connsiteY19" fmla="*/ 252753 h 606722"/>
              <a:gd name="connsiteX20" fmla="*/ 111419 w 283532"/>
              <a:gd name="connsiteY20" fmla="*/ 242711 h 606722"/>
              <a:gd name="connsiteX21" fmla="*/ 81073 w 283532"/>
              <a:gd name="connsiteY21" fmla="*/ 202274 h 606722"/>
              <a:gd name="connsiteX22" fmla="*/ 70928 w 283532"/>
              <a:gd name="connsiteY22" fmla="*/ 212316 h 606722"/>
              <a:gd name="connsiteX23" fmla="*/ 81073 w 283532"/>
              <a:gd name="connsiteY23" fmla="*/ 222448 h 606722"/>
              <a:gd name="connsiteX24" fmla="*/ 141766 w 283532"/>
              <a:gd name="connsiteY24" fmla="*/ 222448 h 606722"/>
              <a:gd name="connsiteX25" fmla="*/ 151911 w 283532"/>
              <a:gd name="connsiteY25" fmla="*/ 212316 h 606722"/>
              <a:gd name="connsiteX26" fmla="*/ 141766 w 283532"/>
              <a:gd name="connsiteY26" fmla="*/ 202274 h 606722"/>
              <a:gd name="connsiteX27" fmla="*/ 81073 w 283532"/>
              <a:gd name="connsiteY27" fmla="*/ 161748 h 606722"/>
              <a:gd name="connsiteX28" fmla="*/ 70928 w 283532"/>
              <a:gd name="connsiteY28" fmla="*/ 171879 h 606722"/>
              <a:gd name="connsiteX29" fmla="*/ 81073 w 283532"/>
              <a:gd name="connsiteY29" fmla="*/ 182011 h 606722"/>
              <a:gd name="connsiteX30" fmla="*/ 111419 w 283532"/>
              <a:gd name="connsiteY30" fmla="*/ 182011 h 606722"/>
              <a:gd name="connsiteX31" fmla="*/ 121565 w 283532"/>
              <a:gd name="connsiteY31" fmla="*/ 171879 h 606722"/>
              <a:gd name="connsiteX32" fmla="*/ 111419 w 283532"/>
              <a:gd name="connsiteY32" fmla="*/ 161748 h 606722"/>
              <a:gd name="connsiteX33" fmla="*/ 40581 w 283532"/>
              <a:gd name="connsiteY33" fmla="*/ 20263 h 606722"/>
              <a:gd name="connsiteX34" fmla="*/ 20290 w 283532"/>
              <a:gd name="connsiteY34" fmla="*/ 40437 h 606722"/>
              <a:gd name="connsiteX35" fmla="*/ 40581 w 283532"/>
              <a:gd name="connsiteY35" fmla="*/ 60700 h 606722"/>
              <a:gd name="connsiteX36" fmla="*/ 243040 w 283532"/>
              <a:gd name="connsiteY36" fmla="*/ 60700 h 606722"/>
              <a:gd name="connsiteX37" fmla="*/ 263331 w 283532"/>
              <a:gd name="connsiteY37" fmla="*/ 40437 h 606722"/>
              <a:gd name="connsiteX38" fmla="*/ 243040 w 283532"/>
              <a:gd name="connsiteY38" fmla="*/ 20263 h 606722"/>
              <a:gd name="connsiteX39" fmla="*/ 40581 w 283532"/>
              <a:gd name="connsiteY39" fmla="*/ 0 h 606722"/>
              <a:gd name="connsiteX40" fmla="*/ 243040 w 283532"/>
              <a:gd name="connsiteY40" fmla="*/ 0 h 606722"/>
              <a:gd name="connsiteX41" fmla="*/ 283532 w 283532"/>
              <a:gd name="connsiteY41" fmla="*/ 40437 h 606722"/>
              <a:gd name="connsiteX42" fmla="*/ 253185 w 283532"/>
              <a:gd name="connsiteY42" fmla="*/ 79452 h 606722"/>
              <a:gd name="connsiteX43" fmla="*/ 253185 w 283532"/>
              <a:gd name="connsiteY43" fmla="*/ 391217 h 606722"/>
              <a:gd name="connsiteX44" fmla="*/ 238768 w 283532"/>
              <a:gd name="connsiteY44" fmla="*/ 398593 h 606722"/>
              <a:gd name="connsiteX45" fmla="*/ 118094 w 283532"/>
              <a:gd name="connsiteY45" fmla="*/ 356290 h 606722"/>
              <a:gd name="connsiteX46" fmla="*/ 40581 w 283532"/>
              <a:gd name="connsiteY46" fmla="*/ 324207 h 606722"/>
              <a:gd name="connsiteX47" fmla="*/ 30436 w 283532"/>
              <a:gd name="connsiteY47" fmla="*/ 324207 h 606722"/>
              <a:gd name="connsiteX48" fmla="*/ 30436 w 283532"/>
              <a:gd name="connsiteY48" fmla="*/ 79452 h 606722"/>
              <a:gd name="connsiteX49" fmla="*/ 0 w 283532"/>
              <a:gd name="connsiteY49" fmla="*/ 40437 h 606722"/>
              <a:gd name="connsiteX50" fmla="*/ 40581 w 283532"/>
              <a:gd name="connsiteY50"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83532" h="606722">
                <a:moveTo>
                  <a:pt x="30414" y="344360"/>
                </a:moveTo>
                <a:lnTo>
                  <a:pt x="39670" y="344360"/>
                </a:lnTo>
                <a:cubicBezTo>
                  <a:pt x="64146" y="346493"/>
                  <a:pt x="86664" y="355914"/>
                  <a:pt x="104287" y="371023"/>
                </a:cubicBezTo>
                <a:cubicBezTo>
                  <a:pt x="132590" y="399375"/>
                  <a:pt x="172641" y="424438"/>
                  <a:pt x="212070" y="424438"/>
                </a:cubicBezTo>
                <a:cubicBezTo>
                  <a:pt x="224085" y="424438"/>
                  <a:pt x="236100" y="422127"/>
                  <a:pt x="247671" y="416794"/>
                </a:cubicBezTo>
                <a:lnTo>
                  <a:pt x="253189" y="413950"/>
                </a:lnTo>
                <a:lnTo>
                  <a:pt x="253189" y="495449"/>
                </a:lnTo>
                <a:cubicBezTo>
                  <a:pt x="253189" y="556774"/>
                  <a:pt x="203169" y="606722"/>
                  <a:pt x="141757" y="606722"/>
                </a:cubicBezTo>
                <a:cubicBezTo>
                  <a:pt x="80345" y="606722"/>
                  <a:pt x="30414" y="556774"/>
                  <a:pt x="30414" y="495449"/>
                </a:cubicBezTo>
                <a:close/>
                <a:moveTo>
                  <a:pt x="81073" y="283148"/>
                </a:moveTo>
                <a:cubicBezTo>
                  <a:pt x="75466" y="283148"/>
                  <a:pt x="70928" y="287680"/>
                  <a:pt x="70928" y="293279"/>
                </a:cubicBezTo>
                <a:cubicBezTo>
                  <a:pt x="70928" y="298789"/>
                  <a:pt x="75466" y="303322"/>
                  <a:pt x="81073" y="303322"/>
                </a:cubicBezTo>
                <a:lnTo>
                  <a:pt x="141766" y="303322"/>
                </a:lnTo>
                <a:cubicBezTo>
                  <a:pt x="147373" y="303322"/>
                  <a:pt x="151911" y="298789"/>
                  <a:pt x="151911" y="293279"/>
                </a:cubicBezTo>
                <a:cubicBezTo>
                  <a:pt x="151911" y="287680"/>
                  <a:pt x="147373" y="283148"/>
                  <a:pt x="141766" y="283148"/>
                </a:cubicBezTo>
                <a:close/>
                <a:moveTo>
                  <a:pt x="81073" y="242711"/>
                </a:moveTo>
                <a:cubicBezTo>
                  <a:pt x="75466" y="242711"/>
                  <a:pt x="70928" y="247243"/>
                  <a:pt x="70928" y="252753"/>
                </a:cubicBezTo>
                <a:cubicBezTo>
                  <a:pt x="70928" y="258352"/>
                  <a:pt x="75466" y="262885"/>
                  <a:pt x="81073" y="262885"/>
                </a:cubicBezTo>
                <a:lnTo>
                  <a:pt x="111419" y="262885"/>
                </a:lnTo>
                <a:cubicBezTo>
                  <a:pt x="117026" y="262885"/>
                  <a:pt x="121565" y="258352"/>
                  <a:pt x="121565" y="252753"/>
                </a:cubicBezTo>
                <a:cubicBezTo>
                  <a:pt x="121565" y="247243"/>
                  <a:pt x="117026" y="242711"/>
                  <a:pt x="111419" y="242711"/>
                </a:cubicBezTo>
                <a:close/>
                <a:moveTo>
                  <a:pt x="81073" y="202274"/>
                </a:moveTo>
                <a:cubicBezTo>
                  <a:pt x="75466" y="202274"/>
                  <a:pt x="70928" y="206806"/>
                  <a:pt x="70928" y="212316"/>
                </a:cubicBezTo>
                <a:cubicBezTo>
                  <a:pt x="70928" y="217915"/>
                  <a:pt x="75466" y="222448"/>
                  <a:pt x="81073" y="222448"/>
                </a:cubicBezTo>
                <a:lnTo>
                  <a:pt x="141766" y="222448"/>
                </a:lnTo>
                <a:cubicBezTo>
                  <a:pt x="147373" y="222448"/>
                  <a:pt x="151911" y="217915"/>
                  <a:pt x="151911" y="212316"/>
                </a:cubicBezTo>
                <a:cubicBezTo>
                  <a:pt x="151911" y="206806"/>
                  <a:pt x="147373" y="202274"/>
                  <a:pt x="141766" y="202274"/>
                </a:cubicBezTo>
                <a:close/>
                <a:moveTo>
                  <a:pt x="81073" y="161748"/>
                </a:moveTo>
                <a:cubicBezTo>
                  <a:pt x="75466" y="161748"/>
                  <a:pt x="70928" y="166280"/>
                  <a:pt x="70928" y="171879"/>
                </a:cubicBezTo>
                <a:cubicBezTo>
                  <a:pt x="70928" y="177478"/>
                  <a:pt x="75466" y="182011"/>
                  <a:pt x="81073" y="182011"/>
                </a:cubicBezTo>
                <a:lnTo>
                  <a:pt x="111419" y="182011"/>
                </a:lnTo>
                <a:cubicBezTo>
                  <a:pt x="117026" y="182011"/>
                  <a:pt x="121565" y="177478"/>
                  <a:pt x="121565" y="171879"/>
                </a:cubicBezTo>
                <a:cubicBezTo>
                  <a:pt x="121565" y="166280"/>
                  <a:pt x="117026" y="161748"/>
                  <a:pt x="111419" y="161748"/>
                </a:cubicBezTo>
                <a:close/>
                <a:moveTo>
                  <a:pt x="40581" y="20263"/>
                </a:moveTo>
                <a:cubicBezTo>
                  <a:pt x="29368" y="20263"/>
                  <a:pt x="20290" y="29328"/>
                  <a:pt x="20290" y="40437"/>
                </a:cubicBezTo>
                <a:cubicBezTo>
                  <a:pt x="20290" y="51635"/>
                  <a:pt x="29368" y="60700"/>
                  <a:pt x="40581" y="60700"/>
                </a:cubicBezTo>
                <a:lnTo>
                  <a:pt x="243040" y="60700"/>
                </a:lnTo>
                <a:cubicBezTo>
                  <a:pt x="254253" y="60700"/>
                  <a:pt x="263331" y="51635"/>
                  <a:pt x="263331" y="40437"/>
                </a:cubicBezTo>
                <a:cubicBezTo>
                  <a:pt x="263331" y="29328"/>
                  <a:pt x="254253" y="20263"/>
                  <a:pt x="243040" y="20263"/>
                </a:cubicBezTo>
                <a:close/>
                <a:moveTo>
                  <a:pt x="40581" y="0"/>
                </a:moveTo>
                <a:lnTo>
                  <a:pt x="243040" y="0"/>
                </a:lnTo>
                <a:cubicBezTo>
                  <a:pt x="265377" y="0"/>
                  <a:pt x="283532" y="18130"/>
                  <a:pt x="283532" y="40437"/>
                </a:cubicBezTo>
                <a:cubicBezTo>
                  <a:pt x="283532" y="59278"/>
                  <a:pt x="270628" y="74919"/>
                  <a:pt x="253185" y="79452"/>
                </a:cubicBezTo>
                <a:lnTo>
                  <a:pt x="253185" y="391217"/>
                </a:lnTo>
                <a:lnTo>
                  <a:pt x="238768" y="398593"/>
                </a:lnTo>
                <a:cubicBezTo>
                  <a:pt x="199345" y="416901"/>
                  <a:pt x="150843" y="388995"/>
                  <a:pt x="118094" y="356290"/>
                </a:cubicBezTo>
                <a:cubicBezTo>
                  <a:pt x="96736" y="337804"/>
                  <a:pt x="70216" y="326695"/>
                  <a:pt x="40581" y="324207"/>
                </a:cubicBezTo>
                <a:lnTo>
                  <a:pt x="30436" y="324207"/>
                </a:lnTo>
                <a:lnTo>
                  <a:pt x="30436" y="79452"/>
                </a:lnTo>
                <a:cubicBezTo>
                  <a:pt x="12993" y="74919"/>
                  <a:pt x="0" y="59278"/>
                  <a:pt x="0" y="40437"/>
                </a:cubicBezTo>
                <a:cubicBezTo>
                  <a:pt x="0" y="18130"/>
                  <a:pt x="18244" y="0"/>
                  <a:pt x="40581" y="0"/>
                </a:cubicBezTo>
                <a:close/>
              </a:path>
            </a:pathLst>
          </a:custGeom>
          <a:solidFill>
            <a:schemeClr val="accent1"/>
          </a:solidFill>
          <a:ln>
            <a:noFill/>
          </a:ln>
        </p:spPr>
        <p:txBody>
          <a:bodyPr/>
          <a:lstStyle/>
          <a:p>
            <a:endParaRPr lang="zh-CN" altLang="en-US" dirty="0"/>
          </a:p>
        </p:txBody>
      </p:sp>
      <p:sp>
        <p:nvSpPr>
          <p:cNvPr id="32" name="test-tube_171057">
            <a:extLst>
              <a:ext uri="{FF2B5EF4-FFF2-40B4-BE49-F238E27FC236}">
                <a16:creationId xmlns:a16="http://schemas.microsoft.com/office/drawing/2014/main" id="{B4DFE1D7-D2EE-4468-A98B-7D43E4698191}"/>
              </a:ext>
            </a:extLst>
          </p:cNvPr>
          <p:cNvSpPr>
            <a:spLocks noChangeAspect="1"/>
          </p:cNvSpPr>
          <p:nvPr/>
        </p:nvSpPr>
        <p:spPr bwMode="auto">
          <a:xfrm>
            <a:off x="8257125" y="5494294"/>
            <a:ext cx="609685" cy="540390"/>
          </a:xfrm>
          <a:custGeom>
            <a:avLst/>
            <a:gdLst>
              <a:gd name="connsiteX0" fmla="*/ 24790 w 606580"/>
              <a:gd name="connsiteY0" fmla="*/ 488138 h 537638"/>
              <a:gd name="connsiteX1" fmla="*/ 24790 w 606580"/>
              <a:gd name="connsiteY1" fmla="*/ 512888 h 537638"/>
              <a:gd name="connsiteX2" fmla="*/ 581882 w 606580"/>
              <a:gd name="connsiteY2" fmla="*/ 512888 h 537638"/>
              <a:gd name="connsiteX3" fmla="*/ 581882 w 606580"/>
              <a:gd name="connsiteY3" fmla="*/ 488138 h 537638"/>
              <a:gd name="connsiteX4" fmla="*/ 476592 w 606580"/>
              <a:gd name="connsiteY4" fmla="*/ 327496 h 537638"/>
              <a:gd name="connsiteX5" fmla="*/ 476592 w 606580"/>
              <a:gd name="connsiteY5" fmla="*/ 394979 h 537638"/>
              <a:gd name="connsiteX6" fmla="*/ 476778 w 606580"/>
              <a:gd name="connsiteY6" fmla="*/ 395442 h 537638"/>
              <a:gd name="connsiteX7" fmla="*/ 550778 w 606580"/>
              <a:gd name="connsiteY7" fmla="*/ 395442 h 537638"/>
              <a:gd name="connsiteX8" fmla="*/ 550871 w 606580"/>
              <a:gd name="connsiteY8" fmla="*/ 394979 h 537638"/>
              <a:gd name="connsiteX9" fmla="*/ 550871 w 606580"/>
              <a:gd name="connsiteY9" fmla="*/ 327496 h 537638"/>
              <a:gd name="connsiteX10" fmla="*/ 55709 w 606580"/>
              <a:gd name="connsiteY10" fmla="*/ 241010 h 537638"/>
              <a:gd name="connsiteX11" fmla="*/ 55709 w 606580"/>
              <a:gd name="connsiteY11" fmla="*/ 394979 h 537638"/>
              <a:gd name="connsiteX12" fmla="*/ 55802 w 606580"/>
              <a:gd name="connsiteY12" fmla="*/ 395442 h 537638"/>
              <a:gd name="connsiteX13" fmla="*/ 129895 w 606580"/>
              <a:gd name="connsiteY13" fmla="*/ 395442 h 537638"/>
              <a:gd name="connsiteX14" fmla="*/ 129988 w 606580"/>
              <a:gd name="connsiteY14" fmla="*/ 394979 h 537638"/>
              <a:gd name="connsiteX15" fmla="*/ 129988 w 606580"/>
              <a:gd name="connsiteY15" fmla="*/ 241010 h 537638"/>
              <a:gd name="connsiteX16" fmla="*/ 495157 w 606580"/>
              <a:gd name="connsiteY16" fmla="*/ 228632 h 537638"/>
              <a:gd name="connsiteX17" fmla="*/ 519925 w 606580"/>
              <a:gd name="connsiteY17" fmla="*/ 228632 h 537638"/>
              <a:gd name="connsiteX18" fmla="*/ 519925 w 606580"/>
              <a:gd name="connsiteY18" fmla="*/ 253330 h 537638"/>
              <a:gd name="connsiteX19" fmla="*/ 495157 w 606580"/>
              <a:gd name="connsiteY19" fmla="*/ 253330 h 537638"/>
              <a:gd name="connsiteX20" fmla="*/ 507577 w 606580"/>
              <a:gd name="connsiteY20" fmla="*/ 179166 h 537638"/>
              <a:gd name="connsiteX21" fmla="*/ 532275 w 606580"/>
              <a:gd name="connsiteY21" fmla="*/ 179166 h 537638"/>
              <a:gd name="connsiteX22" fmla="*/ 532275 w 606580"/>
              <a:gd name="connsiteY22" fmla="*/ 203934 h 537638"/>
              <a:gd name="connsiteX23" fmla="*/ 507577 w 606580"/>
              <a:gd name="connsiteY23" fmla="*/ 203934 h 537638"/>
              <a:gd name="connsiteX24" fmla="*/ 86654 w 606580"/>
              <a:gd name="connsiteY24" fmla="*/ 166887 h 537638"/>
              <a:gd name="connsiteX25" fmla="*/ 111422 w 606580"/>
              <a:gd name="connsiteY25" fmla="*/ 166887 h 537638"/>
              <a:gd name="connsiteX26" fmla="*/ 111422 w 606580"/>
              <a:gd name="connsiteY26" fmla="*/ 191514 h 537638"/>
              <a:gd name="connsiteX27" fmla="*/ 86654 w 606580"/>
              <a:gd name="connsiteY27" fmla="*/ 191514 h 537638"/>
              <a:gd name="connsiteX28" fmla="*/ 495157 w 606580"/>
              <a:gd name="connsiteY28" fmla="*/ 129770 h 537638"/>
              <a:gd name="connsiteX29" fmla="*/ 519925 w 606580"/>
              <a:gd name="connsiteY29" fmla="*/ 129770 h 537638"/>
              <a:gd name="connsiteX30" fmla="*/ 519925 w 606580"/>
              <a:gd name="connsiteY30" fmla="*/ 154468 h 537638"/>
              <a:gd name="connsiteX31" fmla="*/ 495157 w 606580"/>
              <a:gd name="connsiteY31" fmla="*/ 154468 h 537638"/>
              <a:gd name="connsiteX32" fmla="*/ 74305 w 606580"/>
              <a:gd name="connsiteY32" fmla="*/ 117350 h 537638"/>
              <a:gd name="connsiteX33" fmla="*/ 99073 w 606580"/>
              <a:gd name="connsiteY33" fmla="*/ 117350 h 537638"/>
              <a:gd name="connsiteX34" fmla="*/ 99073 w 606580"/>
              <a:gd name="connsiteY34" fmla="*/ 142118 h 537638"/>
              <a:gd name="connsiteX35" fmla="*/ 74305 w 606580"/>
              <a:gd name="connsiteY35" fmla="*/ 142118 h 537638"/>
              <a:gd name="connsiteX36" fmla="*/ 476592 w 606580"/>
              <a:gd name="connsiteY36" fmla="*/ 86485 h 537638"/>
              <a:gd name="connsiteX37" fmla="*/ 476592 w 606580"/>
              <a:gd name="connsiteY37" fmla="*/ 302746 h 537638"/>
              <a:gd name="connsiteX38" fmla="*/ 550871 w 606580"/>
              <a:gd name="connsiteY38" fmla="*/ 302746 h 537638"/>
              <a:gd name="connsiteX39" fmla="*/ 550871 w 606580"/>
              <a:gd name="connsiteY39" fmla="*/ 86485 h 537638"/>
              <a:gd name="connsiteX40" fmla="*/ 55709 w 606580"/>
              <a:gd name="connsiteY40" fmla="*/ 86485 h 537638"/>
              <a:gd name="connsiteX41" fmla="*/ 55709 w 606580"/>
              <a:gd name="connsiteY41" fmla="*/ 216260 h 537638"/>
              <a:gd name="connsiteX42" fmla="*/ 129988 w 606580"/>
              <a:gd name="connsiteY42" fmla="*/ 216260 h 537638"/>
              <a:gd name="connsiteX43" fmla="*/ 129988 w 606580"/>
              <a:gd name="connsiteY43" fmla="*/ 86485 h 537638"/>
              <a:gd name="connsiteX44" fmla="*/ 445674 w 606580"/>
              <a:gd name="connsiteY44" fmla="*/ 37078 h 537638"/>
              <a:gd name="connsiteX45" fmla="*/ 445674 w 606580"/>
              <a:gd name="connsiteY45" fmla="*/ 61736 h 537638"/>
              <a:gd name="connsiteX46" fmla="*/ 581882 w 606580"/>
              <a:gd name="connsiteY46" fmla="*/ 61736 h 537638"/>
              <a:gd name="connsiteX47" fmla="*/ 581882 w 606580"/>
              <a:gd name="connsiteY47" fmla="*/ 37078 h 537638"/>
              <a:gd name="connsiteX48" fmla="*/ 24790 w 606580"/>
              <a:gd name="connsiteY48" fmla="*/ 37078 h 537638"/>
              <a:gd name="connsiteX49" fmla="*/ 24790 w 606580"/>
              <a:gd name="connsiteY49" fmla="*/ 61736 h 537638"/>
              <a:gd name="connsiteX50" fmla="*/ 160907 w 606580"/>
              <a:gd name="connsiteY50" fmla="*/ 61736 h 537638"/>
              <a:gd name="connsiteX51" fmla="*/ 160907 w 606580"/>
              <a:gd name="connsiteY51" fmla="*/ 37078 h 537638"/>
              <a:gd name="connsiteX52" fmla="*/ 290895 w 606580"/>
              <a:gd name="connsiteY52" fmla="*/ 24657 h 537638"/>
              <a:gd name="connsiteX53" fmla="*/ 290895 w 606580"/>
              <a:gd name="connsiteY53" fmla="*/ 463481 h 537638"/>
              <a:gd name="connsiteX54" fmla="*/ 315686 w 606580"/>
              <a:gd name="connsiteY54" fmla="*/ 463481 h 537638"/>
              <a:gd name="connsiteX55" fmla="*/ 315686 w 606580"/>
              <a:gd name="connsiteY55" fmla="*/ 24657 h 537638"/>
              <a:gd name="connsiteX56" fmla="*/ 278546 w 606580"/>
              <a:gd name="connsiteY56" fmla="*/ 0 h 537638"/>
              <a:gd name="connsiteX57" fmla="*/ 328034 w 606580"/>
              <a:gd name="connsiteY57" fmla="*/ 0 h 537638"/>
              <a:gd name="connsiteX58" fmla="*/ 340476 w 606580"/>
              <a:gd name="connsiteY58" fmla="*/ 12329 h 537638"/>
              <a:gd name="connsiteX59" fmla="*/ 340476 w 606580"/>
              <a:gd name="connsiteY59" fmla="*/ 129775 h 537638"/>
              <a:gd name="connsiteX60" fmla="*/ 451894 w 606580"/>
              <a:gd name="connsiteY60" fmla="*/ 129775 h 537638"/>
              <a:gd name="connsiteX61" fmla="*/ 451894 w 606580"/>
              <a:gd name="connsiteY61" fmla="*/ 86485 h 537638"/>
              <a:gd name="connsiteX62" fmla="*/ 433325 w 606580"/>
              <a:gd name="connsiteY62" fmla="*/ 86485 h 537638"/>
              <a:gd name="connsiteX63" fmla="*/ 420883 w 606580"/>
              <a:gd name="connsiteY63" fmla="*/ 74157 h 537638"/>
              <a:gd name="connsiteX64" fmla="*/ 420883 w 606580"/>
              <a:gd name="connsiteY64" fmla="*/ 24657 h 537638"/>
              <a:gd name="connsiteX65" fmla="*/ 433325 w 606580"/>
              <a:gd name="connsiteY65" fmla="*/ 12329 h 537638"/>
              <a:gd name="connsiteX66" fmla="*/ 594231 w 606580"/>
              <a:gd name="connsiteY66" fmla="*/ 12329 h 537638"/>
              <a:gd name="connsiteX67" fmla="*/ 606580 w 606580"/>
              <a:gd name="connsiteY67" fmla="*/ 24657 h 537638"/>
              <a:gd name="connsiteX68" fmla="*/ 606580 w 606580"/>
              <a:gd name="connsiteY68" fmla="*/ 74157 h 537638"/>
              <a:gd name="connsiteX69" fmla="*/ 594231 w 606580"/>
              <a:gd name="connsiteY69" fmla="*/ 86485 h 537638"/>
              <a:gd name="connsiteX70" fmla="*/ 575662 w 606580"/>
              <a:gd name="connsiteY70" fmla="*/ 86485 h 537638"/>
              <a:gd name="connsiteX71" fmla="*/ 575662 w 606580"/>
              <a:gd name="connsiteY71" fmla="*/ 315167 h 537638"/>
              <a:gd name="connsiteX72" fmla="*/ 575662 w 606580"/>
              <a:gd name="connsiteY72" fmla="*/ 394979 h 537638"/>
              <a:gd name="connsiteX73" fmla="*/ 550871 w 606580"/>
              <a:gd name="connsiteY73" fmla="*/ 420192 h 537638"/>
              <a:gd name="connsiteX74" fmla="*/ 476592 w 606580"/>
              <a:gd name="connsiteY74" fmla="*/ 420192 h 537638"/>
              <a:gd name="connsiteX75" fmla="*/ 451894 w 606580"/>
              <a:gd name="connsiteY75" fmla="*/ 394979 h 537638"/>
              <a:gd name="connsiteX76" fmla="*/ 451894 w 606580"/>
              <a:gd name="connsiteY76" fmla="*/ 315167 h 537638"/>
              <a:gd name="connsiteX77" fmla="*/ 451894 w 606580"/>
              <a:gd name="connsiteY77" fmla="*/ 154432 h 537638"/>
              <a:gd name="connsiteX78" fmla="*/ 340476 w 606580"/>
              <a:gd name="connsiteY78" fmla="*/ 154432 h 537638"/>
              <a:gd name="connsiteX79" fmla="*/ 340476 w 606580"/>
              <a:gd name="connsiteY79" fmla="*/ 463481 h 537638"/>
              <a:gd name="connsiteX80" fmla="*/ 594231 w 606580"/>
              <a:gd name="connsiteY80" fmla="*/ 463481 h 537638"/>
              <a:gd name="connsiteX81" fmla="*/ 606580 w 606580"/>
              <a:gd name="connsiteY81" fmla="*/ 475810 h 537638"/>
              <a:gd name="connsiteX82" fmla="*/ 606580 w 606580"/>
              <a:gd name="connsiteY82" fmla="*/ 525217 h 537638"/>
              <a:gd name="connsiteX83" fmla="*/ 594231 w 606580"/>
              <a:gd name="connsiteY83" fmla="*/ 537638 h 537638"/>
              <a:gd name="connsiteX84" fmla="*/ 12349 w 606580"/>
              <a:gd name="connsiteY84" fmla="*/ 537638 h 537638"/>
              <a:gd name="connsiteX85" fmla="*/ 0 w 606580"/>
              <a:gd name="connsiteY85" fmla="*/ 525217 h 537638"/>
              <a:gd name="connsiteX86" fmla="*/ 0 w 606580"/>
              <a:gd name="connsiteY86" fmla="*/ 475810 h 537638"/>
              <a:gd name="connsiteX87" fmla="*/ 12349 w 606580"/>
              <a:gd name="connsiteY87" fmla="*/ 463481 h 537638"/>
              <a:gd name="connsiteX88" fmla="*/ 266197 w 606580"/>
              <a:gd name="connsiteY88" fmla="*/ 463481 h 537638"/>
              <a:gd name="connsiteX89" fmla="*/ 266197 w 606580"/>
              <a:gd name="connsiteY89" fmla="*/ 154432 h 537638"/>
              <a:gd name="connsiteX90" fmla="*/ 154779 w 606580"/>
              <a:gd name="connsiteY90" fmla="*/ 154432 h 537638"/>
              <a:gd name="connsiteX91" fmla="*/ 154779 w 606580"/>
              <a:gd name="connsiteY91" fmla="*/ 228589 h 537638"/>
              <a:gd name="connsiteX92" fmla="*/ 154779 w 606580"/>
              <a:gd name="connsiteY92" fmla="*/ 394979 h 537638"/>
              <a:gd name="connsiteX93" fmla="*/ 129988 w 606580"/>
              <a:gd name="connsiteY93" fmla="*/ 420192 h 537638"/>
              <a:gd name="connsiteX94" fmla="*/ 55709 w 606580"/>
              <a:gd name="connsiteY94" fmla="*/ 420192 h 537638"/>
              <a:gd name="connsiteX95" fmla="*/ 30918 w 606580"/>
              <a:gd name="connsiteY95" fmla="*/ 394979 h 537638"/>
              <a:gd name="connsiteX96" fmla="*/ 30918 w 606580"/>
              <a:gd name="connsiteY96" fmla="*/ 228589 h 537638"/>
              <a:gd name="connsiteX97" fmla="*/ 30918 w 606580"/>
              <a:gd name="connsiteY97" fmla="*/ 86485 h 537638"/>
              <a:gd name="connsiteX98" fmla="*/ 12349 w 606580"/>
              <a:gd name="connsiteY98" fmla="*/ 86485 h 537638"/>
              <a:gd name="connsiteX99" fmla="*/ 0 w 606580"/>
              <a:gd name="connsiteY99" fmla="*/ 74157 h 537638"/>
              <a:gd name="connsiteX100" fmla="*/ 0 w 606580"/>
              <a:gd name="connsiteY100" fmla="*/ 24657 h 537638"/>
              <a:gd name="connsiteX101" fmla="*/ 12349 w 606580"/>
              <a:gd name="connsiteY101" fmla="*/ 12329 h 537638"/>
              <a:gd name="connsiteX102" fmla="*/ 173349 w 606580"/>
              <a:gd name="connsiteY102" fmla="*/ 12329 h 537638"/>
              <a:gd name="connsiteX103" fmla="*/ 185697 w 606580"/>
              <a:gd name="connsiteY103" fmla="*/ 24657 h 537638"/>
              <a:gd name="connsiteX104" fmla="*/ 185697 w 606580"/>
              <a:gd name="connsiteY104" fmla="*/ 74157 h 537638"/>
              <a:gd name="connsiteX105" fmla="*/ 173349 w 606580"/>
              <a:gd name="connsiteY105" fmla="*/ 86485 h 537638"/>
              <a:gd name="connsiteX106" fmla="*/ 154779 w 606580"/>
              <a:gd name="connsiteY106" fmla="*/ 86485 h 537638"/>
              <a:gd name="connsiteX107" fmla="*/ 154779 w 606580"/>
              <a:gd name="connsiteY107" fmla="*/ 129775 h 537638"/>
              <a:gd name="connsiteX108" fmla="*/ 266197 w 606580"/>
              <a:gd name="connsiteY108" fmla="*/ 129775 h 537638"/>
              <a:gd name="connsiteX109" fmla="*/ 266197 w 606580"/>
              <a:gd name="connsiteY109" fmla="*/ 12329 h 537638"/>
              <a:gd name="connsiteX110" fmla="*/ 278546 w 606580"/>
              <a:gd name="connsiteY110" fmla="*/ 0 h 53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6580" h="537638">
                <a:moveTo>
                  <a:pt x="24790" y="488138"/>
                </a:moveTo>
                <a:lnTo>
                  <a:pt x="24790" y="512888"/>
                </a:lnTo>
                <a:lnTo>
                  <a:pt x="581882" y="512888"/>
                </a:lnTo>
                <a:lnTo>
                  <a:pt x="581882" y="488138"/>
                </a:lnTo>
                <a:close/>
                <a:moveTo>
                  <a:pt x="476592" y="327496"/>
                </a:moveTo>
                <a:lnTo>
                  <a:pt x="476592" y="394979"/>
                </a:lnTo>
                <a:cubicBezTo>
                  <a:pt x="476592" y="395257"/>
                  <a:pt x="476685" y="395442"/>
                  <a:pt x="476778" y="395442"/>
                </a:cubicBezTo>
                <a:lnTo>
                  <a:pt x="550778" y="395442"/>
                </a:lnTo>
                <a:cubicBezTo>
                  <a:pt x="550778" y="395442"/>
                  <a:pt x="550871" y="395257"/>
                  <a:pt x="550871" y="394979"/>
                </a:cubicBezTo>
                <a:lnTo>
                  <a:pt x="550871" y="327496"/>
                </a:lnTo>
                <a:close/>
                <a:moveTo>
                  <a:pt x="55709" y="241010"/>
                </a:moveTo>
                <a:lnTo>
                  <a:pt x="55709" y="394979"/>
                </a:lnTo>
                <a:cubicBezTo>
                  <a:pt x="55709" y="395257"/>
                  <a:pt x="55802" y="395442"/>
                  <a:pt x="55802" y="395442"/>
                </a:cubicBezTo>
                <a:lnTo>
                  <a:pt x="129895" y="395442"/>
                </a:lnTo>
                <a:cubicBezTo>
                  <a:pt x="129895" y="395442"/>
                  <a:pt x="129988" y="395257"/>
                  <a:pt x="129988" y="394979"/>
                </a:cubicBezTo>
                <a:lnTo>
                  <a:pt x="129988" y="241010"/>
                </a:lnTo>
                <a:close/>
                <a:moveTo>
                  <a:pt x="495157" y="228632"/>
                </a:moveTo>
                <a:lnTo>
                  <a:pt x="519925" y="228632"/>
                </a:lnTo>
                <a:lnTo>
                  <a:pt x="519925" y="253330"/>
                </a:lnTo>
                <a:lnTo>
                  <a:pt x="495157" y="253330"/>
                </a:lnTo>
                <a:close/>
                <a:moveTo>
                  <a:pt x="507577" y="179166"/>
                </a:moveTo>
                <a:lnTo>
                  <a:pt x="532275" y="179166"/>
                </a:lnTo>
                <a:lnTo>
                  <a:pt x="532275" y="203934"/>
                </a:lnTo>
                <a:lnTo>
                  <a:pt x="507577" y="203934"/>
                </a:lnTo>
                <a:close/>
                <a:moveTo>
                  <a:pt x="86654" y="166887"/>
                </a:moveTo>
                <a:lnTo>
                  <a:pt x="111422" y="166887"/>
                </a:lnTo>
                <a:lnTo>
                  <a:pt x="111422" y="191514"/>
                </a:lnTo>
                <a:lnTo>
                  <a:pt x="86654" y="191514"/>
                </a:lnTo>
                <a:close/>
                <a:moveTo>
                  <a:pt x="495157" y="129770"/>
                </a:moveTo>
                <a:lnTo>
                  <a:pt x="519925" y="129770"/>
                </a:lnTo>
                <a:lnTo>
                  <a:pt x="519925" y="154468"/>
                </a:lnTo>
                <a:lnTo>
                  <a:pt x="495157" y="154468"/>
                </a:lnTo>
                <a:close/>
                <a:moveTo>
                  <a:pt x="74305" y="117350"/>
                </a:moveTo>
                <a:lnTo>
                  <a:pt x="99073" y="117350"/>
                </a:lnTo>
                <a:lnTo>
                  <a:pt x="99073" y="142118"/>
                </a:lnTo>
                <a:lnTo>
                  <a:pt x="74305" y="142118"/>
                </a:lnTo>
                <a:close/>
                <a:moveTo>
                  <a:pt x="476592" y="86485"/>
                </a:moveTo>
                <a:lnTo>
                  <a:pt x="476592" y="302746"/>
                </a:lnTo>
                <a:lnTo>
                  <a:pt x="550871" y="302746"/>
                </a:lnTo>
                <a:lnTo>
                  <a:pt x="550871" y="86485"/>
                </a:lnTo>
                <a:close/>
                <a:moveTo>
                  <a:pt x="55709" y="86485"/>
                </a:moveTo>
                <a:lnTo>
                  <a:pt x="55709" y="216260"/>
                </a:lnTo>
                <a:lnTo>
                  <a:pt x="129988" y="216260"/>
                </a:lnTo>
                <a:lnTo>
                  <a:pt x="129988" y="86485"/>
                </a:lnTo>
                <a:close/>
                <a:moveTo>
                  <a:pt x="445674" y="37078"/>
                </a:moveTo>
                <a:lnTo>
                  <a:pt x="445674" y="61736"/>
                </a:lnTo>
                <a:lnTo>
                  <a:pt x="581882" y="61736"/>
                </a:lnTo>
                <a:lnTo>
                  <a:pt x="581882" y="37078"/>
                </a:lnTo>
                <a:close/>
                <a:moveTo>
                  <a:pt x="24790" y="37078"/>
                </a:moveTo>
                <a:lnTo>
                  <a:pt x="24790" y="61736"/>
                </a:lnTo>
                <a:lnTo>
                  <a:pt x="160907" y="61736"/>
                </a:lnTo>
                <a:lnTo>
                  <a:pt x="160907" y="37078"/>
                </a:lnTo>
                <a:close/>
                <a:moveTo>
                  <a:pt x="290895" y="24657"/>
                </a:moveTo>
                <a:lnTo>
                  <a:pt x="290895" y="463481"/>
                </a:lnTo>
                <a:lnTo>
                  <a:pt x="315686" y="463481"/>
                </a:lnTo>
                <a:lnTo>
                  <a:pt x="315686" y="24657"/>
                </a:lnTo>
                <a:close/>
                <a:moveTo>
                  <a:pt x="278546" y="0"/>
                </a:moveTo>
                <a:lnTo>
                  <a:pt x="328034" y="0"/>
                </a:lnTo>
                <a:cubicBezTo>
                  <a:pt x="334905" y="0"/>
                  <a:pt x="340476" y="5469"/>
                  <a:pt x="340476" y="12329"/>
                </a:cubicBezTo>
                <a:lnTo>
                  <a:pt x="340476" y="129775"/>
                </a:lnTo>
                <a:lnTo>
                  <a:pt x="451894" y="129775"/>
                </a:lnTo>
                <a:lnTo>
                  <a:pt x="451894" y="86485"/>
                </a:lnTo>
                <a:lnTo>
                  <a:pt x="433325" y="86485"/>
                </a:lnTo>
                <a:cubicBezTo>
                  <a:pt x="426454" y="86485"/>
                  <a:pt x="420883" y="80924"/>
                  <a:pt x="420883" y="74157"/>
                </a:cubicBezTo>
                <a:lnTo>
                  <a:pt x="420883" y="24657"/>
                </a:lnTo>
                <a:cubicBezTo>
                  <a:pt x="420883" y="17890"/>
                  <a:pt x="426454" y="12329"/>
                  <a:pt x="433325" y="12329"/>
                </a:cubicBezTo>
                <a:lnTo>
                  <a:pt x="594231" y="12329"/>
                </a:lnTo>
                <a:cubicBezTo>
                  <a:pt x="601102" y="12329"/>
                  <a:pt x="606580" y="17890"/>
                  <a:pt x="606580" y="24657"/>
                </a:cubicBezTo>
                <a:lnTo>
                  <a:pt x="606580" y="74157"/>
                </a:lnTo>
                <a:cubicBezTo>
                  <a:pt x="606580" y="80924"/>
                  <a:pt x="601102" y="86485"/>
                  <a:pt x="594231" y="86485"/>
                </a:cubicBezTo>
                <a:lnTo>
                  <a:pt x="575662" y="86485"/>
                </a:lnTo>
                <a:lnTo>
                  <a:pt x="575662" y="315167"/>
                </a:lnTo>
                <a:lnTo>
                  <a:pt x="575662" y="394979"/>
                </a:lnTo>
                <a:cubicBezTo>
                  <a:pt x="575662" y="408883"/>
                  <a:pt x="564520" y="420192"/>
                  <a:pt x="550871" y="420192"/>
                </a:cubicBezTo>
                <a:lnTo>
                  <a:pt x="476592" y="420192"/>
                </a:lnTo>
                <a:cubicBezTo>
                  <a:pt x="462943" y="420192"/>
                  <a:pt x="451894" y="408883"/>
                  <a:pt x="451894" y="394979"/>
                </a:cubicBezTo>
                <a:lnTo>
                  <a:pt x="451894" y="315167"/>
                </a:lnTo>
                <a:lnTo>
                  <a:pt x="451894" y="154432"/>
                </a:lnTo>
                <a:lnTo>
                  <a:pt x="340476" y="154432"/>
                </a:lnTo>
                <a:lnTo>
                  <a:pt x="340476" y="463481"/>
                </a:lnTo>
                <a:lnTo>
                  <a:pt x="594231" y="463481"/>
                </a:lnTo>
                <a:cubicBezTo>
                  <a:pt x="601102" y="463481"/>
                  <a:pt x="606580" y="468950"/>
                  <a:pt x="606580" y="475810"/>
                </a:cubicBezTo>
                <a:lnTo>
                  <a:pt x="606580" y="525217"/>
                </a:lnTo>
                <a:cubicBezTo>
                  <a:pt x="606580" y="532076"/>
                  <a:pt x="601102" y="537638"/>
                  <a:pt x="594231" y="537638"/>
                </a:cubicBezTo>
                <a:lnTo>
                  <a:pt x="12349" y="537638"/>
                </a:lnTo>
                <a:cubicBezTo>
                  <a:pt x="5571" y="537638"/>
                  <a:pt x="0" y="532076"/>
                  <a:pt x="0" y="525217"/>
                </a:cubicBezTo>
                <a:lnTo>
                  <a:pt x="0" y="475810"/>
                </a:lnTo>
                <a:cubicBezTo>
                  <a:pt x="0" y="468950"/>
                  <a:pt x="5571" y="463481"/>
                  <a:pt x="12349" y="463481"/>
                </a:cubicBezTo>
                <a:lnTo>
                  <a:pt x="266197" y="463481"/>
                </a:lnTo>
                <a:lnTo>
                  <a:pt x="266197" y="154432"/>
                </a:lnTo>
                <a:lnTo>
                  <a:pt x="154779" y="154432"/>
                </a:lnTo>
                <a:lnTo>
                  <a:pt x="154779" y="228589"/>
                </a:lnTo>
                <a:lnTo>
                  <a:pt x="154779" y="394979"/>
                </a:lnTo>
                <a:cubicBezTo>
                  <a:pt x="154779" y="408883"/>
                  <a:pt x="143637" y="420192"/>
                  <a:pt x="129988" y="420192"/>
                </a:cubicBezTo>
                <a:lnTo>
                  <a:pt x="55709" y="420192"/>
                </a:lnTo>
                <a:cubicBezTo>
                  <a:pt x="42060" y="420192"/>
                  <a:pt x="30918" y="408883"/>
                  <a:pt x="30918" y="394979"/>
                </a:cubicBezTo>
                <a:lnTo>
                  <a:pt x="30918" y="228589"/>
                </a:lnTo>
                <a:lnTo>
                  <a:pt x="30918" y="86485"/>
                </a:lnTo>
                <a:lnTo>
                  <a:pt x="12349" y="86485"/>
                </a:lnTo>
                <a:cubicBezTo>
                  <a:pt x="5571" y="86485"/>
                  <a:pt x="0" y="80924"/>
                  <a:pt x="0" y="74157"/>
                </a:cubicBezTo>
                <a:lnTo>
                  <a:pt x="0" y="24657"/>
                </a:lnTo>
                <a:cubicBezTo>
                  <a:pt x="0" y="17890"/>
                  <a:pt x="5571" y="12329"/>
                  <a:pt x="12349" y="12329"/>
                </a:cubicBezTo>
                <a:lnTo>
                  <a:pt x="173349" y="12329"/>
                </a:lnTo>
                <a:cubicBezTo>
                  <a:pt x="180127" y="12329"/>
                  <a:pt x="185697" y="17890"/>
                  <a:pt x="185697" y="24657"/>
                </a:cubicBezTo>
                <a:lnTo>
                  <a:pt x="185697" y="74157"/>
                </a:lnTo>
                <a:cubicBezTo>
                  <a:pt x="185697" y="80924"/>
                  <a:pt x="180127" y="86485"/>
                  <a:pt x="173349" y="86485"/>
                </a:cubicBezTo>
                <a:lnTo>
                  <a:pt x="154779" y="86485"/>
                </a:lnTo>
                <a:lnTo>
                  <a:pt x="154779" y="129775"/>
                </a:lnTo>
                <a:lnTo>
                  <a:pt x="266197" y="129775"/>
                </a:lnTo>
                <a:lnTo>
                  <a:pt x="266197" y="12329"/>
                </a:lnTo>
                <a:cubicBezTo>
                  <a:pt x="266197" y="5469"/>
                  <a:pt x="271675" y="0"/>
                  <a:pt x="278546" y="0"/>
                </a:cubicBezTo>
                <a:close/>
              </a:path>
            </a:pathLst>
          </a:custGeom>
          <a:solidFill>
            <a:schemeClr val="accent1"/>
          </a:solidFill>
          <a:ln>
            <a:noFill/>
          </a:ln>
        </p:spPr>
      </p:sp>
      <p:sp>
        <p:nvSpPr>
          <p:cNvPr id="33" name="test-tube_246061">
            <a:extLst>
              <a:ext uri="{FF2B5EF4-FFF2-40B4-BE49-F238E27FC236}">
                <a16:creationId xmlns:a16="http://schemas.microsoft.com/office/drawing/2014/main" id="{7F9AC30C-5761-4B20-97B0-FB88D5A59816}"/>
              </a:ext>
            </a:extLst>
          </p:cNvPr>
          <p:cNvSpPr>
            <a:spLocks noChangeAspect="1"/>
          </p:cNvSpPr>
          <p:nvPr/>
        </p:nvSpPr>
        <p:spPr bwMode="auto">
          <a:xfrm>
            <a:off x="9380135" y="2413000"/>
            <a:ext cx="411632" cy="609685"/>
          </a:xfrm>
          <a:custGeom>
            <a:avLst/>
            <a:gdLst>
              <a:gd name="T0" fmla="*/ 445 w 4603"/>
              <a:gd name="T1" fmla="*/ 6381 h 6827"/>
              <a:gd name="T2" fmla="*/ 445 w 4603"/>
              <a:gd name="T3" fmla="*/ 1799 h 6827"/>
              <a:gd name="T4" fmla="*/ 1753 w 4603"/>
              <a:gd name="T5" fmla="*/ 1799 h 6827"/>
              <a:gd name="T6" fmla="*/ 1753 w 4603"/>
              <a:gd name="T7" fmla="*/ 5131 h 6827"/>
              <a:gd name="T8" fmla="*/ 2632 w 4603"/>
              <a:gd name="T9" fmla="*/ 6010 h 6827"/>
              <a:gd name="T10" fmla="*/ 2716 w 4603"/>
              <a:gd name="T11" fmla="*/ 6010 h 6827"/>
              <a:gd name="T12" fmla="*/ 3595 w 4603"/>
              <a:gd name="T13" fmla="*/ 5131 h 6827"/>
              <a:gd name="T14" fmla="*/ 3595 w 4603"/>
              <a:gd name="T15" fmla="*/ 1044 h 6827"/>
              <a:gd name="T16" fmla="*/ 3868 w 4603"/>
              <a:gd name="T17" fmla="*/ 1044 h 6827"/>
              <a:gd name="T18" fmla="*/ 3868 w 4603"/>
              <a:gd name="T19" fmla="*/ 598 h 6827"/>
              <a:gd name="T20" fmla="*/ 1480 w 4603"/>
              <a:gd name="T21" fmla="*/ 598 h 6827"/>
              <a:gd name="T22" fmla="*/ 1480 w 4603"/>
              <a:gd name="T23" fmla="*/ 1044 h 6827"/>
              <a:gd name="T24" fmla="*/ 1753 w 4603"/>
              <a:gd name="T25" fmla="*/ 1044 h 6827"/>
              <a:gd name="T26" fmla="*/ 1753 w 4603"/>
              <a:gd name="T27" fmla="*/ 1354 h 6827"/>
              <a:gd name="T28" fmla="*/ 445 w 4603"/>
              <a:gd name="T29" fmla="*/ 1354 h 6827"/>
              <a:gd name="T30" fmla="*/ 445 w 4603"/>
              <a:gd name="T31" fmla="*/ 0 h 6827"/>
              <a:gd name="T32" fmla="*/ 0 w 4603"/>
              <a:gd name="T33" fmla="*/ 0 h 6827"/>
              <a:gd name="T34" fmla="*/ 0 w 4603"/>
              <a:gd name="T35" fmla="*/ 6827 h 6827"/>
              <a:gd name="T36" fmla="*/ 4603 w 4603"/>
              <a:gd name="T37" fmla="*/ 6827 h 6827"/>
              <a:gd name="T38" fmla="*/ 4603 w 4603"/>
              <a:gd name="T39" fmla="*/ 6381 h 6827"/>
              <a:gd name="T40" fmla="*/ 445 w 4603"/>
              <a:gd name="T41" fmla="*/ 6381 h 6827"/>
              <a:gd name="T42" fmla="*/ 2198 w 4603"/>
              <a:gd name="T43" fmla="*/ 1044 h 6827"/>
              <a:gd name="T44" fmla="*/ 3149 w 4603"/>
              <a:gd name="T45" fmla="*/ 1044 h 6827"/>
              <a:gd name="T46" fmla="*/ 3149 w 4603"/>
              <a:gd name="T47" fmla="*/ 1354 h 6827"/>
              <a:gd name="T48" fmla="*/ 2198 w 4603"/>
              <a:gd name="T49" fmla="*/ 1354 h 6827"/>
              <a:gd name="T50" fmla="*/ 2198 w 4603"/>
              <a:gd name="T51" fmla="*/ 1044 h 6827"/>
              <a:gd name="T52" fmla="*/ 2198 w 4603"/>
              <a:gd name="T53" fmla="*/ 1799 h 6827"/>
              <a:gd name="T54" fmla="*/ 3149 w 4603"/>
              <a:gd name="T55" fmla="*/ 1799 h 6827"/>
              <a:gd name="T56" fmla="*/ 3149 w 4603"/>
              <a:gd name="T57" fmla="*/ 2484 h 6827"/>
              <a:gd name="T58" fmla="*/ 2198 w 4603"/>
              <a:gd name="T59" fmla="*/ 2484 h 6827"/>
              <a:gd name="T60" fmla="*/ 2198 w 4603"/>
              <a:gd name="T61" fmla="*/ 1799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603" h="6827">
                <a:moveTo>
                  <a:pt x="445" y="6381"/>
                </a:moveTo>
                <a:lnTo>
                  <a:pt x="445" y="1799"/>
                </a:lnTo>
                <a:lnTo>
                  <a:pt x="1753" y="1799"/>
                </a:lnTo>
                <a:lnTo>
                  <a:pt x="1753" y="5131"/>
                </a:lnTo>
                <a:cubicBezTo>
                  <a:pt x="1753" y="5616"/>
                  <a:pt x="2147" y="6010"/>
                  <a:pt x="2632" y="6010"/>
                </a:cubicBezTo>
                <a:lnTo>
                  <a:pt x="2716" y="6010"/>
                </a:lnTo>
                <a:cubicBezTo>
                  <a:pt x="3200" y="6010"/>
                  <a:pt x="3595" y="5616"/>
                  <a:pt x="3595" y="5131"/>
                </a:cubicBezTo>
                <a:lnTo>
                  <a:pt x="3595" y="1044"/>
                </a:lnTo>
                <a:lnTo>
                  <a:pt x="3868" y="1044"/>
                </a:lnTo>
                <a:lnTo>
                  <a:pt x="3868" y="598"/>
                </a:lnTo>
                <a:lnTo>
                  <a:pt x="1480" y="598"/>
                </a:lnTo>
                <a:lnTo>
                  <a:pt x="1480" y="1044"/>
                </a:lnTo>
                <a:lnTo>
                  <a:pt x="1753" y="1044"/>
                </a:lnTo>
                <a:lnTo>
                  <a:pt x="1753" y="1354"/>
                </a:lnTo>
                <a:lnTo>
                  <a:pt x="445" y="1354"/>
                </a:lnTo>
                <a:lnTo>
                  <a:pt x="445" y="0"/>
                </a:lnTo>
                <a:lnTo>
                  <a:pt x="0" y="0"/>
                </a:lnTo>
                <a:lnTo>
                  <a:pt x="0" y="6827"/>
                </a:lnTo>
                <a:lnTo>
                  <a:pt x="4603" y="6827"/>
                </a:lnTo>
                <a:lnTo>
                  <a:pt x="4603" y="6381"/>
                </a:lnTo>
                <a:lnTo>
                  <a:pt x="445" y="6381"/>
                </a:lnTo>
                <a:close/>
                <a:moveTo>
                  <a:pt x="2198" y="1044"/>
                </a:moveTo>
                <a:lnTo>
                  <a:pt x="3149" y="1044"/>
                </a:lnTo>
                <a:lnTo>
                  <a:pt x="3149" y="1354"/>
                </a:lnTo>
                <a:lnTo>
                  <a:pt x="2198" y="1354"/>
                </a:lnTo>
                <a:lnTo>
                  <a:pt x="2198" y="1044"/>
                </a:lnTo>
                <a:close/>
                <a:moveTo>
                  <a:pt x="2198" y="1799"/>
                </a:moveTo>
                <a:lnTo>
                  <a:pt x="3149" y="1799"/>
                </a:lnTo>
                <a:lnTo>
                  <a:pt x="3149" y="2484"/>
                </a:lnTo>
                <a:lnTo>
                  <a:pt x="2198" y="2484"/>
                </a:lnTo>
                <a:lnTo>
                  <a:pt x="2198" y="1799"/>
                </a:lnTo>
                <a:close/>
              </a:path>
            </a:pathLst>
          </a:custGeom>
          <a:solidFill>
            <a:schemeClr val="accent1"/>
          </a:solidFill>
          <a:ln>
            <a:noFill/>
          </a:ln>
        </p:spPr>
      </p:sp>
      <p:sp>
        <p:nvSpPr>
          <p:cNvPr id="38" name="test-tube_228210">
            <a:extLst>
              <a:ext uri="{FF2B5EF4-FFF2-40B4-BE49-F238E27FC236}">
                <a16:creationId xmlns:a16="http://schemas.microsoft.com/office/drawing/2014/main" id="{F6F479A2-724A-4D1E-93FB-B0F371057929}"/>
              </a:ext>
            </a:extLst>
          </p:cNvPr>
          <p:cNvSpPr>
            <a:spLocks noChangeAspect="1"/>
          </p:cNvSpPr>
          <p:nvPr/>
        </p:nvSpPr>
        <p:spPr bwMode="auto">
          <a:xfrm>
            <a:off x="10586635" y="2413000"/>
            <a:ext cx="609685" cy="568123"/>
          </a:xfrm>
          <a:custGeom>
            <a:avLst/>
            <a:gdLst>
              <a:gd name="connsiteX0" fmla="*/ 273441 w 607639"/>
              <a:gd name="connsiteY0" fmla="*/ 333633 h 566217"/>
              <a:gd name="connsiteX1" fmla="*/ 394884 w 607639"/>
              <a:gd name="connsiteY1" fmla="*/ 333633 h 566217"/>
              <a:gd name="connsiteX2" fmla="*/ 394884 w 607639"/>
              <a:gd name="connsiteY2" fmla="*/ 404476 h 566217"/>
              <a:gd name="connsiteX3" fmla="*/ 334207 w 607639"/>
              <a:gd name="connsiteY3" fmla="*/ 465096 h 566217"/>
              <a:gd name="connsiteX4" fmla="*/ 273441 w 607639"/>
              <a:gd name="connsiteY4" fmla="*/ 404476 h 566217"/>
              <a:gd name="connsiteX5" fmla="*/ 50666 w 607639"/>
              <a:gd name="connsiteY5" fmla="*/ 333633 h 566217"/>
              <a:gd name="connsiteX6" fmla="*/ 172109 w 607639"/>
              <a:gd name="connsiteY6" fmla="*/ 333633 h 566217"/>
              <a:gd name="connsiteX7" fmla="*/ 172109 w 607639"/>
              <a:gd name="connsiteY7" fmla="*/ 404476 h 566217"/>
              <a:gd name="connsiteX8" fmla="*/ 111432 w 607639"/>
              <a:gd name="connsiteY8" fmla="*/ 465096 h 566217"/>
              <a:gd name="connsiteX9" fmla="*/ 50666 w 607639"/>
              <a:gd name="connsiteY9" fmla="*/ 404476 h 566217"/>
              <a:gd name="connsiteX10" fmla="*/ 384859 w 607639"/>
              <a:gd name="connsiteY10" fmla="*/ 121313 h 566217"/>
              <a:gd name="connsiteX11" fmla="*/ 384859 w 607639"/>
              <a:gd name="connsiteY11" fmla="*/ 182014 h 566217"/>
              <a:gd name="connsiteX12" fmla="*/ 405063 w 607639"/>
              <a:gd name="connsiteY12" fmla="*/ 182014 h 566217"/>
              <a:gd name="connsiteX13" fmla="*/ 405063 w 607639"/>
              <a:gd name="connsiteY13" fmla="*/ 171882 h 566217"/>
              <a:gd name="connsiteX14" fmla="*/ 405063 w 607639"/>
              <a:gd name="connsiteY14" fmla="*/ 131445 h 566217"/>
              <a:gd name="connsiteX15" fmla="*/ 405063 w 607639"/>
              <a:gd name="connsiteY15" fmla="*/ 121313 h 566217"/>
              <a:gd name="connsiteX16" fmla="*/ 263278 w 607639"/>
              <a:gd name="connsiteY16" fmla="*/ 121313 h 566217"/>
              <a:gd name="connsiteX17" fmla="*/ 263278 w 607639"/>
              <a:gd name="connsiteY17" fmla="*/ 131445 h 566217"/>
              <a:gd name="connsiteX18" fmla="*/ 263278 w 607639"/>
              <a:gd name="connsiteY18" fmla="*/ 171882 h 566217"/>
              <a:gd name="connsiteX19" fmla="*/ 263278 w 607639"/>
              <a:gd name="connsiteY19" fmla="*/ 182014 h 566217"/>
              <a:gd name="connsiteX20" fmla="*/ 283571 w 607639"/>
              <a:gd name="connsiteY20" fmla="*/ 182014 h 566217"/>
              <a:gd name="connsiteX21" fmla="*/ 283571 w 607639"/>
              <a:gd name="connsiteY21" fmla="*/ 121313 h 566217"/>
              <a:gd name="connsiteX22" fmla="*/ 161990 w 607639"/>
              <a:gd name="connsiteY22" fmla="*/ 121313 h 566217"/>
              <a:gd name="connsiteX23" fmla="*/ 161990 w 607639"/>
              <a:gd name="connsiteY23" fmla="*/ 182014 h 566217"/>
              <a:gd name="connsiteX24" fmla="*/ 182283 w 607639"/>
              <a:gd name="connsiteY24" fmla="*/ 182014 h 566217"/>
              <a:gd name="connsiteX25" fmla="*/ 182283 w 607639"/>
              <a:gd name="connsiteY25" fmla="*/ 171882 h 566217"/>
              <a:gd name="connsiteX26" fmla="*/ 182283 w 607639"/>
              <a:gd name="connsiteY26" fmla="*/ 131445 h 566217"/>
              <a:gd name="connsiteX27" fmla="*/ 182283 w 607639"/>
              <a:gd name="connsiteY27" fmla="*/ 121313 h 566217"/>
              <a:gd name="connsiteX28" fmla="*/ 273424 w 607639"/>
              <a:gd name="connsiteY28" fmla="*/ 20174 h 566217"/>
              <a:gd name="connsiteX29" fmla="*/ 273424 w 607639"/>
              <a:gd name="connsiteY29" fmla="*/ 60612 h 566217"/>
              <a:gd name="connsiteX30" fmla="*/ 283571 w 607639"/>
              <a:gd name="connsiteY30" fmla="*/ 60612 h 566217"/>
              <a:gd name="connsiteX31" fmla="*/ 384859 w 607639"/>
              <a:gd name="connsiteY31" fmla="*/ 60612 h 566217"/>
              <a:gd name="connsiteX32" fmla="*/ 394916 w 607639"/>
              <a:gd name="connsiteY32" fmla="*/ 60612 h 566217"/>
              <a:gd name="connsiteX33" fmla="*/ 394916 w 607639"/>
              <a:gd name="connsiteY33" fmla="*/ 20174 h 566217"/>
              <a:gd name="connsiteX34" fmla="*/ 50644 w 607639"/>
              <a:gd name="connsiteY34" fmla="*/ 20174 h 566217"/>
              <a:gd name="connsiteX35" fmla="*/ 50644 w 607639"/>
              <a:gd name="connsiteY35" fmla="*/ 60612 h 566217"/>
              <a:gd name="connsiteX36" fmla="*/ 60791 w 607639"/>
              <a:gd name="connsiteY36" fmla="*/ 60612 h 566217"/>
              <a:gd name="connsiteX37" fmla="*/ 161990 w 607639"/>
              <a:gd name="connsiteY37" fmla="*/ 60612 h 566217"/>
              <a:gd name="connsiteX38" fmla="*/ 172136 w 607639"/>
              <a:gd name="connsiteY38" fmla="*/ 60612 h 566217"/>
              <a:gd name="connsiteX39" fmla="*/ 172136 w 607639"/>
              <a:gd name="connsiteY39" fmla="*/ 20174 h 566217"/>
              <a:gd name="connsiteX40" fmla="*/ 40497 w 607639"/>
              <a:gd name="connsiteY40" fmla="*/ 0 h 566217"/>
              <a:gd name="connsiteX41" fmla="*/ 182283 w 607639"/>
              <a:gd name="connsiteY41" fmla="*/ 0 h 566217"/>
              <a:gd name="connsiteX42" fmla="*/ 192429 w 607639"/>
              <a:gd name="connsiteY42" fmla="*/ 10043 h 566217"/>
              <a:gd name="connsiteX43" fmla="*/ 192429 w 607639"/>
              <a:gd name="connsiteY43" fmla="*/ 70744 h 566217"/>
              <a:gd name="connsiteX44" fmla="*/ 182283 w 607639"/>
              <a:gd name="connsiteY44" fmla="*/ 80875 h 566217"/>
              <a:gd name="connsiteX45" fmla="*/ 172136 w 607639"/>
              <a:gd name="connsiteY45" fmla="*/ 80875 h 566217"/>
              <a:gd name="connsiteX46" fmla="*/ 172136 w 607639"/>
              <a:gd name="connsiteY46" fmla="*/ 101050 h 566217"/>
              <a:gd name="connsiteX47" fmla="*/ 192429 w 607639"/>
              <a:gd name="connsiteY47" fmla="*/ 101050 h 566217"/>
              <a:gd name="connsiteX48" fmla="*/ 202576 w 607639"/>
              <a:gd name="connsiteY48" fmla="*/ 111181 h 566217"/>
              <a:gd name="connsiteX49" fmla="*/ 202576 w 607639"/>
              <a:gd name="connsiteY49" fmla="*/ 121313 h 566217"/>
              <a:gd name="connsiteX50" fmla="*/ 243073 w 607639"/>
              <a:gd name="connsiteY50" fmla="*/ 121313 h 566217"/>
              <a:gd name="connsiteX51" fmla="*/ 243073 w 607639"/>
              <a:gd name="connsiteY51" fmla="*/ 111181 h 566217"/>
              <a:gd name="connsiteX52" fmla="*/ 253131 w 607639"/>
              <a:gd name="connsiteY52" fmla="*/ 101050 h 566217"/>
              <a:gd name="connsiteX53" fmla="*/ 273424 w 607639"/>
              <a:gd name="connsiteY53" fmla="*/ 101050 h 566217"/>
              <a:gd name="connsiteX54" fmla="*/ 273424 w 607639"/>
              <a:gd name="connsiteY54" fmla="*/ 80875 h 566217"/>
              <a:gd name="connsiteX55" fmla="*/ 263278 w 607639"/>
              <a:gd name="connsiteY55" fmla="*/ 80875 h 566217"/>
              <a:gd name="connsiteX56" fmla="*/ 253131 w 607639"/>
              <a:gd name="connsiteY56" fmla="*/ 70744 h 566217"/>
              <a:gd name="connsiteX57" fmla="*/ 253131 w 607639"/>
              <a:gd name="connsiteY57" fmla="*/ 10043 h 566217"/>
              <a:gd name="connsiteX58" fmla="*/ 263278 w 607639"/>
              <a:gd name="connsiteY58" fmla="*/ 0 h 566217"/>
              <a:gd name="connsiteX59" fmla="*/ 405063 w 607639"/>
              <a:gd name="connsiteY59" fmla="*/ 0 h 566217"/>
              <a:gd name="connsiteX60" fmla="*/ 415210 w 607639"/>
              <a:gd name="connsiteY60" fmla="*/ 10043 h 566217"/>
              <a:gd name="connsiteX61" fmla="*/ 415210 w 607639"/>
              <a:gd name="connsiteY61" fmla="*/ 70744 h 566217"/>
              <a:gd name="connsiteX62" fmla="*/ 405063 w 607639"/>
              <a:gd name="connsiteY62" fmla="*/ 80875 h 566217"/>
              <a:gd name="connsiteX63" fmla="*/ 394916 w 607639"/>
              <a:gd name="connsiteY63" fmla="*/ 80875 h 566217"/>
              <a:gd name="connsiteX64" fmla="*/ 394916 w 607639"/>
              <a:gd name="connsiteY64" fmla="*/ 101050 h 566217"/>
              <a:gd name="connsiteX65" fmla="*/ 415210 w 607639"/>
              <a:gd name="connsiteY65" fmla="*/ 101050 h 566217"/>
              <a:gd name="connsiteX66" fmla="*/ 425356 w 607639"/>
              <a:gd name="connsiteY66" fmla="*/ 111181 h 566217"/>
              <a:gd name="connsiteX67" fmla="*/ 425356 w 607639"/>
              <a:gd name="connsiteY67" fmla="*/ 121313 h 566217"/>
              <a:gd name="connsiteX68" fmla="*/ 486147 w 607639"/>
              <a:gd name="connsiteY68" fmla="*/ 121313 h 566217"/>
              <a:gd name="connsiteX69" fmla="*/ 496204 w 607639"/>
              <a:gd name="connsiteY69" fmla="*/ 104071 h 566217"/>
              <a:gd name="connsiteX70" fmla="*/ 496204 w 607639"/>
              <a:gd name="connsiteY70" fmla="*/ 70744 h 566217"/>
              <a:gd name="connsiteX71" fmla="*/ 506351 w 607639"/>
              <a:gd name="connsiteY71" fmla="*/ 60612 h 566217"/>
              <a:gd name="connsiteX72" fmla="*/ 567142 w 607639"/>
              <a:gd name="connsiteY72" fmla="*/ 60612 h 566217"/>
              <a:gd name="connsiteX73" fmla="*/ 577199 w 607639"/>
              <a:gd name="connsiteY73" fmla="*/ 70744 h 566217"/>
              <a:gd name="connsiteX74" fmla="*/ 577199 w 607639"/>
              <a:gd name="connsiteY74" fmla="*/ 104071 h 566217"/>
              <a:gd name="connsiteX75" fmla="*/ 587346 w 607639"/>
              <a:gd name="connsiteY75" fmla="*/ 121668 h 566217"/>
              <a:gd name="connsiteX76" fmla="*/ 587346 w 607639"/>
              <a:gd name="connsiteY76" fmla="*/ 181570 h 566217"/>
              <a:gd name="connsiteX77" fmla="*/ 577199 w 607639"/>
              <a:gd name="connsiteY77" fmla="*/ 199256 h 566217"/>
              <a:gd name="connsiteX78" fmla="*/ 577199 w 607639"/>
              <a:gd name="connsiteY78" fmla="*/ 486764 h 566217"/>
              <a:gd name="connsiteX79" fmla="*/ 607639 w 607639"/>
              <a:gd name="connsiteY79" fmla="*/ 525779 h 566217"/>
              <a:gd name="connsiteX80" fmla="*/ 567142 w 607639"/>
              <a:gd name="connsiteY80" fmla="*/ 566217 h 566217"/>
              <a:gd name="connsiteX81" fmla="*/ 364566 w 607639"/>
              <a:gd name="connsiteY81" fmla="*/ 566217 h 566217"/>
              <a:gd name="connsiteX82" fmla="*/ 357356 w 607639"/>
              <a:gd name="connsiteY82" fmla="*/ 563284 h 566217"/>
              <a:gd name="connsiteX83" fmla="*/ 340089 w 607639"/>
              <a:gd name="connsiteY83" fmla="*/ 546043 h 566217"/>
              <a:gd name="connsiteX84" fmla="*/ 277607 w 607639"/>
              <a:gd name="connsiteY84" fmla="*/ 546043 h 566217"/>
              <a:gd name="connsiteX85" fmla="*/ 260340 w 607639"/>
              <a:gd name="connsiteY85" fmla="*/ 563284 h 566217"/>
              <a:gd name="connsiteX86" fmla="*/ 253131 w 607639"/>
              <a:gd name="connsiteY86" fmla="*/ 566217 h 566217"/>
              <a:gd name="connsiteX87" fmla="*/ 40497 w 607639"/>
              <a:gd name="connsiteY87" fmla="*/ 566217 h 566217"/>
              <a:gd name="connsiteX88" fmla="*/ 0 w 607639"/>
              <a:gd name="connsiteY88" fmla="*/ 525779 h 566217"/>
              <a:gd name="connsiteX89" fmla="*/ 40497 w 607639"/>
              <a:gd name="connsiteY89" fmla="*/ 485342 h 566217"/>
              <a:gd name="connsiteX90" fmla="*/ 496204 w 607639"/>
              <a:gd name="connsiteY90" fmla="*/ 485342 h 566217"/>
              <a:gd name="connsiteX91" fmla="*/ 496204 w 607639"/>
              <a:gd name="connsiteY91" fmla="*/ 199256 h 566217"/>
              <a:gd name="connsiteX92" fmla="*/ 486147 w 607639"/>
              <a:gd name="connsiteY92" fmla="*/ 182014 h 566217"/>
              <a:gd name="connsiteX93" fmla="*/ 425356 w 607639"/>
              <a:gd name="connsiteY93" fmla="*/ 182014 h 566217"/>
              <a:gd name="connsiteX94" fmla="*/ 425356 w 607639"/>
              <a:gd name="connsiteY94" fmla="*/ 192057 h 566217"/>
              <a:gd name="connsiteX95" fmla="*/ 415210 w 607639"/>
              <a:gd name="connsiteY95" fmla="*/ 202188 h 566217"/>
              <a:gd name="connsiteX96" fmla="*/ 394916 w 607639"/>
              <a:gd name="connsiteY96" fmla="*/ 202188 h 566217"/>
              <a:gd name="connsiteX97" fmla="*/ 394916 w 607639"/>
              <a:gd name="connsiteY97" fmla="*/ 313459 h 566217"/>
              <a:gd name="connsiteX98" fmla="*/ 273424 w 607639"/>
              <a:gd name="connsiteY98" fmla="*/ 313459 h 566217"/>
              <a:gd name="connsiteX99" fmla="*/ 273424 w 607639"/>
              <a:gd name="connsiteY99" fmla="*/ 202188 h 566217"/>
              <a:gd name="connsiteX100" fmla="*/ 253131 w 607639"/>
              <a:gd name="connsiteY100" fmla="*/ 202188 h 566217"/>
              <a:gd name="connsiteX101" fmla="*/ 243073 w 607639"/>
              <a:gd name="connsiteY101" fmla="*/ 192057 h 566217"/>
              <a:gd name="connsiteX102" fmla="*/ 243073 w 607639"/>
              <a:gd name="connsiteY102" fmla="*/ 182014 h 566217"/>
              <a:gd name="connsiteX103" fmla="*/ 202576 w 607639"/>
              <a:gd name="connsiteY103" fmla="*/ 182014 h 566217"/>
              <a:gd name="connsiteX104" fmla="*/ 202576 w 607639"/>
              <a:gd name="connsiteY104" fmla="*/ 192057 h 566217"/>
              <a:gd name="connsiteX105" fmla="*/ 192429 w 607639"/>
              <a:gd name="connsiteY105" fmla="*/ 202188 h 566217"/>
              <a:gd name="connsiteX106" fmla="*/ 172136 w 607639"/>
              <a:gd name="connsiteY106" fmla="*/ 202188 h 566217"/>
              <a:gd name="connsiteX107" fmla="*/ 172136 w 607639"/>
              <a:gd name="connsiteY107" fmla="*/ 313459 h 566217"/>
              <a:gd name="connsiteX108" fmla="*/ 50644 w 607639"/>
              <a:gd name="connsiteY108" fmla="*/ 313459 h 566217"/>
              <a:gd name="connsiteX109" fmla="*/ 50644 w 607639"/>
              <a:gd name="connsiteY109" fmla="*/ 202188 h 566217"/>
              <a:gd name="connsiteX110" fmla="*/ 30351 w 607639"/>
              <a:gd name="connsiteY110" fmla="*/ 202188 h 566217"/>
              <a:gd name="connsiteX111" fmla="*/ 20293 w 607639"/>
              <a:gd name="connsiteY111" fmla="*/ 192057 h 566217"/>
              <a:gd name="connsiteX112" fmla="*/ 20293 w 607639"/>
              <a:gd name="connsiteY112" fmla="*/ 111181 h 566217"/>
              <a:gd name="connsiteX113" fmla="*/ 30351 w 607639"/>
              <a:gd name="connsiteY113" fmla="*/ 101050 h 566217"/>
              <a:gd name="connsiteX114" fmla="*/ 50644 w 607639"/>
              <a:gd name="connsiteY114" fmla="*/ 101050 h 566217"/>
              <a:gd name="connsiteX115" fmla="*/ 50644 w 607639"/>
              <a:gd name="connsiteY115" fmla="*/ 80875 h 566217"/>
              <a:gd name="connsiteX116" fmla="*/ 40497 w 607639"/>
              <a:gd name="connsiteY116" fmla="*/ 80875 h 566217"/>
              <a:gd name="connsiteX117" fmla="*/ 30351 w 607639"/>
              <a:gd name="connsiteY117" fmla="*/ 70744 h 566217"/>
              <a:gd name="connsiteX118" fmla="*/ 30351 w 607639"/>
              <a:gd name="connsiteY118" fmla="*/ 10043 h 566217"/>
              <a:gd name="connsiteX119" fmla="*/ 40497 w 607639"/>
              <a:gd name="connsiteY119" fmla="*/ 0 h 56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607639" h="566217">
                <a:moveTo>
                  <a:pt x="273441" y="333633"/>
                </a:moveTo>
                <a:lnTo>
                  <a:pt x="394884" y="333633"/>
                </a:lnTo>
                <a:lnTo>
                  <a:pt x="394884" y="404476"/>
                </a:lnTo>
                <a:cubicBezTo>
                  <a:pt x="394884" y="437897"/>
                  <a:pt x="367659" y="465096"/>
                  <a:pt x="334207" y="465096"/>
                </a:cubicBezTo>
                <a:cubicBezTo>
                  <a:pt x="300666" y="465096"/>
                  <a:pt x="273441" y="437897"/>
                  <a:pt x="273441" y="404476"/>
                </a:cubicBezTo>
                <a:close/>
                <a:moveTo>
                  <a:pt x="50666" y="333633"/>
                </a:moveTo>
                <a:lnTo>
                  <a:pt x="172109" y="333633"/>
                </a:lnTo>
                <a:lnTo>
                  <a:pt x="172109" y="404476"/>
                </a:lnTo>
                <a:cubicBezTo>
                  <a:pt x="172109" y="437897"/>
                  <a:pt x="144884" y="465096"/>
                  <a:pt x="111432" y="465096"/>
                </a:cubicBezTo>
                <a:cubicBezTo>
                  <a:pt x="77891" y="465096"/>
                  <a:pt x="50666" y="437897"/>
                  <a:pt x="50666" y="404476"/>
                </a:cubicBezTo>
                <a:close/>
                <a:moveTo>
                  <a:pt x="384859" y="121313"/>
                </a:moveTo>
                <a:lnTo>
                  <a:pt x="384859" y="182014"/>
                </a:lnTo>
                <a:lnTo>
                  <a:pt x="405063" y="182014"/>
                </a:lnTo>
                <a:lnTo>
                  <a:pt x="405063" y="171882"/>
                </a:lnTo>
                <a:lnTo>
                  <a:pt x="405063" y="131445"/>
                </a:lnTo>
                <a:lnTo>
                  <a:pt x="405063" y="121313"/>
                </a:lnTo>
                <a:close/>
                <a:moveTo>
                  <a:pt x="263278" y="121313"/>
                </a:moveTo>
                <a:lnTo>
                  <a:pt x="263278" y="131445"/>
                </a:lnTo>
                <a:lnTo>
                  <a:pt x="263278" y="171882"/>
                </a:lnTo>
                <a:lnTo>
                  <a:pt x="263278" y="182014"/>
                </a:lnTo>
                <a:lnTo>
                  <a:pt x="283571" y="182014"/>
                </a:lnTo>
                <a:lnTo>
                  <a:pt x="283571" y="121313"/>
                </a:lnTo>
                <a:close/>
                <a:moveTo>
                  <a:pt x="161990" y="121313"/>
                </a:moveTo>
                <a:lnTo>
                  <a:pt x="161990" y="182014"/>
                </a:lnTo>
                <a:lnTo>
                  <a:pt x="182283" y="182014"/>
                </a:lnTo>
                <a:lnTo>
                  <a:pt x="182283" y="171882"/>
                </a:lnTo>
                <a:lnTo>
                  <a:pt x="182283" y="131445"/>
                </a:lnTo>
                <a:lnTo>
                  <a:pt x="182283" y="121313"/>
                </a:lnTo>
                <a:close/>
                <a:moveTo>
                  <a:pt x="273424" y="20174"/>
                </a:moveTo>
                <a:lnTo>
                  <a:pt x="273424" y="60612"/>
                </a:lnTo>
                <a:lnTo>
                  <a:pt x="283571" y="60612"/>
                </a:lnTo>
                <a:lnTo>
                  <a:pt x="384859" y="60612"/>
                </a:lnTo>
                <a:lnTo>
                  <a:pt x="394916" y="60612"/>
                </a:lnTo>
                <a:lnTo>
                  <a:pt x="394916" y="20174"/>
                </a:lnTo>
                <a:close/>
                <a:moveTo>
                  <a:pt x="50644" y="20174"/>
                </a:moveTo>
                <a:lnTo>
                  <a:pt x="50644" y="60612"/>
                </a:lnTo>
                <a:lnTo>
                  <a:pt x="60791" y="60612"/>
                </a:lnTo>
                <a:lnTo>
                  <a:pt x="161990" y="60612"/>
                </a:lnTo>
                <a:lnTo>
                  <a:pt x="172136" y="60612"/>
                </a:lnTo>
                <a:lnTo>
                  <a:pt x="172136" y="20174"/>
                </a:lnTo>
                <a:close/>
                <a:moveTo>
                  <a:pt x="40497" y="0"/>
                </a:moveTo>
                <a:lnTo>
                  <a:pt x="182283" y="0"/>
                </a:lnTo>
                <a:cubicBezTo>
                  <a:pt x="187890" y="0"/>
                  <a:pt x="192429" y="4443"/>
                  <a:pt x="192429" y="10043"/>
                </a:cubicBezTo>
                <a:lnTo>
                  <a:pt x="192429" y="70744"/>
                </a:lnTo>
                <a:cubicBezTo>
                  <a:pt x="192429" y="76343"/>
                  <a:pt x="187890" y="80875"/>
                  <a:pt x="182283" y="80875"/>
                </a:cubicBezTo>
                <a:lnTo>
                  <a:pt x="172136" y="80875"/>
                </a:lnTo>
                <a:lnTo>
                  <a:pt x="172136" y="101050"/>
                </a:lnTo>
                <a:lnTo>
                  <a:pt x="192429" y="101050"/>
                </a:lnTo>
                <a:cubicBezTo>
                  <a:pt x="198037" y="101050"/>
                  <a:pt x="202576" y="105582"/>
                  <a:pt x="202576" y="111181"/>
                </a:cubicBezTo>
                <a:lnTo>
                  <a:pt x="202576" y="121313"/>
                </a:lnTo>
                <a:lnTo>
                  <a:pt x="243073" y="121313"/>
                </a:lnTo>
                <a:lnTo>
                  <a:pt x="243073" y="111181"/>
                </a:lnTo>
                <a:cubicBezTo>
                  <a:pt x="243073" y="105582"/>
                  <a:pt x="247613" y="101050"/>
                  <a:pt x="253131" y="101050"/>
                </a:cubicBezTo>
                <a:lnTo>
                  <a:pt x="273424" y="101050"/>
                </a:lnTo>
                <a:lnTo>
                  <a:pt x="273424" y="80875"/>
                </a:lnTo>
                <a:lnTo>
                  <a:pt x="263278" y="80875"/>
                </a:lnTo>
                <a:cubicBezTo>
                  <a:pt x="257670" y="80875"/>
                  <a:pt x="253131" y="76343"/>
                  <a:pt x="253131" y="70744"/>
                </a:cubicBezTo>
                <a:lnTo>
                  <a:pt x="253131" y="10043"/>
                </a:lnTo>
                <a:cubicBezTo>
                  <a:pt x="253131" y="4443"/>
                  <a:pt x="257670" y="0"/>
                  <a:pt x="263278" y="0"/>
                </a:cubicBezTo>
                <a:lnTo>
                  <a:pt x="405063" y="0"/>
                </a:lnTo>
                <a:cubicBezTo>
                  <a:pt x="410670" y="0"/>
                  <a:pt x="415210" y="4443"/>
                  <a:pt x="415210" y="10043"/>
                </a:cubicBezTo>
                <a:lnTo>
                  <a:pt x="415210" y="70744"/>
                </a:lnTo>
                <a:cubicBezTo>
                  <a:pt x="415210" y="76343"/>
                  <a:pt x="410670" y="80875"/>
                  <a:pt x="405063" y="80875"/>
                </a:cubicBezTo>
                <a:lnTo>
                  <a:pt x="394916" y="80875"/>
                </a:lnTo>
                <a:lnTo>
                  <a:pt x="394916" y="101050"/>
                </a:lnTo>
                <a:lnTo>
                  <a:pt x="415210" y="101050"/>
                </a:lnTo>
                <a:cubicBezTo>
                  <a:pt x="420817" y="101050"/>
                  <a:pt x="425356" y="105582"/>
                  <a:pt x="425356" y="111181"/>
                </a:cubicBezTo>
                <a:lnTo>
                  <a:pt x="425356" y="121313"/>
                </a:lnTo>
                <a:lnTo>
                  <a:pt x="486147" y="121313"/>
                </a:lnTo>
                <a:cubicBezTo>
                  <a:pt x="486236" y="113936"/>
                  <a:pt x="490241" y="107537"/>
                  <a:pt x="496204" y="104071"/>
                </a:cubicBezTo>
                <a:lnTo>
                  <a:pt x="496204" y="70744"/>
                </a:lnTo>
                <a:cubicBezTo>
                  <a:pt x="496204" y="65144"/>
                  <a:pt x="500744" y="60612"/>
                  <a:pt x="506351" y="60612"/>
                </a:cubicBezTo>
                <a:lnTo>
                  <a:pt x="567142" y="60612"/>
                </a:lnTo>
                <a:cubicBezTo>
                  <a:pt x="572660" y="60612"/>
                  <a:pt x="577199" y="65144"/>
                  <a:pt x="577199" y="70744"/>
                </a:cubicBezTo>
                <a:lnTo>
                  <a:pt x="577199" y="104071"/>
                </a:lnTo>
                <a:cubicBezTo>
                  <a:pt x="583252" y="107626"/>
                  <a:pt x="587346" y="114203"/>
                  <a:pt x="587346" y="121668"/>
                </a:cubicBezTo>
                <a:lnTo>
                  <a:pt x="587346" y="181570"/>
                </a:lnTo>
                <a:cubicBezTo>
                  <a:pt x="587346" y="189124"/>
                  <a:pt x="583252" y="195612"/>
                  <a:pt x="577199" y="199256"/>
                </a:cubicBezTo>
                <a:lnTo>
                  <a:pt x="577199" y="486764"/>
                </a:lnTo>
                <a:cubicBezTo>
                  <a:pt x="594644" y="491296"/>
                  <a:pt x="607639" y="506938"/>
                  <a:pt x="607639" y="525779"/>
                </a:cubicBezTo>
                <a:cubicBezTo>
                  <a:pt x="607639" y="548087"/>
                  <a:pt x="589482" y="566217"/>
                  <a:pt x="567142" y="566217"/>
                </a:cubicBezTo>
                <a:lnTo>
                  <a:pt x="364566" y="566217"/>
                </a:lnTo>
                <a:cubicBezTo>
                  <a:pt x="361895" y="566217"/>
                  <a:pt x="359314" y="565151"/>
                  <a:pt x="357356" y="563284"/>
                </a:cubicBezTo>
                <a:lnTo>
                  <a:pt x="340089" y="546043"/>
                </a:lnTo>
                <a:lnTo>
                  <a:pt x="277607" y="546043"/>
                </a:lnTo>
                <a:lnTo>
                  <a:pt x="260340" y="563284"/>
                </a:lnTo>
                <a:cubicBezTo>
                  <a:pt x="258471" y="565151"/>
                  <a:pt x="255890" y="566217"/>
                  <a:pt x="253131" y="566217"/>
                </a:cubicBezTo>
                <a:lnTo>
                  <a:pt x="40497" y="566217"/>
                </a:lnTo>
                <a:cubicBezTo>
                  <a:pt x="18157" y="566217"/>
                  <a:pt x="0" y="548087"/>
                  <a:pt x="0" y="525779"/>
                </a:cubicBezTo>
                <a:cubicBezTo>
                  <a:pt x="0" y="503472"/>
                  <a:pt x="18157" y="485342"/>
                  <a:pt x="40497" y="485342"/>
                </a:cubicBezTo>
                <a:lnTo>
                  <a:pt x="496204" y="485342"/>
                </a:lnTo>
                <a:lnTo>
                  <a:pt x="496204" y="199256"/>
                </a:lnTo>
                <a:cubicBezTo>
                  <a:pt x="490241" y="195701"/>
                  <a:pt x="486236" y="189302"/>
                  <a:pt x="486147" y="182014"/>
                </a:cubicBezTo>
                <a:lnTo>
                  <a:pt x="425356" y="182014"/>
                </a:lnTo>
                <a:lnTo>
                  <a:pt x="425356" y="192057"/>
                </a:lnTo>
                <a:cubicBezTo>
                  <a:pt x="425356" y="197656"/>
                  <a:pt x="420817" y="202188"/>
                  <a:pt x="415210" y="202188"/>
                </a:cubicBezTo>
                <a:lnTo>
                  <a:pt x="394916" y="202188"/>
                </a:lnTo>
                <a:lnTo>
                  <a:pt x="394916" y="313459"/>
                </a:lnTo>
                <a:lnTo>
                  <a:pt x="273424" y="313459"/>
                </a:lnTo>
                <a:lnTo>
                  <a:pt x="273424" y="202188"/>
                </a:lnTo>
                <a:lnTo>
                  <a:pt x="253131" y="202188"/>
                </a:lnTo>
                <a:cubicBezTo>
                  <a:pt x="247613" y="202188"/>
                  <a:pt x="243073" y="197656"/>
                  <a:pt x="243073" y="192057"/>
                </a:cubicBezTo>
                <a:lnTo>
                  <a:pt x="243073" y="182014"/>
                </a:lnTo>
                <a:lnTo>
                  <a:pt x="202576" y="182014"/>
                </a:lnTo>
                <a:lnTo>
                  <a:pt x="202576" y="192057"/>
                </a:lnTo>
                <a:cubicBezTo>
                  <a:pt x="202576" y="197656"/>
                  <a:pt x="198037" y="202188"/>
                  <a:pt x="192429" y="202188"/>
                </a:cubicBezTo>
                <a:lnTo>
                  <a:pt x="172136" y="202188"/>
                </a:lnTo>
                <a:lnTo>
                  <a:pt x="172136" y="313459"/>
                </a:lnTo>
                <a:lnTo>
                  <a:pt x="50644" y="313459"/>
                </a:lnTo>
                <a:lnTo>
                  <a:pt x="50644" y="202188"/>
                </a:lnTo>
                <a:lnTo>
                  <a:pt x="30351" y="202188"/>
                </a:lnTo>
                <a:cubicBezTo>
                  <a:pt x="24832" y="202188"/>
                  <a:pt x="20293" y="197656"/>
                  <a:pt x="20293" y="192057"/>
                </a:cubicBezTo>
                <a:lnTo>
                  <a:pt x="20293" y="111181"/>
                </a:lnTo>
                <a:cubicBezTo>
                  <a:pt x="20293" y="105582"/>
                  <a:pt x="24832" y="101050"/>
                  <a:pt x="30351" y="101050"/>
                </a:cubicBezTo>
                <a:lnTo>
                  <a:pt x="50644" y="101050"/>
                </a:lnTo>
                <a:lnTo>
                  <a:pt x="50644" y="80875"/>
                </a:lnTo>
                <a:lnTo>
                  <a:pt x="40497" y="80875"/>
                </a:lnTo>
                <a:cubicBezTo>
                  <a:pt x="34890" y="80875"/>
                  <a:pt x="30351" y="76343"/>
                  <a:pt x="30351" y="70744"/>
                </a:cubicBezTo>
                <a:lnTo>
                  <a:pt x="30351" y="10043"/>
                </a:lnTo>
                <a:cubicBezTo>
                  <a:pt x="30351" y="4443"/>
                  <a:pt x="34890" y="0"/>
                  <a:pt x="40497" y="0"/>
                </a:cubicBezTo>
                <a:close/>
              </a:path>
            </a:pathLst>
          </a:custGeom>
          <a:solidFill>
            <a:schemeClr val="accent1"/>
          </a:solidFill>
          <a:ln>
            <a:noFill/>
          </a:ln>
        </p:spPr>
        <p:txBody>
          <a:bodyPr/>
          <a:lstStyle/>
          <a:p>
            <a:endParaRPr lang="zh-CN" altLang="en-US"/>
          </a:p>
        </p:txBody>
      </p:sp>
      <p:sp>
        <p:nvSpPr>
          <p:cNvPr id="35" name="test-tube_246062">
            <a:extLst>
              <a:ext uri="{FF2B5EF4-FFF2-40B4-BE49-F238E27FC236}">
                <a16:creationId xmlns:a16="http://schemas.microsoft.com/office/drawing/2014/main" id="{97C6664D-905E-4E60-A631-1E689DDDA3D5}"/>
              </a:ext>
            </a:extLst>
          </p:cNvPr>
          <p:cNvSpPr>
            <a:spLocks noChangeAspect="1"/>
          </p:cNvSpPr>
          <p:nvPr/>
        </p:nvSpPr>
        <p:spPr bwMode="auto">
          <a:xfrm>
            <a:off x="934635" y="2554069"/>
            <a:ext cx="609685" cy="462697"/>
          </a:xfrm>
          <a:custGeom>
            <a:avLst/>
            <a:gdLst>
              <a:gd name="T0" fmla="*/ 5856 w 6827"/>
              <a:gd name="T1" fmla="*/ 2079 h 5189"/>
              <a:gd name="T2" fmla="*/ 5856 w 6827"/>
              <a:gd name="T3" fmla="*/ 0 h 5189"/>
              <a:gd name="T4" fmla="*/ 4367 w 6827"/>
              <a:gd name="T5" fmla="*/ 0 h 5189"/>
              <a:gd name="T6" fmla="*/ 4367 w 6827"/>
              <a:gd name="T7" fmla="*/ 2079 h 5189"/>
              <a:gd name="T8" fmla="*/ 4158 w 6827"/>
              <a:gd name="T9" fmla="*/ 2079 h 5189"/>
              <a:gd name="T10" fmla="*/ 4158 w 6827"/>
              <a:gd name="T11" fmla="*/ 0 h 5189"/>
              <a:gd name="T12" fmla="*/ 2668 w 6827"/>
              <a:gd name="T13" fmla="*/ 0 h 5189"/>
              <a:gd name="T14" fmla="*/ 2668 w 6827"/>
              <a:gd name="T15" fmla="*/ 2079 h 5189"/>
              <a:gd name="T16" fmla="*/ 2460 w 6827"/>
              <a:gd name="T17" fmla="*/ 2079 h 5189"/>
              <a:gd name="T18" fmla="*/ 2460 w 6827"/>
              <a:gd name="T19" fmla="*/ 0 h 5189"/>
              <a:gd name="T20" fmla="*/ 970 w 6827"/>
              <a:gd name="T21" fmla="*/ 0 h 5189"/>
              <a:gd name="T22" fmla="*/ 970 w 6827"/>
              <a:gd name="T23" fmla="*/ 2079 h 5189"/>
              <a:gd name="T24" fmla="*/ 0 w 6827"/>
              <a:gd name="T25" fmla="*/ 2079 h 5189"/>
              <a:gd name="T26" fmla="*/ 0 w 6827"/>
              <a:gd name="T27" fmla="*/ 5189 h 5189"/>
              <a:gd name="T28" fmla="*/ 6827 w 6827"/>
              <a:gd name="T29" fmla="*/ 5189 h 5189"/>
              <a:gd name="T30" fmla="*/ 6827 w 6827"/>
              <a:gd name="T31" fmla="*/ 2079 h 5189"/>
              <a:gd name="T32" fmla="*/ 5856 w 6827"/>
              <a:gd name="T33" fmla="*/ 2079 h 5189"/>
              <a:gd name="T34" fmla="*/ 4812 w 6827"/>
              <a:gd name="T35" fmla="*/ 445 h 5189"/>
              <a:gd name="T36" fmla="*/ 5411 w 6827"/>
              <a:gd name="T37" fmla="*/ 445 h 5189"/>
              <a:gd name="T38" fmla="*/ 5411 w 6827"/>
              <a:gd name="T39" fmla="*/ 969 h 5189"/>
              <a:gd name="T40" fmla="*/ 4812 w 6827"/>
              <a:gd name="T41" fmla="*/ 969 h 5189"/>
              <a:gd name="T42" fmla="*/ 4812 w 6827"/>
              <a:gd name="T43" fmla="*/ 445 h 5189"/>
              <a:gd name="T44" fmla="*/ 3114 w 6827"/>
              <a:gd name="T45" fmla="*/ 445 h 5189"/>
              <a:gd name="T46" fmla="*/ 3713 w 6827"/>
              <a:gd name="T47" fmla="*/ 445 h 5189"/>
              <a:gd name="T48" fmla="*/ 3713 w 6827"/>
              <a:gd name="T49" fmla="*/ 1410 h 5189"/>
              <a:gd name="T50" fmla="*/ 3114 w 6827"/>
              <a:gd name="T51" fmla="*/ 1410 h 5189"/>
              <a:gd name="T52" fmla="*/ 3114 w 6827"/>
              <a:gd name="T53" fmla="*/ 445 h 5189"/>
              <a:gd name="T54" fmla="*/ 1415 w 6827"/>
              <a:gd name="T55" fmla="*/ 445 h 5189"/>
              <a:gd name="T56" fmla="*/ 2015 w 6827"/>
              <a:gd name="T57" fmla="*/ 445 h 5189"/>
              <a:gd name="T58" fmla="*/ 2015 w 6827"/>
              <a:gd name="T59" fmla="*/ 969 h 5189"/>
              <a:gd name="T60" fmla="*/ 1415 w 6827"/>
              <a:gd name="T61" fmla="*/ 969 h 5189"/>
              <a:gd name="T62" fmla="*/ 1415 w 6827"/>
              <a:gd name="T63" fmla="*/ 445 h 5189"/>
              <a:gd name="T64" fmla="*/ 6381 w 6827"/>
              <a:gd name="T65" fmla="*/ 4744 h 5189"/>
              <a:gd name="T66" fmla="*/ 445 w 6827"/>
              <a:gd name="T67" fmla="*/ 4744 h 5189"/>
              <a:gd name="T68" fmla="*/ 445 w 6827"/>
              <a:gd name="T69" fmla="*/ 2525 h 5189"/>
              <a:gd name="T70" fmla="*/ 970 w 6827"/>
              <a:gd name="T71" fmla="*/ 2525 h 5189"/>
              <a:gd name="T72" fmla="*/ 970 w 6827"/>
              <a:gd name="T73" fmla="*/ 3447 h 5189"/>
              <a:gd name="T74" fmla="*/ 1684 w 6827"/>
              <a:gd name="T75" fmla="*/ 4160 h 5189"/>
              <a:gd name="T76" fmla="*/ 1746 w 6827"/>
              <a:gd name="T77" fmla="*/ 4160 h 5189"/>
              <a:gd name="T78" fmla="*/ 2460 w 6827"/>
              <a:gd name="T79" fmla="*/ 3447 h 5189"/>
              <a:gd name="T80" fmla="*/ 2460 w 6827"/>
              <a:gd name="T81" fmla="*/ 2525 h 5189"/>
              <a:gd name="T82" fmla="*/ 2668 w 6827"/>
              <a:gd name="T83" fmla="*/ 2525 h 5189"/>
              <a:gd name="T84" fmla="*/ 2668 w 6827"/>
              <a:gd name="T85" fmla="*/ 3447 h 5189"/>
              <a:gd name="T86" fmla="*/ 3382 w 6827"/>
              <a:gd name="T87" fmla="*/ 4160 h 5189"/>
              <a:gd name="T88" fmla="*/ 3444 w 6827"/>
              <a:gd name="T89" fmla="*/ 4160 h 5189"/>
              <a:gd name="T90" fmla="*/ 4158 w 6827"/>
              <a:gd name="T91" fmla="*/ 3447 h 5189"/>
              <a:gd name="T92" fmla="*/ 4158 w 6827"/>
              <a:gd name="T93" fmla="*/ 2525 h 5189"/>
              <a:gd name="T94" fmla="*/ 4367 w 6827"/>
              <a:gd name="T95" fmla="*/ 2525 h 5189"/>
              <a:gd name="T96" fmla="*/ 4367 w 6827"/>
              <a:gd name="T97" fmla="*/ 3447 h 5189"/>
              <a:gd name="T98" fmla="*/ 5080 w 6827"/>
              <a:gd name="T99" fmla="*/ 4160 h 5189"/>
              <a:gd name="T100" fmla="*/ 5143 w 6827"/>
              <a:gd name="T101" fmla="*/ 4160 h 5189"/>
              <a:gd name="T102" fmla="*/ 5856 w 6827"/>
              <a:gd name="T103" fmla="*/ 3447 h 5189"/>
              <a:gd name="T104" fmla="*/ 5856 w 6827"/>
              <a:gd name="T105" fmla="*/ 2525 h 5189"/>
              <a:gd name="T106" fmla="*/ 6381 w 6827"/>
              <a:gd name="T107" fmla="*/ 2525 h 5189"/>
              <a:gd name="T108" fmla="*/ 6381 w 6827"/>
              <a:gd name="T109" fmla="*/ 4744 h 5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827" h="5189">
                <a:moveTo>
                  <a:pt x="5856" y="2079"/>
                </a:moveTo>
                <a:lnTo>
                  <a:pt x="5856" y="0"/>
                </a:lnTo>
                <a:lnTo>
                  <a:pt x="4367" y="0"/>
                </a:lnTo>
                <a:lnTo>
                  <a:pt x="4367" y="2079"/>
                </a:lnTo>
                <a:lnTo>
                  <a:pt x="4158" y="2079"/>
                </a:lnTo>
                <a:lnTo>
                  <a:pt x="4158" y="0"/>
                </a:lnTo>
                <a:lnTo>
                  <a:pt x="2668" y="0"/>
                </a:lnTo>
                <a:lnTo>
                  <a:pt x="2668" y="2079"/>
                </a:lnTo>
                <a:lnTo>
                  <a:pt x="2460" y="2079"/>
                </a:lnTo>
                <a:lnTo>
                  <a:pt x="2460" y="0"/>
                </a:lnTo>
                <a:lnTo>
                  <a:pt x="970" y="0"/>
                </a:lnTo>
                <a:lnTo>
                  <a:pt x="970" y="2079"/>
                </a:lnTo>
                <a:lnTo>
                  <a:pt x="0" y="2079"/>
                </a:lnTo>
                <a:lnTo>
                  <a:pt x="0" y="5189"/>
                </a:lnTo>
                <a:lnTo>
                  <a:pt x="6827" y="5189"/>
                </a:lnTo>
                <a:lnTo>
                  <a:pt x="6827" y="2079"/>
                </a:lnTo>
                <a:lnTo>
                  <a:pt x="5856" y="2079"/>
                </a:lnTo>
                <a:close/>
                <a:moveTo>
                  <a:pt x="4812" y="445"/>
                </a:moveTo>
                <a:lnTo>
                  <a:pt x="5411" y="445"/>
                </a:lnTo>
                <a:lnTo>
                  <a:pt x="5411" y="969"/>
                </a:lnTo>
                <a:lnTo>
                  <a:pt x="4812" y="969"/>
                </a:lnTo>
                <a:lnTo>
                  <a:pt x="4812" y="445"/>
                </a:lnTo>
                <a:close/>
                <a:moveTo>
                  <a:pt x="3114" y="445"/>
                </a:moveTo>
                <a:lnTo>
                  <a:pt x="3713" y="445"/>
                </a:lnTo>
                <a:lnTo>
                  <a:pt x="3713" y="1410"/>
                </a:lnTo>
                <a:lnTo>
                  <a:pt x="3114" y="1410"/>
                </a:lnTo>
                <a:lnTo>
                  <a:pt x="3114" y="445"/>
                </a:lnTo>
                <a:close/>
                <a:moveTo>
                  <a:pt x="1415" y="445"/>
                </a:moveTo>
                <a:lnTo>
                  <a:pt x="2015" y="445"/>
                </a:lnTo>
                <a:lnTo>
                  <a:pt x="2015" y="969"/>
                </a:lnTo>
                <a:lnTo>
                  <a:pt x="1415" y="969"/>
                </a:lnTo>
                <a:lnTo>
                  <a:pt x="1415" y="445"/>
                </a:lnTo>
                <a:close/>
                <a:moveTo>
                  <a:pt x="6381" y="4744"/>
                </a:moveTo>
                <a:lnTo>
                  <a:pt x="445" y="4744"/>
                </a:lnTo>
                <a:lnTo>
                  <a:pt x="445" y="2525"/>
                </a:lnTo>
                <a:lnTo>
                  <a:pt x="970" y="2525"/>
                </a:lnTo>
                <a:lnTo>
                  <a:pt x="970" y="3447"/>
                </a:lnTo>
                <a:cubicBezTo>
                  <a:pt x="970" y="3840"/>
                  <a:pt x="1290" y="4160"/>
                  <a:pt x="1684" y="4160"/>
                </a:cubicBezTo>
                <a:lnTo>
                  <a:pt x="1746" y="4160"/>
                </a:lnTo>
                <a:cubicBezTo>
                  <a:pt x="2140" y="4160"/>
                  <a:pt x="2460" y="3840"/>
                  <a:pt x="2460" y="3447"/>
                </a:cubicBezTo>
                <a:lnTo>
                  <a:pt x="2460" y="2525"/>
                </a:lnTo>
                <a:lnTo>
                  <a:pt x="2668" y="2525"/>
                </a:lnTo>
                <a:lnTo>
                  <a:pt x="2668" y="3447"/>
                </a:lnTo>
                <a:cubicBezTo>
                  <a:pt x="2668" y="3840"/>
                  <a:pt x="2989" y="4160"/>
                  <a:pt x="3382" y="4160"/>
                </a:cubicBezTo>
                <a:lnTo>
                  <a:pt x="3444" y="4160"/>
                </a:lnTo>
                <a:cubicBezTo>
                  <a:pt x="3838" y="4160"/>
                  <a:pt x="4158" y="3840"/>
                  <a:pt x="4158" y="3447"/>
                </a:cubicBezTo>
                <a:lnTo>
                  <a:pt x="4158" y="2525"/>
                </a:lnTo>
                <a:lnTo>
                  <a:pt x="4367" y="2525"/>
                </a:lnTo>
                <a:lnTo>
                  <a:pt x="4367" y="3447"/>
                </a:lnTo>
                <a:cubicBezTo>
                  <a:pt x="4367" y="3840"/>
                  <a:pt x="4687" y="4160"/>
                  <a:pt x="5080" y="4160"/>
                </a:cubicBezTo>
                <a:lnTo>
                  <a:pt x="5143" y="4160"/>
                </a:lnTo>
                <a:cubicBezTo>
                  <a:pt x="5536" y="4160"/>
                  <a:pt x="5856" y="3840"/>
                  <a:pt x="5856" y="3447"/>
                </a:cubicBezTo>
                <a:lnTo>
                  <a:pt x="5856" y="2525"/>
                </a:lnTo>
                <a:lnTo>
                  <a:pt x="6381" y="2525"/>
                </a:lnTo>
                <a:lnTo>
                  <a:pt x="6381" y="4744"/>
                </a:lnTo>
                <a:close/>
              </a:path>
            </a:pathLst>
          </a:custGeom>
          <a:solidFill>
            <a:schemeClr val="accent1"/>
          </a:solidFill>
          <a:ln>
            <a:noFill/>
          </a:ln>
        </p:spPr>
      </p:sp>
      <p:sp>
        <p:nvSpPr>
          <p:cNvPr id="39" name="chemistry_124676">
            <a:extLst>
              <a:ext uri="{FF2B5EF4-FFF2-40B4-BE49-F238E27FC236}">
                <a16:creationId xmlns:a16="http://schemas.microsoft.com/office/drawing/2014/main" id="{1A47A777-C728-4153-8E00-194216573486}"/>
              </a:ext>
            </a:extLst>
          </p:cNvPr>
          <p:cNvSpPr>
            <a:spLocks noChangeAspect="1"/>
          </p:cNvSpPr>
          <p:nvPr/>
        </p:nvSpPr>
        <p:spPr bwMode="auto">
          <a:xfrm>
            <a:off x="10633815" y="4433735"/>
            <a:ext cx="609685" cy="608766"/>
          </a:xfrm>
          <a:custGeom>
            <a:avLst/>
            <a:gdLst>
              <a:gd name="connsiteX0" fmla="*/ 53270 w 608132"/>
              <a:gd name="connsiteY0" fmla="*/ 378160 h 607216"/>
              <a:gd name="connsiteX1" fmla="*/ 274322 w 608132"/>
              <a:gd name="connsiteY1" fmla="*/ 378160 h 607216"/>
              <a:gd name="connsiteX2" fmla="*/ 284026 w 608132"/>
              <a:gd name="connsiteY2" fmla="*/ 387850 h 607216"/>
              <a:gd name="connsiteX3" fmla="*/ 274322 w 608132"/>
              <a:gd name="connsiteY3" fmla="*/ 397540 h 607216"/>
              <a:gd name="connsiteX4" fmla="*/ 60839 w 608132"/>
              <a:gd name="connsiteY4" fmla="*/ 397540 h 607216"/>
              <a:gd name="connsiteX5" fmla="*/ 58219 w 608132"/>
              <a:gd name="connsiteY5" fmla="*/ 423122 h 607216"/>
              <a:gd name="connsiteX6" fmla="*/ 184368 w 608132"/>
              <a:gd name="connsiteY6" fmla="*/ 549095 h 607216"/>
              <a:gd name="connsiteX7" fmla="*/ 213286 w 608132"/>
              <a:gd name="connsiteY7" fmla="*/ 545703 h 607216"/>
              <a:gd name="connsiteX8" fmla="*/ 224930 w 608132"/>
              <a:gd name="connsiteY8" fmla="*/ 552971 h 607216"/>
              <a:gd name="connsiteX9" fmla="*/ 217749 w 608132"/>
              <a:gd name="connsiteY9" fmla="*/ 564599 h 607216"/>
              <a:gd name="connsiteX10" fmla="*/ 184368 w 608132"/>
              <a:gd name="connsiteY10" fmla="*/ 568475 h 607216"/>
              <a:gd name="connsiteX11" fmla="*/ 38811 w 608132"/>
              <a:gd name="connsiteY11" fmla="*/ 423122 h 607216"/>
              <a:gd name="connsiteX12" fmla="*/ 43857 w 608132"/>
              <a:gd name="connsiteY12" fmla="*/ 385234 h 607216"/>
              <a:gd name="connsiteX13" fmla="*/ 53270 w 608132"/>
              <a:gd name="connsiteY13" fmla="*/ 378160 h 607216"/>
              <a:gd name="connsiteX14" fmla="*/ 370675 w 608132"/>
              <a:gd name="connsiteY14" fmla="*/ 339420 h 607216"/>
              <a:gd name="connsiteX15" fmla="*/ 480794 w 608132"/>
              <a:gd name="connsiteY15" fmla="*/ 339420 h 607216"/>
              <a:gd name="connsiteX16" fmla="*/ 489914 w 608132"/>
              <a:gd name="connsiteY16" fmla="*/ 345815 h 607216"/>
              <a:gd name="connsiteX17" fmla="*/ 520961 w 608132"/>
              <a:gd name="connsiteY17" fmla="*/ 432438 h 607216"/>
              <a:gd name="connsiteX18" fmla="*/ 515140 w 608132"/>
              <a:gd name="connsiteY18" fmla="*/ 444743 h 607216"/>
              <a:gd name="connsiteX19" fmla="*/ 502721 w 608132"/>
              <a:gd name="connsiteY19" fmla="*/ 438930 h 607216"/>
              <a:gd name="connsiteX20" fmla="*/ 474003 w 608132"/>
              <a:gd name="connsiteY20" fmla="*/ 358799 h 607216"/>
              <a:gd name="connsiteX21" fmla="*/ 377467 w 608132"/>
              <a:gd name="connsiteY21" fmla="*/ 358799 h 607216"/>
              <a:gd name="connsiteX22" fmla="*/ 309261 w 608132"/>
              <a:gd name="connsiteY22" fmla="*/ 549097 h 607216"/>
              <a:gd name="connsiteX23" fmla="*/ 542112 w 608132"/>
              <a:gd name="connsiteY23" fmla="*/ 549097 h 607216"/>
              <a:gd name="connsiteX24" fmla="*/ 515819 w 608132"/>
              <a:gd name="connsiteY24" fmla="*/ 475458 h 607216"/>
              <a:gd name="connsiteX25" fmla="*/ 521640 w 608132"/>
              <a:gd name="connsiteY25" fmla="*/ 463056 h 607216"/>
              <a:gd name="connsiteX26" fmla="*/ 534059 w 608132"/>
              <a:gd name="connsiteY26" fmla="*/ 468870 h 607216"/>
              <a:gd name="connsiteX27" fmla="*/ 565106 w 608132"/>
              <a:gd name="connsiteY27" fmla="*/ 555492 h 607216"/>
              <a:gd name="connsiteX28" fmla="*/ 563845 w 608132"/>
              <a:gd name="connsiteY28" fmla="*/ 564310 h 607216"/>
              <a:gd name="connsiteX29" fmla="*/ 555889 w 608132"/>
              <a:gd name="connsiteY29" fmla="*/ 568476 h 607216"/>
              <a:gd name="connsiteX30" fmla="*/ 295483 w 608132"/>
              <a:gd name="connsiteY30" fmla="*/ 568476 h 607216"/>
              <a:gd name="connsiteX31" fmla="*/ 287625 w 608132"/>
              <a:gd name="connsiteY31" fmla="*/ 564310 h 607216"/>
              <a:gd name="connsiteX32" fmla="*/ 286363 w 608132"/>
              <a:gd name="connsiteY32" fmla="*/ 555492 h 607216"/>
              <a:gd name="connsiteX33" fmla="*/ 361458 w 608132"/>
              <a:gd name="connsiteY33" fmla="*/ 345815 h 607216"/>
              <a:gd name="connsiteX34" fmla="*/ 370675 w 608132"/>
              <a:gd name="connsiteY34" fmla="*/ 339420 h 607216"/>
              <a:gd name="connsiteX35" fmla="*/ 402812 w 608132"/>
              <a:gd name="connsiteY35" fmla="*/ 155032 h 607216"/>
              <a:gd name="connsiteX36" fmla="*/ 412525 w 608132"/>
              <a:gd name="connsiteY36" fmla="*/ 164720 h 607216"/>
              <a:gd name="connsiteX37" fmla="*/ 412525 w 608132"/>
              <a:gd name="connsiteY37" fmla="*/ 259369 h 607216"/>
              <a:gd name="connsiteX38" fmla="*/ 411942 w 608132"/>
              <a:gd name="connsiteY38" fmla="*/ 262663 h 607216"/>
              <a:gd name="connsiteX39" fmla="*/ 393681 w 608132"/>
              <a:gd name="connsiteY39" fmla="*/ 313523 h 607216"/>
              <a:gd name="connsiteX40" fmla="*/ 384550 w 608132"/>
              <a:gd name="connsiteY40" fmla="*/ 320014 h 607216"/>
              <a:gd name="connsiteX41" fmla="*/ 381247 w 608132"/>
              <a:gd name="connsiteY41" fmla="*/ 319433 h 607216"/>
              <a:gd name="connsiteX42" fmla="*/ 375419 w 608132"/>
              <a:gd name="connsiteY42" fmla="*/ 307032 h 607216"/>
              <a:gd name="connsiteX43" fmla="*/ 393098 w 608132"/>
              <a:gd name="connsiteY43" fmla="*/ 257625 h 607216"/>
              <a:gd name="connsiteX44" fmla="*/ 393098 w 608132"/>
              <a:gd name="connsiteY44" fmla="*/ 164720 h 607216"/>
              <a:gd name="connsiteX45" fmla="*/ 402812 w 608132"/>
              <a:gd name="connsiteY45" fmla="*/ 155032 h 607216"/>
              <a:gd name="connsiteX46" fmla="*/ 152035 w 608132"/>
              <a:gd name="connsiteY46" fmla="*/ 155032 h 607216"/>
              <a:gd name="connsiteX47" fmla="*/ 161736 w 608132"/>
              <a:gd name="connsiteY47" fmla="*/ 164723 h 607216"/>
              <a:gd name="connsiteX48" fmla="*/ 161736 w 608132"/>
              <a:gd name="connsiteY48" fmla="*/ 288956 h 607216"/>
              <a:gd name="connsiteX49" fmla="*/ 156013 w 608132"/>
              <a:gd name="connsiteY49" fmla="*/ 297774 h 607216"/>
              <a:gd name="connsiteX50" fmla="*/ 133021 w 608132"/>
              <a:gd name="connsiteY50" fmla="*/ 308046 h 607216"/>
              <a:gd name="connsiteX51" fmla="*/ 78695 w 608132"/>
              <a:gd name="connsiteY51" fmla="*/ 354367 h 607216"/>
              <a:gd name="connsiteX52" fmla="*/ 70546 w 608132"/>
              <a:gd name="connsiteY52" fmla="*/ 358825 h 607216"/>
              <a:gd name="connsiteX53" fmla="*/ 65308 w 608132"/>
              <a:gd name="connsiteY53" fmla="*/ 357178 h 607216"/>
              <a:gd name="connsiteX54" fmla="*/ 62495 w 608132"/>
              <a:gd name="connsiteY54" fmla="*/ 343805 h 607216"/>
              <a:gd name="connsiteX55" fmla="*/ 125066 w 608132"/>
              <a:gd name="connsiteY55" fmla="*/ 290312 h 607216"/>
              <a:gd name="connsiteX56" fmla="*/ 142334 w 608132"/>
              <a:gd name="connsiteY56" fmla="*/ 282657 h 607216"/>
              <a:gd name="connsiteX57" fmla="*/ 142334 w 608132"/>
              <a:gd name="connsiteY57" fmla="*/ 164723 h 607216"/>
              <a:gd name="connsiteX58" fmla="*/ 152035 w 608132"/>
              <a:gd name="connsiteY58" fmla="*/ 155032 h 607216"/>
              <a:gd name="connsiteX59" fmla="*/ 373695 w 608132"/>
              <a:gd name="connsiteY59" fmla="*/ 135669 h 607216"/>
              <a:gd name="connsiteX60" fmla="*/ 373695 w 608132"/>
              <a:gd name="connsiteY60" fmla="*/ 252611 h 607216"/>
              <a:gd name="connsiteX61" fmla="*/ 373113 w 608132"/>
              <a:gd name="connsiteY61" fmla="*/ 255905 h 607216"/>
              <a:gd name="connsiteX62" fmla="*/ 264721 w 608132"/>
              <a:gd name="connsiteY62" fmla="*/ 558482 h 607216"/>
              <a:gd name="connsiteX63" fmla="*/ 265982 w 608132"/>
              <a:gd name="connsiteY63" fmla="*/ 579507 h 607216"/>
              <a:gd name="connsiteX64" fmla="*/ 285390 w 608132"/>
              <a:gd name="connsiteY64" fmla="*/ 587839 h 607216"/>
              <a:gd name="connsiteX65" fmla="*/ 566124 w 608132"/>
              <a:gd name="connsiteY65" fmla="*/ 587839 h 607216"/>
              <a:gd name="connsiteX66" fmla="*/ 585531 w 608132"/>
              <a:gd name="connsiteY66" fmla="*/ 579507 h 607216"/>
              <a:gd name="connsiteX67" fmla="*/ 586793 w 608132"/>
              <a:gd name="connsiteY67" fmla="*/ 558482 h 607216"/>
              <a:gd name="connsiteX68" fmla="*/ 478400 w 608132"/>
              <a:gd name="connsiteY68" fmla="*/ 255905 h 607216"/>
              <a:gd name="connsiteX69" fmla="*/ 477818 w 608132"/>
              <a:gd name="connsiteY69" fmla="*/ 252611 h 607216"/>
              <a:gd name="connsiteX70" fmla="*/ 477818 w 608132"/>
              <a:gd name="connsiteY70" fmla="*/ 135669 h 607216"/>
              <a:gd name="connsiteX71" fmla="*/ 350988 w 608132"/>
              <a:gd name="connsiteY71" fmla="*/ 116292 h 607216"/>
              <a:gd name="connsiteX72" fmla="*/ 500428 w 608132"/>
              <a:gd name="connsiteY72" fmla="*/ 116292 h 607216"/>
              <a:gd name="connsiteX73" fmla="*/ 510132 w 608132"/>
              <a:gd name="connsiteY73" fmla="*/ 125981 h 607216"/>
              <a:gd name="connsiteX74" fmla="*/ 500428 w 608132"/>
              <a:gd name="connsiteY74" fmla="*/ 135669 h 607216"/>
              <a:gd name="connsiteX75" fmla="*/ 497226 w 608132"/>
              <a:gd name="connsiteY75" fmla="*/ 135669 h 607216"/>
              <a:gd name="connsiteX76" fmla="*/ 497226 w 608132"/>
              <a:gd name="connsiteY76" fmla="*/ 250964 h 607216"/>
              <a:gd name="connsiteX77" fmla="*/ 605133 w 608132"/>
              <a:gd name="connsiteY77" fmla="*/ 551991 h 607216"/>
              <a:gd name="connsiteX78" fmla="*/ 601349 w 608132"/>
              <a:gd name="connsiteY78" fmla="*/ 590648 h 607216"/>
              <a:gd name="connsiteX79" fmla="*/ 566124 w 608132"/>
              <a:gd name="connsiteY79" fmla="*/ 607216 h 607216"/>
              <a:gd name="connsiteX80" fmla="*/ 285390 w 608132"/>
              <a:gd name="connsiteY80" fmla="*/ 607216 h 607216"/>
              <a:gd name="connsiteX81" fmla="*/ 250165 w 608132"/>
              <a:gd name="connsiteY81" fmla="*/ 590648 h 607216"/>
              <a:gd name="connsiteX82" fmla="*/ 246380 w 608132"/>
              <a:gd name="connsiteY82" fmla="*/ 551991 h 607216"/>
              <a:gd name="connsiteX83" fmla="*/ 354288 w 608132"/>
              <a:gd name="connsiteY83" fmla="*/ 250964 h 607216"/>
              <a:gd name="connsiteX84" fmla="*/ 354288 w 608132"/>
              <a:gd name="connsiteY84" fmla="*/ 135669 h 607216"/>
              <a:gd name="connsiteX85" fmla="*/ 350988 w 608132"/>
              <a:gd name="connsiteY85" fmla="*/ 135669 h 607216"/>
              <a:gd name="connsiteX86" fmla="*/ 341284 w 608132"/>
              <a:gd name="connsiteY86" fmla="*/ 125981 h 607216"/>
              <a:gd name="connsiteX87" fmla="*/ 350988 w 608132"/>
              <a:gd name="connsiteY87" fmla="*/ 116292 h 607216"/>
              <a:gd name="connsiteX88" fmla="*/ 152033 w 608132"/>
              <a:gd name="connsiteY88" fmla="*/ 38740 h 607216"/>
              <a:gd name="connsiteX89" fmla="*/ 161735 w 608132"/>
              <a:gd name="connsiteY89" fmla="*/ 48429 h 607216"/>
              <a:gd name="connsiteX90" fmla="*/ 161735 w 608132"/>
              <a:gd name="connsiteY90" fmla="*/ 125937 h 607216"/>
              <a:gd name="connsiteX91" fmla="*/ 152033 w 608132"/>
              <a:gd name="connsiteY91" fmla="*/ 135626 h 607216"/>
              <a:gd name="connsiteX92" fmla="*/ 142330 w 608132"/>
              <a:gd name="connsiteY92" fmla="*/ 125937 h 607216"/>
              <a:gd name="connsiteX93" fmla="*/ 142330 w 608132"/>
              <a:gd name="connsiteY93" fmla="*/ 48429 h 607216"/>
              <a:gd name="connsiteX94" fmla="*/ 152033 w 608132"/>
              <a:gd name="connsiteY94" fmla="*/ 38740 h 607216"/>
              <a:gd name="connsiteX95" fmla="*/ 100335 w 608132"/>
              <a:gd name="connsiteY95" fmla="*/ 0 h 607216"/>
              <a:gd name="connsiteX96" fmla="*/ 268497 w 608132"/>
              <a:gd name="connsiteY96" fmla="*/ 0 h 607216"/>
              <a:gd name="connsiteX97" fmla="*/ 278201 w 608132"/>
              <a:gd name="connsiteY97" fmla="*/ 9689 h 607216"/>
              <a:gd name="connsiteX98" fmla="*/ 268497 w 608132"/>
              <a:gd name="connsiteY98" fmla="*/ 19378 h 607216"/>
              <a:gd name="connsiteX99" fmla="*/ 265295 w 608132"/>
              <a:gd name="connsiteY99" fmla="*/ 19378 h 607216"/>
              <a:gd name="connsiteX100" fmla="*/ 265295 w 608132"/>
              <a:gd name="connsiteY100" fmla="*/ 257633 h 607216"/>
              <a:gd name="connsiteX101" fmla="*/ 313522 w 608132"/>
              <a:gd name="connsiteY101" fmla="*/ 291739 h 607216"/>
              <a:gd name="connsiteX102" fmla="*/ 313619 w 608132"/>
              <a:gd name="connsiteY102" fmla="*/ 305400 h 607216"/>
              <a:gd name="connsiteX103" fmla="*/ 306729 w 608132"/>
              <a:gd name="connsiteY103" fmla="*/ 308307 h 607216"/>
              <a:gd name="connsiteX104" fmla="*/ 299937 w 608132"/>
              <a:gd name="connsiteY104" fmla="*/ 305594 h 607216"/>
              <a:gd name="connsiteX105" fmla="*/ 251613 w 608132"/>
              <a:gd name="connsiteY105" fmla="*/ 272651 h 607216"/>
              <a:gd name="connsiteX106" fmla="*/ 245888 w 608132"/>
              <a:gd name="connsiteY106" fmla="*/ 263737 h 607216"/>
              <a:gd name="connsiteX107" fmla="*/ 245888 w 608132"/>
              <a:gd name="connsiteY107" fmla="*/ 19378 h 607216"/>
              <a:gd name="connsiteX108" fmla="*/ 122944 w 608132"/>
              <a:gd name="connsiteY108" fmla="*/ 19378 h 607216"/>
              <a:gd name="connsiteX109" fmla="*/ 122944 w 608132"/>
              <a:gd name="connsiteY109" fmla="*/ 263737 h 607216"/>
              <a:gd name="connsiteX110" fmla="*/ 117219 w 608132"/>
              <a:gd name="connsiteY110" fmla="*/ 272651 h 607216"/>
              <a:gd name="connsiteX111" fmla="*/ 19407 w 608132"/>
              <a:gd name="connsiteY111" fmla="*/ 423123 h 607216"/>
              <a:gd name="connsiteX112" fmla="*/ 184368 w 608132"/>
              <a:gd name="connsiteY112" fmla="*/ 587838 h 607216"/>
              <a:gd name="connsiteX113" fmla="*/ 217166 w 608132"/>
              <a:gd name="connsiteY113" fmla="*/ 584544 h 607216"/>
              <a:gd name="connsiteX114" fmla="*/ 228616 w 608132"/>
              <a:gd name="connsiteY114" fmla="*/ 592101 h 607216"/>
              <a:gd name="connsiteX115" fmla="*/ 220950 w 608132"/>
              <a:gd name="connsiteY115" fmla="*/ 603534 h 607216"/>
              <a:gd name="connsiteX116" fmla="*/ 184368 w 608132"/>
              <a:gd name="connsiteY116" fmla="*/ 607216 h 607216"/>
              <a:gd name="connsiteX117" fmla="*/ 0 w 608132"/>
              <a:gd name="connsiteY117" fmla="*/ 423123 h 607216"/>
              <a:gd name="connsiteX118" fmla="*/ 103537 w 608132"/>
              <a:gd name="connsiteY118" fmla="*/ 257633 h 607216"/>
              <a:gd name="connsiteX119" fmla="*/ 103537 w 608132"/>
              <a:gd name="connsiteY119" fmla="*/ 19378 h 607216"/>
              <a:gd name="connsiteX120" fmla="*/ 100335 w 608132"/>
              <a:gd name="connsiteY120" fmla="*/ 19378 h 607216"/>
              <a:gd name="connsiteX121" fmla="*/ 90631 w 608132"/>
              <a:gd name="connsiteY121" fmla="*/ 9689 h 607216"/>
              <a:gd name="connsiteX122" fmla="*/ 100335 w 608132"/>
              <a:gd name="connsiteY122" fmla="*/ 0 h 607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608132" h="607216">
                <a:moveTo>
                  <a:pt x="53270" y="378160"/>
                </a:moveTo>
                <a:lnTo>
                  <a:pt x="274322" y="378160"/>
                </a:lnTo>
                <a:cubicBezTo>
                  <a:pt x="279660" y="378160"/>
                  <a:pt x="284026" y="382424"/>
                  <a:pt x="284026" y="387850"/>
                </a:cubicBezTo>
                <a:cubicBezTo>
                  <a:pt x="284026" y="393180"/>
                  <a:pt x="279660" y="397540"/>
                  <a:pt x="274322" y="397540"/>
                </a:cubicBezTo>
                <a:lnTo>
                  <a:pt x="60839" y="397540"/>
                </a:lnTo>
                <a:cubicBezTo>
                  <a:pt x="59092" y="405874"/>
                  <a:pt x="58219" y="414498"/>
                  <a:pt x="58219" y="423122"/>
                </a:cubicBezTo>
                <a:cubicBezTo>
                  <a:pt x="58219" y="492504"/>
                  <a:pt x="114792" y="549095"/>
                  <a:pt x="184368" y="549095"/>
                </a:cubicBezTo>
                <a:cubicBezTo>
                  <a:pt x="194169" y="549095"/>
                  <a:pt x="203873" y="547932"/>
                  <a:pt x="213286" y="545703"/>
                </a:cubicBezTo>
                <a:cubicBezTo>
                  <a:pt x="218526" y="544540"/>
                  <a:pt x="223766" y="547738"/>
                  <a:pt x="224930" y="552971"/>
                </a:cubicBezTo>
                <a:cubicBezTo>
                  <a:pt x="226192" y="558107"/>
                  <a:pt x="222989" y="563339"/>
                  <a:pt x="217749" y="564599"/>
                </a:cubicBezTo>
                <a:cubicBezTo>
                  <a:pt x="206881" y="567118"/>
                  <a:pt x="195625" y="568475"/>
                  <a:pt x="184368" y="568475"/>
                </a:cubicBezTo>
                <a:cubicBezTo>
                  <a:pt x="104118" y="568475"/>
                  <a:pt x="38811" y="503260"/>
                  <a:pt x="38811" y="423122"/>
                </a:cubicBezTo>
                <a:cubicBezTo>
                  <a:pt x="38811" y="410331"/>
                  <a:pt x="40558" y="397637"/>
                  <a:pt x="43857" y="385234"/>
                </a:cubicBezTo>
                <a:cubicBezTo>
                  <a:pt x="45022" y="381067"/>
                  <a:pt x="48806" y="378160"/>
                  <a:pt x="53270" y="378160"/>
                </a:cubicBezTo>
                <a:close/>
                <a:moveTo>
                  <a:pt x="370675" y="339420"/>
                </a:moveTo>
                <a:lnTo>
                  <a:pt x="480794" y="339420"/>
                </a:lnTo>
                <a:cubicBezTo>
                  <a:pt x="484869" y="339420"/>
                  <a:pt x="488556" y="341939"/>
                  <a:pt x="489914" y="345815"/>
                </a:cubicBezTo>
                <a:lnTo>
                  <a:pt x="520961" y="432438"/>
                </a:lnTo>
                <a:cubicBezTo>
                  <a:pt x="522805" y="437476"/>
                  <a:pt x="520185" y="442999"/>
                  <a:pt x="515140" y="444743"/>
                </a:cubicBezTo>
                <a:cubicBezTo>
                  <a:pt x="510095" y="446584"/>
                  <a:pt x="504468" y="443968"/>
                  <a:pt x="502721" y="438930"/>
                </a:cubicBezTo>
                <a:lnTo>
                  <a:pt x="474003" y="358799"/>
                </a:lnTo>
                <a:lnTo>
                  <a:pt x="377467" y="358799"/>
                </a:lnTo>
                <a:lnTo>
                  <a:pt x="309261" y="549097"/>
                </a:lnTo>
                <a:lnTo>
                  <a:pt x="542112" y="549097"/>
                </a:lnTo>
                <a:lnTo>
                  <a:pt x="515819" y="475458"/>
                </a:lnTo>
                <a:cubicBezTo>
                  <a:pt x="513976" y="470420"/>
                  <a:pt x="516595" y="464800"/>
                  <a:pt x="521640" y="463056"/>
                </a:cubicBezTo>
                <a:cubicBezTo>
                  <a:pt x="526686" y="461215"/>
                  <a:pt x="532216" y="463831"/>
                  <a:pt x="534059" y="468870"/>
                </a:cubicBezTo>
                <a:lnTo>
                  <a:pt x="565106" y="555492"/>
                </a:lnTo>
                <a:cubicBezTo>
                  <a:pt x="566076" y="558496"/>
                  <a:pt x="565688" y="561790"/>
                  <a:pt x="563845" y="564310"/>
                </a:cubicBezTo>
                <a:cubicBezTo>
                  <a:pt x="562001" y="566926"/>
                  <a:pt x="559091" y="568476"/>
                  <a:pt x="555889" y="568476"/>
                </a:cubicBezTo>
                <a:lnTo>
                  <a:pt x="295483" y="568476"/>
                </a:lnTo>
                <a:cubicBezTo>
                  <a:pt x="292379" y="568476"/>
                  <a:pt x="289371" y="566926"/>
                  <a:pt x="287625" y="564310"/>
                </a:cubicBezTo>
                <a:cubicBezTo>
                  <a:pt x="285781" y="561790"/>
                  <a:pt x="285296" y="558496"/>
                  <a:pt x="286363" y="555492"/>
                </a:cubicBezTo>
                <a:lnTo>
                  <a:pt x="361458" y="345815"/>
                </a:lnTo>
                <a:cubicBezTo>
                  <a:pt x="362913" y="341939"/>
                  <a:pt x="366503" y="339420"/>
                  <a:pt x="370675" y="339420"/>
                </a:cubicBezTo>
                <a:close/>
                <a:moveTo>
                  <a:pt x="402812" y="155032"/>
                </a:moveTo>
                <a:cubicBezTo>
                  <a:pt x="408154" y="155032"/>
                  <a:pt x="412525" y="159391"/>
                  <a:pt x="412525" y="164720"/>
                </a:cubicBezTo>
                <a:lnTo>
                  <a:pt x="412525" y="259369"/>
                </a:lnTo>
                <a:cubicBezTo>
                  <a:pt x="412525" y="260434"/>
                  <a:pt x="412331" y="261597"/>
                  <a:pt x="411942" y="262663"/>
                </a:cubicBezTo>
                <a:lnTo>
                  <a:pt x="393681" y="313523"/>
                </a:lnTo>
                <a:cubicBezTo>
                  <a:pt x="392224" y="317495"/>
                  <a:pt x="388532" y="320014"/>
                  <a:pt x="384550" y="320014"/>
                </a:cubicBezTo>
                <a:cubicBezTo>
                  <a:pt x="383481" y="320014"/>
                  <a:pt x="382316" y="319820"/>
                  <a:pt x="381247" y="319433"/>
                </a:cubicBezTo>
                <a:cubicBezTo>
                  <a:pt x="376196" y="317592"/>
                  <a:pt x="373573" y="312070"/>
                  <a:pt x="375419" y="307032"/>
                </a:cubicBezTo>
                <a:lnTo>
                  <a:pt x="393098" y="257625"/>
                </a:lnTo>
                <a:lnTo>
                  <a:pt x="393098" y="164720"/>
                </a:lnTo>
                <a:cubicBezTo>
                  <a:pt x="393098" y="159391"/>
                  <a:pt x="397469" y="155032"/>
                  <a:pt x="402812" y="155032"/>
                </a:cubicBezTo>
                <a:close/>
                <a:moveTo>
                  <a:pt x="152035" y="155032"/>
                </a:moveTo>
                <a:cubicBezTo>
                  <a:pt x="157371" y="155032"/>
                  <a:pt x="161736" y="159393"/>
                  <a:pt x="161736" y="164723"/>
                </a:cubicBezTo>
                <a:lnTo>
                  <a:pt x="161736" y="288956"/>
                </a:lnTo>
                <a:cubicBezTo>
                  <a:pt x="161736" y="292735"/>
                  <a:pt x="159505" y="296224"/>
                  <a:pt x="156013" y="297774"/>
                </a:cubicBezTo>
                <a:lnTo>
                  <a:pt x="133021" y="308046"/>
                </a:lnTo>
                <a:cubicBezTo>
                  <a:pt x="110806" y="317931"/>
                  <a:pt x="91986" y="334017"/>
                  <a:pt x="78695" y="354367"/>
                </a:cubicBezTo>
                <a:cubicBezTo>
                  <a:pt x="76852" y="357274"/>
                  <a:pt x="73748" y="358825"/>
                  <a:pt x="70546" y="358825"/>
                </a:cubicBezTo>
                <a:cubicBezTo>
                  <a:pt x="68800" y="358825"/>
                  <a:pt x="66957" y="358243"/>
                  <a:pt x="65308" y="357178"/>
                </a:cubicBezTo>
                <a:cubicBezTo>
                  <a:pt x="60845" y="354270"/>
                  <a:pt x="59487" y="348262"/>
                  <a:pt x="62495" y="343805"/>
                </a:cubicBezTo>
                <a:cubicBezTo>
                  <a:pt x="77822" y="320256"/>
                  <a:pt x="99456" y="301747"/>
                  <a:pt x="125066" y="290312"/>
                </a:cubicBezTo>
                <a:lnTo>
                  <a:pt x="142334" y="282657"/>
                </a:lnTo>
                <a:lnTo>
                  <a:pt x="142334" y="164723"/>
                </a:lnTo>
                <a:cubicBezTo>
                  <a:pt x="142334" y="159393"/>
                  <a:pt x="146700" y="155032"/>
                  <a:pt x="152035" y="155032"/>
                </a:cubicBezTo>
                <a:close/>
                <a:moveTo>
                  <a:pt x="373695" y="135669"/>
                </a:moveTo>
                <a:lnTo>
                  <a:pt x="373695" y="252611"/>
                </a:lnTo>
                <a:cubicBezTo>
                  <a:pt x="373695" y="253774"/>
                  <a:pt x="373501" y="254840"/>
                  <a:pt x="373113" y="255905"/>
                </a:cubicBezTo>
                <a:lnTo>
                  <a:pt x="264721" y="558482"/>
                </a:lnTo>
                <a:cubicBezTo>
                  <a:pt x="261712" y="566718"/>
                  <a:pt x="262198" y="574178"/>
                  <a:pt x="265982" y="579507"/>
                </a:cubicBezTo>
                <a:cubicBezTo>
                  <a:pt x="269767" y="584835"/>
                  <a:pt x="276656" y="587839"/>
                  <a:pt x="285390" y="587839"/>
                </a:cubicBezTo>
                <a:lnTo>
                  <a:pt x="566124" y="587839"/>
                </a:lnTo>
                <a:cubicBezTo>
                  <a:pt x="574857" y="587839"/>
                  <a:pt x="581747" y="584835"/>
                  <a:pt x="585531" y="579507"/>
                </a:cubicBezTo>
                <a:cubicBezTo>
                  <a:pt x="589316" y="574178"/>
                  <a:pt x="589704" y="566718"/>
                  <a:pt x="586793" y="558482"/>
                </a:cubicBezTo>
                <a:lnTo>
                  <a:pt x="478400" y="255905"/>
                </a:lnTo>
                <a:cubicBezTo>
                  <a:pt x="478012" y="254840"/>
                  <a:pt x="477818" y="253774"/>
                  <a:pt x="477818" y="252611"/>
                </a:cubicBezTo>
                <a:lnTo>
                  <a:pt x="477818" y="135669"/>
                </a:lnTo>
                <a:close/>
                <a:moveTo>
                  <a:pt x="350988" y="116292"/>
                </a:moveTo>
                <a:lnTo>
                  <a:pt x="500428" y="116292"/>
                </a:lnTo>
                <a:cubicBezTo>
                  <a:pt x="505862" y="116292"/>
                  <a:pt x="510132" y="120652"/>
                  <a:pt x="510132" y="125981"/>
                </a:cubicBezTo>
                <a:cubicBezTo>
                  <a:pt x="510132" y="131309"/>
                  <a:pt x="505862" y="135669"/>
                  <a:pt x="500428" y="135669"/>
                </a:cubicBezTo>
                <a:lnTo>
                  <a:pt x="497226" y="135669"/>
                </a:lnTo>
                <a:lnTo>
                  <a:pt x="497226" y="250964"/>
                </a:lnTo>
                <a:lnTo>
                  <a:pt x="605133" y="551991"/>
                </a:lnTo>
                <a:cubicBezTo>
                  <a:pt x="610179" y="566039"/>
                  <a:pt x="608821" y="580185"/>
                  <a:pt x="601349" y="590648"/>
                </a:cubicBezTo>
                <a:cubicBezTo>
                  <a:pt x="593974" y="601209"/>
                  <a:pt x="581165" y="607216"/>
                  <a:pt x="566124" y="607216"/>
                </a:cubicBezTo>
                <a:lnTo>
                  <a:pt x="285390" y="607216"/>
                </a:lnTo>
                <a:cubicBezTo>
                  <a:pt x="270349" y="607216"/>
                  <a:pt x="257540" y="601209"/>
                  <a:pt x="250165" y="590648"/>
                </a:cubicBezTo>
                <a:cubicBezTo>
                  <a:pt x="242693" y="580185"/>
                  <a:pt x="241334" y="566039"/>
                  <a:pt x="246380" y="551991"/>
                </a:cubicBezTo>
                <a:lnTo>
                  <a:pt x="354288" y="250964"/>
                </a:lnTo>
                <a:lnTo>
                  <a:pt x="354288" y="135669"/>
                </a:lnTo>
                <a:lnTo>
                  <a:pt x="350988" y="135669"/>
                </a:lnTo>
                <a:cubicBezTo>
                  <a:pt x="345651" y="135669"/>
                  <a:pt x="341284" y="131309"/>
                  <a:pt x="341284" y="125981"/>
                </a:cubicBezTo>
                <a:cubicBezTo>
                  <a:pt x="341284" y="120652"/>
                  <a:pt x="345651" y="116292"/>
                  <a:pt x="350988" y="116292"/>
                </a:cubicBezTo>
                <a:close/>
                <a:moveTo>
                  <a:pt x="152033" y="38740"/>
                </a:moveTo>
                <a:cubicBezTo>
                  <a:pt x="157369" y="38740"/>
                  <a:pt x="161735" y="43100"/>
                  <a:pt x="161735" y="48429"/>
                </a:cubicBezTo>
                <a:lnTo>
                  <a:pt x="161735" y="125937"/>
                </a:lnTo>
                <a:cubicBezTo>
                  <a:pt x="161735" y="131266"/>
                  <a:pt x="157369" y="135626"/>
                  <a:pt x="152033" y="135626"/>
                </a:cubicBezTo>
                <a:cubicBezTo>
                  <a:pt x="146696" y="135626"/>
                  <a:pt x="142330" y="131266"/>
                  <a:pt x="142330" y="125937"/>
                </a:cubicBezTo>
                <a:lnTo>
                  <a:pt x="142330" y="48429"/>
                </a:lnTo>
                <a:cubicBezTo>
                  <a:pt x="142330" y="43100"/>
                  <a:pt x="146696" y="38740"/>
                  <a:pt x="152033" y="38740"/>
                </a:cubicBezTo>
                <a:close/>
                <a:moveTo>
                  <a:pt x="100335" y="0"/>
                </a:moveTo>
                <a:lnTo>
                  <a:pt x="268497" y="0"/>
                </a:lnTo>
                <a:cubicBezTo>
                  <a:pt x="273834" y="0"/>
                  <a:pt x="278201" y="4360"/>
                  <a:pt x="278201" y="9689"/>
                </a:cubicBezTo>
                <a:cubicBezTo>
                  <a:pt x="278201" y="15018"/>
                  <a:pt x="273834" y="19378"/>
                  <a:pt x="268497" y="19378"/>
                </a:cubicBezTo>
                <a:lnTo>
                  <a:pt x="265295" y="19378"/>
                </a:lnTo>
                <a:lnTo>
                  <a:pt x="265295" y="257633"/>
                </a:lnTo>
                <a:cubicBezTo>
                  <a:pt x="283053" y="266256"/>
                  <a:pt x="299258" y="277786"/>
                  <a:pt x="313522" y="291739"/>
                </a:cubicBezTo>
                <a:cubicBezTo>
                  <a:pt x="317306" y="295518"/>
                  <a:pt x="317403" y="301622"/>
                  <a:pt x="313619" y="305400"/>
                </a:cubicBezTo>
                <a:cubicBezTo>
                  <a:pt x="311775" y="307338"/>
                  <a:pt x="309252" y="308307"/>
                  <a:pt x="306729" y="308307"/>
                </a:cubicBezTo>
                <a:cubicBezTo>
                  <a:pt x="304303" y="308307"/>
                  <a:pt x="301781" y="307435"/>
                  <a:pt x="299937" y="305594"/>
                </a:cubicBezTo>
                <a:cubicBezTo>
                  <a:pt x="285770" y="291739"/>
                  <a:pt x="269565" y="280596"/>
                  <a:pt x="251613" y="272651"/>
                </a:cubicBezTo>
                <a:cubicBezTo>
                  <a:pt x="248120" y="271101"/>
                  <a:pt x="245888" y="267613"/>
                  <a:pt x="245888" y="263737"/>
                </a:cubicBezTo>
                <a:lnTo>
                  <a:pt x="245888" y="19378"/>
                </a:lnTo>
                <a:lnTo>
                  <a:pt x="122944" y="19378"/>
                </a:lnTo>
                <a:lnTo>
                  <a:pt x="122944" y="263737"/>
                </a:lnTo>
                <a:cubicBezTo>
                  <a:pt x="122944" y="267613"/>
                  <a:pt x="120712" y="271101"/>
                  <a:pt x="117219" y="272651"/>
                </a:cubicBezTo>
                <a:cubicBezTo>
                  <a:pt x="57833" y="299102"/>
                  <a:pt x="19407" y="358206"/>
                  <a:pt x="19407" y="423123"/>
                </a:cubicBezTo>
                <a:cubicBezTo>
                  <a:pt x="19407" y="513910"/>
                  <a:pt x="93445" y="587838"/>
                  <a:pt x="184368" y="587838"/>
                </a:cubicBezTo>
                <a:cubicBezTo>
                  <a:pt x="195430" y="587838"/>
                  <a:pt x="206492" y="586675"/>
                  <a:pt x="217166" y="584544"/>
                </a:cubicBezTo>
                <a:cubicBezTo>
                  <a:pt x="222406" y="583478"/>
                  <a:pt x="227548" y="586869"/>
                  <a:pt x="228616" y="592101"/>
                </a:cubicBezTo>
                <a:cubicBezTo>
                  <a:pt x="229683" y="597430"/>
                  <a:pt x="226287" y="602468"/>
                  <a:pt x="220950" y="603534"/>
                </a:cubicBezTo>
                <a:cubicBezTo>
                  <a:pt x="209015" y="605957"/>
                  <a:pt x="196691" y="607216"/>
                  <a:pt x="184368" y="607216"/>
                </a:cubicBezTo>
                <a:cubicBezTo>
                  <a:pt x="82771" y="607216"/>
                  <a:pt x="0" y="524568"/>
                  <a:pt x="0" y="423123"/>
                </a:cubicBezTo>
                <a:cubicBezTo>
                  <a:pt x="0" y="352683"/>
                  <a:pt x="40464" y="288348"/>
                  <a:pt x="103537" y="257633"/>
                </a:cubicBezTo>
                <a:lnTo>
                  <a:pt x="103537" y="19378"/>
                </a:lnTo>
                <a:lnTo>
                  <a:pt x="100335" y="19378"/>
                </a:lnTo>
                <a:cubicBezTo>
                  <a:pt x="94901" y="19378"/>
                  <a:pt x="90631" y="15018"/>
                  <a:pt x="90631" y="9689"/>
                </a:cubicBezTo>
                <a:cubicBezTo>
                  <a:pt x="90631" y="4360"/>
                  <a:pt x="94901" y="0"/>
                  <a:pt x="100335" y="0"/>
                </a:cubicBezTo>
                <a:close/>
              </a:path>
            </a:pathLst>
          </a:custGeom>
          <a:solidFill>
            <a:schemeClr val="accent1"/>
          </a:solidFill>
          <a:ln>
            <a:noFill/>
          </a:ln>
        </p:spPr>
      </p:sp>
      <p:sp>
        <p:nvSpPr>
          <p:cNvPr id="40" name="flasks_250186">
            <a:extLst>
              <a:ext uri="{FF2B5EF4-FFF2-40B4-BE49-F238E27FC236}">
                <a16:creationId xmlns:a16="http://schemas.microsoft.com/office/drawing/2014/main" id="{EB539746-0ADB-4D7E-B362-8ED23CFB706D}"/>
              </a:ext>
            </a:extLst>
          </p:cNvPr>
          <p:cNvSpPr>
            <a:spLocks noChangeAspect="1"/>
          </p:cNvSpPr>
          <p:nvPr/>
        </p:nvSpPr>
        <p:spPr bwMode="auto">
          <a:xfrm>
            <a:off x="949832" y="5417655"/>
            <a:ext cx="609685" cy="608767"/>
          </a:xfrm>
          <a:custGeom>
            <a:avLst/>
            <a:gdLst>
              <a:gd name="connsiteX0" fmla="*/ 511346 w 609614"/>
              <a:gd name="connsiteY0" fmla="*/ 569486 h 608697"/>
              <a:gd name="connsiteX1" fmla="*/ 511346 w 609614"/>
              <a:gd name="connsiteY1" fmla="*/ 589091 h 608697"/>
              <a:gd name="connsiteX2" fmla="*/ 570344 w 609614"/>
              <a:gd name="connsiteY2" fmla="*/ 589091 h 608697"/>
              <a:gd name="connsiteX3" fmla="*/ 570344 w 609614"/>
              <a:gd name="connsiteY3" fmla="*/ 569486 h 608697"/>
              <a:gd name="connsiteX4" fmla="*/ 39363 w 609614"/>
              <a:gd name="connsiteY4" fmla="*/ 569486 h 608697"/>
              <a:gd name="connsiteX5" fmla="*/ 39363 w 609614"/>
              <a:gd name="connsiteY5" fmla="*/ 589091 h 608697"/>
              <a:gd name="connsiteX6" fmla="*/ 98360 w 609614"/>
              <a:gd name="connsiteY6" fmla="*/ 589091 h 608697"/>
              <a:gd name="connsiteX7" fmla="*/ 98360 w 609614"/>
              <a:gd name="connsiteY7" fmla="*/ 569486 h 608697"/>
              <a:gd name="connsiteX8" fmla="*/ 501472 w 609614"/>
              <a:gd name="connsiteY8" fmla="*/ 471283 h 608697"/>
              <a:gd name="connsiteX9" fmla="*/ 481848 w 609614"/>
              <a:gd name="connsiteY9" fmla="*/ 490878 h 608697"/>
              <a:gd name="connsiteX10" fmla="*/ 501472 w 609614"/>
              <a:gd name="connsiteY10" fmla="*/ 510564 h 608697"/>
              <a:gd name="connsiteX11" fmla="*/ 521096 w 609614"/>
              <a:gd name="connsiteY11" fmla="*/ 490878 h 608697"/>
              <a:gd name="connsiteX12" fmla="*/ 501472 w 609614"/>
              <a:gd name="connsiteY12" fmla="*/ 471283 h 608697"/>
              <a:gd name="connsiteX13" fmla="*/ 196616 w 609614"/>
              <a:gd name="connsiteY13" fmla="*/ 471283 h 608697"/>
              <a:gd name="connsiteX14" fmla="*/ 196616 w 609614"/>
              <a:gd name="connsiteY14" fmla="*/ 510564 h 608697"/>
              <a:gd name="connsiteX15" fmla="*/ 412999 w 609614"/>
              <a:gd name="connsiteY15" fmla="*/ 510564 h 608697"/>
              <a:gd name="connsiteX16" fmla="*/ 412999 w 609614"/>
              <a:gd name="connsiteY16" fmla="*/ 471283 h 608697"/>
              <a:gd name="connsiteX17" fmla="*/ 108131 w 609614"/>
              <a:gd name="connsiteY17" fmla="*/ 471283 h 608697"/>
              <a:gd name="connsiteX18" fmla="*/ 88501 w 609614"/>
              <a:gd name="connsiteY18" fmla="*/ 490878 h 608697"/>
              <a:gd name="connsiteX19" fmla="*/ 108131 w 609614"/>
              <a:gd name="connsiteY19" fmla="*/ 510564 h 608697"/>
              <a:gd name="connsiteX20" fmla="*/ 127852 w 609614"/>
              <a:gd name="connsiteY20" fmla="*/ 490878 h 608697"/>
              <a:gd name="connsiteX21" fmla="*/ 108131 w 609614"/>
              <a:gd name="connsiteY21" fmla="*/ 471283 h 608697"/>
              <a:gd name="connsiteX22" fmla="*/ 501472 w 609614"/>
              <a:gd name="connsiteY22" fmla="*/ 451689 h 608697"/>
              <a:gd name="connsiteX23" fmla="*/ 540812 w 609614"/>
              <a:gd name="connsiteY23" fmla="*/ 490878 h 608697"/>
              <a:gd name="connsiteX24" fmla="*/ 501472 w 609614"/>
              <a:gd name="connsiteY24" fmla="*/ 530158 h 608697"/>
              <a:gd name="connsiteX25" fmla="*/ 462132 w 609614"/>
              <a:gd name="connsiteY25" fmla="*/ 490878 h 608697"/>
              <a:gd name="connsiteX26" fmla="*/ 501472 w 609614"/>
              <a:gd name="connsiteY26" fmla="*/ 451689 h 608697"/>
              <a:gd name="connsiteX27" fmla="*/ 176978 w 609614"/>
              <a:gd name="connsiteY27" fmla="*/ 451689 h 608697"/>
              <a:gd name="connsiteX28" fmla="*/ 432636 w 609614"/>
              <a:gd name="connsiteY28" fmla="*/ 451689 h 608697"/>
              <a:gd name="connsiteX29" fmla="*/ 432636 w 609614"/>
              <a:gd name="connsiteY29" fmla="*/ 530158 h 608697"/>
              <a:gd name="connsiteX30" fmla="*/ 176978 w 609614"/>
              <a:gd name="connsiteY30" fmla="*/ 530158 h 608697"/>
              <a:gd name="connsiteX31" fmla="*/ 108131 w 609614"/>
              <a:gd name="connsiteY31" fmla="*/ 451689 h 608697"/>
              <a:gd name="connsiteX32" fmla="*/ 147482 w 609614"/>
              <a:gd name="connsiteY32" fmla="*/ 490878 h 608697"/>
              <a:gd name="connsiteX33" fmla="*/ 108131 w 609614"/>
              <a:gd name="connsiteY33" fmla="*/ 530158 h 608697"/>
              <a:gd name="connsiteX34" fmla="*/ 68872 w 609614"/>
              <a:gd name="connsiteY34" fmla="*/ 490878 h 608697"/>
              <a:gd name="connsiteX35" fmla="*/ 108131 w 609614"/>
              <a:gd name="connsiteY35" fmla="*/ 451689 h 608697"/>
              <a:gd name="connsiteX36" fmla="*/ 19635 w 609614"/>
              <a:gd name="connsiteY36" fmla="*/ 431969 h 608697"/>
              <a:gd name="connsiteX37" fmla="*/ 19635 w 609614"/>
              <a:gd name="connsiteY37" fmla="*/ 549788 h 608697"/>
              <a:gd name="connsiteX38" fmla="*/ 589979 w 609614"/>
              <a:gd name="connsiteY38" fmla="*/ 549788 h 608697"/>
              <a:gd name="connsiteX39" fmla="*/ 589979 w 609614"/>
              <a:gd name="connsiteY39" fmla="*/ 431969 h 608697"/>
              <a:gd name="connsiteX40" fmla="*/ 117996 w 609614"/>
              <a:gd name="connsiteY40" fmla="*/ 392758 h 608697"/>
              <a:gd name="connsiteX41" fmla="*/ 117996 w 609614"/>
              <a:gd name="connsiteY41" fmla="*/ 412364 h 608697"/>
              <a:gd name="connsiteX42" fmla="*/ 491618 w 609614"/>
              <a:gd name="connsiteY42" fmla="*/ 412364 h 608697"/>
              <a:gd name="connsiteX43" fmla="*/ 491618 w 609614"/>
              <a:gd name="connsiteY43" fmla="*/ 392758 h 608697"/>
              <a:gd name="connsiteX44" fmla="*/ 19635 w 609614"/>
              <a:gd name="connsiteY44" fmla="*/ 353455 h 608697"/>
              <a:gd name="connsiteX45" fmla="*/ 19635 w 609614"/>
              <a:gd name="connsiteY45" fmla="*/ 373060 h 608697"/>
              <a:gd name="connsiteX46" fmla="*/ 589979 w 609614"/>
              <a:gd name="connsiteY46" fmla="*/ 373060 h 608697"/>
              <a:gd name="connsiteX47" fmla="*/ 589979 w 609614"/>
              <a:gd name="connsiteY47" fmla="*/ 353455 h 608697"/>
              <a:gd name="connsiteX48" fmla="*/ 549141 w 609614"/>
              <a:gd name="connsiteY48" fmla="*/ 353455 h 608697"/>
              <a:gd name="connsiteX49" fmla="*/ 453731 w 609614"/>
              <a:gd name="connsiteY49" fmla="*/ 353455 h 608697"/>
              <a:gd name="connsiteX50" fmla="*/ 352512 w 609614"/>
              <a:gd name="connsiteY50" fmla="*/ 353455 h 608697"/>
              <a:gd name="connsiteX51" fmla="*/ 257102 w 609614"/>
              <a:gd name="connsiteY51" fmla="*/ 353455 h 608697"/>
              <a:gd name="connsiteX52" fmla="*/ 155883 w 609614"/>
              <a:gd name="connsiteY52" fmla="*/ 353455 h 608697"/>
              <a:gd name="connsiteX53" fmla="*/ 60473 w 609614"/>
              <a:gd name="connsiteY53" fmla="*/ 353455 h 608697"/>
              <a:gd name="connsiteX54" fmla="*/ 239679 w 609614"/>
              <a:gd name="connsiteY54" fmla="*/ 265091 h 608697"/>
              <a:gd name="connsiteX55" fmla="*/ 228617 w 609614"/>
              <a:gd name="connsiteY55" fmla="*/ 290772 h 608697"/>
              <a:gd name="connsiteX56" fmla="*/ 226128 w 609614"/>
              <a:gd name="connsiteY56" fmla="*/ 302922 h 608697"/>
              <a:gd name="connsiteX57" fmla="*/ 257102 w 609614"/>
              <a:gd name="connsiteY57" fmla="*/ 333849 h 608697"/>
              <a:gd name="connsiteX58" fmla="*/ 352512 w 609614"/>
              <a:gd name="connsiteY58" fmla="*/ 333849 h 608697"/>
              <a:gd name="connsiteX59" fmla="*/ 383486 w 609614"/>
              <a:gd name="connsiteY59" fmla="*/ 302922 h 608697"/>
              <a:gd name="connsiteX60" fmla="*/ 380997 w 609614"/>
              <a:gd name="connsiteY60" fmla="*/ 290772 h 608697"/>
              <a:gd name="connsiteX61" fmla="*/ 370027 w 609614"/>
              <a:gd name="connsiteY61" fmla="*/ 265091 h 608697"/>
              <a:gd name="connsiteX62" fmla="*/ 59827 w 609614"/>
              <a:gd name="connsiteY62" fmla="*/ 225788 h 608697"/>
              <a:gd name="connsiteX63" fmla="*/ 31988 w 609614"/>
              <a:gd name="connsiteY63" fmla="*/ 290772 h 608697"/>
              <a:gd name="connsiteX64" fmla="*/ 29499 w 609614"/>
              <a:gd name="connsiteY64" fmla="*/ 302922 h 608697"/>
              <a:gd name="connsiteX65" fmla="*/ 60473 w 609614"/>
              <a:gd name="connsiteY65" fmla="*/ 333849 h 608697"/>
              <a:gd name="connsiteX66" fmla="*/ 155883 w 609614"/>
              <a:gd name="connsiteY66" fmla="*/ 333849 h 608697"/>
              <a:gd name="connsiteX67" fmla="*/ 186857 w 609614"/>
              <a:gd name="connsiteY67" fmla="*/ 302922 h 608697"/>
              <a:gd name="connsiteX68" fmla="*/ 184368 w 609614"/>
              <a:gd name="connsiteY68" fmla="*/ 290772 h 608697"/>
              <a:gd name="connsiteX69" fmla="*/ 156436 w 609614"/>
              <a:gd name="connsiteY69" fmla="*/ 225788 h 608697"/>
              <a:gd name="connsiteX70" fmla="*/ 465807 w 609614"/>
              <a:gd name="connsiteY70" fmla="*/ 196333 h 608697"/>
              <a:gd name="connsiteX71" fmla="*/ 425338 w 609614"/>
              <a:gd name="connsiteY71" fmla="*/ 290772 h 608697"/>
              <a:gd name="connsiteX72" fmla="*/ 422849 w 609614"/>
              <a:gd name="connsiteY72" fmla="*/ 302922 h 608697"/>
              <a:gd name="connsiteX73" fmla="*/ 453823 w 609614"/>
              <a:gd name="connsiteY73" fmla="*/ 333849 h 608697"/>
              <a:gd name="connsiteX74" fmla="*/ 549234 w 609614"/>
              <a:gd name="connsiteY74" fmla="*/ 333849 h 608697"/>
              <a:gd name="connsiteX75" fmla="*/ 580115 w 609614"/>
              <a:gd name="connsiteY75" fmla="*/ 302922 h 608697"/>
              <a:gd name="connsiteX76" fmla="*/ 577626 w 609614"/>
              <a:gd name="connsiteY76" fmla="*/ 290772 h 608697"/>
              <a:gd name="connsiteX77" fmla="*/ 537157 w 609614"/>
              <a:gd name="connsiteY77" fmla="*/ 196333 h 608697"/>
              <a:gd name="connsiteX78" fmla="*/ 481847 w 609614"/>
              <a:gd name="connsiteY78" fmla="*/ 19606 h 608697"/>
              <a:gd name="connsiteX79" fmla="*/ 481847 w 609614"/>
              <a:gd name="connsiteY79" fmla="*/ 159147 h 608697"/>
              <a:gd name="connsiteX80" fmla="*/ 474288 w 609614"/>
              <a:gd name="connsiteY80" fmla="*/ 176727 h 608697"/>
              <a:gd name="connsiteX81" fmla="*/ 528676 w 609614"/>
              <a:gd name="connsiteY81" fmla="*/ 176727 h 608697"/>
              <a:gd name="connsiteX82" fmla="*/ 521117 w 609614"/>
              <a:gd name="connsiteY82" fmla="*/ 159147 h 608697"/>
              <a:gd name="connsiteX83" fmla="*/ 521117 w 609614"/>
              <a:gd name="connsiteY83" fmla="*/ 19606 h 608697"/>
              <a:gd name="connsiteX84" fmla="*/ 285126 w 609614"/>
              <a:gd name="connsiteY84" fmla="*/ 19606 h 608697"/>
              <a:gd name="connsiteX85" fmla="*/ 285126 w 609614"/>
              <a:gd name="connsiteY85" fmla="*/ 159147 h 608697"/>
              <a:gd name="connsiteX86" fmla="*/ 248068 w 609614"/>
              <a:gd name="connsiteY86" fmla="*/ 245485 h 608697"/>
              <a:gd name="connsiteX87" fmla="*/ 361547 w 609614"/>
              <a:gd name="connsiteY87" fmla="*/ 245485 h 608697"/>
              <a:gd name="connsiteX88" fmla="*/ 324488 w 609614"/>
              <a:gd name="connsiteY88" fmla="*/ 159147 h 608697"/>
              <a:gd name="connsiteX89" fmla="*/ 324488 w 609614"/>
              <a:gd name="connsiteY89" fmla="*/ 19606 h 608697"/>
              <a:gd name="connsiteX90" fmla="*/ 88497 w 609614"/>
              <a:gd name="connsiteY90" fmla="*/ 19606 h 608697"/>
              <a:gd name="connsiteX91" fmla="*/ 88497 w 609614"/>
              <a:gd name="connsiteY91" fmla="*/ 159147 h 608697"/>
              <a:gd name="connsiteX92" fmla="*/ 68308 w 609614"/>
              <a:gd name="connsiteY92" fmla="*/ 206182 h 608697"/>
              <a:gd name="connsiteX93" fmla="*/ 148048 w 609614"/>
              <a:gd name="connsiteY93" fmla="*/ 206182 h 608697"/>
              <a:gd name="connsiteX94" fmla="*/ 127859 w 609614"/>
              <a:gd name="connsiteY94" fmla="*/ 159147 h 608697"/>
              <a:gd name="connsiteX95" fmla="*/ 127859 w 609614"/>
              <a:gd name="connsiteY95" fmla="*/ 19606 h 608697"/>
              <a:gd name="connsiteX96" fmla="*/ 49134 w 609614"/>
              <a:gd name="connsiteY96" fmla="*/ 0 h 608697"/>
              <a:gd name="connsiteX97" fmla="*/ 167130 w 609614"/>
              <a:gd name="connsiteY97" fmla="*/ 0 h 608697"/>
              <a:gd name="connsiteX98" fmla="*/ 167130 w 609614"/>
              <a:gd name="connsiteY98" fmla="*/ 19606 h 608697"/>
              <a:gd name="connsiteX99" fmla="*/ 147495 w 609614"/>
              <a:gd name="connsiteY99" fmla="*/ 19606 h 608697"/>
              <a:gd name="connsiteX100" fmla="*/ 147495 w 609614"/>
              <a:gd name="connsiteY100" fmla="*/ 155097 h 608697"/>
              <a:gd name="connsiteX101" fmla="*/ 202437 w 609614"/>
              <a:gd name="connsiteY101" fmla="*/ 283040 h 608697"/>
              <a:gd name="connsiteX102" fmla="*/ 206493 w 609614"/>
              <a:gd name="connsiteY102" fmla="*/ 302922 h 608697"/>
              <a:gd name="connsiteX103" fmla="*/ 195615 w 609614"/>
              <a:gd name="connsiteY103" fmla="*/ 333849 h 608697"/>
              <a:gd name="connsiteX104" fmla="*/ 217370 w 609614"/>
              <a:gd name="connsiteY104" fmla="*/ 333849 h 608697"/>
              <a:gd name="connsiteX105" fmla="*/ 206493 w 609614"/>
              <a:gd name="connsiteY105" fmla="*/ 302922 h 608697"/>
              <a:gd name="connsiteX106" fmla="*/ 210549 w 609614"/>
              <a:gd name="connsiteY106" fmla="*/ 283040 h 608697"/>
              <a:gd name="connsiteX107" fmla="*/ 265491 w 609614"/>
              <a:gd name="connsiteY107" fmla="*/ 155097 h 608697"/>
              <a:gd name="connsiteX108" fmla="*/ 265491 w 609614"/>
              <a:gd name="connsiteY108" fmla="*/ 19606 h 608697"/>
              <a:gd name="connsiteX109" fmla="*/ 245855 w 609614"/>
              <a:gd name="connsiteY109" fmla="*/ 19606 h 608697"/>
              <a:gd name="connsiteX110" fmla="*/ 245855 w 609614"/>
              <a:gd name="connsiteY110" fmla="*/ 0 h 608697"/>
              <a:gd name="connsiteX111" fmla="*/ 363851 w 609614"/>
              <a:gd name="connsiteY111" fmla="*/ 0 h 608697"/>
              <a:gd name="connsiteX112" fmla="*/ 363851 w 609614"/>
              <a:gd name="connsiteY112" fmla="*/ 19606 h 608697"/>
              <a:gd name="connsiteX113" fmla="*/ 344124 w 609614"/>
              <a:gd name="connsiteY113" fmla="*/ 19606 h 608697"/>
              <a:gd name="connsiteX114" fmla="*/ 344124 w 609614"/>
              <a:gd name="connsiteY114" fmla="*/ 155097 h 608697"/>
              <a:gd name="connsiteX115" fmla="*/ 399065 w 609614"/>
              <a:gd name="connsiteY115" fmla="*/ 283040 h 608697"/>
              <a:gd name="connsiteX116" fmla="*/ 403122 w 609614"/>
              <a:gd name="connsiteY116" fmla="*/ 302922 h 608697"/>
              <a:gd name="connsiteX117" fmla="*/ 392244 w 609614"/>
              <a:gd name="connsiteY117" fmla="*/ 333849 h 608697"/>
              <a:gd name="connsiteX118" fmla="*/ 413999 w 609614"/>
              <a:gd name="connsiteY118" fmla="*/ 333849 h 608697"/>
              <a:gd name="connsiteX119" fmla="*/ 403122 w 609614"/>
              <a:gd name="connsiteY119" fmla="*/ 302922 h 608697"/>
              <a:gd name="connsiteX120" fmla="*/ 407270 w 609614"/>
              <a:gd name="connsiteY120" fmla="*/ 283040 h 608697"/>
              <a:gd name="connsiteX121" fmla="*/ 462119 w 609614"/>
              <a:gd name="connsiteY121" fmla="*/ 155097 h 608697"/>
              <a:gd name="connsiteX122" fmla="*/ 462119 w 609614"/>
              <a:gd name="connsiteY122" fmla="*/ 19606 h 608697"/>
              <a:gd name="connsiteX123" fmla="*/ 442484 w 609614"/>
              <a:gd name="connsiteY123" fmla="*/ 19606 h 608697"/>
              <a:gd name="connsiteX124" fmla="*/ 442484 w 609614"/>
              <a:gd name="connsiteY124" fmla="*/ 0 h 608697"/>
              <a:gd name="connsiteX125" fmla="*/ 560480 w 609614"/>
              <a:gd name="connsiteY125" fmla="*/ 0 h 608697"/>
              <a:gd name="connsiteX126" fmla="*/ 560480 w 609614"/>
              <a:gd name="connsiteY126" fmla="*/ 19606 h 608697"/>
              <a:gd name="connsiteX127" fmla="*/ 540845 w 609614"/>
              <a:gd name="connsiteY127" fmla="*/ 19606 h 608697"/>
              <a:gd name="connsiteX128" fmla="*/ 540845 w 609614"/>
              <a:gd name="connsiteY128" fmla="*/ 155097 h 608697"/>
              <a:gd name="connsiteX129" fmla="*/ 595694 w 609614"/>
              <a:gd name="connsiteY129" fmla="*/ 283040 h 608697"/>
              <a:gd name="connsiteX130" fmla="*/ 599843 w 609614"/>
              <a:gd name="connsiteY130" fmla="*/ 302922 h 608697"/>
              <a:gd name="connsiteX131" fmla="*/ 588965 w 609614"/>
              <a:gd name="connsiteY131" fmla="*/ 333849 h 608697"/>
              <a:gd name="connsiteX132" fmla="*/ 609614 w 609614"/>
              <a:gd name="connsiteY132" fmla="*/ 333849 h 608697"/>
              <a:gd name="connsiteX133" fmla="*/ 609614 w 609614"/>
              <a:gd name="connsiteY133" fmla="*/ 392758 h 608697"/>
              <a:gd name="connsiteX134" fmla="*/ 511346 w 609614"/>
              <a:gd name="connsiteY134" fmla="*/ 392758 h 608697"/>
              <a:gd name="connsiteX135" fmla="*/ 511346 w 609614"/>
              <a:gd name="connsiteY135" fmla="*/ 412364 h 608697"/>
              <a:gd name="connsiteX136" fmla="*/ 609614 w 609614"/>
              <a:gd name="connsiteY136" fmla="*/ 412364 h 608697"/>
              <a:gd name="connsiteX137" fmla="*/ 609614 w 609614"/>
              <a:gd name="connsiteY137" fmla="*/ 569486 h 608697"/>
              <a:gd name="connsiteX138" fmla="*/ 589979 w 609614"/>
              <a:gd name="connsiteY138" fmla="*/ 569486 h 608697"/>
              <a:gd name="connsiteX139" fmla="*/ 589979 w 609614"/>
              <a:gd name="connsiteY139" fmla="*/ 608697 h 608697"/>
              <a:gd name="connsiteX140" fmla="*/ 491618 w 609614"/>
              <a:gd name="connsiteY140" fmla="*/ 608697 h 608697"/>
              <a:gd name="connsiteX141" fmla="*/ 491618 w 609614"/>
              <a:gd name="connsiteY141" fmla="*/ 569486 h 608697"/>
              <a:gd name="connsiteX142" fmla="*/ 117996 w 609614"/>
              <a:gd name="connsiteY142" fmla="*/ 569486 h 608697"/>
              <a:gd name="connsiteX143" fmla="*/ 117996 w 609614"/>
              <a:gd name="connsiteY143" fmla="*/ 608697 h 608697"/>
              <a:gd name="connsiteX144" fmla="*/ 19635 w 609614"/>
              <a:gd name="connsiteY144" fmla="*/ 608697 h 608697"/>
              <a:gd name="connsiteX145" fmla="*/ 19635 w 609614"/>
              <a:gd name="connsiteY145" fmla="*/ 569486 h 608697"/>
              <a:gd name="connsiteX146" fmla="*/ 0 w 609614"/>
              <a:gd name="connsiteY146" fmla="*/ 569486 h 608697"/>
              <a:gd name="connsiteX147" fmla="*/ 0 w 609614"/>
              <a:gd name="connsiteY147" fmla="*/ 412364 h 608697"/>
              <a:gd name="connsiteX148" fmla="*/ 98360 w 609614"/>
              <a:gd name="connsiteY148" fmla="*/ 412364 h 608697"/>
              <a:gd name="connsiteX149" fmla="*/ 98360 w 609614"/>
              <a:gd name="connsiteY149" fmla="*/ 392758 h 608697"/>
              <a:gd name="connsiteX150" fmla="*/ 0 w 609614"/>
              <a:gd name="connsiteY150" fmla="*/ 392758 h 608697"/>
              <a:gd name="connsiteX151" fmla="*/ 0 w 609614"/>
              <a:gd name="connsiteY151" fmla="*/ 333849 h 608697"/>
              <a:gd name="connsiteX152" fmla="*/ 20741 w 609614"/>
              <a:gd name="connsiteY152" fmla="*/ 333849 h 608697"/>
              <a:gd name="connsiteX153" fmla="*/ 9864 w 609614"/>
              <a:gd name="connsiteY153" fmla="*/ 302922 h 608697"/>
              <a:gd name="connsiteX154" fmla="*/ 13920 w 609614"/>
              <a:gd name="connsiteY154" fmla="*/ 283040 h 608697"/>
              <a:gd name="connsiteX155" fmla="*/ 68861 w 609614"/>
              <a:gd name="connsiteY155" fmla="*/ 155097 h 608697"/>
              <a:gd name="connsiteX156" fmla="*/ 68861 w 609614"/>
              <a:gd name="connsiteY156" fmla="*/ 19606 h 608697"/>
              <a:gd name="connsiteX157" fmla="*/ 49134 w 609614"/>
              <a:gd name="connsiteY157" fmla="*/ 19606 h 60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609614" h="608697">
                <a:moveTo>
                  <a:pt x="511346" y="569486"/>
                </a:moveTo>
                <a:lnTo>
                  <a:pt x="511346" y="589091"/>
                </a:lnTo>
                <a:lnTo>
                  <a:pt x="570344" y="589091"/>
                </a:lnTo>
                <a:lnTo>
                  <a:pt x="570344" y="569486"/>
                </a:lnTo>
                <a:close/>
                <a:moveTo>
                  <a:pt x="39363" y="569486"/>
                </a:moveTo>
                <a:lnTo>
                  <a:pt x="39363" y="589091"/>
                </a:lnTo>
                <a:lnTo>
                  <a:pt x="98360" y="589091"/>
                </a:lnTo>
                <a:lnTo>
                  <a:pt x="98360" y="569486"/>
                </a:lnTo>
                <a:close/>
                <a:moveTo>
                  <a:pt x="501472" y="471283"/>
                </a:moveTo>
                <a:cubicBezTo>
                  <a:pt x="490601" y="471283"/>
                  <a:pt x="481848" y="480115"/>
                  <a:pt x="481848" y="490878"/>
                </a:cubicBezTo>
                <a:cubicBezTo>
                  <a:pt x="481848" y="501733"/>
                  <a:pt x="490601" y="510564"/>
                  <a:pt x="501472" y="510564"/>
                </a:cubicBezTo>
                <a:cubicBezTo>
                  <a:pt x="512344" y="510564"/>
                  <a:pt x="521096" y="501733"/>
                  <a:pt x="521096" y="490878"/>
                </a:cubicBezTo>
                <a:cubicBezTo>
                  <a:pt x="521096" y="480115"/>
                  <a:pt x="512344" y="471283"/>
                  <a:pt x="501472" y="471283"/>
                </a:cubicBezTo>
                <a:close/>
                <a:moveTo>
                  <a:pt x="196616" y="471283"/>
                </a:moveTo>
                <a:lnTo>
                  <a:pt x="196616" y="510564"/>
                </a:lnTo>
                <a:lnTo>
                  <a:pt x="412999" y="510564"/>
                </a:lnTo>
                <a:lnTo>
                  <a:pt x="412999" y="471283"/>
                </a:lnTo>
                <a:close/>
                <a:moveTo>
                  <a:pt x="108131" y="471283"/>
                </a:moveTo>
                <a:cubicBezTo>
                  <a:pt x="97348" y="471283"/>
                  <a:pt x="88501" y="480115"/>
                  <a:pt x="88501" y="490878"/>
                </a:cubicBezTo>
                <a:cubicBezTo>
                  <a:pt x="88501" y="501733"/>
                  <a:pt x="97348" y="510564"/>
                  <a:pt x="108131" y="510564"/>
                </a:cubicBezTo>
                <a:cubicBezTo>
                  <a:pt x="119005" y="510564"/>
                  <a:pt x="127852" y="501733"/>
                  <a:pt x="127852" y="490878"/>
                </a:cubicBezTo>
                <a:cubicBezTo>
                  <a:pt x="127852" y="480115"/>
                  <a:pt x="119005" y="471283"/>
                  <a:pt x="108131" y="471283"/>
                </a:cubicBezTo>
                <a:close/>
                <a:moveTo>
                  <a:pt x="501472" y="451689"/>
                </a:moveTo>
                <a:cubicBezTo>
                  <a:pt x="523123" y="451689"/>
                  <a:pt x="540812" y="469260"/>
                  <a:pt x="540812" y="490878"/>
                </a:cubicBezTo>
                <a:cubicBezTo>
                  <a:pt x="540812" y="512588"/>
                  <a:pt x="523123" y="530158"/>
                  <a:pt x="501472" y="530158"/>
                </a:cubicBezTo>
                <a:cubicBezTo>
                  <a:pt x="479821" y="530158"/>
                  <a:pt x="462132" y="512588"/>
                  <a:pt x="462132" y="490878"/>
                </a:cubicBezTo>
                <a:cubicBezTo>
                  <a:pt x="462132" y="469260"/>
                  <a:pt x="479821" y="451689"/>
                  <a:pt x="501472" y="451689"/>
                </a:cubicBezTo>
                <a:close/>
                <a:moveTo>
                  <a:pt x="176978" y="451689"/>
                </a:moveTo>
                <a:lnTo>
                  <a:pt x="432636" y="451689"/>
                </a:lnTo>
                <a:lnTo>
                  <a:pt x="432636" y="530158"/>
                </a:lnTo>
                <a:lnTo>
                  <a:pt x="176978" y="530158"/>
                </a:lnTo>
                <a:close/>
                <a:moveTo>
                  <a:pt x="108131" y="451689"/>
                </a:moveTo>
                <a:cubicBezTo>
                  <a:pt x="129880" y="451689"/>
                  <a:pt x="147482" y="469260"/>
                  <a:pt x="147482" y="490878"/>
                </a:cubicBezTo>
                <a:cubicBezTo>
                  <a:pt x="147482" y="512588"/>
                  <a:pt x="129880" y="530158"/>
                  <a:pt x="108131" y="530158"/>
                </a:cubicBezTo>
                <a:cubicBezTo>
                  <a:pt x="86474" y="530158"/>
                  <a:pt x="68872" y="512588"/>
                  <a:pt x="68872" y="490878"/>
                </a:cubicBezTo>
                <a:cubicBezTo>
                  <a:pt x="68872" y="469260"/>
                  <a:pt x="86474" y="451689"/>
                  <a:pt x="108131" y="451689"/>
                </a:cubicBezTo>
                <a:close/>
                <a:moveTo>
                  <a:pt x="19635" y="431969"/>
                </a:moveTo>
                <a:lnTo>
                  <a:pt x="19635" y="549788"/>
                </a:lnTo>
                <a:lnTo>
                  <a:pt x="589979" y="549788"/>
                </a:lnTo>
                <a:lnTo>
                  <a:pt x="589979" y="431969"/>
                </a:lnTo>
                <a:close/>
                <a:moveTo>
                  <a:pt x="117996" y="392758"/>
                </a:moveTo>
                <a:lnTo>
                  <a:pt x="117996" y="412364"/>
                </a:lnTo>
                <a:lnTo>
                  <a:pt x="491618" y="412364"/>
                </a:lnTo>
                <a:lnTo>
                  <a:pt x="491618" y="392758"/>
                </a:lnTo>
                <a:close/>
                <a:moveTo>
                  <a:pt x="19635" y="353455"/>
                </a:moveTo>
                <a:lnTo>
                  <a:pt x="19635" y="373060"/>
                </a:lnTo>
                <a:lnTo>
                  <a:pt x="589979" y="373060"/>
                </a:lnTo>
                <a:lnTo>
                  <a:pt x="589979" y="353455"/>
                </a:lnTo>
                <a:lnTo>
                  <a:pt x="549141" y="353455"/>
                </a:lnTo>
                <a:lnTo>
                  <a:pt x="453731" y="353455"/>
                </a:lnTo>
                <a:lnTo>
                  <a:pt x="352512" y="353455"/>
                </a:lnTo>
                <a:lnTo>
                  <a:pt x="257102" y="353455"/>
                </a:lnTo>
                <a:lnTo>
                  <a:pt x="155883" y="353455"/>
                </a:lnTo>
                <a:lnTo>
                  <a:pt x="60473" y="353455"/>
                </a:lnTo>
                <a:close/>
                <a:moveTo>
                  <a:pt x="239679" y="265091"/>
                </a:moveTo>
                <a:lnTo>
                  <a:pt x="228617" y="290772"/>
                </a:lnTo>
                <a:cubicBezTo>
                  <a:pt x="227050" y="294638"/>
                  <a:pt x="226128" y="298688"/>
                  <a:pt x="226128" y="302922"/>
                </a:cubicBezTo>
                <a:cubicBezTo>
                  <a:pt x="226128" y="319950"/>
                  <a:pt x="240048" y="333849"/>
                  <a:pt x="257102" y="333849"/>
                </a:cubicBezTo>
                <a:lnTo>
                  <a:pt x="352512" y="333849"/>
                </a:lnTo>
                <a:cubicBezTo>
                  <a:pt x="369567" y="333849"/>
                  <a:pt x="383486" y="319950"/>
                  <a:pt x="383486" y="302922"/>
                </a:cubicBezTo>
                <a:cubicBezTo>
                  <a:pt x="383486" y="298688"/>
                  <a:pt x="382657" y="294638"/>
                  <a:pt x="380997" y="290772"/>
                </a:cubicBezTo>
                <a:lnTo>
                  <a:pt x="370027" y="265091"/>
                </a:lnTo>
                <a:close/>
                <a:moveTo>
                  <a:pt x="59827" y="225788"/>
                </a:moveTo>
                <a:lnTo>
                  <a:pt x="31988" y="290772"/>
                </a:lnTo>
                <a:cubicBezTo>
                  <a:pt x="30328" y="294638"/>
                  <a:pt x="29499" y="298688"/>
                  <a:pt x="29499" y="302922"/>
                </a:cubicBezTo>
                <a:cubicBezTo>
                  <a:pt x="29499" y="319950"/>
                  <a:pt x="43419" y="333849"/>
                  <a:pt x="60473" y="333849"/>
                </a:cubicBezTo>
                <a:lnTo>
                  <a:pt x="155883" y="333849"/>
                </a:lnTo>
                <a:cubicBezTo>
                  <a:pt x="172937" y="333849"/>
                  <a:pt x="186857" y="319950"/>
                  <a:pt x="186857" y="302922"/>
                </a:cubicBezTo>
                <a:cubicBezTo>
                  <a:pt x="186857" y="298688"/>
                  <a:pt x="185936" y="294638"/>
                  <a:pt x="184368" y="290772"/>
                </a:cubicBezTo>
                <a:lnTo>
                  <a:pt x="156436" y="225788"/>
                </a:lnTo>
                <a:close/>
                <a:moveTo>
                  <a:pt x="465807" y="196333"/>
                </a:moveTo>
                <a:lnTo>
                  <a:pt x="425338" y="290772"/>
                </a:lnTo>
                <a:cubicBezTo>
                  <a:pt x="423679" y="294638"/>
                  <a:pt x="422849" y="298688"/>
                  <a:pt x="422849" y="302922"/>
                </a:cubicBezTo>
                <a:cubicBezTo>
                  <a:pt x="422849" y="319950"/>
                  <a:pt x="436677" y="333849"/>
                  <a:pt x="453823" y="333849"/>
                </a:cubicBezTo>
                <a:lnTo>
                  <a:pt x="549234" y="333849"/>
                </a:lnTo>
                <a:cubicBezTo>
                  <a:pt x="566288" y="333849"/>
                  <a:pt x="580115" y="319950"/>
                  <a:pt x="580115" y="302922"/>
                </a:cubicBezTo>
                <a:cubicBezTo>
                  <a:pt x="580115" y="298688"/>
                  <a:pt x="579286" y="294638"/>
                  <a:pt x="577626" y="290772"/>
                </a:cubicBezTo>
                <a:lnTo>
                  <a:pt x="537157" y="196333"/>
                </a:lnTo>
                <a:close/>
                <a:moveTo>
                  <a:pt x="481847" y="19606"/>
                </a:moveTo>
                <a:lnTo>
                  <a:pt x="481847" y="159147"/>
                </a:lnTo>
                <a:lnTo>
                  <a:pt x="474288" y="176727"/>
                </a:lnTo>
                <a:lnTo>
                  <a:pt x="528676" y="176727"/>
                </a:lnTo>
                <a:lnTo>
                  <a:pt x="521117" y="159147"/>
                </a:lnTo>
                <a:lnTo>
                  <a:pt x="521117" y="19606"/>
                </a:lnTo>
                <a:close/>
                <a:moveTo>
                  <a:pt x="285126" y="19606"/>
                </a:moveTo>
                <a:lnTo>
                  <a:pt x="285126" y="159147"/>
                </a:lnTo>
                <a:lnTo>
                  <a:pt x="248068" y="245485"/>
                </a:lnTo>
                <a:lnTo>
                  <a:pt x="361547" y="245485"/>
                </a:lnTo>
                <a:lnTo>
                  <a:pt x="324488" y="159147"/>
                </a:lnTo>
                <a:lnTo>
                  <a:pt x="324488" y="19606"/>
                </a:lnTo>
                <a:close/>
                <a:moveTo>
                  <a:pt x="88497" y="19606"/>
                </a:moveTo>
                <a:lnTo>
                  <a:pt x="88497" y="159147"/>
                </a:lnTo>
                <a:lnTo>
                  <a:pt x="68308" y="206182"/>
                </a:lnTo>
                <a:lnTo>
                  <a:pt x="148048" y="206182"/>
                </a:lnTo>
                <a:lnTo>
                  <a:pt x="127859" y="159147"/>
                </a:lnTo>
                <a:lnTo>
                  <a:pt x="127859" y="19606"/>
                </a:lnTo>
                <a:close/>
                <a:moveTo>
                  <a:pt x="49134" y="0"/>
                </a:moveTo>
                <a:lnTo>
                  <a:pt x="167130" y="0"/>
                </a:lnTo>
                <a:lnTo>
                  <a:pt x="167130" y="19606"/>
                </a:lnTo>
                <a:lnTo>
                  <a:pt x="147495" y="19606"/>
                </a:lnTo>
                <a:lnTo>
                  <a:pt x="147495" y="155097"/>
                </a:lnTo>
                <a:lnTo>
                  <a:pt x="202437" y="283040"/>
                </a:lnTo>
                <a:cubicBezTo>
                  <a:pt x="205110" y="289299"/>
                  <a:pt x="206493" y="296018"/>
                  <a:pt x="206493" y="302922"/>
                </a:cubicBezTo>
                <a:cubicBezTo>
                  <a:pt x="206493" y="314611"/>
                  <a:pt x="202344" y="325289"/>
                  <a:pt x="195615" y="333849"/>
                </a:cubicBezTo>
                <a:lnTo>
                  <a:pt x="217370" y="333849"/>
                </a:lnTo>
                <a:cubicBezTo>
                  <a:pt x="210641" y="325289"/>
                  <a:pt x="206493" y="314611"/>
                  <a:pt x="206493" y="302922"/>
                </a:cubicBezTo>
                <a:cubicBezTo>
                  <a:pt x="206493" y="296018"/>
                  <a:pt x="207875" y="289299"/>
                  <a:pt x="210549" y="283040"/>
                </a:cubicBezTo>
                <a:lnTo>
                  <a:pt x="265491" y="155097"/>
                </a:lnTo>
                <a:lnTo>
                  <a:pt x="265491" y="19606"/>
                </a:lnTo>
                <a:lnTo>
                  <a:pt x="245855" y="19606"/>
                </a:lnTo>
                <a:lnTo>
                  <a:pt x="245855" y="0"/>
                </a:lnTo>
                <a:lnTo>
                  <a:pt x="363851" y="0"/>
                </a:lnTo>
                <a:lnTo>
                  <a:pt x="363851" y="19606"/>
                </a:lnTo>
                <a:lnTo>
                  <a:pt x="344124" y="19606"/>
                </a:lnTo>
                <a:lnTo>
                  <a:pt x="344124" y="155097"/>
                </a:lnTo>
                <a:lnTo>
                  <a:pt x="399065" y="283040"/>
                </a:lnTo>
                <a:cubicBezTo>
                  <a:pt x="401739" y="289299"/>
                  <a:pt x="403122" y="296018"/>
                  <a:pt x="403122" y="302922"/>
                </a:cubicBezTo>
                <a:cubicBezTo>
                  <a:pt x="403122" y="314611"/>
                  <a:pt x="398973" y="325289"/>
                  <a:pt x="392244" y="333849"/>
                </a:cubicBezTo>
                <a:lnTo>
                  <a:pt x="413999" y="333849"/>
                </a:lnTo>
                <a:cubicBezTo>
                  <a:pt x="407270" y="325289"/>
                  <a:pt x="403122" y="314611"/>
                  <a:pt x="403122" y="302922"/>
                </a:cubicBezTo>
                <a:cubicBezTo>
                  <a:pt x="403122" y="296018"/>
                  <a:pt x="404504" y="289299"/>
                  <a:pt x="407270" y="283040"/>
                </a:cubicBezTo>
                <a:lnTo>
                  <a:pt x="462119" y="155097"/>
                </a:lnTo>
                <a:lnTo>
                  <a:pt x="462119" y="19606"/>
                </a:lnTo>
                <a:lnTo>
                  <a:pt x="442484" y="19606"/>
                </a:lnTo>
                <a:lnTo>
                  <a:pt x="442484" y="0"/>
                </a:lnTo>
                <a:lnTo>
                  <a:pt x="560480" y="0"/>
                </a:lnTo>
                <a:lnTo>
                  <a:pt x="560480" y="19606"/>
                </a:lnTo>
                <a:lnTo>
                  <a:pt x="540845" y="19606"/>
                </a:lnTo>
                <a:lnTo>
                  <a:pt x="540845" y="155097"/>
                </a:lnTo>
                <a:lnTo>
                  <a:pt x="595694" y="283040"/>
                </a:lnTo>
                <a:cubicBezTo>
                  <a:pt x="598460" y="289299"/>
                  <a:pt x="599843" y="296018"/>
                  <a:pt x="599843" y="302922"/>
                </a:cubicBezTo>
                <a:cubicBezTo>
                  <a:pt x="599843" y="314611"/>
                  <a:pt x="595694" y="325289"/>
                  <a:pt x="588965" y="333849"/>
                </a:cubicBezTo>
                <a:lnTo>
                  <a:pt x="609614" y="333849"/>
                </a:lnTo>
                <a:lnTo>
                  <a:pt x="609614" y="392758"/>
                </a:lnTo>
                <a:lnTo>
                  <a:pt x="511346" y="392758"/>
                </a:lnTo>
                <a:lnTo>
                  <a:pt x="511346" y="412364"/>
                </a:lnTo>
                <a:lnTo>
                  <a:pt x="609614" y="412364"/>
                </a:lnTo>
                <a:lnTo>
                  <a:pt x="609614" y="569486"/>
                </a:lnTo>
                <a:lnTo>
                  <a:pt x="589979" y="569486"/>
                </a:lnTo>
                <a:lnTo>
                  <a:pt x="589979" y="608697"/>
                </a:lnTo>
                <a:lnTo>
                  <a:pt x="491618" y="608697"/>
                </a:lnTo>
                <a:lnTo>
                  <a:pt x="491618" y="569486"/>
                </a:lnTo>
                <a:lnTo>
                  <a:pt x="117996" y="569486"/>
                </a:lnTo>
                <a:lnTo>
                  <a:pt x="117996" y="608697"/>
                </a:lnTo>
                <a:lnTo>
                  <a:pt x="19635" y="608697"/>
                </a:lnTo>
                <a:lnTo>
                  <a:pt x="19635" y="569486"/>
                </a:lnTo>
                <a:lnTo>
                  <a:pt x="0" y="569486"/>
                </a:lnTo>
                <a:lnTo>
                  <a:pt x="0" y="412364"/>
                </a:lnTo>
                <a:lnTo>
                  <a:pt x="98360" y="412364"/>
                </a:lnTo>
                <a:lnTo>
                  <a:pt x="98360" y="392758"/>
                </a:lnTo>
                <a:lnTo>
                  <a:pt x="0" y="392758"/>
                </a:lnTo>
                <a:lnTo>
                  <a:pt x="0" y="333849"/>
                </a:lnTo>
                <a:lnTo>
                  <a:pt x="20741" y="333849"/>
                </a:lnTo>
                <a:cubicBezTo>
                  <a:pt x="14012" y="325289"/>
                  <a:pt x="9864" y="314611"/>
                  <a:pt x="9864" y="302922"/>
                </a:cubicBezTo>
                <a:cubicBezTo>
                  <a:pt x="9864" y="296018"/>
                  <a:pt x="11246" y="289299"/>
                  <a:pt x="13920" y="283040"/>
                </a:cubicBezTo>
                <a:lnTo>
                  <a:pt x="68861" y="155097"/>
                </a:lnTo>
                <a:lnTo>
                  <a:pt x="68861" y="19606"/>
                </a:lnTo>
                <a:lnTo>
                  <a:pt x="49134" y="19606"/>
                </a:lnTo>
                <a:close/>
              </a:path>
            </a:pathLst>
          </a:custGeom>
          <a:solidFill>
            <a:schemeClr val="accent1"/>
          </a:solidFill>
          <a:ln>
            <a:noFill/>
          </a:ln>
        </p:spPr>
      </p:sp>
      <p:sp>
        <p:nvSpPr>
          <p:cNvPr id="41" name="flasks_177259">
            <a:extLst>
              <a:ext uri="{FF2B5EF4-FFF2-40B4-BE49-F238E27FC236}">
                <a16:creationId xmlns:a16="http://schemas.microsoft.com/office/drawing/2014/main" id="{EFDE4D5B-9F42-4191-9815-F109BB589531}"/>
              </a:ext>
            </a:extLst>
          </p:cNvPr>
          <p:cNvSpPr>
            <a:spLocks noChangeAspect="1"/>
          </p:cNvSpPr>
          <p:nvPr/>
        </p:nvSpPr>
        <p:spPr bwMode="auto">
          <a:xfrm>
            <a:off x="3370538" y="4437870"/>
            <a:ext cx="609685" cy="608849"/>
          </a:xfrm>
          <a:custGeom>
            <a:avLst/>
            <a:gdLst>
              <a:gd name="connsiteX0" fmla="*/ 29152 w 608473"/>
              <a:gd name="connsiteY0" fmla="*/ 493799 h 607639"/>
              <a:gd name="connsiteX1" fmla="*/ 148856 w 608473"/>
              <a:gd name="connsiteY1" fmla="*/ 582798 h 607639"/>
              <a:gd name="connsiteX2" fmla="*/ 261826 w 608473"/>
              <a:gd name="connsiteY2" fmla="*/ 493799 h 607639"/>
              <a:gd name="connsiteX3" fmla="*/ 356637 w 608473"/>
              <a:gd name="connsiteY3" fmla="*/ 493628 h 607639"/>
              <a:gd name="connsiteX4" fmla="*/ 312024 w 608473"/>
              <a:gd name="connsiteY4" fmla="*/ 582801 h 607639"/>
              <a:gd name="connsiteX5" fmla="*/ 575961 w 608473"/>
              <a:gd name="connsiteY5" fmla="*/ 582801 h 607639"/>
              <a:gd name="connsiteX6" fmla="*/ 531348 w 608473"/>
              <a:gd name="connsiteY6" fmla="*/ 493628 h 607639"/>
              <a:gd name="connsiteX7" fmla="*/ 418272 w 608473"/>
              <a:gd name="connsiteY7" fmla="*/ 265513 h 607639"/>
              <a:gd name="connsiteX8" fmla="*/ 418366 w 608473"/>
              <a:gd name="connsiteY8" fmla="*/ 367105 h 607639"/>
              <a:gd name="connsiteX9" fmla="*/ 416963 w 608473"/>
              <a:gd name="connsiteY9" fmla="*/ 372708 h 607639"/>
              <a:gd name="connsiteX10" fmla="*/ 368983 w 608473"/>
              <a:gd name="connsiteY10" fmla="*/ 468791 h 607639"/>
              <a:gd name="connsiteX11" fmla="*/ 518909 w 608473"/>
              <a:gd name="connsiteY11" fmla="*/ 468791 h 607639"/>
              <a:gd name="connsiteX12" fmla="*/ 470835 w 608473"/>
              <a:gd name="connsiteY12" fmla="*/ 372708 h 607639"/>
              <a:gd name="connsiteX13" fmla="*/ 469526 w 608473"/>
              <a:gd name="connsiteY13" fmla="*/ 367105 h 607639"/>
              <a:gd name="connsiteX14" fmla="*/ 469526 w 608473"/>
              <a:gd name="connsiteY14" fmla="*/ 265513 h 607639"/>
              <a:gd name="connsiteX15" fmla="*/ 380206 w 608473"/>
              <a:gd name="connsiteY15" fmla="*/ 240769 h 607639"/>
              <a:gd name="connsiteX16" fmla="*/ 405646 w 608473"/>
              <a:gd name="connsiteY16" fmla="*/ 240769 h 607639"/>
              <a:gd name="connsiteX17" fmla="*/ 506656 w 608473"/>
              <a:gd name="connsiteY17" fmla="*/ 240769 h 607639"/>
              <a:gd name="connsiteX18" fmla="*/ 519096 w 608473"/>
              <a:gd name="connsiteY18" fmla="*/ 253188 h 607639"/>
              <a:gd name="connsiteX19" fmla="*/ 506656 w 608473"/>
              <a:gd name="connsiteY19" fmla="*/ 265700 h 607639"/>
              <a:gd name="connsiteX20" fmla="*/ 494404 w 608473"/>
              <a:gd name="connsiteY20" fmla="*/ 265700 h 607639"/>
              <a:gd name="connsiteX21" fmla="*/ 494404 w 608473"/>
              <a:gd name="connsiteY21" fmla="*/ 364304 h 607639"/>
              <a:gd name="connsiteX22" fmla="*/ 607199 w 608473"/>
              <a:gd name="connsiteY22" fmla="*/ 589711 h 607639"/>
              <a:gd name="connsiteX23" fmla="*/ 606544 w 608473"/>
              <a:gd name="connsiteY23" fmla="*/ 601757 h 607639"/>
              <a:gd name="connsiteX24" fmla="*/ 595976 w 608473"/>
              <a:gd name="connsiteY24" fmla="*/ 607639 h 607639"/>
              <a:gd name="connsiteX25" fmla="*/ 291635 w 608473"/>
              <a:gd name="connsiteY25" fmla="*/ 607639 h 607639"/>
              <a:gd name="connsiteX26" fmla="*/ 281067 w 608473"/>
              <a:gd name="connsiteY26" fmla="*/ 601757 h 607639"/>
              <a:gd name="connsiteX27" fmla="*/ 280505 w 608473"/>
              <a:gd name="connsiteY27" fmla="*/ 589711 h 607639"/>
              <a:gd name="connsiteX28" fmla="*/ 393300 w 608473"/>
              <a:gd name="connsiteY28" fmla="*/ 364304 h 607639"/>
              <a:gd name="connsiteX29" fmla="*/ 393207 w 608473"/>
              <a:gd name="connsiteY29" fmla="*/ 265700 h 607639"/>
              <a:gd name="connsiteX30" fmla="*/ 380206 w 608473"/>
              <a:gd name="connsiteY30" fmla="*/ 265700 h 607639"/>
              <a:gd name="connsiteX31" fmla="*/ 367767 w 608473"/>
              <a:gd name="connsiteY31" fmla="*/ 253188 h 607639"/>
              <a:gd name="connsiteX32" fmla="*/ 380206 w 608473"/>
              <a:gd name="connsiteY32" fmla="*/ 240769 h 607639"/>
              <a:gd name="connsiteX33" fmla="*/ 126411 w 608473"/>
              <a:gd name="connsiteY33" fmla="*/ 239877 h 607639"/>
              <a:gd name="connsiteX34" fmla="*/ 126411 w 608473"/>
              <a:gd name="connsiteY34" fmla="*/ 329156 h 607639"/>
              <a:gd name="connsiteX35" fmla="*/ 117714 w 608473"/>
              <a:gd name="connsiteY35" fmla="*/ 340923 h 607639"/>
              <a:gd name="connsiteX36" fmla="*/ 25037 w 608473"/>
              <a:gd name="connsiteY36" fmla="*/ 468958 h 607639"/>
              <a:gd name="connsiteX37" fmla="*/ 265848 w 608473"/>
              <a:gd name="connsiteY37" fmla="*/ 468958 h 607639"/>
              <a:gd name="connsiteX38" fmla="*/ 174480 w 608473"/>
              <a:gd name="connsiteY38" fmla="*/ 341203 h 607639"/>
              <a:gd name="connsiteX39" fmla="*/ 165222 w 608473"/>
              <a:gd name="connsiteY39" fmla="*/ 329156 h 607639"/>
              <a:gd name="connsiteX40" fmla="*/ 165222 w 608473"/>
              <a:gd name="connsiteY40" fmla="*/ 239877 h 607639"/>
              <a:gd name="connsiteX41" fmla="*/ 89284 w 608473"/>
              <a:gd name="connsiteY41" fmla="*/ 214942 h 607639"/>
              <a:gd name="connsiteX42" fmla="*/ 202349 w 608473"/>
              <a:gd name="connsiteY42" fmla="*/ 214942 h 607639"/>
              <a:gd name="connsiteX43" fmla="*/ 214880 w 608473"/>
              <a:gd name="connsiteY43" fmla="*/ 227363 h 607639"/>
              <a:gd name="connsiteX44" fmla="*/ 202349 w 608473"/>
              <a:gd name="connsiteY44" fmla="*/ 239877 h 607639"/>
              <a:gd name="connsiteX45" fmla="*/ 190191 w 608473"/>
              <a:gd name="connsiteY45" fmla="*/ 239877 h 607639"/>
              <a:gd name="connsiteX46" fmla="*/ 190191 w 608473"/>
              <a:gd name="connsiteY46" fmla="*/ 319910 h 607639"/>
              <a:gd name="connsiteX47" fmla="*/ 265100 w 608473"/>
              <a:gd name="connsiteY47" fmla="*/ 378558 h 607639"/>
              <a:gd name="connsiteX48" fmla="*/ 289882 w 608473"/>
              <a:gd name="connsiteY48" fmla="*/ 479791 h 607639"/>
              <a:gd name="connsiteX49" fmla="*/ 289508 w 608473"/>
              <a:gd name="connsiteY49" fmla="*/ 482312 h 607639"/>
              <a:gd name="connsiteX50" fmla="*/ 289321 w 608473"/>
              <a:gd name="connsiteY50" fmla="*/ 483807 h 607639"/>
              <a:gd name="connsiteX51" fmla="*/ 243403 w 608473"/>
              <a:gd name="connsiteY51" fmla="*/ 569910 h 607639"/>
              <a:gd name="connsiteX52" fmla="*/ 149510 w 608473"/>
              <a:gd name="connsiteY52" fmla="*/ 607639 h 607639"/>
              <a:gd name="connsiteX53" fmla="*/ 149417 w 608473"/>
              <a:gd name="connsiteY53" fmla="*/ 607639 h 607639"/>
              <a:gd name="connsiteX54" fmla="*/ 147173 w 608473"/>
              <a:gd name="connsiteY54" fmla="*/ 607639 h 607639"/>
              <a:gd name="connsiteX55" fmla="*/ 1845 w 608473"/>
              <a:gd name="connsiteY55" fmla="*/ 486048 h 607639"/>
              <a:gd name="connsiteX56" fmla="*/ 1470 w 608473"/>
              <a:gd name="connsiteY56" fmla="*/ 483900 h 607639"/>
              <a:gd name="connsiteX57" fmla="*/ 1283 w 608473"/>
              <a:gd name="connsiteY57" fmla="*/ 482406 h 607639"/>
              <a:gd name="connsiteX58" fmla="*/ 25785 w 608473"/>
              <a:gd name="connsiteY58" fmla="*/ 382947 h 607639"/>
              <a:gd name="connsiteX59" fmla="*/ 101535 w 608473"/>
              <a:gd name="connsiteY59" fmla="*/ 320284 h 607639"/>
              <a:gd name="connsiteX60" fmla="*/ 101535 w 608473"/>
              <a:gd name="connsiteY60" fmla="*/ 239877 h 607639"/>
              <a:gd name="connsiteX61" fmla="*/ 89284 w 608473"/>
              <a:gd name="connsiteY61" fmla="*/ 239877 h 607639"/>
              <a:gd name="connsiteX62" fmla="*/ 76846 w 608473"/>
              <a:gd name="connsiteY62" fmla="*/ 227363 h 607639"/>
              <a:gd name="connsiteX63" fmla="*/ 89284 w 608473"/>
              <a:gd name="connsiteY63" fmla="*/ 214942 h 607639"/>
              <a:gd name="connsiteX64" fmla="*/ 468601 w 608473"/>
              <a:gd name="connsiteY64" fmla="*/ 164167 h 607639"/>
              <a:gd name="connsiteX65" fmla="*/ 456633 w 608473"/>
              <a:gd name="connsiteY65" fmla="*/ 177058 h 607639"/>
              <a:gd name="connsiteX66" fmla="*/ 468601 w 608473"/>
              <a:gd name="connsiteY66" fmla="*/ 189014 h 607639"/>
              <a:gd name="connsiteX67" fmla="*/ 481597 w 608473"/>
              <a:gd name="connsiteY67" fmla="*/ 177058 h 607639"/>
              <a:gd name="connsiteX68" fmla="*/ 468601 w 608473"/>
              <a:gd name="connsiteY68" fmla="*/ 164167 h 607639"/>
              <a:gd name="connsiteX69" fmla="*/ 468601 w 608473"/>
              <a:gd name="connsiteY69" fmla="*/ 139226 h 607639"/>
              <a:gd name="connsiteX70" fmla="*/ 506561 w 608473"/>
              <a:gd name="connsiteY70" fmla="*/ 177058 h 607639"/>
              <a:gd name="connsiteX71" fmla="*/ 468601 w 608473"/>
              <a:gd name="connsiteY71" fmla="*/ 213955 h 607639"/>
              <a:gd name="connsiteX72" fmla="*/ 431762 w 608473"/>
              <a:gd name="connsiteY72" fmla="*/ 177058 h 607639"/>
              <a:gd name="connsiteX73" fmla="*/ 468601 w 608473"/>
              <a:gd name="connsiteY73" fmla="*/ 139226 h 607639"/>
              <a:gd name="connsiteX74" fmla="*/ 139687 w 608473"/>
              <a:gd name="connsiteY74" fmla="*/ 138951 h 607639"/>
              <a:gd name="connsiteX75" fmla="*/ 126691 w 608473"/>
              <a:gd name="connsiteY75" fmla="*/ 151469 h 607639"/>
              <a:gd name="connsiteX76" fmla="*/ 139687 w 608473"/>
              <a:gd name="connsiteY76" fmla="*/ 163892 h 607639"/>
              <a:gd name="connsiteX77" fmla="*/ 151655 w 608473"/>
              <a:gd name="connsiteY77" fmla="*/ 151469 h 607639"/>
              <a:gd name="connsiteX78" fmla="*/ 139687 w 608473"/>
              <a:gd name="connsiteY78" fmla="*/ 138951 h 607639"/>
              <a:gd name="connsiteX79" fmla="*/ 367873 w 608473"/>
              <a:gd name="connsiteY79" fmla="*/ 126132 h 607639"/>
              <a:gd name="connsiteX80" fmla="*/ 354877 w 608473"/>
              <a:gd name="connsiteY80" fmla="*/ 139116 h 607639"/>
              <a:gd name="connsiteX81" fmla="*/ 367873 w 608473"/>
              <a:gd name="connsiteY81" fmla="*/ 151073 h 607639"/>
              <a:gd name="connsiteX82" fmla="*/ 379841 w 608473"/>
              <a:gd name="connsiteY82" fmla="*/ 139116 h 607639"/>
              <a:gd name="connsiteX83" fmla="*/ 367873 w 608473"/>
              <a:gd name="connsiteY83" fmla="*/ 126132 h 607639"/>
              <a:gd name="connsiteX84" fmla="*/ 139687 w 608473"/>
              <a:gd name="connsiteY84" fmla="*/ 114104 h 607639"/>
              <a:gd name="connsiteX85" fmla="*/ 176526 w 608473"/>
              <a:gd name="connsiteY85" fmla="*/ 151469 h 607639"/>
              <a:gd name="connsiteX86" fmla="*/ 139687 w 608473"/>
              <a:gd name="connsiteY86" fmla="*/ 188833 h 607639"/>
              <a:gd name="connsiteX87" fmla="*/ 101727 w 608473"/>
              <a:gd name="connsiteY87" fmla="*/ 151469 h 607639"/>
              <a:gd name="connsiteX88" fmla="*/ 139687 w 608473"/>
              <a:gd name="connsiteY88" fmla="*/ 114104 h 607639"/>
              <a:gd name="connsiteX89" fmla="*/ 367873 w 608473"/>
              <a:gd name="connsiteY89" fmla="*/ 101191 h 607639"/>
              <a:gd name="connsiteX90" fmla="*/ 404805 w 608473"/>
              <a:gd name="connsiteY90" fmla="*/ 139116 h 607639"/>
              <a:gd name="connsiteX91" fmla="*/ 367873 w 608473"/>
              <a:gd name="connsiteY91" fmla="*/ 175920 h 607639"/>
              <a:gd name="connsiteX92" fmla="*/ 330006 w 608473"/>
              <a:gd name="connsiteY92" fmla="*/ 139116 h 607639"/>
              <a:gd name="connsiteX93" fmla="*/ 367873 w 608473"/>
              <a:gd name="connsiteY93" fmla="*/ 101191 h 607639"/>
              <a:gd name="connsiteX94" fmla="*/ 266144 w 608473"/>
              <a:gd name="connsiteY94" fmla="*/ 88066 h 607639"/>
              <a:gd name="connsiteX95" fmla="*/ 253616 w 608473"/>
              <a:gd name="connsiteY95" fmla="*/ 101047 h 607639"/>
              <a:gd name="connsiteX96" fmla="*/ 266144 w 608473"/>
              <a:gd name="connsiteY96" fmla="*/ 112999 h 607639"/>
              <a:gd name="connsiteX97" fmla="*/ 278580 w 608473"/>
              <a:gd name="connsiteY97" fmla="*/ 101047 h 607639"/>
              <a:gd name="connsiteX98" fmla="*/ 266144 w 608473"/>
              <a:gd name="connsiteY98" fmla="*/ 88066 h 607639"/>
              <a:gd name="connsiteX99" fmla="*/ 266144 w 608473"/>
              <a:gd name="connsiteY99" fmla="*/ 63227 h 607639"/>
              <a:gd name="connsiteX100" fmla="*/ 303544 w 608473"/>
              <a:gd name="connsiteY100" fmla="*/ 101140 h 607639"/>
              <a:gd name="connsiteX101" fmla="*/ 266144 w 608473"/>
              <a:gd name="connsiteY101" fmla="*/ 138026 h 607639"/>
              <a:gd name="connsiteX102" fmla="*/ 228745 w 608473"/>
              <a:gd name="connsiteY102" fmla="*/ 101140 h 607639"/>
              <a:gd name="connsiteX103" fmla="*/ 266144 w 608473"/>
              <a:gd name="connsiteY103" fmla="*/ 63227 h 607639"/>
              <a:gd name="connsiteX104" fmla="*/ 430623 w 608473"/>
              <a:gd name="connsiteY104" fmla="*/ 50063 h 607639"/>
              <a:gd name="connsiteX105" fmla="*/ 418644 w 608473"/>
              <a:gd name="connsiteY105" fmla="*/ 63035 h 607639"/>
              <a:gd name="connsiteX106" fmla="*/ 430623 w 608473"/>
              <a:gd name="connsiteY106" fmla="*/ 74980 h 607639"/>
              <a:gd name="connsiteX107" fmla="*/ 443538 w 608473"/>
              <a:gd name="connsiteY107" fmla="*/ 63035 h 607639"/>
              <a:gd name="connsiteX108" fmla="*/ 430623 w 608473"/>
              <a:gd name="connsiteY108" fmla="*/ 50063 h 607639"/>
              <a:gd name="connsiteX109" fmla="*/ 430623 w 608473"/>
              <a:gd name="connsiteY109" fmla="*/ 25333 h 607639"/>
              <a:gd name="connsiteX110" fmla="*/ 468526 w 608473"/>
              <a:gd name="connsiteY110" fmla="*/ 63128 h 607639"/>
              <a:gd name="connsiteX111" fmla="*/ 430623 w 608473"/>
              <a:gd name="connsiteY111" fmla="*/ 99991 h 607639"/>
              <a:gd name="connsiteX112" fmla="*/ 393656 w 608473"/>
              <a:gd name="connsiteY112" fmla="*/ 63128 h 607639"/>
              <a:gd name="connsiteX113" fmla="*/ 430623 w 608473"/>
              <a:gd name="connsiteY113" fmla="*/ 25333 h 607639"/>
              <a:gd name="connsiteX114" fmla="*/ 177665 w 608473"/>
              <a:gd name="connsiteY114" fmla="*/ 24941 h 607639"/>
              <a:gd name="connsiteX115" fmla="*/ 164750 w 608473"/>
              <a:gd name="connsiteY115" fmla="*/ 37364 h 607639"/>
              <a:gd name="connsiteX116" fmla="*/ 177665 w 608473"/>
              <a:gd name="connsiteY116" fmla="*/ 49788 h 607639"/>
              <a:gd name="connsiteX117" fmla="*/ 189644 w 608473"/>
              <a:gd name="connsiteY117" fmla="*/ 37364 h 607639"/>
              <a:gd name="connsiteX118" fmla="*/ 177665 w 608473"/>
              <a:gd name="connsiteY118" fmla="*/ 24941 h 607639"/>
              <a:gd name="connsiteX119" fmla="*/ 177665 w 608473"/>
              <a:gd name="connsiteY119" fmla="*/ 0 h 607639"/>
              <a:gd name="connsiteX120" fmla="*/ 214632 w 608473"/>
              <a:gd name="connsiteY120" fmla="*/ 37364 h 607639"/>
              <a:gd name="connsiteX121" fmla="*/ 177665 w 608473"/>
              <a:gd name="connsiteY121" fmla="*/ 74729 h 607639"/>
              <a:gd name="connsiteX122" fmla="*/ 139762 w 608473"/>
              <a:gd name="connsiteY122" fmla="*/ 37364 h 607639"/>
              <a:gd name="connsiteX123" fmla="*/ 177665 w 608473"/>
              <a:gd name="connsiteY123" fmla="*/ 0 h 60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608473" h="607639">
                <a:moveTo>
                  <a:pt x="29152" y="493799"/>
                </a:moveTo>
                <a:cubicBezTo>
                  <a:pt x="43928" y="546843"/>
                  <a:pt x="92371" y="583545"/>
                  <a:pt x="148856" y="582798"/>
                </a:cubicBezTo>
                <a:cubicBezTo>
                  <a:pt x="202536" y="581210"/>
                  <a:pt x="248360" y="544135"/>
                  <a:pt x="261826" y="493799"/>
                </a:cubicBezTo>
                <a:close/>
                <a:moveTo>
                  <a:pt x="356637" y="493628"/>
                </a:moveTo>
                <a:lnTo>
                  <a:pt x="312024" y="582801"/>
                </a:lnTo>
                <a:lnTo>
                  <a:pt x="575961" y="582801"/>
                </a:lnTo>
                <a:lnTo>
                  <a:pt x="531348" y="493628"/>
                </a:lnTo>
                <a:close/>
                <a:moveTo>
                  <a:pt x="418272" y="265513"/>
                </a:moveTo>
                <a:lnTo>
                  <a:pt x="418366" y="367105"/>
                </a:lnTo>
                <a:cubicBezTo>
                  <a:pt x="418366" y="369160"/>
                  <a:pt x="417898" y="371027"/>
                  <a:pt x="416963" y="372708"/>
                </a:cubicBezTo>
                <a:lnTo>
                  <a:pt x="368983" y="468791"/>
                </a:lnTo>
                <a:lnTo>
                  <a:pt x="518909" y="468791"/>
                </a:lnTo>
                <a:lnTo>
                  <a:pt x="470835" y="372708"/>
                </a:lnTo>
                <a:cubicBezTo>
                  <a:pt x="469993" y="371027"/>
                  <a:pt x="469526" y="369160"/>
                  <a:pt x="469526" y="367105"/>
                </a:cubicBezTo>
                <a:lnTo>
                  <a:pt x="469526" y="265513"/>
                </a:lnTo>
                <a:close/>
                <a:moveTo>
                  <a:pt x="380206" y="240769"/>
                </a:moveTo>
                <a:lnTo>
                  <a:pt x="405646" y="240769"/>
                </a:lnTo>
                <a:lnTo>
                  <a:pt x="506656" y="240769"/>
                </a:lnTo>
                <a:cubicBezTo>
                  <a:pt x="513484" y="240769"/>
                  <a:pt x="519096" y="246372"/>
                  <a:pt x="519096" y="253188"/>
                </a:cubicBezTo>
                <a:cubicBezTo>
                  <a:pt x="519096" y="260098"/>
                  <a:pt x="513484" y="265700"/>
                  <a:pt x="506656" y="265700"/>
                </a:cubicBezTo>
                <a:lnTo>
                  <a:pt x="494404" y="265700"/>
                </a:lnTo>
                <a:lnTo>
                  <a:pt x="494404" y="364304"/>
                </a:lnTo>
                <a:lnTo>
                  <a:pt x="607199" y="589711"/>
                </a:lnTo>
                <a:cubicBezTo>
                  <a:pt x="609163" y="593540"/>
                  <a:pt x="608789" y="598115"/>
                  <a:pt x="606544" y="601757"/>
                </a:cubicBezTo>
                <a:cubicBezTo>
                  <a:pt x="604300" y="605398"/>
                  <a:pt x="600278" y="607639"/>
                  <a:pt x="595976" y="607639"/>
                </a:cubicBezTo>
                <a:lnTo>
                  <a:pt x="291635" y="607639"/>
                </a:lnTo>
                <a:cubicBezTo>
                  <a:pt x="287240" y="607639"/>
                  <a:pt x="283311" y="605398"/>
                  <a:pt x="281067" y="601757"/>
                </a:cubicBezTo>
                <a:cubicBezTo>
                  <a:pt x="278822" y="598115"/>
                  <a:pt x="278635" y="593540"/>
                  <a:pt x="280505" y="589711"/>
                </a:cubicBezTo>
                <a:lnTo>
                  <a:pt x="393300" y="364304"/>
                </a:lnTo>
                <a:lnTo>
                  <a:pt x="393207" y="265700"/>
                </a:lnTo>
                <a:lnTo>
                  <a:pt x="380206" y="265700"/>
                </a:lnTo>
                <a:cubicBezTo>
                  <a:pt x="373379" y="265700"/>
                  <a:pt x="367767" y="260098"/>
                  <a:pt x="367767" y="253188"/>
                </a:cubicBezTo>
                <a:cubicBezTo>
                  <a:pt x="367767" y="246372"/>
                  <a:pt x="373379" y="240769"/>
                  <a:pt x="380206" y="240769"/>
                </a:cubicBezTo>
                <a:close/>
                <a:moveTo>
                  <a:pt x="126411" y="239877"/>
                </a:moveTo>
                <a:lnTo>
                  <a:pt x="126411" y="329156"/>
                </a:lnTo>
                <a:cubicBezTo>
                  <a:pt x="126411" y="334479"/>
                  <a:pt x="122858" y="339335"/>
                  <a:pt x="117714" y="340923"/>
                </a:cubicBezTo>
                <a:cubicBezTo>
                  <a:pt x="63567" y="358293"/>
                  <a:pt x="23073" y="415820"/>
                  <a:pt x="25037" y="468958"/>
                </a:cubicBezTo>
                <a:lnTo>
                  <a:pt x="265848" y="468958"/>
                </a:lnTo>
                <a:cubicBezTo>
                  <a:pt x="269214" y="412178"/>
                  <a:pt x="229656" y="356052"/>
                  <a:pt x="174480" y="341203"/>
                </a:cubicBezTo>
                <a:cubicBezTo>
                  <a:pt x="168962" y="339709"/>
                  <a:pt x="165222" y="334759"/>
                  <a:pt x="165222" y="329156"/>
                </a:cubicBezTo>
                <a:lnTo>
                  <a:pt x="165222" y="239877"/>
                </a:lnTo>
                <a:close/>
                <a:moveTo>
                  <a:pt x="89284" y="214942"/>
                </a:moveTo>
                <a:lnTo>
                  <a:pt x="202349" y="214942"/>
                </a:lnTo>
                <a:cubicBezTo>
                  <a:pt x="209269" y="214942"/>
                  <a:pt x="214880" y="220545"/>
                  <a:pt x="214880" y="227363"/>
                </a:cubicBezTo>
                <a:cubicBezTo>
                  <a:pt x="214880" y="234273"/>
                  <a:pt x="209269" y="239877"/>
                  <a:pt x="202349" y="239877"/>
                </a:cubicBezTo>
                <a:lnTo>
                  <a:pt x="190191" y="239877"/>
                </a:lnTo>
                <a:lnTo>
                  <a:pt x="190191" y="319910"/>
                </a:lnTo>
                <a:cubicBezTo>
                  <a:pt x="220117" y="330276"/>
                  <a:pt x="246489" y="350822"/>
                  <a:pt x="265100" y="378558"/>
                </a:cubicBezTo>
                <a:cubicBezTo>
                  <a:pt x="285580" y="409189"/>
                  <a:pt x="294371" y="445237"/>
                  <a:pt x="289882" y="479791"/>
                </a:cubicBezTo>
                <a:cubicBezTo>
                  <a:pt x="289789" y="480725"/>
                  <a:pt x="289695" y="481565"/>
                  <a:pt x="289508" y="482312"/>
                </a:cubicBezTo>
                <a:cubicBezTo>
                  <a:pt x="289414" y="482779"/>
                  <a:pt x="289414" y="483340"/>
                  <a:pt x="289321" y="483807"/>
                </a:cubicBezTo>
                <a:cubicBezTo>
                  <a:pt x="284551" y="516959"/>
                  <a:pt x="268373" y="547310"/>
                  <a:pt x="243403" y="569910"/>
                </a:cubicBezTo>
                <a:cubicBezTo>
                  <a:pt x="217686" y="593164"/>
                  <a:pt x="184299" y="606612"/>
                  <a:pt x="149510" y="607639"/>
                </a:cubicBezTo>
                <a:lnTo>
                  <a:pt x="149417" y="607639"/>
                </a:lnTo>
                <a:lnTo>
                  <a:pt x="147173" y="607639"/>
                </a:lnTo>
                <a:cubicBezTo>
                  <a:pt x="75070" y="607639"/>
                  <a:pt x="14189" y="556836"/>
                  <a:pt x="1845" y="486048"/>
                </a:cubicBezTo>
                <a:cubicBezTo>
                  <a:pt x="1751" y="485394"/>
                  <a:pt x="1657" y="484647"/>
                  <a:pt x="1470" y="483900"/>
                </a:cubicBezTo>
                <a:cubicBezTo>
                  <a:pt x="1377" y="483433"/>
                  <a:pt x="1283" y="482966"/>
                  <a:pt x="1283" y="482406"/>
                </a:cubicBezTo>
                <a:cubicBezTo>
                  <a:pt x="-3486" y="449533"/>
                  <a:pt x="5118" y="414326"/>
                  <a:pt x="25785" y="382947"/>
                </a:cubicBezTo>
                <a:cubicBezTo>
                  <a:pt x="44676" y="354371"/>
                  <a:pt x="71796" y="331957"/>
                  <a:pt x="101535" y="320284"/>
                </a:cubicBezTo>
                <a:lnTo>
                  <a:pt x="101535" y="239877"/>
                </a:lnTo>
                <a:lnTo>
                  <a:pt x="89284" y="239877"/>
                </a:lnTo>
                <a:cubicBezTo>
                  <a:pt x="82458" y="239877"/>
                  <a:pt x="76846" y="234273"/>
                  <a:pt x="76846" y="227363"/>
                </a:cubicBezTo>
                <a:cubicBezTo>
                  <a:pt x="76846" y="220545"/>
                  <a:pt x="82458" y="214942"/>
                  <a:pt x="89284" y="214942"/>
                </a:cubicBezTo>
                <a:close/>
                <a:moveTo>
                  <a:pt x="468601" y="164167"/>
                </a:moveTo>
                <a:cubicBezTo>
                  <a:pt x="462149" y="164167"/>
                  <a:pt x="456633" y="170145"/>
                  <a:pt x="456633" y="177058"/>
                </a:cubicBezTo>
                <a:cubicBezTo>
                  <a:pt x="456633" y="183316"/>
                  <a:pt x="462430" y="189014"/>
                  <a:pt x="468601" y="189014"/>
                </a:cubicBezTo>
                <a:cubicBezTo>
                  <a:pt x="475613" y="189014"/>
                  <a:pt x="481597" y="183596"/>
                  <a:pt x="481597" y="177058"/>
                </a:cubicBezTo>
                <a:cubicBezTo>
                  <a:pt x="481597" y="169865"/>
                  <a:pt x="475987" y="164167"/>
                  <a:pt x="468601" y="164167"/>
                </a:cubicBezTo>
                <a:close/>
                <a:moveTo>
                  <a:pt x="468601" y="139226"/>
                </a:moveTo>
                <a:cubicBezTo>
                  <a:pt x="489544" y="139226"/>
                  <a:pt x="506561" y="156134"/>
                  <a:pt x="506561" y="177058"/>
                </a:cubicBezTo>
                <a:cubicBezTo>
                  <a:pt x="506561" y="197421"/>
                  <a:pt x="489544" y="213955"/>
                  <a:pt x="468601" y="213955"/>
                </a:cubicBezTo>
                <a:cubicBezTo>
                  <a:pt x="448592" y="213955"/>
                  <a:pt x="431762" y="197048"/>
                  <a:pt x="431762" y="177058"/>
                </a:cubicBezTo>
                <a:cubicBezTo>
                  <a:pt x="431762" y="156134"/>
                  <a:pt x="448311" y="139226"/>
                  <a:pt x="468601" y="139226"/>
                </a:cubicBezTo>
                <a:close/>
                <a:moveTo>
                  <a:pt x="139687" y="138951"/>
                </a:moveTo>
                <a:cubicBezTo>
                  <a:pt x="132395" y="138951"/>
                  <a:pt x="126691" y="144463"/>
                  <a:pt x="126691" y="151469"/>
                </a:cubicBezTo>
                <a:cubicBezTo>
                  <a:pt x="126691" y="158381"/>
                  <a:pt x="132395" y="163892"/>
                  <a:pt x="139687" y="163892"/>
                </a:cubicBezTo>
                <a:cubicBezTo>
                  <a:pt x="146139" y="163892"/>
                  <a:pt x="151655" y="158194"/>
                  <a:pt x="151655" y="151469"/>
                </a:cubicBezTo>
                <a:cubicBezTo>
                  <a:pt x="151655" y="144743"/>
                  <a:pt x="146139" y="138951"/>
                  <a:pt x="139687" y="138951"/>
                </a:cubicBezTo>
                <a:close/>
                <a:moveTo>
                  <a:pt x="367873" y="126132"/>
                </a:moveTo>
                <a:cubicBezTo>
                  <a:pt x="360674" y="126132"/>
                  <a:pt x="354877" y="131830"/>
                  <a:pt x="354877" y="139116"/>
                </a:cubicBezTo>
                <a:cubicBezTo>
                  <a:pt x="354877" y="145561"/>
                  <a:pt x="360861" y="151073"/>
                  <a:pt x="367873" y="151073"/>
                </a:cubicBezTo>
                <a:cubicBezTo>
                  <a:pt x="374137" y="151073"/>
                  <a:pt x="379841" y="145281"/>
                  <a:pt x="379841" y="139116"/>
                </a:cubicBezTo>
                <a:cubicBezTo>
                  <a:pt x="379841" y="132017"/>
                  <a:pt x="374324" y="126132"/>
                  <a:pt x="367873" y="126132"/>
                </a:cubicBezTo>
                <a:close/>
                <a:moveTo>
                  <a:pt x="139687" y="114104"/>
                </a:moveTo>
                <a:cubicBezTo>
                  <a:pt x="159977" y="114104"/>
                  <a:pt x="176526" y="130918"/>
                  <a:pt x="176526" y="151469"/>
                </a:cubicBezTo>
                <a:cubicBezTo>
                  <a:pt x="176526" y="172019"/>
                  <a:pt x="159977" y="188833"/>
                  <a:pt x="139687" y="188833"/>
                </a:cubicBezTo>
                <a:cubicBezTo>
                  <a:pt x="118744" y="188833"/>
                  <a:pt x="101727" y="172019"/>
                  <a:pt x="101727" y="151469"/>
                </a:cubicBezTo>
                <a:cubicBezTo>
                  <a:pt x="101727" y="130918"/>
                  <a:pt x="118744" y="114104"/>
                  <a:pt x="139687" y="114104"/>
                </a:cubicBezTo>
                <a:close/>
                <a:moveTo>
                  <a:pt x="367873" y="101191"/>
                </a:moveTo>
                <a:cubicBezTo>
                  <a:pt x="388162" y="101191"/>
                  <a:pt x="404805" y="118192"/>
                  <a:pt x="404805" y="139116"/>
                </a:cubicBezTo>
                <a:cubicBezTo>
                  <a:pt x="404805" y="159013"/>
                  <a:pt x="387975" y="175920"/>
                  <a:pt x="367873" y="175920"/>
                </a:cubicBezTo>
                <a:cubicBezTo>
                  <a:pt x="346929" y="175920"/>
                  <a:pt x="330006" y="159386"/>
                  <a:pt x="330006" y="139116"/>
                </a:cubicBezTo>
                <a:cubicBezTo>
                  <a:pt x="330006" y="118192"/>
                  <a:pt x="346929" y="101191"/>
                  <a:pt x="367873" y="101191"/>
                </a:cubicBezTo>
                <a:close/>
                <a:moveTo>
                  <a:pt x="266144" y="88066"/>
                </a:moveTo>
                <a:cubicBezTo>
                  <a:pt x="259132" y="88066"/>
                  <a:pt x="253616" y="93763"/>
                  <a:pt x="253616" y="101047"/>
                </a:cubicBezTo>
                <a:cubicBezTo>
                  <a:pt x="253616" y="107490"/>
                  <a:pt x="259413" y="112999"/>
                  <a:pt x="266144" y="112999"/>
                </a:cubicBezTo>
                <a:cubicBezTo>
                  <a:pt x="272876" y="112999"/>
                  <a:pt x="278580" y="107490"/>
                  <a:pt x="278580" y="101047"/>
                </a:cubicBezTo>
                <a:cubicBezTo>
                  <a:pt x="278580" y="93763"/>
                  <a:pt x="273063" y="88066"/>
                  <a:pt x="266144" y="88066"/>
                </a:cubicBezTo>
                <a:close/>
                <a:moveTo>
                  <a:pt x="266144" y="63227"/>
                </a:moveTo>
                <a:cubicBezTo>
                  <a:pt x="286714" y="63227"/>
                  <a:pt x="303544" y="80222"/>
                  <a:pt x="303544" y="101140"/>
                </a:cubicBezTo>
                <a:cubicBezTo>
                  <a:pt x="303544" y="121404"/>
                  <a:pt x="286808" y="138026"/>
                  <a:pt x="266144" y="138026"/>
                </a:cubicBezTo>
                <a:cubicBezTo>
                  <a:pt x="245575" y="138026"/>
                  <a:pt x="228745" y="121404"/>
                  <a:pt x="228745" y="101140"/>
                </a:cubicBezTo>
                <a:cubicBezTo>
                  <a:pt x="228745" y="80222"/>
                  <a:pt x="245575" y="63227"/>
                  <a:pt x="266144" y="63227"/>
                </a:cubicBezTo>
                <a:close/>
                <a:moveTo>
                  <a:pt x="430623" y="50063"/>
                </a:moveTo>
                <a:cubicBezTo>
                  <a:pt x="424072" y="50063"/>
                  <a:pt x="418644" y="56036"/>
                  <a:pt x="418644" y="63035"/>
                </a:cubicBezTo>
                <a:cubicBezTo>
                  <a:pt x="418644" y="69194"/>
                  <a:pt x="424353" y="74980"/>
                  <a:pt x="430623" y="74980"/>
                </a:cubicBezTo>
                <a:cubicBezTo>
                  <a:pt x="437549" y="74980"/>
                  <a:pt x="443538" y="69474"/>
                  <a:pt x="443538" y="63035"/>
                </a:cubicBezTo>
                <a:cubicBezTo>
                  <a:pt x="443538" y="55756"/>
                  <a:pt x="437829" y="50063"/>
                  <a:pt x="430623" y="50063"/>
                </a:cubicBezTo>
                <a:close/>
                <a:moveTo>
                  <a:pt x="430623" y="25333"/>
                </a:moveTo>
                <a:cubicBezTo>
                  <a:pt x="451587" y="25333"/>
                  <a:pt x="468526" y="42224"/>
                  <a:pt x="468526" y="63128"/>
                </a:cubicBezTo>
                <a:cubicBezTo>
                  <a:pt x="468526" y="83473"/>
                  <a:pt x="451587" y="99991"/>
                  <a:pt x="430623" y="99991"/>
                </a:cubicBezTo>
                <a:cubicBezTo>
                  <a:pt x="410502" y="99991"/>
                  <a:pt x="393656" y="83100"/>
                  <a:pt x="393656" y="63128"/>
                </a:cubicBezTo>
                <a:cubicBezTo>
                  <a:pt x="393656" y="42224"/>
                  <a:pt x="410221" y="25333"/>
                  <a:pt x="430623" y="25333"/>
                </a:cubicBezTo>
                <a:close/>
                <a:moveTo>
                  <a:pt x="177665" y="24941"/>
                </a:moveTo>
                <a:cubicBezTo>
                  <a:pt x="170459" y="24941"/>
                  <a:pt x="164750" y="30359"/>
                  <a:pt x="164750" y="37364"/>
                </a:cubicBezTo>
                <a:cubicBezTo>
                  <a:pt x="164750" y="44370"/>
                  <a:pt x="170459" y="49788"/>
                  <a:pt x="177665" y="49788"/>
                </a:cubicBezTo>
                <a:cubicBezTo>
                  <a:pt x="184216" y="49788"/>
                  <a:pt x="189644" y="44090"/>
                  <a:pt x="189644" y="37364"/>
                </a:cubicBezTo>
                <a:cubicBezTo>
                  <a:pt x="189644" y="30639"/>
                  <a:pt x="184216" y="24941"/>
                  <a:pt x="177665" y="24941"/>
                </a:cubicBezTo>
                <a:close/>
                <a:moveTo>
                  <a:pt x="177665" y="0"/>
                </a:moveTo>
                <a:cubicBezTo>
                  <a:pt x="198067" y="0"/>
                  <a:pt x="214632" y="16814"/>
                  <a:pt x="214632" y="37364"/>
                </a:cubicBezTo>
                <a:cubicBezTo>
                  <a:pt x="214632" y="57915"/>
                  <a:pt x="198067" y="74729"/>
                  <a:pt x="177665" y="74729"/>
                </a:cubicBezTo>
                <a:cubicBezTo>
                  <a:pt x="156701" y="74729"/>
                  <a:pt x="139762" y="57915"/>
                  <a:pt x="139762" y="37364"/>
                </a:cubicBezTo>
                <a:cubicBezTo>
                  <a:pt x="139762" y="16814"/>
                  <a:pt x="156701" y="0"/>
                  <a:pt x="177665" y="0"/>
                </a:cubicBezTo>
                <a:close/>
              </a:path>
            </a:pathLst>
          </a:custGeom>
          <a:solidFill>
            <a:schemeClr val="accent1"/>
          </a:solidFill>
          <a:ln>
            <a:noFill/>
          </a:ln>
        </p:spPr>
      </p:sp>
      <p:sp>
        <p:nvSpPr>
          <p:cNvPr id="42" name="still-with-liquid_110612">
            <a:extLst>
              <a:ext uri="{FF2B5EF4-FFF2-40B4-BE49-F238E27FC236}">
                <a16:creationId xmlns:a16="http://schemas.microsoft.com/office/drawing/2014/main" id="{40CDF347-581A-47E4-B038-C4CDFB0BC5BA}"/>
              </a:ext>
            </a:extLst>
          </p:cNvPr>
          <p:cNvSpPr>
            <a:spLocks noChangeAspect="1"/>
          </p:cNvSpPr>
          <p:nvPr/>
        </p:nvSpPr>
        <p:spPr bwMode="auto">
          <a:xfrm>
            <a:off x="7053319" y="5482658"/>
            <a:ext cx="609685" cy="543764"/>
          </a:xfrm>
          <a:custGeom>
            <a:avLst/>
            <a:gdLst>
              <a:gd name="connsiteX0" fmla="*/ 224267 w 609699"/>
              <a:gd name="connsiteY0" fmla="*/ 303737 h 543777"/>
              <a:gd name="connsiteX1" fmla="*/ 197254 w 609699"/>
              <a:gd name="connsiteY1" fmla="*/ 311177 h 543777"/>
              <a:gd name="connsiteX2" fmla="*/ 157466 w 609699"/>
              <a:gd name="connsiteY2" fmla="*/ 321806 h 543777"/>
              <a:gd name="connsiteX3" fmla="*/ 117678 w 609699"/>
              <a:gd name="connsiteY3" fmla="*/ 311177 h 543777"/>
              <a:gd name="connsiteX4" fmla="*/ 102242 w 609699"/>
              <a:gd name="connsiteY4" fmla="*/ 304800 h 543777"/>
              <a:gd name="connsiteX5" fmla="*/ 101311 w 609699"/>
              <a:gd name="connsiteY5" fmla="*/ 306660 h 543777"/>
              <a:gd name="connsiteX6" fmla="*/ 103706 w 609699"/>
              <a:gd name="connsiteY6" fmla="*/ 405642 h 543777"/>
              <a:gd name="connsiteX7" fmla="*/ 189935 w 609699"/>
              <a:gd name="connsiteY7" fmla="*/ 454402 h 543777"/>
              <a:gd name="connsiteX8" fmla="*/ 258466 w 609699"/>
              <a:gd name="connsiteY8" fmla="*/ 454402 h 543777"/>
              <a:gd name="connsiteX9" fmla="*/ 344828 w 609699"/>
              <a:gd name="connsiteY9" fmla="*/ 405642 h 543777"/>
              <a:gd name="connsiteX10" fmla="*/ 347223 w 609699"/>
              <a:gd name="connsiteY10" fmla="*/ 306660 h 543777"/>
              <a:gd name="connsiteX11" fmla="*/ 346291 w 609699"/>
              <a:gd name="connsiteY11" fmla="*/ 304800 h 543777"/>
              <a:gd name="connsiteX12" fmla="*/ 330722 w 609699"/>
              <a:gd name="connsiteY12" fmla="*/ 311177 h 543777"/>
              <a:gd name="connsiteX13" fmla="*/ 290935 w 609699"/>
              <a:gd name="connsiteY13" fmla="*/ 321806 h 543777"/>
              <a:gd name="connsiteX14" fmla="*/ 251280 w 609699"/>
              <a:gd name="connsiteY14" fmla="*/ 311177 h 543777"/>
              <a:gd name="connsiteX15" fmla="*/ 224267 w 609699"/>
              <a:gd name="connsiteY15" fmla="*/ 303737 h 543777"/>
              <a:gd name="connsiteX16" fmla="*/ 86939 w 609699"/>
              <a:gd name="connsiteY16" fmla="*/ 276899 h 543777"/>
              <a:gd name="connsiteX17" fmla="*/ 95456 w 609699"/>
              <a:gd name="connsiteY17" fmla="*/ 277298 h 543777"/>
              <a:gd name="connsiteX18" fmla="*/ 130453 w 609699"/>
              <a:gd name="connsiteY18" fmla="*/ 287794 h 543777"/>
              <a:gd name="connsiteX19" fmla="*/ 157466 w 609699"/>
              <a:gd name="connsiteY19" fmla="*/ 295234 h 543777"/>
              <a:gd name="connsiteX20" fmla="*/ 184479 w 609699"/>
              <a:gd name="connsiteY20" fmla="*/ 287794 h 543777"/>
              <a:gd name="connsiteX21" fmla="*/ 224267 w 609699"/>
              <a:gd name="connsiteY21" fmla="*/ 277165 h 543777"/>
              <a:gd name="connsiteX22" fmla="*/ 263921 w 609699"/>
              <a:gd name="connsiteY22" fmla="*/ 287794 h 543777"/>
              <a:gd name="connsiteX23" fmla="*/ 291068 w 609699"/>
              <a:gd name="connsiteY23" fmla="*/ 295234 h 543777"/>
              <a:gd name="connsiteX24" fmla="*/ 318081 w 609699"/>
              <a:gd name="connsiteY24" fmla="*/ 287794 h 543777"/>
              <a:gd name="connsiteX25" fmla="*/ 353078 w 609699"/>
              <a:gd name="connsiteY25" fmla="*/ 277298 h 543777"/>
              <a:gd name="connsiteX26" fmla="*/ 361461 w 609699"/>
              <a:gd name="connsiteY26" fmla="*/ 276899 h 543777"/>
              <a:gd name="connsiteX27" fmla="*/ 370776 w 609699"/>
              <a:gd name="connsiteY27" fmla="*/ 294171 h 543777"/>
              <a:gd name="connsiteX28" fmla="*/ 367583 w 609699"/>
              <a:gd name="connsiteY28" fmla="*/ 419194 h 543777"/>
              <a:gd name="connsiteX29" fmla="*/ 258466 w 609699"/>
              <a:gd name="connsiteY29" fmla="*/ 480974 h 543777"/>
              <a:gd name="connsiteX30" fmla="*/ 189935 w 609699"/>
              <a:gd name="connsiteY30" fmla="*/ 480974 h 543777"/>
              <a:gd name="connsiteX31" fmla="*/ 80951 w 609699"/>
              <a:gd name="connsiteY31" fmla="*/ 419194 h 543777"/>
              <a:gd name="connsiteX32" fmla="*/ 77757 w 609699"/>
              <a:gd name="connsiteY32" fmla="*/ 294171 h 543777"/>
              <a:gd name="connsiteX33" fmla="*/ 224280 w 609699"/>
              <a:gd name="connsiteY33" fmla="*/ 26571 h 543777"/>
              <a:gd name="connsiteX34" fmla="*/ 165876 w 609699"/>
              <a:gd name="connsiteY34" fmla="*/ 61512 h 543777"/>
              <a:gd name="connsiteX35" fmla="*/ 45207 w 609699"/>
              <a:gd name="connsiteY35" fmla="*/ 286968 h 543777"/>
              <a:gd name="connsiteX36" fmla="*/ 49065 w 609699"/>
              <a:gd name="connsiteY36" fmla="*/ 441213 h 543777"/>
              <a:gd name="connsiteX37" fmla="*/ 183570 w 609699"/>
              <a:gd name="connsiteY37" fmla="*/ 517206 h 543777"/>
              <a:gd name="connsiteX38" fmla="*/ 264991 w 609699"/>
              <a:gd name="connsiteY38" fmla="*/ 517206 h 543777"/>
              <a:gd name="connsiteX39" fmla="*/ 399362 w 609699"/>
              <a:gd name="connsiteY39" fmla="*/ 441213 h 543777"/>
              <a:gd name="connsiteX40" fmla="*/ 403220 w 609699"/>
              <a:gd name="connsiteY40" fmla="*/ 286968 h 543777"/>
              <a:gd name="connsiteX41" fmla="*/ 352133 w 609699"/>
              <a:gd name="connsiteY41" fmla="*/ 191311 h 543777"/>
              <a:gd name="connsiteX42" fmla="*/ 352798 w 609699"/>
              <a:gd name="connsiteY42" fmla="*/ 161286 h 543777"/>
              <a:gd name="connsiteX43" fmla="*/ 379007 w 609699"/>
              <a:gd name="connsiteY43" fmla="*/ 146274 h 543777"/>
              <a:gd name="connsiteX44" fmla="*/ 390714 w 609699"/>
              <a:gd name="connsiteY44" fmla="*/ 148532 h 543777"/>
              <a:gd name="connsiteX45" fmla="*/ 580430 w 609699"/>
              <a:gd name="connsiteY45" fmla="*/ 220008 h 543777"/>
              <a:gd name="connsiteX46" fmla="*/ 581894 w 609699"/>
              <a:gd name="connsiteY46" fmla="*/ 219875 h 543777"/>
              <a:gd name="connsiteX47" fmla="*/ 582160 w 609699"/>
              <a:gd name="connsiteY47" fmla="*/ 219743 h 543777"/>
              <a:gd name="connsiteX48" fmla="*/ 583091 w 609699"/>
              <a:gd name="connsiteY48" fmla="*/ 218281 h 543777"/>
              <a:gd name="connsiteX49" fmla="*/ 582160 w 609699"/>
              <a:gd name="connsiteY49" fmla="*/ 216820 h 543777"/>
              <a:gd name="connsiteX50" fmla="*/ 581761 w 609699"/>
              <a:gd name="connsiteY50" fmla="*/ 216554 h 543777"/>
              <a:gd name="connsiteX51" fmla="*/ 257142 w 609699"/>
              <a:gd name="connsiteY51" fmla="*/ 35074 h 543777"/>
              <a:gd name="connsiteX52" fmla="*/ 224280 w 609699"/>
              <a:gd name="connsiteY52" fmla="*/ 26571 h 543777"/>
              <a:gd name="connsiteX53" fmla="*/ 224280 w 609699"/>
              <a:gd name="connsiteY53" fmla="*/ 0 h 543777"/>
              <a:gd name="connsiteX54" fmla="*/ 270179 w 609699"/>
              <a:gd name="connsiteY54" fmla="*/ 11957 h 543777"/>
              <a:gd name="connsiteX55" fmla="*/ 285346 w 609699"/>
              <a:gd name="connsiteY55" fmla="*/ 20459 h 543777"/>
              <a:gd name="connsiteX56" fmla="*/ 594666 w 609699"/>
              <a:gd name="connsiteY56" fmla="*/ 193304 h 543777"/>
              <a:gd name="connsiteX57" fmla="*/ 609699 w 609699"/>
              <a:gd name="connsiteY57" fmla="*/ 218148 h 543777"/>
              <a:gd name="connsiteX58" fmla="*/ 594666 w 609699"/>
              <a:gd name="connsiteY58" fmla="*/ 243125 h 543777"/>
              <a:gd name="connsiteX59" fmla="*/ 594400 w 609699"/>
              <a:gd name="connsiteY59" fmla="*/ 243258 h 543777"/>
              <a:gd name="connsiteX60" fmla="*/ 581095 w 609699"/>
              <a:gd name="connsiteY60" fmla="*/ 246712 h 543777"/>
              <a:gd name="connsiteX61" fmla="*/ 570319 w 609699"/>
              <a:gd name="connsiteY61" fmla="*/ 244586 h 543777"/>
              <a:gd name="connsiteX62" fmla="*/ 380736 w 609699"/>
              <a:gd name="connsiteY62" fmla="*/ 173110 h 543777"/>
              <a:gd name="connsiteX63" fmla="*/ 375548 w 609699"/>
              <a:gd name="connsiteY63" fmla="*/ 174970 h 543777"/>
              <a:gd name="connsiteX64" fmla="*/ 375548 w 609699"/>
              <a:gd name="connsiteY64" fmla="*/ 178823 h 543777"/>
              <a:gd name="connsiteX65" fmla="*/ 426768 w 609699"/>
              <a:gd name="connsiteY65" fmla="*/ 274479 h 543777"/>
              <a:gd name="connsiteX66" fmla="*/ 422245 w 609699"/>
              <a:gd name="connsiteY66" fmla="*/ 454897 h 543777"/>
              <a:gd name="connsiteX67" fmla="*/ 264991 w 609699"/>
              <a:gd name="connsiteY67" fmla="*/ 543777 h 543777"/>
              <a:gd name="connsiteX68" fmla="*/ 183570 w 609699"/>
              <a:gd name="connsiteY68" fmla="*/ 543777 h 543777"/>
              <a:gd name="connsiteX69" fmla="*/ 26315 w 609699"/>
              <a:gd name="connsiteY69" fmla="*/ 454897 h 543777"/>
              <a:gd name="connsiteX70" fmla="*/ 21792 w 609699"/>
              <a:gd name="connsiteY70" fmla="*/ 274479 h 543777"/>
              <a:gd name="connsiteX71" fmla="*/ 142460 w 609699"/>
              <a:gd name="connsiteY71" fmla="*/ 48891 h 543777"/>
              <a:gd name="connsiteX72" fmla="*/ 224280 w 609699"/>
              <a:gd name="connsiteY72" fmla="*/ 0 h 54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09699" h="543777">
                <a:moveTo>
                  <a:pt x="224267" y="303737"/>
                </a:moveTo>
                <a:cubicBezTo>
                  <a:pt x="210960" y="303737"/>
                  <a:pt x="204839" y="307059"/>
                  <a:pt x="197254" y="311177"/>
                </a:cubicBezTo>
                <a:cubicBezTo>
                  <a:pt x="188471" y="315960"/>
                  <a:pt x="177559" y="321806"/>
                  <a:pt x="157466" y="321806"/>
                </a:cubicBezTo>
                <a:cubicBezTo>
                  <a:pt x="137372" y="321806"/>
                  <a:pt x="126461" y="315960"/>
                  <a:pt x="117678" y="311177"/>
                </a:cubicBezTo>
                <a:cubicBezTo>
                  <a:pt x="112622" y="308387"/>
                  <a:pt x="108363" y="306129"/>
                  <a:pt x="102242" y="304800"/>
                </a:cubicBezTo>
                <a:lnTo>
                  <a:pt x="101311" y="306660"/>
                </a:lnTo>
                <a:cubicBezTo>
                  <a:pt x="84411" y="338015"/>
                  <a:pt x="85342" y="375084"/>
                  <a:pt x="103706" y="405642"/>
                </a:cubicBezTo>
                <a:cubicBezTo>
                  <a:pt x="122069" y="436067"/>
                  <a:pt x="154272" y="454402"/>
                  <a:pt x="189935" y="454402"/>
                </a:cubicBezTo>
                <a:lnTo>
                  <a:pt x="258466" y="454402"/>
                </a:lnTo>
                <a:cubicBezTo>
                  <a:pt x="294128" y="454402"/>
                  <a:pt x="326464" y="436067"/>
                  <a:pt x="344828" y="405642"/>
                </a:cubicBezTo>
                <a:cubicBezTo>
                  <a:pt x="363058" y="375084"/>
                  <a:pt x="363990" y="338015"/>
                  <a:pt x="347223" y="306660"/>
                </a:cubicBezTo>
                <a:lnTo>
                  <a:pt x="346291" y="304800"/>
                </a:lnTo>
                <a:cubicBezTo>
                  <a:pt x="340170" y="306129"/>
                  <a:pt x="335779" y="308387"/>
                  <a:pt x="330722" y="311177"/>
                </a:cubicBezTo>
                <a:cubicBezTo>
                  <a:pt x="321940" y="315960"/>
                  <a:pt x="311028" y="321806"/>
                  <a:pt x="290935" y="321806"/>
                </a:cubicBezTo>
                <a:cubicBezTo>
                  <a:pt x="270974" y="321806"/>
                  <a:pt x="260062" y="315960"/>
                  <a:pt x="251280" y="311177"/>
                </a:cubicBezTo>
                <a:cubicBezTo>
                  <a:pt x="243562" y="307059"/>
                  <a:pt x="237574" y="303737"/>
                  <a:pt x="224267" y="303737"/>
                </a:cubicBezTo>
                <a:close/>
                <a:moveTo>
                  <a:pt x="86939" y="276899"/>
                </a:moveTo>
                <a:lnTo>
                  <a:pt x="95456" y="277298"/>
                </a:lnTo>
                <a:cubicBezTo>
                  <a:pt x="112488" y="278095"/>
                  <a:pt x="122469" y="283542"/>
                  <a:pt x="130453" y="287794"/>
                </a:cubicBezTo>
                <a:cubicBezTo>
                  <a:pt x="138171" y="292045"/>
                  <a:pt x="144159" y="295234"/>
                  <a:pt x="157466" y="295234"/>
                </a:cubicBezTo>
                <a:cubicBezTo>
                  <a:pt x="170773" y="295234"/>
                  <a:pt x="176894" y="292045"/>
                  <a:pt x="184479" y="287794"/>
                </a:cubicBezTo>
                <a:cubicBezTo>
                  <a:pt x="193262" y="283011"/>
                  <a:pt x="204173" y="277165"/>
                  <a:pt x="224267" y="277165"/>
                </a:cubicBezTo>
                <a:cubicBezTo>
                  <a:pt x="244360" y="277165"/>
                  <a:pt x="255272" y="283011"/>
                  <a:pt x="263921" y="287794"/>
                </a:cubicBezTo>
                <a:cubicBezTo>
                  <a:pt x="271639" y="292045"/>
                  <a:pt x="277761" y="295234"/>
                  <a:pt x="291068" y="295234"/>
                </a:cubicBezTo>
                <a:cubicBezTo>
                  <a:pt x="304375" y="295234"/>
                  <a:pt x="310363" y="292045"/>
                  <a:pt x="318081" y="287794"/>
                </a:cubicBezTo>
                <a:cubicBezTo>
                  <a:pt x="326065" y="283542"/>
                  <a:pt x="336045" y="278095"/>
                  <a:pt x="353078" y="277298"/>
                </a:cubicBezTo>
                <a:lnTo>
                  <a:pt x="361461" y="276899"/>
                </a:lnTo>
                <a:lnTo>
                  <a:pt x="370776" y="294171"/>
                </a:lnTo>
                <a:cubicBezTo>
                  <a:pt x="391934" y="333897"/>
                  <a:pt x="390737" y="380664"/>
                  <a:pt x="367583" y="419194"/>
                </a:cubicBezTo>
                <a:cubicBezTo>
                  <a:pt x="344428" y="457856"/>
                  <a:pt x="303576" y="480974"/>
                  <a:pt x="258466" y="480974"/>
                </a:cubicBezTo>
                <a:lnTo>
                  <a:pt x="189935" y="480974"/>
                </a:lnTo>
                <a:cubicBezTo>
                  <a:pt x="144824" y="480974"/>
                  <a:pt x="104105" y="457856"/>
                  <a:pt x="80951" y="419194"/>
                </a:cubicBezTo>
                <a:cubicBezTo>
                  <a:pt x="57664" y="380664"/>
                  <a:pt x="56466" y="333897"/>
                  <a:pt x="77757" y="294171"/>
                </a:cubicBezTo>
                <a:close/>
                <a:moveTo>
                  <a:pt x="224280" y="26571"/>
                </a:moveTo>
                <a:cubicBezTo>
                  <a:pt x="199402" y="26571"/>
                  <a:pt x="177583" y="39591"/>
                  <a:pt x="165876" y="61512"/>
                </a:cubicBezTo>
                <a:lnTo>
                  <a:pt x="45207" y="286968"/>
                </a:lnTo>
                <a:cubicBezTo>
                  <a:pt x="19131" y="335991"/>
                  <a:pt x="20595" y="393651"/>
                  <a:pt x="49065" y="441213"/>
                </a:cubicBezTo>
                <a:cubicBezTo>
                  <a:pt x="77670" y="488775"/>
                  <a:pt x="127959" y="517206"/>
                  <a:pt x="183570" y="517206"/>
                </a:cubicBezTo>
                <a:lnTo>
                  <a:pt x="264991" y="517206"/>
                </a:lnTo>
                <a:cubicBezTo>
                  <a:pt x="320602" y="517206"/>
                  <a:pt x="370758" y="488775"/>
                  <a:pt x="399362" y="441213"/>
                </a:cubicBezTo>
                <a:cubicBezTo>
                  <a:pt x="427966" y="393651"/>
                  <a:pt x="429429" y="335991"/>
                  <a:pt x="403220" y="286968"/>
                </a:cubicBezTo>
                <a:lnTo>
                  <a:pt x="352133" y="191311"/>
                </a:lnTo>
                <a:cubicBezTo>
                  <a:pt x="346944" y="181746"/>
                  <a:pt x="347210" y="170453"/>
                  <a:pt x="352798" y="161286"/>
                </a:cubicBezTo>
                <a:cubicBezTo>
                  <a:pt x="358385" y="151986"/>
                  <a:pt x="368363" y="146274"/>
                  <a:pt x="379007" y="146274"/>
                </a:cubicBezTo>
                <a:cubicBezTo>
                  <a:pt x="382998" y="146274"/>
                  <a:pt x="386856" y="147071"/>
                  <a:pt x="390714" y="148532"/>
                </a:cubicBezTo>
                <a:lnTo>
                  <a:pt x="580430" y="220008"/>
                </a:lnTo>
                <a:cubicBezTo>
                  <a:pt x="580829" y="220141"/>
                  <a:pt x="581362" y="220141"/>
                  <a:pt x="581894" y="219875"/>
                </a:cubicBezTo>
                <a:lnTo>
                  <a:pt x="582160" y="219743"/>
                </a:lnTo>
                <a:cubicBezTo>
                  <a:pt x="582426" y="219610"/>
                  <a:pt x="583091" y="219211"/>
                  <a:pt x="583091" y="218281"/>
                </a:cubicBezTo>
                <a:cubicBezTo>
                  <a:pt x="583091" y="217218"/>
                  <a:pt x="582426" y="216953"/>
                  <a:pt x="582160" y="216820"/>
                </a:cubicBezTo>
                <a:lnTo>
                  <a:pt x="581761" y="216554"/>
                </a:lnTo>
                <a:lnTo>
                  <a:pt x="257142" y="35074"/>
                </a:lnTo>
                <a:cubicBezTo>
                  <a:pt x="247163" y="29494"/>
                  <a:pt x="235855" y="26571"/>
                  <a:pt x="224280" y="26571"/>
                </a:cubicBezTo>
                <a:close/>
                <a:moveTo>
                  <a:pt x="224280" y="0"/>
                </a:moveTo>
                <a:cubicBezTo>
                  <a:pt x="240378" y="0"/>
                  <a:pt x="256343" y="4118"/>
                  <a:pt x="270179" y="11957"/>
                </a:cubicBezTo>
                <a:lnTo>
                  <a:pt x="285346" y="20459"/>
                </a:lnTo>
                <a:lnTo>
                  <a:pt x="594666" y="193304"/>
                </a:lnTo>
                <a:cubicBezTo>
                  <a:pt x="603845" y="198220"/>
                  <a:pt x="609566" y="207653"/>
                  <a:pt x="609699" y="218148"/>
                </a:cubicBezTo>
                <a:cubicBezTo>
                  <a:pt x="609699" y="228644"/>
                  <a:pt x="603978" y="238209"/>
                  <a:pt x="594666" y="243125"/>
                </a:cubicBezTo>
                <a:lnTo>
                  <a:pt x="594400" y="243258"/>
                </a:lnTo>
                <a:cubicBezTo>
                  <a:pt x="590275" y="245516"/>
                  <a:pt x="585619" y="246712"/>
                  <a:pt x="581095" y="246712"/>
                </a:cubicBezTo>
                <a:cubicBezTo>
                  <a:pt x="577370" y="246712"/>
                  <a:pt x="573778" y="245915"/>
                  <a:pt x="570319" y="244586"/>
                </a:cubicBezTo>
                <a:lnTo>
                  <a:pt x="380736" y="173110"/>
                </a:lnTo>
                <a:cubicBezTo>
                  <a:pt x="378342" y="172180"/>
                  <a:pt x="376346" y="173642"/>
                  <a:pt x="375548" y="174970"/>
                </a:cubicBezTo>
                <a:cubicBezTo>
                  <a:pt x="374483" y="176830"/>
                  <a:pt x="375282" y="178292"/>
                  <a:pt x="375548" y="178823"/>
                </a:cubicBezTo>
                <a:lnTo>
                  <a:pt x="426768" y="274479"/>
                </a:lnTo>
                <a:cubicBezTo>
                  <a:pt x="457368" y="331740"/>
                  <a:pt x="455638" y="399231"/>
                  <a:pt x="422245" y="454897"/>
                </a:cubicBezTo>
                <a:cubicBezTo>
                  <a:pt x="388852" y="510563"/>
                  <a:pt x="330048" y="543777"/>
                  <a:pt x="264991" y="543777"/>
                </a:cubicBezTo>
                <a:lnTo>
                  <a:pt x="183570" y="543777"/>
                </a:lnTo>
                <a:cubicBezTo>
                  <a:pt x="118513" y="543777"/>
                  <a:pt x="59709" y="510563"/>
                  <a:pt x="26315" y="454897"/>
                </a:cubicBezTo>
                <a:cubicBezTo>
                  <a:pt x="-7078" y="399231"/>
                  <a:pt x="-8807" y="331740"/>
                  <a:pt x="21792" y="274479"/>
                </a:cubicBezTo>
                <a:lnTo>
                  <a:pt x="142460" y="48891"/>
                </a:lnTo>
                <a:cubicBezTo>
                  <a:pt x="158824" y="18201"/>
                  <a:pt x="189424" y="0"/>
                  <a:pt x="224280" y="0"/>
                </a:cubicBezTo>
                <a:close/>
              </a:path>
            </a:pathLst>
          </a:custGeom>
          <a:solidFill>
            <a:schemeClr val="accent1"/>
          </a:solidFill>
          <a:ln>
            <a:noFill/>
          </a:ln>
        </p:spPr>
      </p:sp>
      <p:sp>
        <p:nvSpPr>
          <p:cNvPr id="43" name="chemistry_174822">
            <a:extLst>
              <a:ext uri="{FF2B5EF4-FFF2-40B4-BE49-F238E27FC236}">
                <a16:creationId xmlns:a16="http://schemas.microsoft.com/office/drawing/2014/main" id="{79D47333-9C7F-4A7D-B748-CE264A9FBEA0}"/>
              </a:ext>
            </a:extLst>
          </p:cNvPr>
          <p:cNvSpPr>
            <a:spLocks noChangeAspect="1"/>
          </p:cNvSpPr>
          <p:nvPr/>
        </p:nvSpPr>
        <p:spPr bwMode="auto">
          <a:xfrm>
            <a:off x="5806441" y="4447657"/>
            <a:ext cx="609685" cy="608615"/>
          </a:xfrm>
          <a:custGeom>
            <a:avLst/>
            <a:gdLst>
              <a:gd name="connsiteX0" fmla="*/ 516433 w 579727"/>
              <a:gd name="connsiteY0" fmla="*/ 524504 h 578710"/>
              <a:gd name="connsiteX1" fmla="*/ 534756 w 579727"/>
              <a:gd name="connsiteY1" fmla="*/ 524504 h 578710"/>
              <a:gd name="connsiteX2" fmla="*/ 534756 w 579727"/>
              <a:gd name="connsiteY2" fmla="*/ 542827 h 578710"/>
              <a:gd name="connsiteX3" fmla="*/ 516433 w 579727"/>
              <a:gd name="connsiteY3" fmla="*/ 542827 h 578710"/>
              <a:gd name="connsiteX4" fmla="*/ 480441 w 579727"/>
              <a:gd name="connsiteY4" fmla="*/ 524504 h 578710"/>
              <a:gd name="connsiteX5" fmla="*/ 498110 w 579727"/>
              <a:gd name="connsiteY5" fmla="*/ 524504 h 578710"/>
              <a:gd name="connsiteX6" fmla="*/ 498110 w 579727"/>
              <a:gd name="connsiteY6" fmla="*/ 542827 h 578710"/>
              <a:gd name="connsiteX7" fmla="*/ 480441 w 579727"/>
              <a:gd name="connsiteY7" fmla="*/ 542827 h 578710"/>
              <a:gd name="connsiteX8" fmla="*/ 443794 w 579727"/>
              <a:gd name="connsiteY8" fmla="*/ 524504 h 578710"/>
              <a:gd name="connsiteX9" fmla="*/ 462117 w 579727"/>
              <a:gd name="connsiteY9" fmla="*/ 524504 h 578710"/>
              <a:gd name="connsiteX10" fmla="*/ 462117 w 579727"/>
              <a:gd name="connsiteY10" fmla="*/ 542827 h 578710"/>
              <a:gd name="connsiteX11" fmla="*/ 443794 w 579727"/>
              <a:gd name="connsiteY11" fmla="*/ 542827 h 578710"/>
              <a:gd name="connsiteX12" fmla="*/ 244637 w 579727"/>
              <a:gd name="connsiteY12" fmla="*/ 488512 h 578710"/>
              <a:gd name="connsiteX13" fmla="*/ 335054 w 579727"/>
              <a:gd name="connsiteY13" fmla="*/ 488512 h 578710"/>
              <a:gd name="connsiteX14" fmla="*/ 335054 w 579727"/>
              <a:gd name="connsiteY14" fmla="*/ 506835 h 578710"/>
              <a:gd name="connsiteX15" fmla="*/ 244637 w 579727"/>
              <a:gd name="connsiteY15" fmla="*/ 506835 h 578710"/>
              <a:gd name="connsiteX16" fmla="*/ 117574 w 579727"/>
              <a:gd name="connsiteY16" fmla="*/ 488512 h 578710"/>
              <a:gd name="connsiteX17" fmla="*/ 226314 w 579727"/>
              <a:gd name="connsiteY17" fmla="*/ 488512 h 578710"/>
              <a:gd name="connsiteX18" fmla="*/ 226314 w 579727"/>
              <a:gd name="connsiteY18" fmla="*/ 506835 h 578710"/>
              <a:gd name="connsiteX19" fmla="*/ 117574 w 579727"/>
              <a:gd name="connsiteY19" fmla="*/ 506835 h 578710"/>
              <a:gd name="connsiteX20" fmla="*/ 441036 w 579727"/>
              <a:gd name="connsiteY20" fmla="*/ 479658 h 578710"/>
              <a:gd name="connsiteX21" fmla="*/ 417931 w 579727"/>
              <a:gd name="connsiteY21" fmla="*/ 541396 h 578710"/>
              <a:gd name="connsiteX22" fmla="*/ 430842 w 579727"/>
              <a:gd name="connsiteY22" fmla="*/ 561071 h 578710"/>
              <a:gd name="connsiteX23" fmla="*/ 547727 w 579727"/>
              <a:gd name="connsiteY23" fmla="*/ 561071 h 578710"/>
              <a:gd name="connsiteX24" fmla="*/ 560639 w 579727"/>
              <a:gd name="connsiteY24" fmla="*/ 541396 h 578710"/>
              <a:gd name="connsiteX25" fmla="*/ 537534 w 579727"/>
              <a:gd name="connsiteY25" fmla="*/ 479658 h 578710"/>
              <a:gd name="connsiteX26" fmla="*/ 271795 w 579727"/>
              <a:gd name="connsiteY26" fmla="*/ 452519 h 578710"/>
              <a:gd name="connsiteX27" fmla="*/ 335054 w 579727"/>
              <a:gd name="connsiteY27" fmla="*/ 452519 h 578710"/>
              <a:gd name="connsiteX28" fmla="*/ 335054 w 579727"/>
              <a:gd name="connsiteY28" fmla="*/ 470188 h 578710"/>
              <a:gd name="connsiteX29" fmla="*/ 271795 w 579727"/>
              <a:gd name="connsiteY29" fmla="*/ 470188 h 578710"/>
              <a:gd name="connsiteX30" fmla="*/ 307787 w 579727"/>
              <a:gd name="connsiteY30" fmla="*/ 415873 h 578710"/>
              <a:gd name="connsiteX31" fmla="*/ 335054 w 579727"/>
              <a:gd name="connsiteY31" fmla="*/ 415873 h 578710"/>
              <a:gd name="connsiteX32" fmla="*/ 335054 w 579727"/>
              <a:gd name="connsiteY32" fmla="*/ 434196 h 578710"/>
              <a:gd name="connsiteX33" fmla="*/ 307787 w 579727"/>
              <a:gd name="connsiteY33" fmla="*/ 434196 h 578710"/>
              <a:gd name="connsiteX34" fmla="*/ 125050 w 579727"/>
              <a:gd name="connsiteY34" fmla="*/ 403706 h 578710"/>
              <a:gd name="connsiteX35" fmla="*/ 56407 w 579727"/>
              <a:gd name="connsiteY35" fmla="*/ 472216 h 578710"/>
              <a:gd name="connsiteX36" fmla="*/ 53008 w 579727"/>
              <a:gd name="connsiteY36" fmla="*/ 479678 h 578710"/>
              <a:gd name="connsiteX37" fmla="*/ 56407 w 579727"/>
              <a:gd name="connsiteY37" fmla="*/ 486461 h 578710"/>
              <a:gd name="connsiteX38" fmla="*/ 70679 w 579727"/>
              <a:gd name="connsiteY38" fmla="*/ 486461 h 578710"/>
              <a:gd name="connsiteX39" fmla="*/ 139322 w 579727"/>
              <a:gd name="connsiteY39" fmla="*/ 417951 h 578710"/>
              <a:gd name="connsiteX40" fmla="*/ 125050 w 579727"/>
              <a:gd name="connsiteY40" fmla="*/ 403706 h 578710"/>
              <a:gd name="connsiteX41" fmla="*/ 470937 w 579727"/>
              <a:gd name="connsiteY41" fmla="*/ 325652 h 578710"/>
              <a:gd name="connsiteX42" fmla="*/ 470937 w 579727"/>
              <a:gd name="connsiteY42" fmla="*/ 398245 h 578710"/>
              <a:gd name="connsiteX43" fmla="*/ 470257 w 579727"/>
              <a:gd name="connsiteY43" fmla="*/ 400958 h 578710"/>
              <a:gd name="connsiteX44" fmla="*/ 447831 w 579727"/>
              <a:gd name="connsiteY44" fmla="*/ 461340 h 578710"/>
              <a:gd name="connsiteX45" fmla="*/ 530738 w 579727"/>
              <a:gd name="connsiteY45" fmla="*/ 461340 h 578710"/>
              <a:gd name="connsiteX46" fmla="*/ 508312 w 579727"/>
              <a:gd name="connsiteY46" fmla="*/ 400958 h 578710"/>
              <a:gd name="connsiteX47" fmla="*/ 507633 w 579727"/>
              <a:gd name="connsiteY47" fmla="*/ 398245 h 578710"/>
              <a:gd name="connsiteX48" fmla="*/ 507633 w 579727"/>
              <a:gd name="connsiteY48" fmla="*/ 325652 h 578710"/>
              <a:gd name="connsiteX49" fmla="*/ 208604 w 579727"/>
              <a:gd name="connsiteY49" fmla="*/ 280164 h 578710"/>
              <a:gd name="connsiteX50" fmla="*/ 154244 w 579727"/>
              <a:gd name="connsiteY50" fmla="*/ 334442 h 578710"/>
              <a:gd name="connsiteX51" fmla="*/ 208604 w 579727"/>
              <a:gd name="connsiteY51" fmla="*/ 388719 h 578710"/>
              <a:gd name="connsiteX52" fmla="*/ 262963 w 579727"/>
              <a:gd name="connsiteY52" fmla="*/ 334442 h 578710"/>
              <a:gd name="connsiteX53" fmla="*/ 208604 w 579727"/>
              <a:gd name="connsiteY53" fmla="*/ 280164 h 578710"/>
              <a:gd name="connsiteX54" fmla="*/ 208604 w 579727"/>
              <a:gd name="connsiteY54" fmla="*/ 262524 h 578710"/>
              <a:gd name="connsiteX55" fmla="*/ 280630 w 579727"/>
              <a:gd name="connsiteY55" fmla="*/ 334442 h 578710"/>
              <a:gd name="connsiteX56" fmla="*/ 208604 w 579727"/>
              <a:gd name="connsiteY56" fmla="*/ 407038 h 578710"/>
              <a:gd name="connsiteX57" fmla="*/ 135898 w 579727"/>
              <a:gd name="connsiteY57" fmla="*/ 334442 h 578710"/>
              <a:gd name="connsiteX58" fmla="*/ 208604 w 579727"/>
              <a:gd name="connsiteY58" fmla="*/ 262524 h 578710"/>
              <a:gd name="connsiteX59" fmla="*/ 208645 w 579727"/>
              <a:gd name="connsiteY59" fmla="*/ 244302 h 578710"/>
              <a:gd name="connsiteX60" fmla="*/ 117574 w 579727"/>
              <a:gd name="connsiteY60" fmla="*/ 334518 h 578710"/>
              <a:gd name="connsiteX61" fmla="*/ 208645 w 579727"/>
              <a:gd name="connsiteY61" fmla="*/ 425412 h 578710"/>
              <a:gd name="connsiteX62" fmla="*/ 299036 w 579727"/>
              <a:gd name="connsiteY62" fmla="*/ 334518 h 578710"/>
              <a:gd name="connsiteX63" fmla="*/ 208645 w 579727"/>
              <a:gd name="connsiteY63" fmla="*/ 244302 h 578710"/>
              <a:gd name="connsiteX64" fmla="*/ 208645 w 579727"/>
              <a:gd name="connsiteY64" fmla="*/ 225987 h 578710"/>
              <a:gd name="connsiteX65" fmla="*/ 317386 w 579727"/>
              <a:gd name="connsiteY65" fmla="*/ 334518 h 578710"/>
              <a:gd name="connsiteX66" fmla="*/ 208645 w 579727"/>
              <a:gd name="connsiteY66" fmla="*/ 443049 h 578710"/>
              <a:gd name="connsiteX67" fmla="*/ 154274 w 579727"/>
              <a:gd name="connsiteY67" fmla="*/ 428804 h 578710"/>
              <a:gd name="connsiteX68" fmla="*/ 83592 w 579727"/>
              <a:gd name="connsiteY68" fmla="*/ 499349 h 578710"/>
              <a:gd name="connsiteX69" fmla="*/ 63203 w 579727"/>
              <a:gd name="connsiteY69" fmla="*/ 507489 h 578710"/>
              <a:gd name="connsiteX70" fmla="*/ 43494 w 579727"/>
              <a:gd name="connsiteY70" fmla="*/ 499349 h 578710"/>
              <a:gd name="connsiteX71" fmla="*/ 35338 w 579727"/>
              <a:gd name="connsiteY71" fmla="*/ 479678 h 578710"/>
              <a:gd name="connsiteX72" fmla="*/ 43494 w 579727"/>
              <a:gd name="connsiteY72" fmla="*/ 459328 h 578710"/>
              <a:gd name="connsiteX73" fmla="*/ 114176 w 579727"/>
              <a:gd name="connsiteY73" fmla="*/ 388783 h 578710"/>
              <a:gd name="connsiteX74" fmla="*/ 99903 w 579727"/>
              <a:gd name="connsiteY74" fmla="*/ 334518 h 578710"/>
              <a:gd name="connsiteX75" fmla="*/ 208645 w 579727"/>
              <a:gd name="connsiteY75" fmla="*/ 225987 h 578710"/>
              <a:gd name="connsiteX76" fmla="*/ 35992 w 579727"/>
              <a:gd name="connsiteY76" fmla="*/ 225987 h 578710"/>
              <a:gd name="connsiteX77" fmla="*/ 81582 w 579727"/>
              <a:gd name="connsiteY77" fmla="*/ 225987 h 578710"/>
              <a:gd name="connsiteX78" fmla="*/ 81582 w 579727"/>
              <a:gd name="connsiteY78" fmla="*/ 244201 h 578710"/>
              <a:gd name="connsiteX79" fmla="*/ 35992 w 579727"/>
              <a:gd name="connsiteY79" fmla="*/ 244201 h 578710"/>
              <a:gd name="connsiteX80" fmla="*/ 90417 w 579727"/>
              <a:gd name="connsiteY80" fmla="*/ 189995 h 578710"/>
              <a:gd name="connsiteX81" fmla="*/ 135898 w 579727"/>
              <a:gd name="connsiteY81" fmla="*/ 189995 h 578710"/>
              <a:gd name="connsiteX82" fmla="*/ 135898 w 579727"/>
              <a:gd name="connsiteY82" fmla="*/ 208318 h 578710"/>
              <a:gd name="connsiteX83" fmla="*/ 90417 w 579727"/>
              <a:gd name="connsiteY83" fmla="*/ 208318 h 578710"/>
              <a:gd name="connsiteX84" fmla="*/ 35992 w 579727"/>
              <a:gd name="connsiteY84" fmla="*/ 189995 h 578710"/>
              <a:gd name="connsiteX85" fmla="*/ 72748 w 579727"/>
              <a:gd name="connsiteY85" fmla="*/ 189995 h 578710"/>
              <a:gd name="connsiteX86" fmla="*/ 72748 w 579727"/>
              <a:gd name="connsiteY86" fmla="*/ 208318 h 578710"/>
              <a:gd name="connsiteX87" fmla="*/ 35992 w 579727"/>
              <a:gd name="connsiteY87" fmla="*/ 208318 h 578710"/>
              <a:gd name="connsiteX88" fmla="*/ 35992 w 579727"/>
              <a:gd name="connsiteY88" fmla="*/ 154003 h 578710"/>
              <a:gd name="connsiteX89" fmla="*/ 235803 w 579727"/>
              <a:gd name="connsiteY89" fmla="*/ 154003 h 578710"/>
              <a:gd name="connsiteX90" fmla="*/ 235803 w 579727"/>
              <a:gd name="connsiteY90" fmla="*/ 171672 h 578710"/>
              <a:gd name="connsiteX91" fmla="*/ 35992 w 579727"/>
              <a:gd name="connsiteY91" fmla="*/ 171672 h 578710"/>
              <a:gd name="connsiteX92" fmla="*/ 271825 w 579727"/>
              <a:gd name="connsiteY92" fmla="*/ 121441 h 578710"/>
              <a:gd name="connsiteX93" fmla="*/ 271825 w 579727"/>
              <a:gd name="connsiteY93" fmla="*/ 189963 h 578710"/>
              <a:gd name="connsiteX94" fmla="*/ 340461 w 579727"/>
              <a:gd name="connsiteY94" fmla="*/ 189963 h 578710"/>
              <a:gd name="connsiteX95" fmla="*/ 45531 w 579727"/>
              <a:gd name="connsiteY95" fmla="*/ 108550 h 578710"/>
              <a:gd name="connsiteX96" fmla="*/ 18348 w 579727"/>
              <a:gd name="connsiteY96" fmla="*/ 135688 h 578710"/>
              <a:gd name="connsiteX97" fmla="*/ 18348 w 579727"/>
              <a:gd name="connsiteY97" fmla="*/ 533933 h 578710"/>
              <a:gd name="connsiteX98" fmla="*/ 45531 w 579727"/>
              <a:gd name="connsiteY98" fmla="*/ 561071 h 578710"/>
              <a:gd name="connsiteX99" fmla="*/ 326190 w 579727"/>
              <a:gd name="connsiteY99" fmla="*/ 561071 h 578710"/>
              <a:gd name="connsiteX100" fmla="*/ 353372 w 579727"/>
              <a:gd name="connsiteY100" fmla="*/ 533933 h 578710"/>
              <a:gd name="connsiteX101" fmla="*/ 353372 w 579727"/>
              <a:gd name="connsiteY101" fmla="*/ 208281 h 578710"/>
              <a:gd name="connsiteX102" fmla="*/ 262991 w 579727"/>
              <a:gd name="connsiteY102" fmla="*/ 208281 h 578710"/>
              <a:gd name="connsiteX103" fmla="*/ 253477 w 579727"/>
              <a:gd name="connsiteY103" fmla="*/ 198783 h 578710"/>
              <a:gd name="connsiteX104" fmla="*/ 253477 w 579727"/>
              <a:gd name="connsiteY104" fmla="*/ 108550 h 578710"/>
              <a:gd name="connsiteX105" fmla="*/ 412494 w 579727"/>
              <a:gd name="connsiteY105" fmla="*/ 37314 h 578710"/>
              <a:gd name="connsiteX106" fmla="*/ 411135 w 579727"/>
              <a:gd name="connsiteY106" fmla="*/ 40028 h 578710"/>
              <a:gd name="connsiteX107" fmla="*/ 410455 w 579727"/>
              <a:gd name="connsiteY107" fmla="*/ 40706 h 578710"/>
              <a:gd name="connsiteX108" fmla="*/ 408417 w 579727"/>
              <a:gd name="connsiteY108" fmla="*/ 46134 h 578710"/>
              <a:gd name="connsiteX109" fmla="*/ 408417 w 579727"/>
              <a:gd name="connsiteY109" fmla="*/ 48169 h 578710"/>
              <a:gd name="connsiteX110" fmla="*/ 407737 w 579727"/>
              <a:gd name="connsiteY110" fmla="*/ 54275 h 578710"/>
              <a:gd name="connsiteX111" fmla="*/ 408417 w 579727"/>
              <a:gd name="connsiteY111" fmla="*/ 60381 h 578710"/>
              <a:gd name="connsiteX112" fmla="*/ 408417 w 579727"/>
              <a:gd name="connsiteY112" fmla="*/ 62416 h 578710"/>
              <a:gd name="connsiteX113" fmla="*/ 410455 w 579727"/>
              <a:gd name="connsiteY113" fmla="*/ 67844 h 578710"/>
              <a:gd name="connsiteX114" fmla="*/ 411135 w 579727"/>
              <a:gd name="connsiteY114" fmla="*/ 68522 h 578710"/>
              <a:gd name="connsiteX115" fmla="*/ 412494 w 579727"/>
              <a:gd name="connsiteY115" fmla="*/ 71236 h 578710"/>
              <a:gd name="connsiteX116" fmla="*/ 413853 w 579727"/>
              <a:gd name="connsiteY116" fmla="*/ 68522 h 578710"/>
              <a:gd name="connsiteX117" fmla="*/ 413853 w 579727"/>
              <a:gd name="connsiteY117" fmla="*/ 67844 h 578710"/>
              <a:gd name="connsiteX118" fmla="*/ 415892 w 579727"/>
              <a:gd name="connsiteY118" fmla="*/ 62416 h 578710"/>
              <a:gd name="connsiteX119" fmla="*/ 415892 w 579727"/>
              <a:gd name="connsiteY119" fmla="*/ 60381 h 578710"/>
              <a:gd name="connsiteX120" fmla="*/ 416572 w 579727"/>
              <a:gd name="connsiteY120" fmla="*/ 54275 h 578710"/>
              <a:gd name="connsiteX121" fmla="*/ 415892 w 579727"/>
              <a:gd name="connsiteY121" fmla="*/ 48169 h 578710"/>
              <a:gd name="connsiteX122" fmla="*/ 415892 w 579727"/>
              <a:gd name="connsiteY122" fmla="*/ 46134 h 578710"/>
              <a:gd name="connsiteX123" fmla="*/ 413853 w 579727"/>
              <a:gd name="connsiteY123" fmla="*/ 40706 h 578710"/>
              <a:gd name="connsiteX124" fmla="*/ 413853 w 579727"/>
              <a:gd name="connsiteY124" fmla="*/ 40028 h 578710"/>
              <a:gd name="connsiteX125" fmla="*/ 412494 w 579727"/>
              <a:gd name="connsiteY125" fmla="*/ 37314 h 578710"/>
              <a:gd name="connsiteX126" fmla="*/ 348615 w 579727"/>
              <a:gd name="connsiteY126" fmla="*/ 37314 h 578710"/>
              <a:gd name="connsiteX127" fmla="*/ 347256 w 579727"/>
              <a:gd name="connsiteY127" fmla="*/ 40028 h 578710"/>
              <a:gd name="connsiteX128" fmla="*/ 347256 w 579727"/>
              <a:gd name="connsiteY128" fmla="*/ 40706 h 578710"/>
              <a:gd name="connsiteX129" fmla="*/ 345218 w 579727"/>
              <a:gd name="connsiteY129" fmla="*/ 46134 h 578710"/>
              <a:gd name="connsiteX130" fmla="*/ 345218 w 579727"/>
              <a:gd name="connsiteY130" fmla="*/ 48169 h 578710"/>
              <a:gd name="connsiteX131" fmla="*/ 344538 w 579727"/>
              <a:gd name="connsiteY131" fmla="*/ 54275 h 578710"/>
              <a:gd name="connsiteX132" fmla="*/ 345218 w 579727"/>
              <a:gd name="connsiteY132" fmla="*/ 60381 h 578710"/>
              <a:gd name="connsiteX133" fmla="*/ 345218 w 579727"/>
              <a:gd name="connsiteY133" fmla="*/ 62416 h 578710"/>
              <a:gd name="connsiteX134" fmla="*/ 347256 w 579727"/>
              <a:gd name="connsiteY134" fmla="*/ 67844 h 578710"/>
              <a:gd name="connsiteX135" fmla="*/ 347256 w 579727"/>
              <a:gd name="connsiteY135" fmla="*/ 68522 h 578710"/>
              <a:gd name="connsiteX136" fmla="*/ 348615 w 579727"/>
              <a:gd name="connsiteY136" fmla="*/ 71236 h 578710"/>
              <a:gd name="connsiteX137" fmla="*/ 349974 w 579727"/>
              <a:gd name="connsiteY137" fmla="*/ 68522 h 578710"/>
              <a:gd name="connsiteX138" fmla="*/ 350654 w 579727"/>
              <a:gd name="connsiteY138" fmla="*/ 67844 h 578710"/>
              <a:gd name="connsiteX139" fmla="*/ 352693 w 579727"/>
              <a:gd name="connsiteY139" fmla="*/ 62416 h 578710"/>
              <a:gd name="connsiteX140" fmla="*/ 352693 w 579727"/>
              <a:gd name="connsiteY140" fmla="*/ 60381 h 578710"/>
              <a:gd name="connsiteX141" fmla="*/ 353372 w 579727"/>
              <a:gd name="connsiteY141" fmla="*/ 54275 h 578710"/>
              <a:gd name="connsiteX142" fmla="*/ 352693 w 579727"/>
              <a:gd name="connsiteY142" fmla="*/ 48169 h 578710"/>
              <a:gd name="connsiteX143" fmla="*/ 352693 w 579727"/>
              <a:gd name="connsiteY143" fmla="*/ 46134 h 578710"/>
              <a:gd name="connsiteX144" fmla="*/ 350654 w 579727"/>
              <a:gd name="connsiteY144" fmla="*/ 40706 h 578710"/>
              <a:gd name="connsiteX145" fmla="*/ 349974 w 579727"/>
              <a:gd name="connsiteY145" fmla="*/ 40028 h 578710"/>
              <a:gd name="connsiteX146" fmla="*/ 348615 w 579727"/>
              <a:gd name="connsiteY146" fmla="*/ 37314 h 578710"/>
              <a:gd name="connsiteX147" fmla="*/ 317355 w 579727"/>
              <a:gd name="connsiteY147" fmla="*/ 0 h 578710"/>
              <a:gd name="connsiteX148" fmla="*/ 348615 w 579727"/>
              <a:gd name="connsiteY148" fmla="*/ 10177 h 578710"/>
              <a:gd name="connsiteX149" fmla="*/ 380555 w 579727"/>
              <a:gd name="connsiteY149" fmla="*/ 0 h 578710"/>
              <a:gd name="connsiteX150" fmla="*/ 412494 w 579727"/>
              <a:gd name="connsiteY150" fmla="*/ 10177 h 578710"/>
              <a:gd name="connsiteX151" fmla="*/ 443754 w 579727"/>
              <a:gd name="connsiteY151" fmla="*/ 0 h 578710"/>
              <a:gd name="connsiteX152" fmla="*/ 481809 w 579727"/>
              <a:gd name="connsiteY152" fmla="*/ 15604 h 578710"/>
              <a:gd name="connsiteX153" fmla="*/ 498119 w 579727"/>
              <a:gd name="connsiteY153" fmla="*/ 54275 h 578710"/>
              <a:gd name="connsiteX154" fmla="*/ 498119 w 579727"/>
              <a:gd name="connsiteY154" fmla="*/ 307334 h 578710"/>
              <a:gd name="connsiteX155" fmla="*/ 516467 w 579727"/>
              <a:gd name="connsiteY155" fmla="*/ 307334 h 578710"/>
              <a:gd name="connsiteX156" fmla="*/ 525301 w 579727"/>
              <a:gd name="connsiteY156" fmla="*/ 316832 h 578710"/>
              <a:gd name="connsiteX157" fmla="*/ 525301 w 579727"/>
              <a:gd name="connsiteY157" fmla="*/ 396209 h 578710"/>
              <a:gd name="connsiteX158" fmla="*/ 578987 w 579727"/>
              <a:gd name="connsiteY158" fmla="*/ 539361 h 578710"/>
              <a:gd name="connsiteX159" fmla="*/ 578307 w 579727"/>
              <a:gd name="connsiteY159" fmla="*/ 547502 h 578710"/>
              <a:gd name="connsiteX160" fmla="*/ 559959 w 579727"/>
              <a:gd name="connsiteY160" fmla="*/ 574639 h 578710"/>
              <a:gd name="connsiteX161" fmla="*/ 552484 w 579727"/>
              <a:gd name="connsiteY161" fmla="*/ 578710 h 578710"/>
              <a:gd name="connsiteX162" fmla="*/ 426085 w 579727"/>
              <a:gd name="connsiteY162" fmla="*/ 578710 h 578710"/>
              <a:gd name="connsiteX163" fmla="*/ 418610 w 579727"/>
              <a:gd name="connsiteY163" fmla="*/ 574639 h 578710"/>
              <a:gd name="connsiteX164" fmla="*/ 400262 w 579727"/>
              <a:gd name="connsiteY164" fmla="*/ 547502 h 578710"/>
              <a:gd name="connsiteX165" fmla="*/ 399583 w 579727"/>
              <a:gd name="connsiteY165" fmla="*/ 539361 h 578710"/>
              <a:gd name="connsiteX166" fmla="*/ 453268 w 579727"/>
              <a:gd name="connsiteY166" fmla="*/ 396209 h 578710"/>
              <a:gd name="connsiteX167" fmla="*/ 453268 w 579727"/>
              <a:gd name="connsiteY167" fmla="*/ 316832 h 578710"/>
              <a:gd name="connsiteX168" fmla="*/ 462102 w 579727"/>
              <a:gd name="connsiteY168" fmla="*/ 307334 h 578710"/>
              <a:gd name="connsiteX169" fmla="*/ 480450 w 579727"/>
              <a:gd name="connsiteY169" fmla="*/ 307334 h 578710"/>
              <a:gd name="connsiteX170" fmla="*/ 480450 w 579727"/>
              <a:gd name="connsiteY170" fmla="*/ 54275 h 578710"/>
              <a:gd name="connsiteX171" fmla="*/ 469577 w 579727"/>
              <a:gd name="connsiteY171" fmla="*/ 28494 h 578710"/>
              <a:gd name="connsiteX172" fmla="*/ 425406 w 579727"/>
              <a:gd name="connsiteY172" fmla="*/ 23067 h 578710"/>
              <a:gd name="connsiteX173" fmla="*/ 425406 w 579727"/>
              <a:gd name="connsiteY173" fmla="*/ 23745 h 578710"/>
              <a:gd name="connsiteX174" fmla="*/ 428804 w 579727"/>
              <a:gd name="connsiteY174" fmla="*/ 29851 h 578710"/>
              <a:gd name="connsiteX175" fmla="*/ 429483 w 579727"/>
              <a:gd name="connsiteY175" fmla="*/ 31208 h 578710"/>
              <a:gd name="connsiteX176" fmla="*/ 432201 w 579727"/>
              <a:gd name="connsiteY176" fmla="*/ 37314 h 578710"/>
              <a:gd name="connsiteX177" fmla="*/ 432201 w 579727"/>
              <a:gd name="connsiteY177" fmla="*/ 37993 h 578710"/>
              <a:gd name="connsiteX178" fmla="*/ 434240 w 579727"/>
              <a:gd name="connsiteY178" fmla="*/ 45455 h 578710"/>
              <a:gd name="connsiteX179" fmla="*/ 434240 w 579727"/>
              <a:gd name="connsiteY179" fmla="*/ 46812 h 578710"/>
              <a:gd name="connsiteX180" fmla="*/ 434920 w 579727"/>
              <a:gd name="connsiteY180" fmla="*/ 54275 h 578710"/>
              <a:gd name="connsiteX181" fmla="*/ 418610 w 579727"/>
              <a:gd name="connsiteY181" fmla="*/ 92946 h 578710"/>
              <a:gd name="connsiteX182" fmla="*/ 412494 w 579727"/>
              <a:gd name="connsiteY182" fmla="*/ 95660 h 578710"/>
              <a:gd name="connsiteX183" fmla="*/ 405699 w 579727"/>
              <a:gd name="connsiteY183" fmla="*/ 92946 h 578710"/>
              <a:gd name="connsiteX184" fmla="*/ 389389 w 579727"/>
              <a:gd name="connsiteY184" fmla="*/ 54275 h 578710"/>
              <a:gd name="connsiteX185" fmla="*/ 390069 w 579727"/>
              <a:gd name="connsiteY185" fmla="*/ 46812 h 578710"/>
              <a:gd name="connsiteX186" fmla="*/ 390748 w 579727"/>
              <a:gd name="connsiteY186" fmla="*/ 45455 h 578710"/>
              <a:gd name="connsiteX187" fmla="*/ 392107 w 579727"/>
              <a:gd name="connsiteY187" fmla="*/ 37993 h 578710"/>
              <a:gd name="connsiteX188" fmla="*/ 392107 w 579727"/>
              <a:gd name="connsiteY188" fmla="*/ 37314 h 578710"/>
              <a:gd name="connsiteX189" fmla="*/ 394826 w 579727"/>
              <a:gd name="connsiteY189" fmla="*/ 31208 h 578710"/>
              <a:gd name="connsiteX190" fmla="*/ 395505 w 579727"/>
              <a:gd name="connsiteY190" fmla="*/ 29851 h 578710"/>
              <a:gd name="connsiteX191" fmla="*/ 398903 w 579727"/>
              <a:gd name="connsiteY191" fmla="*/ 23745 h 578710"/>
              <a:gd name="connsiteX192" fmla="*/ 399583 w 579727"/>
              <a:gd name="connsiteY192" fmla="*/ 23067 h 578710"/>
              <a:gd name="connsiteX193" fmla="*/ 361527 w 579727"/>
              <a:gd name="connsiteY193" fmla="*/ 23067 h 578710"/>
              <a:gd name="connsiteX194" fmla="*/ 362207 w 579727"/>
              <a:gd name="connsiteY194" fmla="*/ 23745 h 578710"/>
              <a:gd name="connsiteX195" fmla="*/ 365604 w 579727"/>
              <a:gd name="connsiteY195" fmla="*/ 29851 h 578710"/>
              <a:gd name="connsiteX196" fmla="*/ 366284 w 579727"/>
              <a:gd name="connsiteY196" fmla="*/ 31208 h 578710"/>
              <a:gd name="connsiteX197" fmla="*/ 369002 w 579727"/>
              <a:gd name="connsiteY197" fmla="*/ 37314 h 578710"/>
              <a:gd name="connsiteX198" fmla="*/ 369002 w 579727"/>
              <a:gd name="connsiteY198" fmla="*/ 37993 h 578710"/>
              <a:gd name="connsiteX199" fmla="*/ 370361 w 579727"/>
              <a:gd name="connsiteY199" fmla="*/ 45455 h 578710"/>
              <a:gd name="connsiteX200" fmla="*/ 371041 w 579727"/>
              <a:gd name="connsiteY200" fmla="*/ 46812 h 578710"/>
              <a:gd name="connsiteX201" fmla="*/ 371720 w 579727"/>
              <a:gd name="connsiteY201" fmla="*/ 54275 h 578710"/>
              <a:gd name="connsiteX202" fmla="*/ 355411 w 579727"/>
              <a:gd name="connsiteY202" fmla="*/ 92946 h 578710"/>
              <a:gd name="connsiteX203" fmla="*/ 348615 w 579727"/>
              <a:gd name="connsiteY203" fmla="*/ 95660 h 578710"/>
              <a:gd name="connsiteX204" fmla="*/ 342499 w 579727"/>
              <a:gd name="connsiteY204" fmla="*/ 92946 h 578710"/>
              <a:gd name="connsiteX205" fmla="*/ 326190 w 579727"/>
              <a:gd name="connsiteY205" fmla="*/ 54275 h 578710"/>
              <a:gd name="connsiteX206" fmla="*/ 326869 w 579727"/>
              <a:gd name="connsiteY206" fmla="*/ 46812 h 578710"/>
              <a:gd name="connsiteX207" fmla="*/ 326869 w 579727"/>
              <a:gd name="connsiteY207" fmla="*/ 45455 h 578710"/>
              <a:gd name="connsiteX208" fmla="*/ 328908 w 579727"/>
              <a:gd name="connsiteY208" fmla="*/ 37993 h 578710"/>
              <a:gd name="connsiteX209" fmla="*/ 328908 w 579727"/>
              <a:gd name="connsiteY209" fmla="*/ 37314 h 578710"/>
              <a:gd name="connsiteX210" fmla="*/ 331626 w 579727"/>
              <a:gd name="connsiteY210" fmla="*/ 31208 h 578710"/>
              <a:gd name="connsiteX211" fmla="*/ 332306 w 579727"/>
              <a:gd name="connsiteY211" fmla="*/ 29851 h 578710"/>
              <a:gd name="connsiteX212" fmla="*/ 335704 w 579727"/>
              <a:gd name="connsiteY212" fmla="*/ 23745 h 578710"/>
              <a:gd name="connsiteX213" fmla="*/ 335704 w 579727"/>
              <a:gd name="connsiteY213" fmla="*/ 23067 h 578710"/>
              <a:gd name="connsiteX214" fmla="*/ 317355 w 579727"/>
              <a:gd name="connsiteY214" fmla="*/ 18318 h 578710"/>
              <a:gd name="connsiteX215" fmla="*/ 280659 w 579727"/>
              <a:gd name="connsiteY215" fmla="*/ 54275 h 578710"/>
              <a:gd name="connsiteX216" fmla="*/ 271825 w 579727"/>
              <a:gd name="connsiteY216" fmla="*/ 63095 h 578710"/>
              <a:gd name="connsiteX217" fmla="*/ 199112 w 579727"/>
              <a:gd name="connsiteY217" fmla="*/ 63095 h 578710"/>
              <a:gd name="connsiteX218" fmla="*/ 171929 w 579727"/>
              <a:gd name="connsiteY218" fmla="*/ 90233 h 578710"/>
              <a:gd name="connsiteX219" fmla="*/ 262991 w 579727"/>
              <a:gd name="connsiteY219" fmla="*/ 90233 h 578710"/>
              <a:gd name="connsiteX220" fmla="*/ 262991 w 579727"/>
              <a:gd name="connsiteY220" fmla="*/ 90911 h 578710"/>
              <a:gd name="connsiteX221" fmla="*/ 265709 w 579727"/>
              <a:gd name="connsiteY221" fmla="*/ 90911 h 578710"/>
              <a:gd name="connsiteX222" fmla="*/ 266388 w 579727"/>
              <a:gd name="connsiteY222" fmla="*/ 91589 h 578710"/>
              <a:gd name="connsiteX223" fmla="*/ 269107 w 579727"/>
              <a:gd name="connsiteY223" fmla="*/ 92946 h 578710"/>
              <a:gd name="connsiteX224" fmla="*/ 369002 w 579727"/>
              <a:gd name="connsiteY224" fmla="*/ 192677 h 578710"/>
              <a:gd name="connsiteX225" fmla="*/ 370361 w 579727"/>
              <a:gd name="connsiteY225" fmla="*/ 195391 h 578710"/>
              <a:gd name="connsiteX226" fmla="*/ 371041 w 579727"/>
              <a:gd name="connsiteY226" fmla="*/ 196069 h 578710"/>
              <a:gd name="connsiteX227" fmla="*/ 371041 w 579727"/>
              <a:gd name="connsiteY227" fmla="*/ 198105 h 578710"/>
              <a:gd name="connsiteX228" fmla="*/ 371720 w 579727"/>
              <a:gd name="connsiteY228" fmla="*/ 198783 h 578710"/>
              <a:gd name="connsiteX229" fmla="*/ 371720 w 579727"/>
              <a:gd name="connsiteY229" fmla="*/ 533933 h 578710"/>
              <a:gd name="connsiteX230" fmla="*/ 326190 w 579727"/>
              <a:gd name="connsiteY230" fmla="*/ 578710 h 578710"/>
              <a:gd name="connsiteX231" fmla="*/ 45531 w 579727"/>
              <a:gd name="connsiteY231" fmla="*/ 578710 h 578710"/>
              <a:gd name="connsiteX232" fmla="*/ 0 w 579727"/>
              <a:gd name="connsiteY232" fmla="*/ 533933 h 578710"/>
              <a:gd name="connsiteX233" fmla="*/ 0 w 579727"/>
              <a:gd name="connsiteY233" fmla="*/ 135688 h 578710"/>
              <a:gd name="connsiteX234" fmla="*/ 45531 w 579727"/>
              <a:gd name="connsiteY234" fmla="*/ 90233 h 578710"/>
              <a:gd name="connsiteX235" fmla="*/ 154261 w 579727"/>
              <a:gd name="connsiteY235" fmla="*/ 90233 h 578710"/>
              <a:gd name="connsiteX236" fmla="*/ 199112 w 579727"/>
              <a:gd name="connsiteY236" fmla="*/ 45455 h 578710"/>
              <a:gd name="connsiteX237" fmla="*/ 263670 w 579727"/>
              <a:gd name="connsiteY237" fmla="*/ 45455 h 578710"/>
              <a:gd name="connsiteX238" fmla="*/ 317355 w 579727"/>
              <a:gd name="connsiteY238" fmla="*/ 0 h 578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Lst>
            <a:rect l="l" t="t" r="r" b="b"/>
            <a:pathLst>
              <a:path w="579727" h="578710">
                <a:moveTo>
                  <a:pt x="516433" y="524504"/>
                </a:moveTo>
                <a:lnTo>
                  <a:pt x="534756" y="524504"/>
                </a:lnTo>
                <a:lnTo>
                  <a:pt x="534756" y="542827"/>
                </a:lnTo>
                <a:lnTo>
                  <a:pt x="516433" y="542827"/>
                </a:lnTo>
                <a:close/>
                <a:moveTo>
                  <a:pt x="480441" y="524504"/>
                </a:moveTo>
                <a:lnTo>
                  <a:pt x="498110" y="524504"/>
                </a:lnTo>
                <a:lnTo>
                  <a:pt x="498110" y="542827"/>
                </a:lnTo>
                <a:lnTo>
                  <a:pt x="480441" y="542827"/>
                </a:lnTo>
                <a:close/>
                <a:moveTo>
                  <a:pt x="443794" y="524504"/>
                </a:moveTo>
                <a:lnTo>
                  <a:pt x="462117" y="524504"/>
                </a:lnTo>
                <a:lnTo>
                  <a:pt x="462117" y="542827"/>
                </a:lnTo>
                <a:lnTo>
                  <a:pt x="443794" y="542827"/>
                </a:lnTo>
                <a:close/>
                <a:moveTo>
                  <a:pt x="244637" y="488512"/>
                </a:moveTo>
                <a:lnTo>
                  <a:pt x="335054" y="488512"/>
                </a:lnTo>
                <a:lnTo>
                  <a:pt x="335054" y="506835"/>
                </a:lnTo>
                <a:lnTo>
                  <a:pt x="244637" y="506835"/>
                </a:lnTo>
                <a:close/>
                <a:moveTo>
                  <a:pt x="117574" y="488512"/>
                </a:moveTo>
                <a:lnTo>
                  <a:pt x="226314" y="488512"/>
                </a:lnTo>
                <a:lnTo>
                  <a:pt x="226314" y="506835"/>
                </a:lnTo>
                <a:lnTo>
                  <a:pt x="117574" y="506835"/>
                </a:lnTo>
                <a:close/>
                <a:moveTo>
                  <a:pt x="441036" y="479658"/>
                </a:moveTo>
                <a:lnTo>
                  <a:pt x="417931" y="541396"/>
                </a:lnTo>
                <a:lnTo>
                  <a:pt x="430842" y="561071"/>
                </a:lnTo>
                <a:lnTo>
                  <a:pt x="547727" y="561071"/>
                </a:lnTo>
                <a:lnTo>
                  <a:pt x="560639" y="541396"/>
                </a:lnTo>
                <a:lnTo>
                  <a:pt x="537534" y="479658"/>
                </a:lnTo>
                <a:close/>
                <a:moveTo>
                  <a:pt x="271795" y="452519"/>
                </a:moveTo>
                <a:lnTo>
                  <a:pt x="335054" y="452519"/>
                </a:lnTo>
                <a:lnTo>
                  <a:pt x="335054" y="470188"/>
                </a:lnTo>
                <a:lnTo>
                  <a:pt x="271795" y="470188"/>
                </a:lnTo>
                <a:close/>
                <a:moveTo>
                  <a:pt x="307787" y="415873"/>
                </a:moveTo>
                <a:lnTo>
                  <a:pt x="335054" y="415873"/>
                </a:lnTo>
                <a:lnTo>
                  <a:pt x="335054" y="434196"/>
                </a:lnTo>
                <a:lnTo>
                  <a:pt x="307787" y="434196"/>
                </a:lnTo>
                <a:close/>
                <a:moveTo>
                  <a:pt x="125050" y="403706"/>
                </a:moveTo>
                <a:lnTo>
                  <a:pt x="56407" y="472216"/>
                </a:lnTo>
                <a:cubicBezTo>
                  <a:pt x="54368" y="474251"/>
                  <a:pt x="53008" y="476965"/>
                  <a:pt x="53008" y="479678"/>
                </a:cubicBezTo>
                <a:cubicBezTo>
                  <a:pt x="53008" y="482391"/>
                  <a:pt x="54368" y="484426"/>
                  <a:pt x="56407" y="486461"/>
                </a:cubicBezTo>
                <a:cubicBezTo>
                  <a:pt x="60484" y="490531"/>
                  <a:pt x="66601" y="490531"/>
                  <a:pt x="70679" y="486461"/>
                </a:cubicBezTo>
                <a:lnTo>
                  <a:pt x="139322" y="417951"/>
                </a:lnTo>
                <a:cubicBezTo>
                  <a:pt x="133885" y="413881"/>
                  <a:pt x="129127" y="409133"/>
                  <a:pt x="125050" y="403706"/>
                </a:cubicBezTo>
                <a:close/>
                <a:moveTo>
                  <a:pt x="470937" y="325652"/>
                </a:moveTo>
                <a:lnTo>
                  <a:pt x="470937" y="398245"/>
                </a:lnTo>
                <a:cubicBezTo>
                  <a:pt x="470937" y="398923"/>
                  <a:pt x="470937" y="400280"/>
                  <a:pt x="470257" y="400958"/>
                </a:cubicBezTo>
                <a:lnTo>
                  <a:pt x="447831" y="461340"/>
                </a:lnTo>
                <a:lnTo>
                  <a:pt x="530738" y="461340"/>
                </a:lnTo>
                <a:lnTo>
                  <a:pt x="508312" y="400958"/>
                </a:lnTo>
                <a:cubicBezTo>
                  <a:pt x="507633" y="400280"/>
                  <a:pt x="507633" y="398923"/>
                  <a:pt x="507633" y="398245"/>
                </a:cubicBezTo>
                <a:lnTo>
                  <a:pt x="507633" y="325652"/>
                </a:lnTo>
                <a:close/>
                <a:moveTo>
                  <a:pt x="208604" y="280164"/>
                </a:moveTo>
                <a:cubicBezTo>
                  <a:pt x="178706" y="280164"/>
                  <a:pt x="154244" y="304589"/>
                  <a:pt x="154244" y="334442"/>
                </a:cubicBezTo>
                <a:cubicBezTo>
                  <a:pt x="154244" y="364294"/>
                  <a:pt x="178706" y="388719"/>
                  <a:pt x="208604" y="388719"/>
                </a:cubicBezTo>
                <a:cubicBezTo>
                  <a:pt x="238501" y="388719"/>
                  <a:pt x="262963" y="364294"/>
                  <a:pt x="262963" y="334442"/>
                </a:cubicBezTo>
                <a:cubicBezTo>
                  <a:pt x="262963" y="304589"/>
                  <a:pt x="238501" y="280164"/>
                  <a:pt x="208604" y="280164"/>
                </a:cubicBezTo>
                <a:close/>
                <a:moveTo>
                  <a:pt x="208604" y="262524"/>
                </a:moveTo>
                <a:cubicBezTo>
                  <a:pt x="248014" y="262524"/>
                  <a:pt x="280630" y="295090"/>
                  <a:pt x="280630" y="334442"/>
                </a:cubicBezTo>
                <a:cubicBezTo>
                  <a:pt x="280630" y="374471"/>
                  <a:pt x="248014" y="407038"/>
                  <a:pt x="208604" y="407038"/>
                </a:cubicBezTo>
                <a:cubicBezTo>
                  <a:pt x="168514" y="407038"/>
                  <a:pt x="135898" y="374471"/>
                  <a:pt x="135898" y="334442"/>
                </a:cubicBezTo>
                <a:cubicBezTo>
                  <a:pt x="135898" y="295090"/>
                  <a:pt x="168514" y="262524"/>
                  <a:pt x="208604" y="262524"/>
                </a:cubicBezTo>
                <a:close/>
                <a:moveTo>
                  <a:pt x="208645" y="244302"/>
                </a:moveTo>
                <a:cubicBezTo>
                  <a:pt x="158352" y="244302"/>
                  <a:pt x="117574" y="285001"/>
                  <a:pt x="117574" y="334518"/>
                </a:cubicBezTo>
                <a:cubicBezTo>
                  <a:pt x="117574" y="384713"/>
                  <a:pt x="158352" y="425412"/>
                  <a:pt x="208645" y="425412"/>
                </a:cubicBezTo>
                <a:cubicBezTo>
                  <a:pt x="258258" y="425412"/>
                  <a:pt x="299036" y="384713"/>
                  <a:pt x="299036" y="334518"/>
                </a:cubicBezTo>
                <a:cubicBezTo>
                  <a:pt x="299036" y="285001"/>
                  <a:pt x="258258" y="244302"/>
                  <a:pt x="208645" y="244302"/>
                </a:cubicBezTo>
                <a:close/>
                <a:moveTo>
                  <a:pt x="208645" y="225987"/>
                </a:moveTo>
                <a:cubicBezTo>
                  <a:pt x="268452" y="225987"/>
                  <a:pt x="317386" y="274826"/>
                  <a:pt x="317386" y="334518"/>
                </a:cubicBezTo>
                <a:cubicBezTo>
                  <a:pt x="317386" y="394888"/>
                  <a:pt x="268452" y="443049"/>
                  <a:pt x="208645" y="443049"/>
                </a:cubicBezTo>
                <a:cubicBezTo>
                  <a:pt x="188935" y="443049"/>
                  <a:pt x="169905" y="437622"/>
                  <a:pt x="154274" y="428804"/>
                </a:cubicBezTo>
                <a:lnTo>
                  <a:pt x="83592" y="499349"/>
                </a:lnTo>
                <a:cubicBezTo>
                  <a:pt x="78155" y="504776"/>
                  <a:pt x="70679" y="507489"/>
                  <a:pt x="63203" y="507489"/>
                </a:cubicBezTo>
                <a:cubicBezTo>
                  <a:pt x="56407" y="507489"/>
                  <a:pt x="48931" y="504776"/>
                  <a:pt x="43494" y="499349"/>
                </a:cubicBezTo>
                <a:cubicBezTo>
                  <a:pt x="38057" y="493923"/>
                  <a:pt x="35338" y="487139"/>
                  <a:pt x="35338" y="479678"/>
                </a:cubicBezTo>
                <a:cubicBezTo>
                  <a:pt x="35338" y="472216"/>
                  <a:pt x="38057" y="464755"/>
                  <a:pt x="43494" y="459328"/>
                </a:cubicBezTo>
                <a:lnTo>
                  <a:pt x="114176" y="388783"/>
                </a:lnTo>
                <a:cubicBezTo>
                  <a:pt x="105340" y="373182"/>
                  <a:pt x="99903" y="354189"/>
                  <a:pt x="99903" y="334518"/>
                </a:cubicBezTo>
                <a:cubicBezTo>
                  <a:pt x="99903" y="274826"/>
                  <a:pt x="148157" y="225987"/>
                  <a:pt x="208645" y="225987"/>
                </a:cubicBezTo>
                <a:close/>
                <a:moveTo>
                  <a:pt x="35992" y="225987"/>
                </a:moveTo>
                <a:lnTo>
                  <a:pt x="81582" y="225987"/>
                </a:lnTo>
                <a:lnTo>
                  <a:pt x="81582" y="244201"/>
                </a:lnTo>
                <a:lnTo>
                  <a:pt x="35992" y="244201"/>
                </a:lnTo>
                <a:close/>
                <a:moveTo>
                  <a:pt x="90417" y="189995"/>
                </a:moveTo>
                <a:lnTo>
                  <a:pt x="135898" y="189995"/>
                </a:lnTo>
                <a:lnTo>
                  <a:pt x="135898" y="208318"/>
                </a:lnTo>
                <a:lnTo>
                  <a:pt x="90417" y="208318"/>
                </a:lnTo>
                <a:close/>
                <a:moveTo>
                  <a:pt x="35992" y="189995"/>
                </a:moveTo>
                <a:lnTo>
                  <a:pt x="72748" y="189995"/>
                </a:lnTo>
                <a:lnTo>
                  <a:pt x="72748" y="208318"/>
                </a:lnTo>
                <a:lnTo>
                  <a:pt x="35992" y="208318"/>
                </a:lnTo>
                <a:close/>
                <a:moveTo>
                  <a:pt x="35992" y="154003"/>
                </a:moveTo>
                <a:lnTo>
                  <a:pt x="235803" y="154003"/>
                </a:lnTo>
                <a:lnTo>
                  <a:pt x="235803" y="171672"/>
                </a:lnTo>
                <a:lnTo>
                  <a:pt x="35992" y="171672"/>
                </a:lnTo>
                <a:close/>
                <a:moveTo>
                  <a:pt x="271825" y="121441"/>
                </a:moveTo>
                <a:lnTo>
                  <a:pt x="271825" y="189963"/>
                </a:lnTo>
                <a:lnTo>
                  <a:pt x="340461" y="189963"/>
                </a:lnTo>
                <a:close/>
                <a:moveTo>
                  <a:pt x="45531" y="108550"/>
                </a:moveTo>
                <a:cubicBezTo>
                  <a:pt x="30580" y="108550"/>
                  <a:pt x="18348" y="120762"/>
                  <a:pt x="18348" y="135688"/>
                </a:cubicBezTo>
                <a:lnTo>
                  <a:pt x="18348" y="533933"/>
                </a:lnTo>
                <a:cubicBezTo>
                  <a:pt x="18348" y="548859"/>
                  <a:pt x="30580" y="561071"/>
                  <a:pt x="45531" y="561071"/>
                </a:cubicBezTo>
                <a:lnTo>
                  <a:pt x="326190" y="561071"/>
                </a:lnTo>
                <a:cubicBezTo>
                  <a:pt x="341140" y="561071"/>
                  <a:pt x="353372" y="548859"/>
                  <a:pt x="353372" y="533933"/>
                </a:cubicBezTo>
                <a:lnTo>
                  <a:pt x="353372" y="208281"/>
                </a:lnTo>
                <a:lnTo>
                  <a:pt x="262991" y="208281"/>
                </a:lnTo>
                <a:cubicBezTo>
                  <a:pt x="257554" y="208281"/>
                  <a:pt x="253477" y="204211"/>
                  <a:pt x="253477" y="198783"/>
                </a:cubicBezTo>
                <a:lnTo>
                  <a:pt x="253477" y="108550"/>
                </a:lnTo>
                <a:close/>
                <a:moveTo>
                  <a:pt x="412494" y="37314"/>
                </a:moveTo>
                <a:cubicBezTo>
                  <a:pt x="411815" y="37993"/>
                  <a:pt x="411135" y="38671"/>
                  <a:pt x="411135" y="40028"/>
                </a:cubicBezTo>
                <a:cubicBezTo>
                  <a:pt x="410455" y="40028"/>
                  <a:pt x="410455" y="40028"/>
                  <a:pt x="410455" y="40706"/>
                </a:cubicBezTo>
                <a:cubicBezTo>
                  <a:pt x="409776" y="42742"/>
                  <a:pt x="409096" y="44099"/>
                  <a:pt x="408417" y="46134"/>
                </a:cubicBezTo>
                <a:cubicBezTo>
                  <a:pt x="408417" y="46812"/>
                  <a:pt x="408417" y="47491"/>
                  <a:pt x="408417" y="48169"/>
                </a:cubicBezTo>
                <a:cubicBezTo>
                  <a:pt x="407737" y="50205"/>
                  <a:pt x="407737" y="52240"/>
                  <a:pt x="407737" y="54275"/>
                </a:cubicBezTo>
                <a:cubicBezTo>
                  <a:pt x="407737" y="56311"/>
                  <a:pt x="407737" y="58346"/>
                  <a:pt x="408417" y="60381"/>
                </a:cubicBezTo>
                <a:cubicBezTo>
                  <a:pt x="408417" y="61060"/>
                  <a:pt x="408417" y="61738"/>
                  <a:pt x="408417" y="62416"/>
                </a:cubicBezTo>
                <a:cubicBezTo>
                  <a:pt x="409096" y="64452"/>
                  <a:pt x="409776" y="65809"/>
                  <a:pt x="410455" y="67844"/>
                </a:cubicBezTo>
                <a:cubicBezTo>
                  <a:pt x="410455" y="68522"/>
                  <a:pt x="410455" y="68522"/>
                  <a:pt x="411135" y="68522"/>
                </a:cubicBezTo>
                <a:cubicBezTo>
                  <a:pt x="411135" y="69879"/>
                  <a:pt x="411815" y="70558"/>
                  <a:pt x="412494" y="71236"/>
                </a:cubicBezTo>
                <a:cubicBezTo>
                  <a:pt x="412494" y="70558"/>
                  <a:pt x="413174" y="69879"/>
                  <a:pt x="413853" y="68522"/>
                </a:cubicBezTo>
                <a:cubicBezTo>
                  <a:pt x="413853" y="68522"/>
                  <a:pt x="413853" y="68522"/>
                  <a:pt x="413853" y="67844"/>
                </a:cubicBezTo>
                <a:cubicBezTo>
                  <a:pt x="414533" y="65809"/>
                  <a:pt x="415212" y="64452"/>
                  <a:pt x="415892" y="62416"/>
                </a:cubicBezTo>
                <a:cubicBezTo>
                  <a:pt x="415892" y="61738"/>
                  <a:pt x="415892" y="61060"/>
                  <a:pt x="415892" y="60381"/>
                </a:cubicBezTo>
                <a:cubicBezTo>
                  <a:pt x="416572" y="58346"/>
                  <a:pt x="416572" y="56311"/>
                  <a:pt x="416572" y="54275"/>
                </a:cubicBezTo>
                <a:cubicBezTo>
                  <a:pt x="416572" y="52240"/>
                  <a:pt x="416572" y="50205"/>
                  <a:pt x="415892" y="48169"/>
                </a:cubicBezTo>
                <a:cubicBezTo>
                  <a:pt x="415892" y="47491"/>
                  <a:pt x="415892" y="46812"/>
                  <a:pt x="415892" y="46134"/>
                </a:cubicBezTo>
                <a:cubicBezTo>
                  <a:pt x="415212" y="44099"/>
                  <a:pt x="414533" y="42742"/>
                  <a:pt x="413853" y="40706"/>
                </a:cubicBezTo>
                <a:cubicBezTo>
                  <a:pt x="413853" y="40028"/>
                  <a:pt x="413853" y="40028"/>
                  <a:pt x="413853" y="40028"/>
                </a:cubicBezTo>
                <a:cubicBezTo>
                  <a:pt x="413174" y="38671"/>
                  <a:pt x="412494" y="37993"/>
                  <a:pt x="412494" y="37314"/>
                </a:cubicBezTo>
                <a:close/>
                <a:moveTo>
                  <a:pt x="348615" y="37314"/>
                </a:moveTo>
                <a:cubicBezTo>
                  <a:pt x="348615" y="37993"/>
                  <a:pt x="347936" y="38671"/>
                  <a:pt x="347256" y="40028"/>
                </a:cubicBezTo>
                <a:cubicBezTo>
                  <a:pt x="347256" y="40028"/>
                  <a:pt x="347256" y="40028"/>
                  <a:pt x="347256" y="40706"/>
                </a:cubicBezTo>
                <a:cubicBezTo>
                  <a:pt x="346577" y="42742"/>
                  <a:pt x="345897" y="44099"/>
                  <a:pt x="345218" y="46134"/>
                </a:cubicBezTo>
                <a:cubicBezTo>
                  <a:pt x="345218" y="46812"/>
                  <a:pt x="345218" y="47491"/>
                  <a:pt x="345218" y="48169"/>
                </a:cubicBezTo>
                <a:cubicBezTo>
                  <a:pt x="344538" y="50205"/>
                  <a:pt x="344538" y="52240"/>
                  <a:pt x="344538" y="54275"/>
                </a:cubicBezTo>
                <a:cubicBezTo>
                  <a:pt x="344538" y="56311"/>
                  <a:pt x="344538" y="58346"/>
                  <a:pt x="345218" y="60381"/>
                </a:cubicBezTo>
                <a:cubicBezTo>
                  <a:pt x="345218" y="61060"/>
                  <a:pt x="345218" y="61738"/>
                  <a:pt x="345218" y="62416"/>
                </a:cubicBezTo>
                <a:cubicBezTo>
                  <a:pt x="345897" y="64452"/>
                  <a:pt x="346577" y="65809"/>
                  <a:pt x="347256" y="67844"/>
                </a:cubicBezTo>
                <a:cubicBezTo>
                  <a:pt x="347256" y="68522"/>
                  <a:pt x="347256" y="68522"/>
                  <a:pt x="347256" y="68522"/>
                </a:cubicBezTo>
                <a:cubicBezTo>
                  <a:pt x="347936" y="69879"/>
                  <a:pt x="348615" y="70558"/>
                  <a:pt x="348615" y="71236"/>
                </a:cubicBezTo>
                <a:cubicBezTo>
                  <a:pt x="349295" y="70558"/>
                  <a:pt x="349974" y="69879"/>
                  <a:pt x="349974" y="68522"/>
                </a:cubicBezTo>
                <a:cubicBezTo>
                  <a:pt x="350654" y="68522"/>
                  <a:pt x="350654" y="68522"/>
                  <a:pt x="350654" y="67844"/>
                </a:cubicBezTo>
                <a:cubicBezTo>
                  <a:pt x="351334" y="65809"/>
                  <a:pt x="352013" y="64452"/>
                  <a:pt x="352693" y="62416"/>
                </a:cubicBezTo>
                <a:cubicBezTo>
                  <a:pt x="352693" y="61738"/>
                  <a:pt x="352693" y="61060"/>
                  <a:pt x="352693" y="60381"/>
                </a:cubicBezTo>
                <a:cubicBezTo>
                  <a:pt x="353372" y="58346"/>
                  <a:pt x="353372" y="56311"/>
                  <a:pt x="353372" y="54275"/>
                </a:cubicBezTo>
                <a:cubicBezTo>
                  <a:pt x="353372" y="52240"/>
                  <a:pt x="353372" y="50205"/>
                  <a:pt x="352693" y="48169"/>
                </a:cubicBezTo>
                <a:cubicBezTo>
                  <a:pt x="352693" y="47491"/>
                  <a:pt x="352693" y="46812"/>
                  <a:pt x="352693" y="46134"/>
                </a:cubicBezTo>
                <a:cubicBezTo>
                  <a:pt x="352013" y="44099"/>
                  <a:pt x="351334" y="42742"/>
                  <a:pt x="350654" y="40706"/>
                </a:cubicBezTo>
                <a:cubicBezTo>
                  <a:pt x="350654" y="40028"/>
                  <a:pt x="350654" y="40028"/>
                  <a:pt x="349974" y="40028"/>
                </a:cubicBezTo>
                <a:cubicBezTo>
                  <a:pt x="349974" y="38671"/>
                  <a:pt x="349295" y="37993"/>
                  <a:pt x="348615" y="37314"/>
                </a:cubicBezTo>
                <a:close/>
                <a:moveTo>
                  <a:pt x="317355" y="0"/>
                </a:moveTo>
                <a:cubicBezTo>
                  <a:pt x="328908" y="0"/>
                  <a:pt x="339781" y="3392"/>
                  <a:pt x="348615" y="10177"/>
                </a:cubicBezTo>
                <a:cubicBezTo>
                  <a:pt x="358129" y="3392"/>
                  <a:pt x="369002" y="0"/>
                  <a:pt x="380555" y="0"/>
                </a:cubicBezTo>
                <a:cubicBezTo>
                  <a:pt x="392107" y="0"/>
                  <a:pt x="402980" y="3392"/>
                  <a:pt x="412494" y="10177"/>
                </a:cubicBezTo>
                <a:cubicBezTo>
                  <a:pt x="421328" y="3392"/>
                  <a:pt x="432201" y="0"/>
                  <a:pt x="443754" y="0"/>
                </a:cubicBezTo>
                <a:cubicBezTo>
                  <a:pt x="458025" y="0"/>
                  <a:pt x="471616" y="5427"/>
                  <a:pt x="481809" y="15604"/>
                </a:cubicBezTo>
                <a:cubicBezTo>
                  <a:pt x="492683" y="25781"/>
                  <a:pt x="498119" y="39350"/>
                  <a:pt x="498119" y="54275"/>
                </a:cubicBezTo>
                <a:lnTo>
                  <a:pt x="498119" y="307334"/>
                </a:lnTo>
                <a:lnTo>
                  <a:pt x="516467" y="307334"/>
                </a:lnTo>
                <a:cubicBezTo>
                  <a:pt x="521224" y="307334"/>
                  <a:pt x="525301" y="311404"/>
                  <a:pt x="525301" y="316832"/>
                </a:cubicBezTo>
                <a:lnTo>
                  <a:pt x="525301" y="396209"/>
                </a:lnTo>
                <a:lnTo>
                  <a:pt x="578987" y="539361"/>
                </a:lnTo>
                <a:cubicBezTo>
                  <a:pt x="580346" y="542074"/>
                  <a:pt x="579666" y="545466"/>
                  <a:pt x="578307" y="547502"/>
                </a:cubicBezTo>
                <a:lnTo>
                  <a:pt x="559959" y="574639"/>
                </a:lnTo>
                <a:cubicBezTo>
                  <a:pt x="558600" y="577353"/>
                  <a:pt x="555882" y="578710"/>
                  <a:pt x="552484" y="578710"/>
                </a:cubicBezTo>
                <a:lnTo>
                  <a:pt x="426085" y="578710"/>
                </a:lnTo>
                <a:cubicBezTo>
                  <a:pt x="422688" y="578710"/>
                  <a:pt x="419969" y="577353"/>
                  <a:pt x="418610" y="574639"/>
                </a:cubicBezTo>
                <a:lnTo>
                  <a:pt x="400262" y="547502"/>
                </a:lnTo>
                <a:cubicBezTo>
                  <a:pt x="398903" y="545466"/>
                  <a:pt x="398223" y="542074"/>
                  <a:pt x="399583" y="539361"/>
                </a:cubicBezTo>
                <a:lnTo>
                  <a:pt x="453268" y="396209"/>
                </a:lnTo>
                <a:lnTo>
                  <a:pt x="453268" y="316832"/>
                </a:lnTo>
                <a:cubicBezTo>
                  <a:pt x="453268" y="311404"/>
                  <a:pt x="457345" y="307334"/>
                  <a:pt x="462102" y="307334"/>
                </a:cubicBezTo>
                <a:lnTo>
                  <a:pt x="480450" y="307334"/>
                </a:lnTo>
                <a:lnTo>
                  <a:pt x="480450" y="54275"/>
                </a:lnTo>
                <a:cubicBezTo>
                  <a:pt x="480450" y="44777"/>
                  <a:pt x="476373" y="35279"/>
                  <a:pt x="469577" y="28494"/>
                </a:cubicBezTo>
                <a:cubicBezTo>
                  <a:pt x="458025" y="16961"/>
                  <a:pt x="438997" y="14926"/>
                  <a:pt x="425406" y="23067"/>
                </a:cubicBezTo>
                <a:cubicBezTo>
                  <a:pt x="425406" y="23745"/>
                  <a:pt x="425406" y="23745"/>
                  <a:pt x="425406" y="23745"/>
                </a:cubicBezTo>
                <a:cubicBezTo>
                  <a:pt x="426765" y="25781"/>
                  <a:pt x="428124" y="27816"/>
                  <a:pt x="428804" y="29851"/>
                </a:cubicBezTo>
                <a:cubicBezTo>
                  <a:pt x="429483" y="30530"/>
                  <a:pt x="429483" y="30530"/>
                  <a:pt x="429483" y="31208"/>
                </a:cubicBezTo>
                <a:cubicBezTo>
                  <a:pt x="430842" y="33244"/>
                  <a:pt x="431522" y="35279"/>
                  <a:pt x="432201" y="37314"/>
                </a:cubicBezTo>
                <a:cubicBezTo>
                  <a:pt x="432201" y="37993"/>
                  <a:pt x="432201" y="37993"/>
                  <a:pt x="432201" y="37993"/>
                </a:cubicBezTo>
                <a:cubicBezTo>
                  <a:pt x="432881" y="40706"/>
                  <a:pt x="433561" y="42742"/>
                  <a:pt x="434240" y="45455"/>
                </a:cubicBezTo>
                <a:cubicBezTo>
                  <a:pt x="434240" y="45455"/>
                  <a:pt x="434240" y="46134"/>
                  <a:pt x="434240" y="46812"/>
                </a:cubicBezTo>
                <a:cubicBezTo>
                  <a:pt x="434920" y="49526"/>
                  <a:pt x="434920" y="51561"/>
                  <a:pt x="434920" y="54275"/>
                </a:cubicBezTo>
                <a:cubicBezTo>
                  <a:pt x="434920" y="69201"/>
                  <a:pt x="428804" y="82770"/>
                  <a:pt x="418610" y="92946"/>
                </a:cubicBezTo>
                <a:cubicBezTo>
                  <a:pt x="416572" y="94982"/>
                  <a:pt x="414533" y="95660"/>
                  <a:pt x="412494" y="95660"/>
                </a:cubicBezTo>
                <a:cubicBezTo>
                  <a:pt x="409776" y="95660"/>
                  <a:pt x="407737" y="94982"/>
                  <a:pt x="405699" y="92946"/>
                </a:cubicBezTo>
                <a:cubicBezTo>
                  <a:pt x="395505" y="82770"/>
                  <a:pt x="389389" y="69201"/>
                  <a:pt x="389389" y="54275"/>
                </a:cubicBezTo>
                <a:cubicBezTo>
                  <a:pt x="389389" y="51561"/>
                  <a:pt x="390069" y="49526"/>
                  <a:pt x="390069" y="46812"/>
                </a:cubicBezTo>
                <a:cubicBezTo>
                  <a:pt x="390069" y="46134"/>
                  <a:pt x="390069" y="45455"/>
                  <a:pt x="390748" y="45455"/>
                </a:cubicBezTo>
                <a:cubicBezTo>
                  <a:pt x="390748" y="42742"/>
                  <a:pt x="391428" y="40706"/>
                  <a:pt x="392107" y="37993"/>
                </a:cubicBezTo>
                <a:cubicBezTo>
                  <a:pt x="392107" y="37993"/>
                  <a:pt x="392107" y="37993"/>
                  <a:pt x="392107" y="37314"/>
                </a:cubicBezTo>
                <a:cubicBezTo>
                  <a:pt x="392787" y="35279"/>
                  <a:pt x="394146" y="33244"/>
                  <a:pt x="394826" y="31208"/>
                </a:cubicBezTo>
                <a:cubicBezTo>
                  <a:pt x="394826" y="30530"/>
                  <a:pt x="395505" y="30530"/>
                  <a:pt x="395505" y="29851"/>
                </a:cubicBezTo>
                <a:cubicBezTo>
                  <a:pt x="396864" y="27816"/>
                  <a:pt x="397544" y="25781"/>
                  <a:pt x="398903" y="23745"/>
                </a:cubicBezTo>
                <a:cubicBezTo>
                  <a:pt x="399583" y="23745"/>
                  <a:pt x="399583" y="23745"/>
                  <a:pt x="399583" y="23067"/>
                </a:cubicBezTo>
                <a:cubicBezTo>
                  <a:pt x="388030" y="16283"/>
                  <a:pt x="373080" y="16283"/>
                  <a:pt x="361527" y="23067"/>
                </a:cubicBezTo>
                <a:cubicBezTo>
                  <a:pt x="361527" y="23745"/>
                  <a:pt x="361527" y="23745"/>
                  <a:pt x="362207" y="23745"/>
                </a:cubicBezTo>
                <a:cubicBezTo>
                  <a:pt x="363566" y="25781"/>
                  <a:pt x="364245" y="27816"/>
                  <a:pt x="365604" y="29851"/>
                </a:cubicBezTo>
                <a:cubicBezTo>
                  <a:pt x="365604" y="30530"/>
                  <a:pt x="366284" y="30530"/>
                  <a:pt x="366284" y="31208"/>
                </a:cubicBezTo>
                <a:cubicBezTo>
                  <a:pt x="366963" y="33244"/>
                  <a:pt x="368323" y="35279"/>
                  <a:pt x="369002" y="37314"/>
                </a:cubicBezTo>
                <a:cubicBezTo>
                  <a:pt x="369002" y="37993"/>
                  <a:pt x="369002" y="37993"/>
                  <a:pt x="369002" y="37993"/>
                </a:cubicBezTo>
                <a:cubicBezTo>
                  <a:pt x="369682" y="40706"/>
                  <a:pt x="370361" y="42742"/>
                  <a:pt x="370361" y="45455"/>
                </a:cubicBezTo>
                <a:cubicBezTo>
                  <a:pt x="371041" y="45455"/>
                  <a:pt x="371041" y="46134"/>
                  <a:pt x="371041" y="46812"/>
                </a:cubicBezTo>
                <a:cubicBezTo>
                  <a:pt x="371041" y="49526"/>
                  <a:pt x="371720" y="51561"/>
                  <a:pt x="371720" y="54275"/>
                </a:cubicBezTo>
                <a:cubicBezTo>
                  <a:pt x="371720" y="69201"/>
                  <a:pt x="365604" y="82770"/>
                  <a:pt x="355411" y="92946"/>
                </a:cubicBezTo>
                <a:cubicBezTo>
                  <a:pt x="353372" y="94982"/>
                  <a:pt x="351334" y="95660"/>
                  <a:pt x="348615" y="95660"/>
                </a:cubicBezTo>
                <a:cubicBezTo>
                  <a:pt x="346577" y="95660"/>
                  <a:pt x="344538" y="94982"/>
                  <a:pt x="342499" y="92946"/>
                </a:cubicBezTo>
                <a:cubicBezTo>
                  <a:pt x="332306" y="82770"/>
                  <a:pt x="326190" y="69201"/>
                  <a:pt x="326190" y="54275"/>
                </a:cubicBezTo>
                <a:cubicBezTo>
                  <a:pt x="326190" y="51561"/>
                  <a:pt x="326190" y="49526"/>
                  <a:pt x="326869" y="46812"/>
                </a:cubicBezTo>
                <a:cubicBezTo>
                  <a:pt x="326869" y="46134"/>
                  <a:pt x="326869" y="45455"/>
                  <a:pt x="326869" y="45455"/>
                </a:cubicBezTo>
                <a:cubicBezTo>
                  <a:pt x="327549" y="42742"/>
                  <a:pt x="328228" y="40706"/>
                  <a:pt x="328908" y="37993"/>
                </a:cubicBezTo>
                <a:cubicBezTo>
                  <a:pt x="328908" y="37993"/>
                  <a:pt x="328908" y="37993"/>
                  <a:pt x="328908" y="37314"/>
                </a:cubicBezTo>
                <a:cubicBezTo>
                  <a:pt x="329588" y="35279"/>
                  <a:pt x="330267" y="33244"/>
                  <a:pt x="331626" y="31208"/>
                </a:cubicBezTo>
                <a:cubicBezTo>
                  <a:pt x="331626" y="30530"/>
                  <a:pt x="331626" y="30530"/>
                  <a:pt x="332306" y="29851"/>
                </a:cubicBezTo>
                <a:cubicBezTo>
                  <a:pt x="332985" y="27816"/>
                  <a:pt x="334345" y="25781"/>
                  <a:pt x="335704" y="23745"/>
                </a:cubicBezTo>
                <a:cubicBezTo>
                  <a:pt x="335704" y="23745"/>
                  <a:pt x="335704" y="23745"/>
                  <a:pt x="335704" y="23067"/>
                </a:cubicBezTo>
                <a:cubicBezTo>
                  <a:pt x="330267" y="19675"/>
                  <a:pt x="324151" y="18318"/>
                  <a:pt x="317355" y="18318"/>
                </a:cubicBezTo>
                <a:cubicBezTo>
                  <a:pt x="296969" y="18318"/>
                  <a:pt x="280659" y="34600"/>
                  <a:pt x="280659" y="54275"/>
                </a:cubicBezTo>
                <a:cubicBezTo>
                  <a:pt x="280659" y="59024"/>
                  <a:pt x="276582" y="63095"/>
                  <a:pt x="271825" y="63095"/>
                </a:cubicBezTo>
                <a:lnTo>
                  <a:pt x="199112" y="63095"/>
                </a:lnTo>
                <a:cubicBezTo>
                  <a:pt x="184161" y="63095"/>
                  <a:pt x="171929" y="75307"/>
                  <a:pt x="171929" y="90233"/>
                </a:cubicBezTo>
                <a:lnTo>
                  <a:pt x="262991" y="90233"/>
                </a:lnTo>
                <a:cubicBezTo>
                  <a:pt x="262991" y="90233"/>
                  <a:pt x="262991" y="90233"/>
                  <a:pt x="262991" y="90911"/>
                </a:cubicBezTo>
                <a:cubicBezTo>
                  <a:pt x="264350" y="90911"/>
                  <a:pt x="265029" y="90911"/>
                  <a:pt x="265709" y="90911"/>
                </a:cubicBezTo>
                <a:cubicBezTo>
                  <a:pt x="265709" y="90911"/>
                  <a:pt x="266388" y="90911"/>
                  <a:pt x="266388" y="91589"/>
                </a:cubicBezTo>
                <a:cubicBezTo>
                  <a:pt x="267747" y="91589"/>
                  <a:pt x="268427" y="92268"/>
                  <a:pt x="269107" y="92946"/>
                </a:cubicBezTo>
                <a:lnTo>
                  <a:pt x="369002" y="192677"/>
                </a:lnTo>
                <a:cubicBezTo>
                  <a:pt x="369682" y="193356"/>
                  <a:pt x="370361" y="194034"/>
                  <a:pt x="370361" y="195391"/>
                </a:cubicBezTo>
                <a:cubicBezTo>
                  <a:pt x="371041" y="195391"/>
                  <a:pt x="371041" y="196069"/>
                  <a:pt x="371041" y="196069"/>
                </a:cubicBezTo>
                <a:cubicBezTo>
                  <a:pt x="371041" y="196748"/>
                  <a:pt x="371041" y="197426"/>
                  <a:pt x="371041" y="198105"/>
                </a:cubicBezTo>
                <a:cubicBezTo>
                  <a:pt x="371720" y="198783"/>
                  <a:pt x="371720" y="198783"/>
                  <a:pt x="371720" y="198783"/>
                </a:cubicBezTo>
                <a:lnTo>
                  <a:pt x="371720" y="533933"/>
                </a:lnTo>
                <a:cubicBezTo>
                  <a:pt x="371720" y="558357"/>
                  <a:pt x="351334" y="578710"/>
                  <a:pt x="326190" y="578710"/>
                </a:cubicBezTo>
                <a:lnTo>
                  <a:pt x="45531" y="578710"/>
                </a:lnTo>
                <a:cubicBezTo>
                  <a:pt x="20387" y="578710"/>
                  <a:pt x="0" y="558357"/>
                  <a:pt x="0" y="533933"/>
                </a:cubicBezTo>
                <a:lnTo>
                  <a:pt x="0" y="135688"/>
                </a:lnTo>
                <a:cubicBezTo>
                  <a:pt x="0" y="110586"/>
                  <a:pt x="20387" y="90233"/>
                  <a:pt x="45531" y="90233"/>
                </a:cubicBezTo>
                <a:lnTo>
                  <a:pt x="154261" y="90233"/>
                </a:lnTo>
                <a:cubicBezTo>
                  <a:pt x="154261" y="65809"/>
                  <a:pt x="174647" y="45455"/>
                  <a:pt x="199112" y="45455"/>
                </a:cubicBezTo>
                <a:lnTo>
                  <a:pt x="263670" y="45455"/>
                </a:lnTo>
                <a:cubicBezTo>
                  <a:pt x="267747" y="19675"/>
                  <a:pt x="290173" y="0"/>
                  <a:pt x="317355" y="0"/>
                </a:cubicBezTo>
                <a:close/>
              </a:path>
            </a:pathLst>
          </a:custGeom>
          <a:solidFill>
            <a:schemeClr val="accent1"/>
          </a:solidFill>
          <a:ln>
            <a:noFill/>
          </a:ln>
        </p:spPr>
      </p:sp>
      <p:sp>
        <p:nvSpPr>
          <p:cNvPr id="44" name="flame_110626">
            <a:extLst>
              <a:ext uri="{FF2B5EF4-FFF2-40B4-BE49-F238E27FC236}">
                <a16:creationId xmlns:a16="http://schemas.microsoft.com/office/drawing/2014/main" id="{129A46E3-5B81-4C0B-94B7-5FABA5E92FD9}"/>
              </a:ext>
            </a:extLst>
          </p:cNvPr>
          <p:cNvSpPr>
            <a:spLocks noChangeAspect="1"/>
          </p:cNvSpPr>
          <p:nvPr/>
        </p:nvSpPr>
        <p:spPr bwMode="auto">
          <a:xfrm>
            <a:off x="4711536" y="4396331"/>
            <a:ext cx="330572" cy="609685"/>
          </a:xfrm>
          <a:custGeom>
            <a:avLst/>
            <a:gdLst>
              <a:gd name="T0" fmla="*/ 455839 w 606244"/>
              <a:gd name="T1" fmla="*/ 455839 w 606244"/>
              <a:gd name="T2" fmla="*/ 600116 w 606244"/>
              <a:gd name="T3" fmla="*/ 600116 w 606244"/>
              <a:gd name="T4" fmla="*/ 600116 w 606244"/>
              <a:gd name="T5" fmla="*/ 600116 w 606244"/>
              <a:gd name="T6" fmla="*/ 600116 w 606244"/>
              <a:gd name="T7" fmla="*/ 600116 w 606244"/>
              <a:gd name="T8" fmla="*/ 600116 w 606244"/>
              <a:gd name="T9" fmla="*/ 600116 w 606244"/>
              <a:gd name="T10" fmla="*/ 600116 w 606244"/>
              <a:gd name="T11" fmla="*/ 600116 w 606244"/>
              <a:gd name="T12" fmla="*/ 600116 w 606244"/>
              <a:gd name="T13" fmla="*/ 600116 w 606244"/>
              <a:gd name="T14" fmla="*/ 600116 w 606244"/>
              <a:gd name="T15" fmla="*/ 600116 w 606244"/>
              <a:gd name="T16" fmla="*/ 600116 w 606244"/>
              <a:gd name="T17" fmla="*/ 600116 w 606244"/>
              <a:gd name="T18" fmla="*/ 600116 w 606244"/>
              <a:gd name="T19" fmla="*/ 600116 w 606244"/>
              <a:gd name="T20" fmla="*/ 600116 w 606244"/>
              <a:gd name="T21" fmla="*/ 600116 w 606244"/>
              <a:gd name="T22" fmla="*/ 600116 w 606244"/>
              <a:gd name="T23" fmla="*/ 600116 w 606244"/>
              <a:gd name="T24" fmla="*/ 600116 w 606244"/>
              <a:gd name="T25" fmla="*/ 600116 w 606244"/>
              <a:gd name="T26" fmla="*/ 600116 w 606244"/>
              <a:gd name="T27" fmla="*/ 600116 w 606244"/>
              <a:gd name="T28" fmla="*/ 600116 w 606244"/>
              <a:gd name="T29" fmla="*/ 600116 w 606244"/>
              <a:gd name="T30" fmla="*/ 600116 w 606244"/>
              <a:gd name="T31" fmla="*/ 600116 w 606244"/>
              <a:gd name="T32" fmla="*/ 600116 w 606244"/>
              <a:gd name="T33" fmla="*/ 600116 w 606244"/>
              <a:gd name="T34" fmla="*/ 600116 w 606244"/>
              <a:gd name="T35" fmla="*/ 600116 w 606244"/>
              <a:gd name="T36" fmla="*/ 600116 w 606244"/>
              <a:gd name="T37" fmla="*/ 600116 w 606244"/>
              <a:gd name="T38" fmla="*/ 600116 w 606244"/>
              <a:gd name="T39" fmla="*/ 600116 w 606244"/>
              <a:gd name="T40" fmla="*/ 600116 w 606244"/>
              <a:gd name="T41" fmla="*/ 600116 w 606244"/>
              <a:gd name="T42" fmla="*/ 600116 w 606244"/>
              <a:gd name="T43" fmla="*/ 600116 w 606244"/>
              <a:gd name="T44" fmla="*/ 600116 w 606244"/>
              <a:gd name="T45" fmla="*/ 600116 w 606244"/>
              <a:gd name="T46" fmla="*/ 600116 w 606244"/>
              <a:gd name="T47" fmla="*/ 600116 w 606244"/>
              <a:gd name="T48" fmla="*/ 600116 w 606244"/>
              <a:gd name="T49" fmla="*/ 600116 w 606244"/>
              <a:gd name="T50" fmla="*/ 455839 w 606244"/>
              <a:gd name="T51" fmla="*/ 455839 w 606244"/>
              <a:gd name="T52" fmla="*/ 600116 w 606244"/>
              <a:gd name="T53" fmla="*/ 600116 w 606244"/>
              <a:gd name="T54" fmla="*/ 600116 w 606244"/>
              <a:gd name="T55" fmla="*/ 600116 w 606244"/>
              <a:gd name="T56" fmla="*/ 600116 w 606244"/>
              <a:gd name="T57" fmla="*/ 600116 w 606244"/>
              <a:gd name="T58" fmla="*/ 600116 w 606244"/>
              <a:gd name="T59" fmla="*/ 600116 w 606244"/>
              <a:gd name="T60" fmla="*/ 455839 w 606244"/>
              <a:gd name="T61" fmla="*/ 455839 w 606244"/>
              <a:gd name="T62" fmla="*/ 600116 w 606244"/>
              <a:gd name="T63" fmla="*/ 600116 w 606244"/>
              <a:gd name="T64" fmla="*/ 600116 w 606244"/>
              <a:gd name="T65" fmla="*/ 600116 w 606244"/>
              <a:gd name="T66" fmla="*/ 600116 w 606244"/>
              <a:gd name="T67" fmla="*/ 600116 w 606244"/>
              <a:gd name="T68" fmla="*/ 600116 w 606244"/>
              <a:gd name="T69" fmla="*/ 600116 w 606244"/>
              <a:gd name="T70" fmla="*/ 600116 w 606244"/>
              <a:gd name="T71" fmla="*/ 600116 w 606244"/>
              <a:gd name="T72" fmla="*/ 600116 w 606244"/>
              <a:gd name="T73" fmla="*/ 600116 w 606244"/>
              <a:gd name="T74" fmla="*/ 455839 w 606244"/>
              <a:gd name="T75" fmla="*/ 455839 w 606244"/>
              <a:gd name="T76" fmla="*/ 600116 w 606244"/>
              <a:gd name="T77" fmla="*/ 600116 w 606244"/>
              <a:gd name="T78" fmla="*/ 600116 w 606244"/>
              <a:gd name="T79" fmla="*/ 600116 w 606244"/>
              <a:gd name="T80" fmla="*/ 600116 w 606244"/>
              <a:gd name="T81" fmla="*/ 600116 w 606244"/>
              <a:gd name="T82" fmla="*/ 600116 w 606244"/>
              <a:gd name="T83" fmla="*/ 600116 w 606244"/>
              <a:gd name="T84" fmla="*/ 600116 w 606244"/>
              <a:gd name="T85" fmla="*/ 600116 w 606244"/>
              <a:gd name="T86" fmla="*/ 600116 w 606244"/>
              <a:gd name="T87" fmla="*/ 600116 w 606244"/>
              <a:gd name="T88" fmla="*/ 455839 w 606244"/>
              <a:gd name="T89" fmla="*/ 455839 w 606244"/>
              <a:gd name="T90" fmla="*/ 600116 w 606244"/>
              <a:gd name="T91" fmla="*/ 600116 w 606244"/>
              <a:gd name="T92" fmla="*/ 600116 w 606244"/>
              <a:gd name="T93" fmla="*/ 600116 w 606244"/>
              <a:gd name="T94" fmla="*/ 600116 w 606244"/>
              <a:gd name="T95" fmla="*/ 600116 w 606244"/>
              <a:gd name="T96" fmla="*/ 600116 w 606244"/>
              <a:gd name="T97" fmla="*/ 600116 w 606244"/>
              <a:gd name="T98" fmla="*/ 455839 w 606244"/>
              <a:gd name="T99" fmla="*/ 455839 w 606244"/>
              <a:gd name="T100" fmla="*/ 600116 w 606244"/>
              <a:gd name="T101" fmla="*/ 600116 w 606244"/>
              <a:gd name="T102" fmla="*/ 600116 w 606244"/>
              <a:gd name="T103" fmla="*/ 600116 w 606244"/>
              <a:gd name="T104" fmla="*/ 600116 w 606244"/>
              <a:gd name="T105" fmla="*/ 600116 w 606244"/>
              <a:gd name="T106" fmla="*/ 600116 w 606244"/>
              <a:gd name="T107" fmla="*/ 600116 w 606244"/>
              <a:gd name="T108" fmla="*/ 455839 w 606244"/>
              <a:gd name="T109" fmla="*/ 455839 w 606244"/>
              <a:gd name="T110" fmla="*/ 600116 w 606244"/>
              <a:gd name="T111" fmla="*/ 600116 w 606244"/>
              <a:gd name="T112" fmla="*/ 600116 w 606244"/>
              <a:gd name="T113" fmla="*/ 600116 w 606244"/>
              <a:gd name="T114" fmla="*/ 600116 w 606244"/>
              <a:gd name="T115" fmla="*/ 600116 w 606244"/>
              <a:gd name="T116" fmla="*/ 600116 w 606244"/>
              <a:gd name="T117" fmla="*/ 600116 w 606244"/>
              <a:gd name="T118" fmla="*/ 600116 w 606244"/>
              <a:gd name="T119" fmla="*/ 600116 w 606244"/>
              <a:gd name="T120" fmla="*/ 600116 w 606244"/>
              <a:gd name="T121" fmla="*/ 600116 w 606244"/>
              <a:gd name="T122" fmla="*/ 600116 w 606244"/>
              <a:gd name="T123" fmla="*/ 600116 w 606244"/>
              <a:gd name="T124" fmla="*/ 600116 w 606244"/>
              <a:gd name="T125" fmla="*/ 600116 w 606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36" h="4684">
                <a:moveTo>
                  <a:pt x="2536" y="2910"/>
                </a:moveTo>
                <a:lnTo>
                  <a:pt x="2209" y="2910"/>
                </a:lnTo>
                <a:lnTo>
                  <a:pt x="1932" y="2135"/>
                </a:lnTo>
                <a:lnTo>
                  <a:pt x="2065" y="2135"/>
                </a:lnTo>
                <a:lnTo>
                  <a:pt x="2065" y="1458"/>
                </a:lnTo>
                <a:lnTo>
                  <a:pt x="1697" y="1458"/>
                </a:lnTo>
                <a:cubicBezTo>
                  <a:pt x="1794" y="1354"/>
                  <a:pt x="1854" y="1213"/>
                  <a:pt x="1854" y="1059"/>
                </a:cubicBezTo>
                <a:cubicBezTo>
                  <a:pt x="1854" y="615"/>
                  <a:pt x="1361" y="97"/>
                  <a:pt x="1340" y="76"/>
                </a:cubicBezTo>
                <a:lnTo>
                  <a:pt x="1267" y="0"/>
                </a:lnTo>
                <a:lnTo>
                  <a:pt x="1195" y="76"/>
                </a:lnTo>
                <a:cubicBezTo>
                  <a:pt x="1190" y="82"/>
                  <a:pt x="1067" y="213"/>
                  <a:pt x="942" y="397"/>
                </a:cubicBezTo>
                <a:cubicBezTo>
                  <a:pt x="769" y="651"/>
                  <a:pt x="681" y="874"/>
                  <a:pt x="681" y="1059"/>
                </a:cubicBezTo>
                <a:cubicBezTo>
                  <a:pt x="681" y="1213"/>
                  <a:pt x="741" y="1354"/>
                  <a:pt x="839" y="1458"/>
                </a:cubicBezTo>
                <a:lnTo>
                  <a:pt x="471" y="1458"/>
                </a:lnTo>
                <a:lnTo>
                  <a:pt x="471" y="2135"/>
                </a:lnTo>
                <a:lnTo>
                  <a:pt x="603" y="2135"/>
                </a:lnTo>
                <a:lnTo>
                  <a:pt x="326" y="2910"/>
                </a:lnTo>
                <a:lnTo>
                  <a:pt x="0" y="2910"/>
                </a:lnTo>
                <a:lnTo>
                  <a:pt x="0" y="3708"/>
                </a:lnTo>
                <a:lnTo>
                  <a:pt x="326" y="3708"/>
                </a:lnTo>
                <a:lnTo>
                  <a:pt x="675" y="4684"/>
                </a:lnTo>
                <a:lnTo>
                  <a:pt x="1861" y="4684"/>
                </a:lnTo>
                <a:lnTo>
                  <a:pt x="2209" y="3708"/>
                </a:lnTo>
                <a:lnTo>
                  <a:pt x="2536" y="3708"/>
                </a:lnTo>
                <a:lnTo>
                  <a:pt x="2536" y="2910"/>
                </a:lnTo>
                <a:close/>
                <a:moveTo>
                  <a:pt x="1268" y="1404"/>
                </a:moveTo>
                <a:cubicBezTo>
                  <a:pt x="1166" y="1404"/>
                  <a:pt x="1084" y="1321"/>
                  <a:pt x="1084" y="1220"/>
                </a:cubicBezTo>
                <a:cubicBezTo>
                  <a:pt x="1084" y="1118"/>
                  <a:pt x="1166" y="1036"/>
                  <a:pt x="1268" y="1036"/>
                </a:cubicBezTo>
                <a:cubicBezTo>
                  <a:pt x="1369" y="1036"/>
                  <a:pt x="1452" y="1118"/>
                  <a:pt x="1452" y="1220"/>
                </a:cubicBezTo>
                <a:cubicBezTo>
                  <a:pt x="1452" y="1321"/>
                  <a:pt x="1369" y="1404"/>
                  <a:pt x="1268" y="1404"/>
                </a:cubicBezTo>
                <a:close/>
                <a:moveTo>
                  <a:pt x="1269" y="295"/>
                </a:moveTo>
                <a:cubicBezTo>
                  <a:pt x="1419" y="472"/>
                  <a:pt x="1654" y="804"/>
                  <a:pt x="1654" y="1059"/>
                </a:cubicBezTo>
                <a:cubicBezTo>
                  <a:pt x="1654" y="1089"/>
                  <a:pt x="1651" y="1118"/>
                  <a:pt x="1644" y="1145"/>
                </a:cubicBezTo>
                <a:cubicBezTo>
                  <a:pt x="1610" y="969"/>
                  <a:pt x="1454" y="836"/>
                  <a:pt x="1268" y="836"/>
                </a:cubicBezTo>
                <a:cubicBezTo>
                  <a:pt x="1082" y="836"/>
                  <a:pt x="926" y="969"/>
                  <a:pt x="891" y="1145"/>
                </a:cubicBezTo>
                <a:cubicBezTo>
                  <a:pt x="885" y="1118"/>
                  <a:pt x="881" y="1089"/>
                  <a:pt x="881" y="1059"/>
                </a:cubicBezTo>
                <a:cubicBezTo>
                  <a:pt x="881" y="811"/>
                  <a:pt x="1118" y="475"/>
                  <a:pt x="1269" y="295"/>
                </a:cubicBezTo>
                <a:close/>
                <a:moveTo>
                  <a:pt x="671" y="1935"/>
                </a:moveTo>
                <a:lnTo>
                  <a:pt x="671" y="1658"/>
                </a:lnTo>
                <a:lnTo>
                  <a:pt x="1865" y="1658"/>
                </a:lnTo>
                <a:lnTo>
                  <a:pt x="1865" y="1935"/>
                </a:lnTo>
                <a:lnTo>
                  <a:pt x="1861" y="1935"/>
                </a:lnTo>
                <a:lnTo>
                  <a:pt x="675" y="1935"/>
                </a:lnTo>
                <a:lnTo>
                  <a:pt x="671" y="1935"/>
                </a:lnTo>
                <a:close/>
                <a:moveTo>
                  <a:pt x="816" y="2135"/>
                </a:moveTo>
                <a:lnTo>
                  <a:pt x="1720" y="2135"/>
                </a:lnTo>
                <a:lnTo>
                  <a:pt x="1997" y="2910"/>
                </a:lnTo>
                <a:lnTo>
                  <a:pt x="539" y="2910"/>
                </a:lnTo>
                <a:lnTo>
                  <a:pt x="816" y="2135"/>
                </a:lnTo>
                <a:close/>
                <a:moveTo>
                  <a:pt x="1720" y="4484"/>
                </a:moveTo>
                <a:lnTo>
                  <a:pt x="816" y="4484"/>
                </a:lnTo>
                <a:lnTo>
                  <a:pt x="539" y="3708"/>
                </a:lnTo>
                <a:lnTo>
                  <a:pt x="1997" y="3708"/>
                </a:lnTo>
                <a:lnTo>
                  <a:pt x="1720" y="4484"/>
                </a:lnTo>
                <a:close/>
                <a:moveTo>
                  <a:pt x="2336" y="3508"/>
                </a:moveTo>
                <a:lnTo>
                  <a:pt x="2281" y="3508"/>
                </a:lnTo>
                <a:lnTo>
                  <a:pt x="255" y="3508"/>
                </a:lnTo>
                <a:lnTo>
                  <a:pt x="200" y="3508"/>
                </a:lnTo>
                <a:lnTo>
                  <a:pt x="200" y="3110"/>
                </a:lnTo>
                <a:lnTo>
                  <a:pt x="255" y="3110"/>
                </a:lnTo>
                <a:lnTo>
                  <a:pt x="2281" y="3110"/>
                </a:lnTo>
                <a:lnTo>
                  <a:pt x="2336" y="3110"/>
                </a:lnTo>
                <a:lnTo>
                  <a:pt x="2336" y="3508"/>
                </a:lnTo>
                <a:close/>
              </a:path>
            </a:pathLst>
          </a:custGeom>
          <a:solidFill>
            <a:schemeClr val="accent1"/>
          </a:solidFill>
          <a:ln>
            <a:noFill/>
          </a:ln>
        </p:spPr>
      </p:sp>
      <p:sp>
        <p:nvSpPr>
          <p:cNvPr id="45" name="flask_106242">
            <a:extLst>
              <a:ext uri="{FF2B5EF4-FFF2-40B4-BE49-F238E27FC236}">
                <a16:creationId xmlns:a16="http://schemas.microsoft.com/office/drawing/2014/main" id="{6411AA39-3A80-41A4-AC52-C4835891779D}"/>
              </a:ext>
            </a:extLst>
          </p:cNvPr>
          <p:cNvSpPr>
            <a:spLocks noChangeAspect="1"/>
          </p:cNvSpPr>
          <p:nvPr/>
        </p:nvSpPr>
        <p:spPr bwMode="auto">
          <a:xfrm>
            <a:off x="7053319" y="4445000"/>
            <a:ext cx="522442" cy="609685"/>
          </a:xfrm>
          <a:custGeom>
            <a:avLst/>
            <a:gdLst>
              <a:gd name="connsiteX0" fmla="*/ 172144 w 518936"/>
              <a:gd name="connsiteY0" fmla="*/ 402194 h 605593"/>
              <a:gd name="connsiteX1" fmla="*/ 156715 w 518936"/>
              <a:gd name="connsiteY1" fmla="*/ 407620 h 605593"/>
              <a:gd name="connsiteX2" fmla="*/ 125082 w 518936"/>
              <a:gd name="connsiteY2" fmla="*/ 418568 h 605593"/>
              <a:gd name="connsiteX3" fmla="*/ 93546 w 518936"/>
              <a:gd name="connsiteY3" fmla="*/ 407620 h 605593"/>
              <a:gd name="connsiteX4" fmla="*/ 80737 w 518936"/>
              <a:gd name="connsiteY4" fmla="*/ 402291 h 605593"/>
              <a:gd name="connsiteX5" fmla="*/ 67540 w 518936"/>
              <a:gd name="connsiteY5" fmla="*/ 448700 h 605593"/>
              <a:gd name="connsiteX6" fmla="*/ 155842 w 518936"/>
              <a:gd name="connsiteY6" fmla="*/ 536963 h 605593"/>
              <a:gd name="connsiteX7" fmla="*/ 244144 w 518936"/>
              <a:gd name="connsiteY7" fmla="*/ 448700 h 605593"/>
              <a:gd name="connsiteX8" fmla="*/ 237545 w 518936"/>
              <a:gd name="connsiteY8" fmla="*/ 415177 h 605593"/>
              <a:gd name="connsiteX9" fmla="*/ 187572 w 518936"/>
              <a:gd name="connsiteY9" fmla="*/ 407620 h 605593"/>
              <a:gd name="connsiteX10" fmla="*/ 172144 w 518936"/>
              <a:gd name="connsiteY10" fmla="*/ 402194 h 605593"/>
              <a:gd name="connsiteX11" fmla="*/ 78117 w 518936"/>
              <a:gd name="connsiteY11" fmla="*/ 376326 h 605593"/>
              <a:gd name="connsiteX12" fmla="*/ 109653 w 518936"/>
              <a:gd name="connsiteY12" fmla="*/ 387371 h 605593"/>
              <a:gd name="connsiteX13" fmla="*/ 125082 w 518936"/>
              <a:gd name="connsiteY13" fmla="*/ 392797 h 605593"/>
              <a:gd name="connsiteX14" fmla="*/ 140608 w 518936"/>
              <a:gd name="connsiteY14" fmla="*/ 387371 h 605593"/>
              <a:gd name="connsiteX15" fmla="*/ 172144 w 518936"/>
              <a:gd name="connsiteY15" fmla="*/ 376326 h 605593"/>
              <a:gd name="connsiteX16" fmla="*/ 203680 w 518936"/>
              <a:gd name="connsiteY16" fmla="*/ 387371 h 605593"/>
              <a:gd name="connsiteX17" fmla="*/ 234634 w 518936"/>
              <a:gd name="connsiteY17" fmla="*/ 387371 h 605593"/>
              <a:gd name="connsiteX18" fmla="*/ 235217 w 518936"/>
              <a:gd name="connsiteY18" fmla="*/ 386887 h 605593"/>
              <a:gd name="connsiteX19" fmla="*/ 235799 w 518936"/>
              <a:gd name="connsiteY19" fmla="*/ 386499 h 605593"/>
              <a:gd name="connsiteX20" fmla="*/ 245890 w 518936"/>
              <a:gd name="connsiteY20" fmla="*/ 384658 h 605593"/>
              <a:gd name="connsiteX21" fmla="*/ 254138 w 518936"/>
              <a:gd name="connsiteY21" fmla="*/ 390665 h 605593"/>
              <a:gd name="connsiteX22" fmla="*/ 270052 w 518936"/>
              <a:gd name="connsiteY22" fmla="*/ 448700 h 605593"/>
              <a:gd name="connsiteX23" fmla="*/ 155842 w 518936"/>
              <a:gd name="connsiteY23" fmla="*/ 562831 h 605593"/>
              <a:gd name="connsiteX24" fmla="*/ 41632 w 518936"/>
              <a:gd name="connsiteY24" fmla="*/ 448700 h 605593"/>
              <a:gd name="connsiteX25" fmla="*/ 62300 w 518936"/>
              <a:gd name="connsiteY25" fmla="*/ 383399 h 605593"/>
              <a:gd name="connsiteX26" fmla="*/ 63368 w 518936"/>
              <a:gd name="connsiteY26" fmla="*/ 381848 h 605593"/>
              <a:gd name="connsiteX27" fmla="*/ 72198 w 518936"/>
              <a:gd name="connsiteY27" fmla="*/ 376714 h 605593"/>
              <a:gd name="connsiteX28" fmla="*/ 78117 w 518936"/>
              <a:gd name="connsiteY28" fmla="*/ 376326 h 605593"/>
              <a:gd name="connsiteX29" fmla="*/ 223585 w 518936"/>
              <a:gd name="connsiteY29" fmla="*/ 25871 h 605593"/>
              <a:gd name="connsiteX30" fmla="*/ 149456 w 518936"/>
              <a:gd name="connsiteY30" fmla="*/ 101352 h 605593"/>
              <a:gd name="connsiteX31" fmla="*/ 149456 w 518936"/>
              <a:gd name="connsiteY31" fmla="*/ 160070 h 605593"/>
              <a:gd name="connsiteX32" fmla="*/ 132185 w 518936"/>
              <a:gd name="connsiteY32" fmla="*/ 201638 h 605593"/>
              <a:gd name="connsiteX33" fmla="*/ 122482 w 518936"/>
              <a:gd name="connsiteY33" fmla="*/ 224990 h 605593"/>
              <a:gd name="connsiteX34" fmla="*/ 122482 w 518936"/>
              <a:gd name="connsiteY34" fmla="*/ 285355 h 605593"/>
              <a:gd name="connsiteX35" fmla="*/ 92112 w 518936"/>
              <a:gd name="connsiteY35" fmla="*/ 336807 h 605593"/>
              <a:gd name="connsiteX36" fmla="*/ 25940 w 518936"/>
              <a:gd name="connsiteY36" fmla="*/ 452693 h 605593"/>
              <a:gd name="connsiteX37" fmla="*/ 64363 w 518936"/>
              <a:gd name="connsiteY37" fmla="*/ 541933 h 605593"/>
              <a:gd name="connsiteX38" fmla="*/ 154016 w 518936"/>
              <a:gd name="connsiteY38" fmla="*/ 579722 h 605593"/>
              <a:gd name="connsiteX39" fmla="*/ 247065 w 518936"/>
              <a:gd name="connsiteY39" fmla="*/ 542321 h 605593"/>
              <a:gd name="connsiteX40" fmla="*/ 285779 w 518936"/>
              <a:gd name="connsiteY40" fmla="*/ 449980 h 605593"/>
              <a:gd name="connsiteX41" fmla="*/ 219315 w 518936"/>
              <a:gd name="connsiteY41" fmla="*/ 336710 h 605593"/>
              <a:gd name="connsiteX42" fmla="*/ 189140 w 518936"/>
              <a:gd name="connsiteY42" fmla="*/ 285937 h 605593"/>
              <a:gd name="connsiteX43" fmla="*/ 189140 w 518936"/>
              <a:gd name="connsiteY43" fmla="*/ 224990 h 605593"/>
              <a:gd name="connsiteX44" fmla="*/ 179534 w 518936"/>
              <a:gd name="connsiteY44" fmla="*/ 201638 h 605593"/>
              <a:gd name="connsiteX45" fmla="*/ 162263 w 518936"/>
              <a:gd name="connsiteY45" fmla="*/ 160070 h 605593"/>
              <a:gd name="connsiteX46" fmla="*/ 162263 w 518936"/>
              <a:gd name="connsiteY46" fmla="*/ 100964 h 605593"/>
              <a:gd name="connsiteX47" fmla="*/ 223293 w 518936"/>
              <a:gd name="connsiteY47" fmla="*/ 38564 h 605593"/>
              <a:gd name="connsiteX48" fmla="*/ 223779 w 518936"/>
              <a:gd name="connsiteY48" fmla="*/ 38564 h 605593"/>
              <a:gd name="connsiteX49" fmla="*/ 282383 w 518936"/>
              <a:gd name="connsiteY49" fmla="*/ 81295 h 605593"/>
              <a:gd name="connsiteX50" fmla="*/ 401145 w 518936"/>
              <a:gd name="connsiteY50" fmla="*/ 450561 h 605593"/>
              <a:gd name="connsiteX51" fmla="*/ 446359 w 518936"/>
              <a:gd name="connsiteY51" fmla="*/ 483215 h 605593"/>
              <a:gd name="connsiteX52" fmla="*/ 493030 w 518936"/>
              <a:gd name="connsiteY52" fmla="*/ 435058 h 605593"/>
              <a:gd name="connsiteX53" fmla="*/ 493030 w 518936"/>
              <a:gd name="connsiteY53" fmla="*/ 407055 h 605593"/>
              <a:gd name="connsiteX54" fmla="*/ 480319 w 518936"/>
              <a:gd name="connsiteY54" fmla="*/ 407055 h 605593"/>
              <a:gd name="connsiteX55" fmla="*/ 480319 w 518936"/>
              <a:gd name="connsiteY55" fmla="*/ 435543 h 605593"/>
              <a:gd name="connsiteX56" fmla="*/ 447233 w 518936"/>
              <a:gd name="connsiteY56" fmla="*/ 470425 h 605593"/>
              <a:gd name="connsiteX57" fmla="*/ 413273 w 518936"/>
              <a:gd name="connsiteY57" fmla="*/ 446685 h 605593"/>
              <a:gd name="connsiteX58" fmla="*/ 294609 w 518936"/>
              <a:gd name="connsiteY58" fmla="*/ 77419 h 605593"/>
              <a:gd name="connsiteX59" fmla="*/ 223779 w 518936"/>
              <a:gd name="connsiteY59" fmla="*/ 25871 h 605593"/>
              <a:gd name="connsiteX60" fmla="*/ 223487 w 518936"/>
              <a:gd name="connsiteY60" fmla="*/ 0 h 605593"/>
              <a:gd name="connsiteX61" fmla="*/ 223779 w 518936"/>
              <a:gd name="connsiteY61" fmla="*/ 0 h 605593"/>
              <a:gd name="connsiteX62" fmla="*/ 319254 w 518936"/>
              <a:gd name="connsiteY62" fmla="*/ 69474 h 605593"/>
              <a:gd name="connsiteX63" fmla="*/ 437918 w 518936"/>
              <a:gd name="connsiteY63" fmla="*/ 438740 h 605593"/>
              <a:gd name="connsiteX64" fmla="*/ 446262 w 518936"/>
              <a:gd name="connsiteY64" fmla="*/ 444651 h 605593"/>
              <a:gd name="connsiteX65" fmla="*/ 454413 w 518936"/>
              <a:gd name="connsiteY65" fmla="*/ 435543 h 605593"/>
              <a:gd name="connsiteX66" fmla="*/ 454413 w 518936"/>
              <a:gd name="connsiteY66" fmla="*/ 394168 h 605593"/>
              <a:gd name="connsiteX67" fmla="*/ 467317 w 518936"/>
              <a:gd name="connsiteY67" fmla="*/ 381184 h 605593"/>
              <a:gd name="connsiteX68" fmla="*/ 506031 w 518936"/>
              <a:gd name="connsiteY68" fmla="*/ 381184 h 605593"/>
              <a:gd name="connsiteX69" fmla="*/ 518936 w 518936"/>
              <a:gd name="connsiteY69" fmla="*/ 394168 h 605593"/>
              <a:gd name="connsiteX70" fmla="*/ 518936 w 518936"/>
              <a:gd name="connsiteY70" fmla="*/ 435058 h 605593"/>
              <a:gd name="connsiteX71" fmla="*/ 446554 w 518936"/>
              <a:gd name="connsiteY71" fmla="*/ 509086 h 605593"/>
              <a:gd name="connsiteX72" fmla="*/ 376500 w 518936"/>
              <a:gd name="connsiteY72" fmla="*/ 458507 h 605593"/>
              <a:gd name="connsiteX73" fmla="*/ 257835 w 518936"/>
              <a:gd name="connsiteY73" fmla="*/ 89240 h 605593"/>
              <a:gd name="connsiteX74" fmla="*/ 223779 w 518936"/>
              <a:gd name="connsiteY74" fmla="*/ 64435 h 605593"/>
              <a:gd name="connsiteX75" fmla="*/ 223487 w 518936"/>
              <a:gd name="connsiteY75" fmla="*/ 64435 h 605593"/>
              <a:gd name="connsiteX76" fmla="*/ 188072 w 518936"/>
              <a:gd name="connsiteY76" fmla="*/ 101061 h 605593"/>
              <a:gd name="connsiteX77" fmla="*/ 188072 w 518936"/>
              <a:gd name="connsiteY77" fmla="*/ 160070 h 605593"/>
              <a:gd name="connsiteX78" fmla="*/ 197775 w 518936"/>
              <a:gd name="connsiteY78" fmla="*/ 183325 h 605593"/>
              <a:gd name="connsiteX79" fmla="*/ 215046 w 518936"/>
              <a:gd name="connsiteY79" fmla="*/ 224990 h 605593"/>
              <a:gd name="connsiteX80" fmla="*/ 215046 w 518936"/>
              <a:gd name="connsiteY80" fmla="*/ 285937 h 605593"/>
              <a:gd name="connsiteX81" fmla="*/ 231929 w 518936"/>
              <a:gd name="connsiteY81" fmla="*/ 314133 h 605593"/>
              <a:gd name="connsiteX82" fmla="*/ 311685 w 518936"/>
              <a:gd name="connsiteY82" fmla="*/ 449980 h 605593"/>
              <a:gd name="connsiteX83" fmla="*/ 265209 w 518936"/>
              <a:gd name="connsiteY83" fmla="*/ 560731 h 605593"/>
              <a:gd name="connsiteX84" fmla="*/ 155859 w 518936"/>
              <a:gd name="connsiteY84" fmla="*/ 605593 h 605593"/>
              <a:gd name="connsiteX85" fmla="*/ 153628 w 518936"/>
              <a:gd name="connsiteY85" fmla="*/ 605593 h 605593"/>
              <a:gd name="connsiteX86" fmla="*/ 46121 w 518936"/>
              <a:gd name="connsiteY86" fmla="*/ 560246 h 605593"/>
              <a:gd name="connsiteX87" fmla="*/ 33 w 518936"/>
              <a:gd name="connsiteY87" fmla="*/ 453177 h 605593"/>
              <a:gd name="connsiteX88" fmla="*/ 79402 w 518936"/>
              <a:gd name="connsiteY88" fmla="*/ 314327 h 605593"/>
              <a:gd name="connsiteX89" fmla="*/ 96673 w 518936"/>
              <a:gd name="connsiteY89" fmla="*/ 285355 h 605593"/>
              <a:gd name="connsiteX90" fmla="*/ 96673 w 518936"/>
              <a:gd name="connsiteY90" fmla="*/ 224990 h 605593"/>
              <a:gd name="connsiteX91" fmla="*/ 113944 w 518936"/>
              <a:gd name="connsiteY91" fmla="*/ 183325 h 605593"/>
              <a:gd name="connsiteX92" fmla="*/ 123549 w 518936"/>
              <a:gd name="connsiteY92" fmla="*/ 160070 h 605593"/>
              <a:gd name="connsiteX93" fmla="*/ 123549 w 518936"/>
              <a:gd name="connsiteY93" fmla="*/ 101352 h 605593"/>
              <a:gd name="connsiteX94" fmla="*/ 223487 w 518936"/>
              <a:gd name="connsiteY94" fmla="*/ 0 h 60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518936" h="605593">
                <a:moveTo>
                  <a:pt x="172144" y="402194"/>
                </a:moveTo>
                <a:cubicBezTo>
                  <a:pt x="166516" y="402194"/>
                  <a:pt x="161082" y="404132"/>
                  <a:pt x="156715" y="407620"/>
                </a:cubicBezTo>
                <a:cubicBezTo>
                  <a:pt x="147788" y="414693"/>
                  <a:pt x="136532" y="418568"/>
                  <a:pt x="125082" y="418568"/>
                </a:cubicBezTo>
                <a:cubicBezTo>
                  <a:pt x="113729" y="418568"/>
                  <a:pt x="102473" y="414693"/>
                  <a:pt x="93546" y="407620"/>
                </a:cubicBezTo>
                <a:cubicBezTo>
                  <a:pt x="89858" y="404617"/>
                  <a:pt x="85395" y="402776"/>
                  <a:pt x="80737" y="402291"/>
                </a:cubicBezTo>
                <a:cubicBezTo>
                  <a:pt x="72101" y="416146"/>
                  <a:pt x="67540" y="432132"/>
                  <a:pt x="67540" y="448700"/>
                </a:cubicBezTo>
                <a:cubicBezTo>
                  <a:pt x="67540" y="497336"/>
                  <a:pt x="107131" y="536963"/>
                  <a:pt x="155842" y="536963"/>
                </a:cubicBezTo>
                <a:cubicBezTo>
                  <a:pt x="204553" y="536963"/>
                  <a:pt x="244144" y="497336"/>
                  <a:pt x="244144" y="448700"/>
                </a:cubicBezTo>
                <a:cubicBezTo>
                  <a:pt x="244144" y="437170"/>
                  <a:pt x="241912" y="425738"/>
                  <a:pt x="237545" y="415177"/>
                </a:cubicBezTo>
                <a:cubicBezTo>
                  <a:pt x="221049" y="421669"/>
                  <a:pt x="202128" y="419149"/>
                  <a:pt x="187572" y="407620"/>
                </a:cubicBezTo>
                <a:cubicBezTo>
                  <a:pt x="183206" y="404132"/>
                  <a:pt x="177772" y="402194"/>
                  <a:pt x="172144" y="402194"/>
                </a:cubicBezTo>
                <a:close/>
                <a:moveTo>
                  <a:pt x="78117" y="376326"/>
                </a:moveTo>
                <a:cubicBezTo>
                  <a:pt x="89470" y="376326"/>
                  <a:pt x="100726" y="380298"/>
                  <a:pt x="109653" y="387371"/>
                </a:cubicBezTo>
                <a:cubicBezTo>
                  <a:pt x="114020" y="390859"/>
                  <a:pt x="119551" y="392797"/>
                  <a:pt x="125082" y="392797"/>
                </a:cubicBezTo>
                <a:cubicBezTo>
                  <a:pt x="130710" y="392797"/>
                  <a:pt x="136144" y="390859"/>
                  <a:pt x="140608" y="387371"/>
                </a:cubicBezTo>
                <a:cubicBezTo>
                  <a:pt x="149535" y="380298"/>
                  <a:pt x="160694" y="376326"/>
                  <a:pt x="172144" y="376326"/>
                </a:cubicBezTo>
                <a:cubicBezTo>
                  <a:pt x="183594" y="376326"/>
                  <a:pt x="194753" y="380298"/>
                  <a:pt x="203680" y="387371"/>
                </a:cubicBezTo>
                <a:cubicBezTo>
                  <a:pt x="212801" y="394637"/>
                  <a:pt x="225513" y="394637"/>
                  <a:pt x="234634" y="387371"/>
                </a:cubicBezTo>
                <a:cubicBezTo>
                  <a:pt x="234828" y="387177"/>
                  <a:pt x="235022" y="387080"/>
                  <a:pt x="235217" y="386887"/>
                </a:cubicBezTo>
                <a:cubicBezTo>
                  <a:pt x="235411" y="386790"/>
                  <a:pt x="235605" y="386596"/>
                  <a:pt x="235799" y="386499"/>
                </a:cubicBezTo>
                <a:cubicBezTo>
                  <a:pt x="238807" y="384561"/>
                  <a:pt x="242397" y="383883"/>
                  <a:pt x="245890" y="384658"/>
                </a:cubicBezTo>
                <a:cubicBezTo>
                  <a:pt x="249384" y="385433"/>
                  <a:pt x="252295" y="387565"/>
                  <a:pt x="254138" y="390665"/>
                </a:cubicBezTo>
                <a:cubicBezTo>
                  <a:pt x="264521" y="408105"/>
                  <a:pt x="270052" y="428257"/>
                  <a:pt x="270052" y="448700"/>
                </a:cubicBezTo>
                <a:cubicBezTo>
                  <a:pt x="270052" y="511675"/>
                  <a:pt x="218818" y="562831"/>
                  <a:pt x="155842" y="562831"/>
                </a:cubicBezTo>
                <a:cubicBezTo>
                  <a:pt x="92866" y="562831"/>
                  <a:pt x="41632" y="511675"/>
                  <a:pt x="41632" y="448700"/>
                </a:cubicBezTo>
                <a:cubicBezTo>
                  <a:pt x="41632" y="425156"/>
                  <a:pt x="48813" y="402582"/>
                  <a:pt x="62300" y="383399"/>
                </a:cubicBezTo>
                <a:cubicBezTo>
                  <a:pt x="62689" y="382817"/>
                  <a:pt x="62980" y="382333"/>
                  <a:pt x="63368" y="381848"/>
                </a:cubicBezTo>
                <a:cubicBezTo>
                  <a:pt x="65406" y="379039"/>
                  <a:pt x="68705" y="377101"/>
                  <a:pt x="72198" y="376714"/>
                </a:cubicBezTo>
                <a:cubicBezTo>
                  <a:pt x="74139" y="376423"/>
                  <a:pt x="76079" y="376326"/>
                  <a:pt x="78117" y="376326"/>
                </a:cubicBezTo>
                <a:close/>
                <a:moveTo>
                  <a:pt x="223585" y="25871"/>
                </a:moveTo>
                <a:cubicBezTo>
                  <a:pt x="182736" y="25968"/>
                  <a:pt x="149456" y="59881"/>
                  <a:pt x="149456" y="101352"/>
                </a:cubicBezTo>
                <a:lnTo>
                  <a:pt x="149456" y="160070"/>
                </a:lnTo>
                <a:cubicBezTo>
                  <a:pt x="149456" y="175767"/>
                  <a:pt x="143343" y="190495"/>
                  <a:pt x="132185" y="201638"/>
                </a:cubicBezTo>
                <a:cubicBezTo>
                  <a:pt x="125975" y="207840"/>
                  <a:pt x="122482" y="216172"/>
                  <a:pt x="122482" y="224990"/>
                </a:cubicBezTo>
                <a:lnTo>
                  <a:pt x="122482" y="285355"/>
                </a:lnTo>
                <a:cubicBezTo>
                  <a:pt x="122482" y="306575"/>
                  <a:pt x="110839" y="326245"/>
                  <a:pt x="92112" y="336807"/>
                </a:cubicBezTo>
                <a:cubicBezTo>
                  <a:pt x="50294" y="360352"/>
                  <a:pt x="24969" y="404827"/>
                  <a:pt x="25940" y="452693"/>
                </a:cubicBezTo>
                <a:cubicBezTo>
                  <a:pt x="26619" y="486315"/>
                  <a:pt x="40300" y="518000"/>
                  <a:pt x="64363" y="541933"/>
                </a:cubicBezTo>
                <a:cubicBezTo>
                  <a:pt x="88522" y="565866"/>
                  <a:pt x="120347" y="579238"/>
                  <a:pt x="154016" y="579722"/>
                </a:cubicBezTo>
                <a:cubicBezTo>
                  <a:pt x="189043" y="580207"/>
                  <a:pt x="222129" y="566932"/>
                  <a:pt x="247065" y="542321"/>
                </a:cubicBezTo>
                <a:cubicBezTo>
                  <a:pt x="272098" y="517806"/>
                  <a:pt x="285779" y="484959"/>
                  <a:pt x="285779" y="449980"/>
                </a:cubicBezTo>
                <a:cubicBezTo>
                  <a:pt x="285779" y="403083"/>
                  <a:pt x="260358" y="359674"/>
                  <a:pt x="219315" y="336710"/>
                </a:cubicBezTo>
                <a:cubicBezTo>
                  <a:pt x="200686" y="326245"/>
                  <a:pt x="189140" y="306866"/>
                  <a:pt x="189140" y="285937"/>
                </a:cubicBezTo>
                <a:lnTo>
                  <a:pt x="189140" y="224990"/>
                </a:lnTo>
                <a:cubicBezTo>
                  <a:pt x="189140" y="216172"/>
                  <a:pt x="185744" y="207840"/>
                  <a:pt x="179534" y="201638"/>
                </a:cubicBezTo>
                <a:cubicBezTo>
                  <a:pt x="168376" y="190495"/>
                  <a:pt x="162263" y="175767"/>
                  <a:pt x="162263" y="160070"/>
                </a:cubicBezTo>
                <a:lnTo>
                  <a:pt x="162263" y="100964"/>
                </a:lnTo>
                <a:cubicBezTo>
                  <a:pt x="162263" y="66857"/>
                  <a:pt x="189625" y="38855"/>
                  <a:pt x="223293" y="38564"/>
                </a:cubicBezTo>
                <a:cubicBezTo>
                  <a:pt x="223487" y="38564"/>
                  <a:pt x="223682" y="38564"/>
                  <a:pt x="223779" y="38564"/>
                </a:cubicBezTo>
                <a:cubicBezTo>
                  <a:pt x="250655" y="38564"/>
                  <a:pt x="274233" y="55715"/>
                  <a:pt x="282383" y="81295"/>
                </a:cubicBezTo>
                <a:lnTo>
                  <a:pt x="401145" y="450561"/>
                </a:lnTo>
                <a:cubicBezTo>
                  <a:pt x="407451" y="470231"/>
                  <a:pt x="425596" y="483409"/>
                  <a:pt x="446359" y="483215"/>
                </a:cubicBezTo>
                <a:cubicBezTo>
                  <a:pt x="472072" y="483021"/>
                  <a:pt x="493030" y="461413"/>
                  <a:pt x="493030" y="435058"/>
                </a:cubicBezTo>
                <a:lnTo>
                  <a:pt x="493030" y="407055"/>
                </a:lnTo>
                <a:lnTo>
                  <a:pt x="480319" y="407055"/>
                </a:lnTo>
                <a:lnTo>
                  <a:pt x="480319" y="435543"/>
                </a:lnTo>
                <a:cubicBezTo>
                  <a:pt x="480319" y="454437"/>
                  <a:pt x="465765" y="469746"/>
                  <a:pt x="447233" y="470425"/>
                </a:cubicBezTo>
                <a:cubicBezTo>
                  <a:pt x="431902" y="471006"/>
                  <a:pt x="417930" y="461220"/>
                  <a:pt x="413273" y="446685"/>
                </a:cubicBezTo>
                <a:lnTo>
                  <a:pt x="294609" y="77419"/>
                </a:lnTo>
                <a:cubicBezTo>
                  <a:pt x="284712" y="46510"/>
                  <a:pt x="256283" y="25871"/>
                  <a:pt x="223779" y="25871"/>
                </a:cubicBezTo>
                <a:close/>
                <a:moveTo>
                  <a:pt x="223487" y="0"/>
                </a:moveTo>
                <a:lnTo>
                  <a:pt x="223779" y="0"/>
                </a:lnTo>
                <a:cubicBezTo>
                  <a:pt x="267538" y="0"/>
                  <a:pt x="305864" y="27906"/>
                  <a:pt x="319254" y="69474"/>
                </a:cubicBezTo>
                <a:lnTo>
                  <a:pt x="437918" y="438740"/>
                </a:lnTo>
                <a:cubicBezTo>
                  <a:pt x="439082" y="442422"/>
                  <a:pt x="442381" y="444747"/>
                  <a:pt x="446262" y="444651"/>
                </a:cubicBezTo>
                <a:cubicBezTo>
                  <a:pt x="450726" y="444457"/>
                  <a:pt x="454413" y="440387"/>
                  <a:pt x="454413" y="435543"/>
                </a:cubicBezTo>
                <a:lnTo>
                  <a:pt x="454413" y="394168"/>
                </a:lnTo>
                <a:cubicBezTo>
                  <a:pt x="454413" y="386998"/>
                  <a:pt x="460234" y="381184"/>
                  <a:pt x="467317" y="381184"/>
                </a:cubicBezTo>
                <a:lnTo>
                  <a:pt x="506031" y="381184"/>
                </a:lnTo>
                <a:cubicBezTo>
                  <a:pt x="513114" y="381184"/>
                  <a:pt x="518936" y="386998"/>
                  <a:pt x="518936" y="394168"/>
                </a:cubicBezTo>
                <a:lnTo>
                  <a:pt x="518936" y="435058"/>
                </a:lnTo>
                <a:cubicBezTo>
                  <a:pt x="518936" y="475560"/>
                  <a:pt x="486432" y="508795"/>
                  <a:pt x="446554" y="509086"/>
                </a:cubicBezTo>
                <a:cubicBezTo>
                  <a:pt x="414437" y="509279"/>
                  <a:pt x="386299" y="488932"/>
                  <a:pt x="376500" y="458507"/>
                </a:cubicBezTo>
                <a:lnTo>
                  <a:pt x="257835" y="89240"/>
                </a:lnTo>
                <a:cubicBezTo>
                  <a:pt x="252984" y="74318"/>
                  <a:pt x="239400" y="64435"/>
                  <a:pt x="223779" y="64435"/>
                </a:cubicBezTo>
                <a:cubicBezTo>
                  <a:pt x="223682" y="64435"/>
                  <a:pt x="223585" y="64435"/>
                  <a:pt x="223487" y="64435"/>
                </a:cubicBezTo>
                <a:cubicBezTo>
                  <a:pt x="203985" y="64629"/>
                  <a:pt x="188072" y="81004"/>
                  <a:pt x="188072" y="101061"/>
                </a:cubicBezTo>
                <a:lnTo>
                  <a:pt x="188072" y="160070"/>
                </a:lnTo>
                <a:cubicBezTo>
                  <a:pt x="188072" y="168888"/>
                  <a:pt x="191565" y="177124"/>
                  <a:pt x="197775" y="183325"/>
                </a:cubicBezTo>
                <a:cubicBezTo>
                  <a:pt x="208933" y="194468"/>
                  <a:pt x="215046" y="209196"/>
                  <a:pt x="215046" y="224990"/>
                </a:cubicBezTo>
                <a:lnTo>
                  <a:pt x="215046" y="285937"/>
                </a:lnTo>
                <a:cubicBezTo>
                  <a:pt x="215046" y="297467"/>
                  <a:pt x="221547" y="308319"/>
                  <a:pt x="231929" y="314133"/>
                </a:cubicBezTo>
                <a:cubicBezTo>
                  <a:pt x="281122" y="341651"/>
                  <a:pt x="311685" y="393684"/>
                  <a:pt x="311685" y="449980"/>
                </a:cubicBezTo>
                <a:cubicBezTo>
                  <a:pt x="311685" y="491935"/>
                  <a:pt x="295191" y="531275"/>
                  <a:pt x="265209" y="560731"/>
                </a:cubicBezTo>
                <a:cubicBezTo>
                  <a:pt x="235907" y="589702"/>
                  <a:pt x="197096" y="605593"/>
                  <a:pt x="155859" y="605593"/>
                </a:cubicBezTo>
                <a:cubicBezTo>
                  <a:pt x="155083" y="605593"/>
                  <a:pt x="154404" y="605593"/>
                  <a:pt x="153628" y="605593"/>
                </a:cubicBezTo>
                <a:cubicBezTo>
                  <a:pt x="113167" y="605012"/>
                  <a:pt x="75036" y="588927"/>
                  <a:pt x="46121" y="560246"/>
                </a:cubicBezTo>
                <a:cubicBezTo>
                  <a:pt x="17207" y="531565"/>
                  <a:pt x="907" y="493583"/>
                  <a:pt x="33" y="453177"/>
                </a:cubicBezTo>
                <a:cubicBezTo>
                  <a:pt x="-1131" y="395816"/>
                  <a:pt x="29239" y="342620"/>
                  <a:pt x="79402" y="314327"/>
                </a:cubicBezTo>
                <a:cubicBezTo>
                  <a:pt x="90075" y="308319"/>
                  <a:pt x="96673" y="297273"/>
                  <a:pt x="96673" y="285355"/>
                </a:cubicBezTo>
                <a:lnTo>
                  <a:pt x="96673" y="224990"/>
                </a:lnTo>
                <a:cubicBezTo>
                  <a:pt x="96673" y="209196"/>
                  <a:pt x="102785" y="194468"/>
                  <a:pt x="113944" y="183325"/>
                </a:cubicBezTo>
                <a:cubicBezTo>
                  <a:pt x="120153" y="177124"/>
                  <a:pt x="123549" y="168888"/>
                  <a:pt x="123549" y="160070"/>
                </a:cubicBezTo>
                <a:lnTo>
                  <a:pt x="123549" y="101352"/>
                </a:lnTo>
                <a:cubicBezTo>
                  <a:pt x="123549" y="45637"/>
                  <a:pt x="168376" y="194"/>
                  <a:pt x="223487" y="0"/>
                </a:cubicBezTo>
                <a:close/>
              </a:path>
            </a:pathLst>
          </a:custGeom>
          <a:solidFill>
            <a:schemeClr val="accent1"/>
          </a:solidFill>
          <a:ln>
            <a:noFill/>
          </a:ln>
        </p:spPr>
      </p:sp>
      <p:sp>
        <p:nvSpPr>
          <p:cNvPr id="46" name="science_342428">
            <a:extLst>
              <a:ext uri="{FF2B5EF4-FFF2-40B4-BE49-F238E27FC236}">
                <a16:creationId xmlns:a16="http://schemas.microsoft.com/office/drawing/2014/main" id="{6CE761A4-1496-43DF-8DEB-4625C23A080F}"/>
              </a:ext>
            </a:extLst>
          </p:cNvPr>
          <p:cNvSpPr>
            <a:spLocks noChangeAspect="1"/>
          </p:cNvSpPr>
          <p:nvPr/>
        </p:nvSpPr>
        <p:spPr bwMode="auto">
          <a:xfrm>
            <a:off x="10586635" y="3429000"/>
            <a:ext cx="609685" cy="608697"/>
          </a:xfrm>
          <a:custGeom>
            <a:avLst/>
            <a:gdLst>
              <a:gd name="connsiteX0" fmla="*/ 442116 w 609614"/>
              <a:gd name="connsiteY0" fmla="*/ 445056 h 608627"/>
              <a:gd name="connsiteX1" fmla="*/ 329374 w 609614"/>
              <a:gd name="connsiteY1" fmla="*/ 508662 h 608627"/>
              <a:gd name="connsiteX2" fmla="*/ 427550 w 609614"/>
              <a:gd name="connsiteY2" fmla="*/ 587456 h 608627"/>
              <a:gd name="connsiteX3" fmla="*/ 448108 w 609614"/>
              <a:gd name="connsiteY3" fmla="*/ 586351 h 608627"/>
              <a:gd name="connsiteX4" fmla="*/ 442116 w 609614"/>
              <a:gd name="connsiteY4" fmla="*/ 445056 h 608627"/>
              <a:gd name="connsiteX5" fmla="*/ 167499 w 609614"/>
              <a:gd name="connsiteY5" fmla="*/ 445056 h 608627"/>
              <a:gd name="connsiteX6" fmla="*/ 161507 w 609614"/>
              <a:gd name="connsiteY6" fmla="*/ 586351 h 608627"/>
              <a:gd name="connsiteX7" fmla="*/ 182064 w 609614"/>
              <a:gd name="connsiteY7" fmla="*/ 587456 h 608627"/>
              <a:gd name="connsiteX8" fmla="*/ 280240 w 609614"/>
              <a:gd name="connsiteY8" fmla="*/ 508662 h 608627"/>
              <a:gd name="connsiteX9" fmla="*/ 167499 w 609614"/>
              <a:gd name="connsiteY9" fmla="*/ 445056 h 608627"/>
              <a:gd name="connsiteX10" fmla="*/ 271483 w 609614"/>
              <a:gd name="connsiteY10" fmla="*/ 431341 h 608627"/>
              <a:gd name="connsiteX11" fmla="*/ 304761 w 609614"/>
              <a:gd name="connsiteY11" fmla="*/ 478194 h 608627"/>
              <a:gd name="connsiteX12" fmla="*/ 338132 w 609614"/>
              <a:gd name="connsiteY12" fmla="*/ 431341 h 608627"/>
              <a:gd name="connsiteX13" fmla="*/ 304853 w 609614"/>
              <a:gd name="connsiteY13" fmla="*/ 431985 h 608627"/>
              <a:gd name="connsiteX14" fmla="*/ 271483 w 609614"/>
              <a:gd name="connsiteY14" fmla="*/ 431341 h 608627"/>
              <a:gd name="connsiteX15" fmla="*/ 434096 w 609614"/>
              <a:gd name="connsiteY15" fmla="*/ 423057 h 608627"/>
              <a:gd name="connsiteX16" fmla="*/ 362284 w 609614"/>
              <a:gd name="connsiteY16" fmla="*/ 430329 h 608627"/>
              <a:gd name="connsiteX17" fmla="*/ 320432 w 609614"/>
              <a:gd name="connsiteY17" fmla="*/ 490068 h 608627"/>
              <a:gd name="connsiteX18" fmla="*/ 434096 w 609614"/>
              <a:gd name="connsiteY18" fmla="*/ 423057 h 608627"/>
              <a:gd name="connsiteX19" fmla="*/ 175519 w 609614"/>
              <a:gd name="connsiteY19" fmla="*/ 423057 h 608627"/>
              <a:gd name="connsiteX20" fmla="*/ 289182 w 609614"/>
              <a:gd name="connsiteY20" fmla="*/ 490068 h 608627"/>
              <a:gd name="connsiteX21" fmla="*/ 247238 w 609614"/>
              <a:gd name="connsiteY21" fmla="*/ 430237 h 608627"/>
              <a:gd name="connsiteX22" fmla="*/ 175519 w 609614"/>
              <a:gd name="connsiteY22" fmla="*/ 423057 h 608627"/>
              <a:gd name="connsiteX23" fmla="*/ 190545 w 609614"/>
              <a:gd name="connsiteY23" fmla="*/ 329535 h 608627"/>
              <a:gd name="connsiteX24" fmla="*/ 186858 w 609614"/>
              <a:gd name="connsiteY24" fmla="*/ 343619 h 608627"/>
              <a:gd name="connsiteX25" fmla="*/ 213130 w 609614"/>
              <a:gd name="connsiteY25" fmla="*/ 372706 h 608627"/>
              <a:gd name="connsiteX26" fmla="*/ 190545 w 609614"/>
              <a:gd name="connsiteY26" fmla="*/ 329535 h 608627"/>
              <a:gd name="connsiteX27" fmla="*/ 216357 w 609614"/>
              <a:gd name="connsiteY27" fmla="*/ 314163 h 608627"/>
              <a:gd name="connsiteX28" fmla="*/ 205940 w 609614"/>
              <a:gd name="connsiteY28" fmla="*/ 316096 h 608627"/>
              <a:gd name="connsiteX29" fmla="*/ 232950 w 609614"/>
              <a:gd name="connsiteY29" fmla="*/ 367919 h 608627"/>
              <a:gd name="connsiteX30" fmla="*/ 245855 w 609614"/>
              <a:gd name="connsiteY30" fmla="*/ 343619 h 608627"/>
              <a:gd name="connsiteX31" fmla="*/ 216357 w 609614"/>
              <a:gd name="connsiteY31" fmla="*/ 314163 h 608627"/>
              <a:gd name="connsiteX32" fmla="*/ 344101 w 609614"/>
              <a:gd name="connsiteY32" fmla="*/ 274901 h 608627"/>
              <a:gd name="connsiteX33" fmla="*/ 324472 w 609614"/>
              <a:gd name="connsiteY33" fmla="*/ 294587 h 608627"/>
              <a:gd name="connsiteX34" fmla="*/ 344101 w 609614"/>
              <a:gd name="connsiteY34" fmla="*/ 314181 h 608627"/>
              <a:gd name="connsiteX35" fmla="*/ 363823 w 609614"/>
              <a:gd name="connsiteY35" fmla="*/ 294587 h 608627"/>
              <a:gd name="connsiteX36" fmla="*/ 344101 w 609614"/>
              <a:gd name="connsiteY36" fmla="*/ 274901 h 608627"/>
              <a:gd name="connsiteX37" fmla="*/ 139475 w 609614"/>
              <a:gd name="connsiteY37" fmla="*/ 270624 h 608627"/>
              <a:gd name="connsiteX38" fmla="*/ 19635 w 609614"/>
              <a:gd name="connsiteY38" fmla="*/ 333769 h 608627"/>
              <a:gd name="connsiteX39" fmla="*/ 139751 w 609614"/>
              <a:gd name="connsiteY39" fmla="*/ 397099 h 608627"/>
              <a:gd name="connsiteX40" fmla="*/ 127860 w 609614"/>
              <a:gd name="connsiteY40" fmla="*/ 333769 h 608627"/>
              <a:gd name="connsiteX41" fmla="*/ 139475 w 609614"/>
              <a:gd name="connsiteY41" fmla="*/ 270624 h 608627"/>
              <a:gd name="connsiteX42" fmla="*/ 447001 w 609614"/>
              <a:gd name="connsiteY42" fmla="*/ 266390 h 608627"/>
              <a:gd name="connsiteX43" fmla="*/ 390400 w 609614"/>
              <a:gd name="connsiteY43" fmla="*/ 383844 h 608627"/>
              <a:gd name="connsiteX44" fmla="*/ 375190 w 609614"/>
              <a:gd name="connsiteY44" fmla="*/ 409710 h 608627"/>
              <a:gd name="connsiteX45" fmla="*/ 446725 w 609614"/>
              <a:gd name="connsiteY45" fmla="*/ 401241 h 608627"/>
              <a:gd name="connsiteX46" fmla="*/ 462120 w 609614"/>
              <a:gd name="connsiteY46" fmla="*/ 333769 h 608627"/>
              <a:gd name="connsiteX47" fmla="*/ 447001 w 609614"/>
              <a:gd name="connsiteY47" fmla="*/ 266390 h 608627"/>
              <a:gd name="connsiteX48" fmla="*/ 162613 w 609614"/>
              <a:gd name="connsiteY48" fmla="*/ 266390 h 608627"/>
              <a:gd name="connsiteX49" fmla="*/ 147495 w 609614"/>
              <a:gd name="connsiteY49" fmla="*/ 333769 h 608627"/>
              <a:gd name="connsiteX50" fmla="*/ 163074 w 609614"/>
              <a:gd name="connsiteY50" fmla="*/ 401425 h 608627"/>
              <a:gd name="connsiteX51" fmla="*/ 234517 w 609614"/>
              <a:gd name="connsiteY51" fmla="*/ 409802 h 608627"/>
              <a:gd name="connsiteX52" fmla="*/ 223916 w 609614"/>
              <a:gd name="connsiteY52" fmla="*/ 391944 h 608627"/>
              <a:gd name="connsiteX53" fmla="*/ 216357 w 609614"/>
              <a:gd name="connsiteY53" fmla="*/ 392681 h 608627"/>
              <a:gd name="connsiteX54" fmla="*/ 167130 w 609614"/>
              <a:gd name="connsiteY54" fmla="*/ 343619 h 608627"/>
              <a:gd name="connsiteX55" fmla="*/ 181050 w 609614"/>
              <a:gd name="connsiteY55" fmla="*/ 309561 h 608627"/>
              <a:gd name="connsiteX56" fmla="*/ 162613 w 609614"/>
              <a:gd name="connsiteY56" fmla="*/ 266390 h 608627"/>
              <a:gd name="connsiteX57" fmla="*/ 344101 w 609614"/>
              <a:gd name="connsiteY57" fmla="*/ 255306 h 608627"/>
              <a:gd name="connsiteX58" fmla="*/ 383452 w 609614"/>
              <a:gd name="connsiteY58" fmla="*/ 294587 h 608627"/>
              <a:gd name="connsiteX59" fmla="*/ 344101 w 609614"/>
              <a:gd name="connsiteY59" fmla="*/ 333775 h 608627"/>
              <a:gd name="connsiteX60" fmla="*/ 304842 w 609614"/>
              <a:gd name="connsiteY60" fmla="*/ 294587 h 608627"/>
              <a:gd name="connsiteX61" fmla="*/ 344101 w 609614"/>
              <a:gd name="connsiteY61" fmla="*/ 255306 h 608627"/>
              <a:gd name="connsiteX62" fmla="*/ 227972 w 609614"/>
              <a:gd name="connsiteY62" fmla="*/ 225796 h 608627"/>
              <a:gd name="connsiteX63" fmla="*/ 255627 w 609614"/>
              <a:gd name="connsiteY63" fmla="*/ 245402 h 608627"/>
              <a:gd name="connsiteX64" fmla="*/ 283374 w 609614"/>
              <a:gd name="connsiteY64" fmla="*/ 225796 h 608627"/>
              <a:gd name="connsiteX65" fmla="*/ 190453 w 609614"/>
              <a:gd name="connsiteY65" fmla="*/ 225796 h 608627"/>
              <a:gd name="connsiteX66" fmla="*/ 175242 w 609614"/>
              <a:gd name="connsiteY66" fmla="*/ 244482 h 608627"/>
              <a:gd name="connsiteX67" fmla="*/ 197459 w 609614"/>
              <a:gd name="connsiteY67" fmla="*/ 298331 h 608627"/>
              <a:gd name="connsiteX68" fmla="*/ 216357 w 609614"/>
              <a:gd name="connsiteY68" fmla="*/ 294557 h 608627"/>
              <a:gd name="connsiteX69" fmla="*/ 265491 w 609614"/>
              <a:gd name="connsiteY69" fmla="*/ 343619 h 608627"/>
              <a:gd name="connsiteX70" fmla="*/ 242629 w 609614"/>
              <a:gd name="connsiteY70" fmla="*/ 384949 h 608627"/>
              <a:gd name="connsiteX71" fmla="*/ 258577 w 609614"/>
              <a:gd name="connsiteY71" fmla="*/ 411274 h 608627"/>
              <a:gd name="connsiteX72" fmla="*/ 304853 w 609614"/>
              <a:gd name="connsiteY72" fmla="*/ 412379 h 608627"/>
              <a:gd name="connsiteX73" fmla="*/ 351130 w 609614"/>
              <a:gd name="connsiteY73" fmla="*/ 411182 h 608627"/>
              <a:gd name="connsiteX74" fmla="*/ 373254 w 609614"/>
              <a:gd name="connsiteY74" fmla="*/ 374087 h 608627"/>
              <a:gd name="connsiteX75" fmla="*/ 434464 w 609614"/>
              <a:gd name="connsiteY75" fmla="*/ 244574 h 608627"/>
              <a:gd name="connsiteX76" fmla="*/ 419162 w 609614"/>
              <a:gd name="connsiteY76" fmla="*/ 225796 h 608627"/>
              <a:gd name="connsiteX77" fmla="*/ 303839 w 609614"/>
              <a:gd name="connsiteY77" fmla="*/ 225796 h 608627"/>
              <a:gd name="connsiteX78" fmla="*/ 255627 w 609614"/>
              <a:gd name="connsiteY78" fmla="*/ 265101 h 608627"/>
              <a:gd name="connsiteX79" fmla="*/ 207507 w 609614"/>
              <a:gd name="connsiteY79" fmla="*/ 225796 h 608627"/>
              <a:gd name="connsiteX80" fmla="*/ 433555 w 609614"/>
              <a:gd name="connsiteY80" fmla="*/ 78701 h 608627"/>
              <a:gd name="connsiteX81" fmla="*/ 363851 w 609614"/>
              <a:gd name="connsiteY81" fmla="*/ 122517 h 608627"/>
              <a:gd name="connsiteX82" fmla="*/ 363851 w 609614"/>
              <a:gd name="connsiteY82" fmla="*/ 167161 h 608627"/>
              <a:gd name="connsiteX83" fmla="*/ 442300 w 609614"/>
              <a:gd name="connsiteY83" fmla="*/ 222206 h 608627"/>
              <a:gd name="connsiteX84" fmla="*/ 448108 w 609614"/>
              <a:gd name="connsiteY84" fmla="*/ 81095 h 608627"/>
              <a:gd name="connsiteX85" fmla="*/ 433555 w 609614"/>
              <a:gd name="connsiteY85" fmla="*/ 78701 h 608627"/>
              <a:gd name="connsiteX86" fmla="*/ 265491 w 609614"/>
              <a:gd name="connsiteY86" fmla="*/ 19607 h 608627"/>
              <a:gd name="connsiteX87" fmla="*/ 265491 w 609614"/>
              <a:gd name="connsiteY87" fmla="*/ 181521 h 608627"/>
              <a:gd name="connsiteX88" fmla="*/ 258577 w 609614"/>
              <a:gd name="connsiteY88" fmla="*/ 183638 h 608627"/>
              <a:gd name="connsiteX89" fmla="*/ 212854 w 609614"/>
              <a:gd name="connsiteY89" fmla="*/ 206190 h 608627"/>
              <a:gd name="connsiteX90" fmla="*/ 396761 w 609614"/>
              <a:gd name="connsiteY90" fmla="*/ 206190 h 608627"/>
              <a:gd name="connsiteX91" fmla="*/ 351130 w 609614"/>
              <a:gd name="connsiteY91" fmla="*/ 183638 h 608627"/>
              <a:gd name="connsiteX92" fmla="*/ 344124 w 609614"/>
              <a:gd name="connsiteY92" fmla="*/ 181521 h 608627"/>
              <a:gd name="connsiteX93" fmla="*/ 344124 w 609614"/>
              <a:gd name="connsiteY93" fmla="*/ 19607 h 608627"/>
              <a:gd name="connsiteX94" fmla="*/ 226128 w 609614"/>
              <a:gd name="connsiteY94" fmla="*/ 0 h 608627"/>
              <a:gd name="connsiteX95" fmla="*/ 383486 w 609614"/>
              <a:gd name="connsiteY95" fmla="*/ 0 h 608627"/>
              <a:gd name="connsiteX96" fmla="*/ 383486 w 609614"/>
              <a:gd name="connsiteY96" fmla="*/ 19607 h 608627"/>
              <a:gd name="connsiteX97" fmla="*/ 363851 w 609614"/>
              <a:gd name="connsiteY97" fmla="*/ 19607 h 608627"/>
              <a:gd name="connsiteX98" fmla="*/ 363851 w 609614"/>
              <a:gd name="connsiteY98" fmla="*/ 96007 h 608627"/>
              <a:gd name="connsiteX99" fmla="*/ 458063 w 609614"/>
              <a:gd name="connsiteY99" fmla="*/ 64158 h 608627"/>
              <a:gd name="connsiteX100" fmla="*/ 456220 w 609614"/>
              <a:gd name="connsiteY100" fmla="*/ 241905 h 608627"/>
              <a:gd name="connsiteX101" fmla="*/ 460091 w 609614"/>
              <a:gd name="connsiteY101" fmla="*/ 248716 h 608627"/>
              <a:gd name="connsiteX102" fmla="*/ 609614 w 609614"/>
              <a:gd name="connsiteY102" fmla="*/ 333769 h 608627"/>
              <a:gd name="connsiteX103" fmla="*/ 534300 w 609614"/>
              <a:gd name="connsiteY103" fmla="*/ 399768 h 608627"/>
              <a:gd name="connsiteX104" fmla="*/ 527662 w 609614"/>
              <a:gd name="connsiteY104" fmla="*/ 381267 h 608627"/>
              <a:gd name="connsiteX105" fmla="*/ 589979 w 609614"/>
              <a:gd name="connsiteY105" fmla="*/ 333769 h 608627"/>
              <a:gd name="connsiteX106" fmla="*/ 470232 w 609614"/>
              <a:gd name="connsiteY106" fmla="*/ 270624 h 608627"/>
              <a:gd name="connsiteX107" fmla="*/ 481847 w 609614"/>
              <a:gd name="connsiteY107" fmla="*/ 333769 h 608627"/>
              <a:gd name="connsiteX108" fmla="*/ 469955 w 609614"/>
              <a:gd name="connsiteY108" fmla="*/ 396915 h 608627"/>
              <a:gd name="connsiteX109" fmla="*/ 508580 w 609614"/>
              <a:gd name="connsiteY109" fmla="*/ 387434 h 608627"/>
              <a:gd name="connsiteX110" fmla="*/ 514111 w 609614"/>
              <a:gd name="connsiteY110" fmla="*/ 406304 h 608627"/>
              <a:gd name="connsiteX111" fmla="*/ 459907 w 609614"/>
              <a:gd name="connsiteY111" fmla="*/ 418823 h 608627"/>
              <a:gd name="connsiteX112" fmla="*/ 456035 w 609614"/>
              <a:gd name="connsiteY112" fmla="*/ 425082 h 608627"/>
              <a:gd name="connsiteX113" fmla="*/ 458063 w 609614"/>
              <a:gd name="connsiteY113" fmla="*/ 603288 h 608627"/>
              <a:gd name="connsiteX114" fmla="*/ 437691 w 609614"/>
              <a:gd name="connsiteY114" fmla="*/ 608627 h 608627"/>
              <a:gd name="connsiteX115" fmla="*/ 422388 w 609614"/>
              <a:gd name="connsiteY115" fmla="*/ 606418 h 608627"/>
              <a:gd name="connsiteX116" fmla="*/ 305406 w 609614"/>
              <a:gd name="connsiteY116" fmla="*/ 510503 h 608627"/>
              <a:gd name="connsiteX117" fmla="*/ 304853 w 609614"/>
              <a:gd name="connsiteY117" fmla="*/ 510503 h 608627"/>
              <a:gd name="connsiteX118" fmla="*/ 304208 w 609614"/>
              <a:gd name="connsiteY118" fmla="*/ 510503 h 608627"/>
              <a:gd name="connsiteX119" fmla="*/ 187226 w 609614"/>
              <a:gd name="connsiteY119" fmla="*/ 606418 h 608627"/>
              <a:gd name="connsiteX120" fmla="*/ 171924 w 609614"/>
              <a:gd name="connsiteY120" fmla="*/ 608627 h 608627"/>
              <a:gd name="connsiteX121" fmla="*/ 151551 w 609614"/>
              <a:gd name="connsiteY121" fmla="*/ 603288 h 608627"/>
              <a:gd name="connsiteX122" fmla="*/ 153579 w 609614"/>
              <a:gd name="connsiteY122" fmla="*/ 425082 h 608627"/>
              <a:gd name="connsiteX123" fmla="*/ 149800 w 609614"/>
              <a:gd name="connsiteY123" fmla="*/ 418915 h 608627"/>
              <a:gd name="connsiteX124" fmla="*/ 0 w 609614"/>
              <a:gd name="connsiteY124" fmla="*/ 333769 h 608627"/>
              <a:gd name="connsiteX125" fmla="*/ 149615 w 609614"/>
              <a:gd name="connsiteY125" fmla="*/ 248716 h 608627"/>
              <a:gd name="connsiteX126" fmla="*/ 153487 w 609614"/>
              <a:gd name="connsiteY126" fmla="*/ 241905 h 608627"/>
              <a:gd name="connsiteX127" fmla="*/ 137262 w 609614"/>
              <a:gd name="connsiteY127" fmla="*/ 188884 h 608627"/>
              <a:gd name="connsiteX128" fmla="*/ 156345 w 609614"/>
              <a:gd name="connsiteY128" fmla="*/ 184190 h 608627"/>
              <a:gd name="connsiteX129" fmla="*/ 167407 w 609614"/>
              <a:gd name="connsiteY129" fmla="*/ 222114 h 608627"/>
              <a:gd name="connsiteX130" fmla="*/ 245855 w 609614"/>
              <a:gd name="connsiteY130" fmla="*/ 167161 h 608627"/>
              <a:gd name="connsiteX131" fmla="*/ 245855 w 609614"/>
              <a:gd name="connsiteY131" fmla="*/ 122517 h 608627"/>
              <a:gd name="connsiteX132" fmla="*/ 161507 w 609614"/>
              <a:gd name="connsiteY132" fmla="*/ 81095 h 608627"/>
              <a:gd name="connsiteX133" fmla="*/ 152104 w 609614"/>
              <a:gd name="connsiteY133" fmla="*/ 165044 h 608627"/>
              <a:gd name="connsiteX134" fmla="*/ 132838 w 609614"/>
              <a:gd name="connsiteY134" fmla="*/ 168726 h 608627"/>
              <a:gd name="connsiteX135" fmla="*/ 151551 w 609614"/>
              <a:gd name="connsiteY135" fmla="*/ 64158 h 608627"/>
              <a:gd name="connsiteX136" fmla="*/ 245855 w 609614"/>
              <a:gd name="connsiteY136" fmla="*/ 96099 h 608627"/>
              <a:gd name="connsiteX137" fmla="*/ 245855 w 609614"/>
              <a:gd name="connsiteY137" fmla="*/ 19607 h 608627"/>
              <a:gd name="connsiteX138" fmla="*/ 226128 w 609614"/>
              <a:gd name="connsiteY138" fmla="*/ 19607 h 60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9614" h="608627">
                <a:moveTo>
                  <a:pt x="442116" y="445056"/>
                </a:moveTo>
                <a:cubicBezTo>
                  <a:pt x="414553" y="478930"/>
                  <a:pt x="374729" y="502311"/>
                  <a:pt x="329374" y="508662"/>
                </a:cubicBezTo>
                <a:cubicBezTo>
                  <a:pt x="366156" y="551465"/>
                  <a:pt x="401186" y="580460"/>
                  <a:pt x="427550" y="587456"/>
                </a:cubicBezTo>
                <a:cubicBezTo>
                  <a:pt x="436031" y="589757"/>
                  <a:pt x="442945" y="589389"/>
                  <a:pt x="448108" y="586351"/>
                </a:cubicBezTo>
                <a:cubicBezTo>
                  <a:pt x="465623" y="576134"/>
                  <a:pt x="469863" y="528637"/>
                  <a:pt x="442116" y="445056"/>
                </a:cubicBezTo>
                <a:close/>
                <a:moveTo>
                  <a:pt x="167499" y="445056"/>
                </a:moveTo>
                <a:cubicBezTo>
                  <a:pt x="139751" y="528637"/>
                  <a:pt x="143992" y="576134"/>
                  <a:pt x="161507" y="586351"/>
                </a:cubicBezTo>
                <a:cubicBezTo>
                  <a:pt x="166669" y="589389"/>
                  <a:pt x="173583" y="589757"/>
                  <a:pt x="182064" y="587456"/>
                </a:cubicBezTo>
                <a:cubicBezTo>
                  <a:pt x="208429" y="580460"/>
                  <a:pt x="243459" y="551465"/>
                  <a:pt x="280240" y="508662"/>
                </a:cubicBezTo>
                <a:cubicBezTo>
                  <a:pt x="234886" y="502311"/>
                  <a:pt x="195062" y="478930"/>
                  <a:pt x="167499" y="445056"/>
                </a:cubicBezTo>
                <a:close/>
                <a:moveTo>
                  <a:pt x="271483" y="431341"/>
                </a:moveTo>
                <a:cubicBezTo>
                  <a:pt x="282453" y="448002"/>
                  <a:pt x="293607" y="463558"/>
                  <a:pt x="304761" y="478194"/>
                </a:cubicBezTo>
                <a:cubicBezTo>
                  <a:pt x="316008" y="463558"/>
                  <a:pt x="327070" y="448002"/>
                  <a:pt x="338132" y="431341"/>
                </a:cubicBezTo>
                <a:cubicBezTo>
                  <a:pt x="327070" y="431709"/>
                  <a:pt x="316008" y="431985"/>
                  <a:pt x="304853" y="431985"/>
                </a:cubicBezTo>
                <a:cubicBezTo>
                  <a:pt x="293699" y="431985"/>
                  <a:pt x="282637" y="431801"/>
                  <a:pt x="271483" y="431341"/>
                </a:cubicBezTo>
                <a:close/>
                <a:moveTo>
                  <a:pt x="434096" y="423057"/>
                </a:moveTo>
                <a:cubicBezTo>
                  <a:pt x="411326" y="426371"/>
                  <a:pt x="387266" y="428856"/>
                  <a:pt x="362284" y="430329"/>
                </a:cubicBezTo>
                <a:cubicBezTo>
                  <a:pt x="348549" y="451684"/>
                  <a:pt x="334537" y="471751"/>
                  <a:pt x="320432" y="490068"/>
                </a:cubicBezTo>
                <a:cubicBezTo>
                  <a:pt x="367539" y="485466"/>
                  <a:pt x="408468" y="459968"/>
                  <a:pt x="434096" y="423057"/>
                </a:cubicBezTo>
                <a:close/>
                <a:moveTo>
                  <a:pt x="175519" y="423057"/>
                </a:moveTo>
                <a:cubicBezTo>
                  <a:pt x="201146" y="459968"/>
                  <a:pt x="242076" y="485466"/>
                  <a:pt x="289182" y="490068"/>
                </a:cubicBezTo>
                <a:cubicBezTo>
                  <a:pt x="275078" y="471659"/>
                  <a:pt x="260974" y="451684"/>
                  <a:pt x="247238" y="430237"/>
                </a:cubicBezTo>
                <a:cubicBezTo>
                  <a:pt x="222717" y="428764"/>
                  <a:pt x="198565" y="426371"/>
                  <a:pt x="175519" y="423057"/>
                </a:cubicBezTo>
                <a:close/>
                <a:moveTo>
                  <a:pt x="190545" y="329535"/>
                </a:moveTo>
                <a:cubicBezTo>
                  <a:pt x="188240" y="333769"/>
                  <a:pt x="186858" y="338464"/>
                  <a:pt x="186858" y="343619"/>
                </a:cubicBezTo>
                <a:cubicBezTo>
                  <a:pt x="186858" y="358807"/>
                  <a:pt x="198381" y="371141"/>
                  <a:pt x="213130" y="372706"/>
                </a:cubicBezTo>
                <a:cubicBezTo>
                  <a:pt x="205202" y="358346"/>
                  <a:pt x="197643" y="343895"/>
                  <a:pt x="190545" y="329535"/>
                </a:cubicBezTo>
                <a:close/>
                <a:moveTo>
                  <a:pt x="216357" y="314163"/>
                </a:moveTo>
                <a:cubicBezTo>
                  <a:pt x="212669" y="314163"/>
                  <a:pt x="209166" y="314899"/>
                  <a:pt x="205940" y="316096"/>
                </a:cubicBezTo>
                <a:cubicBezTo>
                  <a:pt x="214236" y="333309"/>
                  <a:pt x="223270" y="350614"/>
                  <a:pt x="232950" y="367919"/>
                </a:cubicBezTo>
                <a:cubicBezTo>
                  <a:pt x="240693" y="362673"/>
                  <a:pt x="245855" y="353744"/>
                  <a:pt x="245855" y="343619"/>
                </a:cubicBezTo>
                <a:cubicBezTo>
                  <a:pt x="245855" y="327326"/>
                  <a:pt x="232581" y="314163"/>
                  <a:pt x="216357" y="314163"/>
                </a:cubicBezTo>
                <a:close/>
                <a:moveTo>
                  <a:pt x="344101" y="274901"/>
                </a:moveTo>
                <a:cubicBezTo>
                  <a:pt x="333319" y="274901"/>
                  <a:pt x="324472" y="283732"/>
                  <a:pt x="324472" y="294587"/>
                </a:cubicBezTo>
                <a:cubicBezTo>
                  <a:pt x="324472" y="305350"/>
                  <a:pt x="333319" y="314181"/>
                  <a:pt x="344101" y="314181"/>
                </a:cubicBezTo>
                <a:cubicBezTo>
                  <a:pt x="354976" y="314181"/>
                  <a:pt x="363823" y="305350"/>
                  <a:pt x="363823" y="294587"/>
                </a:cubicBezTo>
                <a:cubicBezTo>
                  <a:pt x="363823" y="283732"/>
                  <a:pt x="354976" y="274901"/>
                  <a:pt x="344101" y="274901"/>
                </a:cubicBezTo>
                <a:close/>
                <a:moveTo>
                  <a:pt x="139475" y="270624"/>
                </a:moveTo>
                <a:cubicBezTo>
                  <a:pt x="56878" y="287653"/>
                  <a:pt x="19635" y="314071"/>
                  <a:pt x="19635" y="333769"/>
                </a:cubicBezTo>
                <a:cubicBezTo>
                  <a:pt x="19635" y="356874"/>
                  <a:pt x="64990" y="381635"/>
                  <a:pt x="139751" y="397099"/>
                </a:cubicBezTo>
                <a:cubicBezTo>
                  <a:pt x="132192" y="377401"/>
                  <a:pt x="127860" y="356137"/>
                  <a:pt x="127860" y="333769"/>
                </a:cubicBezTo>
                <a:cubicBezTo>
                  <a:pt x="127860" y="311678"/>
                  <a:pt x="132008" y="290414"/>
                  <a:pt x="139475" y="270624"/>
                </a:cubicBezTo>
                <a:close/>
                <a:moveTo>
                  <a:pt x="447001" y="266390"/>
                </a:moveTo>
                <a:cubicBezTo>
                  <a:pt x="431607" y="305234"/>
                  <a:pt x="412064" y="345644"/>
                  <a:pt x="390400" y="383844"/>
                </a:cubicBezTo>
                <a:cubicBezTo>
                  <a:pt x="385422" y="392589"/>
                  <a:pt x="380260" y="401241"/>
                  <a:pt x="375190" y="409710"/>
                </a:cubicBezTo>
                <a:cubicBezTo>
                  <a:pt x="400172" y="407869"/>
                  <a:pt x="424232" y="405015"/>
                  <a:pt x="446725" y="401241"/>
                </a:cubicBezTo>
                <a:cubicBezTo>
                  <a:pt x="456496" y="380806"/>
                  <a:pt x="462120" y="357978"/>
                  <a:pt x="462120" y="333769"/>
                </a:cubicBezTo>
                <a:cubicBezTo>
                  <a:pt x="462120" y="309837"/>
                  <a:pt x="456681" y="286917"/>
                  <a:pt x="447001" y="266390"/>
                </a:cubicBezTo>
                <a:close/>
                <a:moveTo>
                  <a:pt x="162613" y="266390"/>
                </a:moveTo>
                <a:cubicBezTo>
                  <a:pt x="152934" y="287009"/>
                  <a:pt x="147495" y="309837"/>
                  <a:pt x="147495" y="333769"/>
                </a:cubicBezTo>
                <a:cubicBezTo>
                  <a:pt x="147495" y="357978"/>
                  <a:pt x="153210" y="380898"/>
                  <a:pt x="163074" y="401425"/>
                </a:cubicBezTo>
                <a:cubicBezTo>
                  <a:pt x="184922" y="405015"/>
                  <a:pt x="208890" y="407961"/>
                  <a:pt x="234517" y="409802"/>
                </a:cubicBezTo>
                <a:cubicBezTo>
                  <a:pt x="230922" y="403911"/>
                  <a:pt x="227419" y="397927"/>
                  <a:pt x="223916" y="391944"/>
                </a:cubicBezTo>
                <a:cubicBezTo>
                  <a:pt x="221427" y="392312"/>
                  <a:pt x="218938" y="392681"/>
                  <a:pt x="216357" y="392681"/>
                </a:cubicBezTo>
                <a:cubicBezTo>
                  <a:pt x="189254" y="392681"/>
                  <a:pt x="167130" y="370681"/>
                  <a:pt x="167130" y="343619"/>
                </a:cubicBezTo>
                <a:cubicBezTo>
                  <a:pt x="167130" y="330364"/>
                  <a:pt x="172477" y="318397"/>
                  <a:pt x="181050" y="309561"/>
                </a:cubicBezTo>
                <a:cubicBezTo>
                  <a:pt x="174321" y="294925"/>
                  <a:pt x="168236" y="280565"/>
                  <a:pt x="162613" y="266390"/>
                </a:cubicBezTo>
                <a:close/>
                <a:moveTo>
                  <a:pt x="344101" y="255306"/>
                </a:moveTo>
                <a:cubicBezTo>
                  <a:pt x="365850" y="255306"/>
                  <a:pt x="383452" y="272877"/>
                  <a:pt x="383452" y="294587"/>
                </a:cubicBezTo>
                <a:cubicBezTo>
                  <a:pt x="383452" y="316205"/>
                  <a:pt x="365850" y="333775"/>
                  <a:pt x="344101" y="333775"/>
                </a:cubicBezTo>
                <a:cubicBezTo>
                  <a:pt x="322444" y="333775"/>
                  <a:pt x="304842" y="316205"/>
                  <a:pt x="304842" y="294587"/>
                </a:cubicBezTo>
                <a:cubicBezTo>
                  <a:pt x="304842" y="272877"/>
                  <a:pt x="322444" y="255306"/>
                  <a:pt x="344101" y="255306"/>
                </a:cubicBezTo>
                <a:close/>
                <a:moveTo>
                  <a:pt x="227972" y="225796"/>
                </a:moveTo>
                <a:cubicBezTo>
                  <a:pt x="232028" y="237210"/>
                  <a:pt x="242813" y="245402"/>
                  <a:pt x="255627" y="245402"/>
                </a:cubicBezTo>
                <a:cubicBezTo>
                  <a:pt x="268441" y="245402"/>
                  <a:pt x="279318" y="237210"/>
                  <a:pt x="283374" y="225796"/>
                </a:cubicBezTo>
                <a:close/>
                <a:moveTo>
                  <a:pt x="190453" y="225796"/>
                </a:moveTo>
                <a:cubicBezTo>
                  <a:pt x="184922" y="231595"/>
                  <a:pt x="179852" y="237854"/>
                  <a:pt x="175242" y="244482"/>
                </a:cubicBezTo>
                <a:cubicBezTo>
                  <a:pt x="181787" y="261971"/>
                  <a:pt x="189162" y="279921"/>
                  <a:pt x="197459" y="298331"/>
                </a:cubicBezTo>
                <a:cubicBezTo>
                  <a:pt x="203266" y="295845"/>
                  <a:pt x="209627" y="294557"/>
                  <a:pt x="216357" y="294557"/>
                </a:cubicBezTo>
                <a:cubicBezTo>
                  <a:pt x="243459" y="294557"/>
                  <a:pt x="265491" y="316556"/>
                  <a:pt x="265491" y="343619"/>
                </a:cubicBezTo>
                <a:cubicBezTo>
                  <a:pt x="265491" y="361016"/>
                  <a:pt x="256364" y="376204"/>
                  <a:pt x="242629" y="384949"/>
                </a:cubicBezTo>
                <a:cubicBezTo>
                  <a:pt x="247884" y="393877"/>
                  <a:pt x="253138" y="402714"/>
                  <a:pt x="258577" y="411274"/>
                </a:cubicBezTo>
                <a:cubicBezTo>
                  <a:pt x="273511" y="412011"/>
                  <a:pt x="288905" y="412379"/>
                  <a:pt x="304853" y="412379"/>
                </a:cubicBezTo>
                <a:cubicBezTo>
                  <a:pt x="320525" y="412379"/>
                  <a:pt x="335919" y="411919"/>
                  <a:pt x="351130" y="411182"/>
                </a:cubicBezTo>
                <a:cubicBezTo>
                  <a:pt x="358689" y="399124"/>
                  <a:pt x="366064" y="386790"/>
                  <a:pt x="373254" y="374087"/>
                </a:cubicBezTo>
                <a:cubicBezTo>
                  <a:pt x="399619" y="327786"/>
                  <a:pt x="419899" y="283787"/>
                  <a:pt x="434464" y="244574"/>
                </a:cubicBezTo>
                <a:cubicBezTo>
                  <a:pt x="429855" y="237947"/>
                  <a:pt x="424785" y="231687"/>
                  <a:pt x="419162" y="225796"/>
                </a:cubicBezTo>
                <a:lnTo>
                  <a:pt x="303839" y="225796"/>
                </a:lnTo>
                <a:cubicBezTo>
                  <a:pt x="299230" y="248164"/>
                  <a:pt x="279410" y="265101"/>
                  <a:pt x="255627" y="265101"/>
                </a:cubicBezTo>
                <a:cubicBezTo>
                  <a:pt x="231936" y="265101"/>
                  <a:pt x="212024" y="248164"/>
                  <a:pt x="207507" y="225796"/>
                </a:cubicBezTo>
                <a:close/>
                <a:moveTo>
                  <a:pt x="433555" y="78701"/>
                </a:moveTo>
                <a:cubicBezTo>
                  <a:pt x="416362" y="80802"/>
                  <a:pt x="391714" y="96145"/>
                  <a:pt x="363851" y="122517"/>
                </a:cubicBezTo>
                <a:lnTo>
                  <a:pt x="363851" y="167161"/>
                </a:lnTo>
                <a:cubicBezTo>
                  <a:pt x="395378" y="178207"/>
                  <a:pt x="422204" y="197537"/>
                  <a:pt x="442300" y="222206"/>
                </a:cubicBezTo>
                <a:cubicBezTo>
                  <a:pt x="467097" y="146910"/>
                  <a:pt x="468480" y="93062"/>
                  <a:pt x="448108" y="81095"/>
                </a:cubicBezTo>
                <a:cubicBezTo>
                  <a:pt x="444190" y="78771"/>
                  <a:pt x="439287" y="78000"/>
                  <a:pt x="433555" y="78701"/>
                </a:cubicBezTo>
                <a:close/>
                <a:moveTo>
                  <a:pt x="265491" y="19607"/>
                </a:moveTo>
                <a:lnTo>
                  <a:pt x="265491" y="181521"/>
                </a:lnTo>
                <a:lnTo>
                  <a:pt x="258577" y="183638"/>
                </a:lnTo>
                <a:cubicBezTo>
                  <a:pt x="241799" y="188792"/>
                  <a:pt x="226497" y="196432"/>
                  <a:pt x="212854" y="206190"/>
                </a:cubicBezTo>
                <a:lnTo>
                  <a:pt x="396761" y="206190"/>
                </a:lnTo>
                <a:cubicBezTo>
                  <a:pt x="383118" y="196432"/>
                  <a:pt x="367815" y="188792"/>
                  <a:pt x="351130" y="183638"/>
                </a:cubicBezTo>
                <a:lnTo>
                  <a:pt x="344124" y="181521"/>
                </a:lnTo>
                <a:lnTo>
                  <a:pt x="344124" y="19607"/>
                </a:lnTo>
                <a:close/>
                <a:moveTo>
                  <a:pt x="226128" y="0"/>
                </a:moveTo>
                <a:lnTo>
                  <a:pt x="383486" y="0"/>
                </a:lnTo>
                <a:lnTo>
                  <a:pt x="383486" y="19607"/>
                </a:lnTo>
                <a:lnTo>
                  <a:pt x="363851" y="19607"/>
                </a:lnTo>
                <a:lnTo>
                  <a:pt x="363851" y="96007"/>
                </a:lnTo>
                <a:cubicBezTo>
                  <a:pt x="403490" y="62133"/>
                  <a:pt x="435847" y="51087"/>
                  <a:pt x="458063" y="64158"/>
                </a:cubicBezTo>
                <a:cubicBezTo>
                  <a:pt x="493923" y="85145"/>
                  <a:pt x="486180" y="157864"/>
                  <a:pt x="456220" y="241905"/>
                </a:cubicBezTo>
                <a:cubicBezTo>
                  <a:pt x="457603" y="244114"/>
                  <a:pt x="458801" y="246415"/>
                  <a:pt x="460091" y="248716"/>
                </a:cubicBezTo>
                <a:cubicBezTo>
                  <a:pt x="555133" y="266113"/>
                  <a:pt x="609614" y="296950"/>
                  <a:pt x="609614" y="333769"/>
                </a:cubicBezTo>
                <a:cubicBezTo>
                  <a:pt x="609614" y="359359"/>
                  <a:pt x="583618" y="382095"/>
                  <a:pt x="534300" y="399768"/>
                </a:cubicBezTo>
                <a:lnTo>
                  <a:pt x="527662" y="381267"/>
                </a:lnTo>
                <a:cubicBezTo>
                  <a:pt x="567302" y="367091"/>
                  <a:pt x="589979" y="349786"/>
                  <a:pt x="589979" y="333769"/>
                </a:cubicBezTo>
                <a:cubicBezTo>
                  <a:pt x="589979" y="314071"/>
                  <a:pt x="552737" y="287653"/>
                  <a:pt x="470232" y="270624"/>
                </a:cubicBezTo>
                <a:cubicBezTo>
                  <a:pt x="477699" y="290414"/>
                  <a:pt x="481847" y="311678"/>
                  <a:pt x="481847" y="333769"/>
                </a:cubicBezTo>
                <a:cubicBezTo>
                  <a:pt x="481847" y="356045"/>
                  <a:pt x="477514" y="377308"/>
                  <a:pt x="469955" y="396915"/>
                </a:cubicBezTo>
                <a:cubicBezTo>
                  <a:pt x="483506" y="394153"/>
                  <a:pt x="496504" y="391024"/>
                  <a:pt x="508580" y="387434"/>
                </a:cubicBezTo>
                <a:lnTo>
                  <a:pt x="514111" y="406304"/>
                </a:lnTo>
                <a:cubicBezTo>
                  <a:pt x="497518" y="411182"/>
                  <a:pt x="479266" y="415325"/>
                  <a:pt x="459907" y="418823"/>
                </a:cubicBezTo>
                <a:cubicBezTo>
                  <a:pt x="458709" y="421032"/>
                  <a:pt x="457326" y="423057"/>
                  <a:pt x="456035" y="425082"/>
                </a:cubicBezTo>
                <a:cubicBezTo>
                  <a:pt x="489590" y="519432"/>
                  <a:pt x="490420" y="584326"/>
                  <a:pt x="458063" y="603288"/>
                </a:cubicBezTo>
                <a:cubicBezTo>
                  <a:pt x="452071" y="606878"/>
                  <a:pt x="445250" y="608627"/>
                  <a:pt x="437691" y="608627"/>
                </a:cubicBezTo>
                <a:cubicBezTo>
                  <a:pt x="432897" y="608627"/>
                  <a:pt x="427827" y="607891"/>
                  <a:pt x="422388" y="606418"/>
                </a:cubicBezTo>
                <a:cubicBezTo>
                  <a:pt x="390216" y="597858"/>
                  <a:pt x="348272" y="562511"/>
                  <a:pt x="305406" y="510503"/>
                </a:cubicBezTo>
                <a:cubicBezTo>
                  <a:pt x="305222" y="510503"/>
                  <a:pt x="305038" y="510503"/>
                  <a:pt x="304853" y="510503"/>
                </a:cubicBezTo>
                <a:cubicBezTo>
                  <a:pt x="304669" y="510503"/>
                  <a:pt x="304485" y="510503"/>
                  <a:pt x="304208" y="510503"/>
                </a:cubicBezTo>
                <a:cubicBezTo>
                  <a:pt x="261342" y="562511"/>
                  <a:pt x="219399" y="597858"/>
                  <a:pt x="187226" y="606418"/>
                </a:cubicBezTo>
                <a:cubicBezTo>
                  <a:pt x="181787" y="607891"/>
                  <a:pt x="176717" y="608627"/>
                  <a:pt x="171924" y="608627"/>
                </a:cubicBezTo>
                <a:cubicBezTo>
                  <a:pt x="164365" y="608627"/>
                  <a:pt x="157543" y="606878"/>
                  <a:pt x="151551" y="603288"/>
                </a:cubicBezTo>
                <a:cubicBezTo>
                  <a:pt x="119194" y="584326"/>
                  <a:pt x="120024" y="519432"/>
                  <a:pt x="153579" y="425082"/>
                </a:cubicBezTo>
                <a:cubicBezTo>
                  <a:pt x="152289" y="423057"/>
                  <a:pt x="150998" y="421032"/>
                  <a:pt x="149800" y="418915"/>
                </a:cubicBezTo>
                <a:cubicBezTo>
                  <a:pt x="64529" y="403450"/>
                  <a:pt x="0" y="374639"/>
                  <a:pt x="0" y="333769"/>
                </a:cubicBezTo>
                <a:cubicBezTo>
                  <a:pt x="0" y="296950"/>
                  <a:pt x="54481" y="266113"/>
                  <a:pt x="149615" y="248716"/>
                </a:cubicBezTo>
                <a:cubicBezTo>
                  <a:pt x="150814" y="246415"/>
                  <a:pt x="152104" y="244114"/>
                  <a:pt x="153487" y="241905"/>
                </a:cubicBezTo>
                <a:cubicBezTo>
                  <a:pt x="146942" y="223495"/>
                  <a:pt x="141411" y="205637"/>
                  <a:pt x="137262" y="188884"/>
                </a:cubicBezTo>
                <a:lnTo>
                  <a:pt x="156345" y="184190"/>
                </a:lnTo>
                <a:cubicBezTo>
                  <a:pt x="159387" y="196248"/>
                  <a:pt x="163166" y="209043"/>
                  <a:pt x="167407" y="222114"/>
                </a:cubicBezTo>
                <a:cubicBezTo>
                  <a:pt x="187503" y="197445"/>
                  <a:pt x="214328" y="178207"/>
                  <a:pt x="245855" y="167161"/>
                </a:cubicBezTo>
                <a:lnTo>
                  <a:pt x="245855" y="122517"/>
                </a:lnTo>
                <a:cubicBezTo>
                  <a:pt x="208613" y="87355"/>
                  <a:pt x="177178" y="71798"/>
                  <a:pt x="161507" y="81095"/>
                </a:cubicBezTo>
                <a:cubicBezTo>
                  <a:pt x="147126" y="89472"/>
                  <a:pt x="143623" y="120860"/>
                  <a:pt x="152104" y="165044"/>
                </a:cubicBezTo>
                <a:lnTo>
                  <a:pt x="132838" y="168726"/>
                </a:lnTo>
                <a:cubicBezTo>
                  <a:pt x="122236" y="113681"/>
                  <a:pt x="128689" y="77505"/>
                  <a:pt x="151551" y="64158"/>
                </a:cubicBezTo>
                <a:cubicBezTo>
                  <a:pt x="173767" y="51087"/>
                  <a:pt x="206124" y="62133"/>
                  <a:pt x="245855" y="96099"/>
                </a:cubicBezTo>
                <a:lnTo>
                  <a:pt x="245855" y="19607"/>
                </a:lnTo>
                <a:lnTo>
                  <a:pt x="226128" y="19607"/>
                </a:lnTo>
                <a:close/>
              </a:path>
            </a:pathLst>
          </a:custGeom>
          <a:solidFill>
            <a:schemeClr val="accent1"/>
          </a:solidFill>
          <a:ln>
            <a:noFill/>
          </a:ln>
        </p:spPr>
      </p:sp>
      <p:sp>
        <p:nvSpPr>
          <p:cNvPr id="47" name="flask_250172">
            <a:extLst>
              <a:ext uri="{FF2B5EF4-FFF2-40B4-BE49-F238E27FC236}">
                <a16:creationId xmlns:a16="http://schemas.microsoft.com/office/drawing/2014/main" id="{6CD19DF4-1940-46C4-8C2D-326712B2415E}"/>
              </a:ext>
            </a:extLst>
          </p:cNvPr>
          <p:cNvSpPr>
            <a:spLocks noChangeAspect="1"/>
          </p:cNvSpPr>
          <p:nvPr/>
        </p:nvSpPr>
        <p:spPr bwMode="auto">
          <a:xfrm>
            <a:off x="934635" y="4445000"/>
            <a:ext cx="609685" cy="608767"/>
          </a:xfrm>
          <a:custGeom>
            <a:avLst/>
            <a:gdLst>
              <a:gd name="connsiteX0" fmla="*/ 235971 w 609614"/>
              <a:gd name="connsiteY0" fmla="*/ 490904 h 608697"/>
              <a:gd name="connsiteX1" fmla="*/ 196612 w 609614"/>
              <a:gd name="connsiteY1" fmla="*/ 530193 h 608697"/>
              <a:gd name="connsiteX2" fmla="*/ 235971 w 609614"/>
              <a:gd name="connsiteY2" fmla="*/ 569482 h 608697"/>
              <a:gd name="connsiteX3" fmla="*/ 275330 w 609614"/>
              <a:gd name="connsiteY3" fmla="*/ 530193 h 608697"/>
              <a:gd name="connsiteX4" fmla="*/ 235971 w 609614"/>
              <a:gd name="connsiteY4" fmla="*/ 490904 h 608697"/>
              <a:gd name="connsiteX5" fmla="*/ 540845 w 609614"/>
              <a:gd name="connsiteY5" fmla="*/ 490879 h 608697"/>
              <a:gd name="connsiteX6" fmla="*/ 503602 w 609614"/>
              <a:gd name="connsiteY6" fmla="*/ 508091 h 608697"/>
              <a:gd name="connsiteX7" fmla="*/ 521117 w 609614"/>
              <a:gd name="connsiteY7" fmla="*/ 549788 h 608697"/>
              <a:gd name="connsiteX8" fmla="*/ 501482 w 609614"/>
              <a:gd name="connsiteY8" fmla="*/ 549788 h 608697"/>
              <a:gd name="connsiteX9" fmla="*/ 485719 w 609614"/>
              <a:gd name="connsiteY9" fmla="*/ 518400 h 608697"/>
              <a:gd name="connsiteX10" fmla="*/ 484612 w 609614"/>
              <a:gd name="connsiteY10" fmla="*/ 517664 h 608697"/>
              <a:gd name="connsiteX11" fmla="*/ 469218 w 609614"/>
              <a:gd name="connsiteY11" fmla="*/ 511221 h 608697"/>
              <a:gd name="connsiteX12" fmla="*/ 425246 w 609614"/>
              <a:gd name="connsiteY12" fmla="*/ 562674 h 608697"/>
              <a:gd name="connsiteX13" fmla="*/ 462120 w 609614"/>
              <a:gd name="connsiteY13" fmla="*/ 589091 h 608697"/>
              <a:gd name="connsiteX14" fmla="*/ 491803 w 609614"/>
              <a:gd name="connsiteY14" fmla="*/ 575377 h 608697"/>
              <a:gd name="connsiteX15" fmla="*/ 498624 w 609614"/>
              <a:gd name="connsiteY15" fmla="*/ 567369 h 608697"/>
              <a:gd name="connsiteX16" fmla="*/ 506184 w 609614"/>
              <a:gd name="connsiteY16" fmla="*/ 574824 h 608697"/>
              <a:gd name="connsiteX17" fmla="*/ 540845 w 609614"/>
              <a:gd name="connsiteY17" fmla="*/ 589091 h 608697"/>
              <a:gd name="connsiteX18" fmla="*/ 589979 w 609614"/>
              <a:gd name="connsiteY18" fmla="*/ 540031 h 608697"/>
              <a:gd name="connsiteX19" fmla="*/ 540845 w 609614"/>
              <a:gd name="connsiteY19" fmla="*/ 490879 h 608697"/>
              <a:gd name="connsiteX20" fmla="*/ 235971 w 609614"/>
              <a:gd name="connsiteY20" fmla="*/ 471306 h 608697"/>
              <a:gd name="connsiteX21" fmla="*/ 294963 w 609614"/>
              <a:gd name="connsiteY21" fmla="*/ 530193 h 608697"/>
              <a:gd name="connsiteX22" fmla="*/ 235971 w 609614"/>
              <a:gd name="connsiteY22" fmla="*/ 589080 h 608697"/>
              <a:gd name="connsiteX23" fmla="*/ 176978 w 609614"/>
              <a:gd name="connsiteY23" fmla="*/ 530193 h 608697"/>
              <a:gd name="connsiteX24" fmla="*/ 235971 w 609614"/>
              <a:gd name="connsiteY24" fmla="*/ 471306 h 608697"/>
              <a:gd name="connsiteX25" fmla="*/ 137627 w 609614"/>
              <a:gd name="connsiteY25" fmla="*/ 451700 h 608697"/>
              <a:gd name="connsiteX26" fmla="*/ 117997 w 609614"/>
              <a:gd name="connsiteY26" fmla="*/ 471306 h 608697"/>
              <a:gd name="connsiteX27" fmla="*/ 137627 w 609614"/>
              <a:gd name="connsiteY27" fmla="*/ 490912 h 608697"/>
              <a:gd name="connsiteX28" fmla="*/ 157348 w 609614"/>
              <a:gd name="connsiteY28" fmla="*/ 471306 h 608697"/>
              <a:gd name="connsiteX29" fmla="*/ 137627 w 609614"/>
              <a:gd name="connsiteY29" fmla="*/ 451700 h 608697"/>
              <a:gd name="connsiteX30" fmla="*/ 137627 w 609614"/>
              <a:gd name="connsiteY30" fmla="*/ 432001 h 608697"/>
              <a:gd name="connsiteX31" fmla="*/ 176978 w 609614"/>
              <a:gd name="connsiteY31" fmla="*/ 471306 h 608697"/>
              <a:gd name="connsiteX32" fmla="*/ 137627 w 609614"/>
              <a:gd name="connsiteY32" fmla="*/ 510611 h 608697"/>
              <a:gd name="connsiteX33" fmla="*/ 98368 w 609614"/>
              <a:gd name="connsiteY33" fmla="*/ 471306 h 608697"/>
              <a:gd name="connsiteX34" fmla="*/ 137627 w 609614"/>
              <a:gd name="connsiteY34" fmla="*/ 432001 h 608697"/>
              <a:gd name="connsiteX35" fmla="*/ 96793 w 609614"/>
              <a:gd name="connsiteY35" fmla="*/ 412364 h 608697"/>
              <a:gd name="connsiteX36" fmla="*/ 24705 w 609614"/>
              <a:gd name="connsiteY36" fmla="*/ 534140 h 608697"/>
              <a:gd name="connsiteX37" fmla="*/ 19635 w 609614"/>
              <a:gd name="connsiteY37" fmla="*/ 552641 h 608697"/>
              <a:gd name="connsiteX38" fmla="*/ 56140 w 609614"/>
              <a:gd name="connsiteY38" fmla="*/ 589091 h 608697"/>
              <a:gd name="connsiteX39" fmla="*/ 235992 w 609614"/>
              <a:gd name="connsiteY39" fmla="*/ 589091 h 608697"/>
              <a:gd name="connsiteX40" fmla="*/ 337118 w 609614"/>
              <a:gd name="connsiteY40" fmla="*/ 589091 h 608697"/>
              <a:gd name="connsiteX41" fmla="*/ 373623 w 609614"/>
              <a:gd name="connsiteY41" fmla="*/ 552641 h 608697"/>
              <a:gd name="connsiteX42" fmla="*/ 368553 w 609614"/>
              <a:gd name="connsiteY42" fmla="*/ 534140 h 608697"/>
              <a:gd name="connsiteX43" fmla="*/ 336196 w 609614"/>
              <a:gd name="connsiteY43" fmla="*/ 479373 h 608697"/>
              <a:gd name="connsiteX44" fmla="*/ 304853 w 609614"/>
              <a:gd name="connsiteY44" fmla="*/ 490879 h 608697"/>
              <a:gd name="connsiteX45" fmla="*/ 256641 w 609614"/>
              <a:gd name="connsiteY45" fmla="*/ 451667 h 608697"/>
              <a:gd name="connsiteX46" fmla="*/ 255627 w 609614"/>
              <a:gd name="connsiteY46" fmla="*/ 451667 h 608697"/>
              <a:gd name="connsiteX47" fmla="*/ 193587 w 609614"/>
              <a:gd name="connsiteY47" fmla="*/ 412364 h 608697"/>
              <a:gd name="connsiteX48" fmla="*/ 540859 w 609614"/>
              <a:gd name="connsiteY48" fmla="*/ 343630 h 608697"/>
              <a:gd name="connsiteX49" fmla="*/ 521138 w 609614"/>
              <a:gd name="connsiteY49" fmla="*/ 363316 h 608697"/>
              <a:gd name="connsiteX50" fmla="*/ 540859 w 609614"/>
              <a:gd name="connsiteY50" fmla="*/ 382911 h 608697"/>
              <a:gd name="connsiteX51" fmla="*/ 560489 w 609614"/>
              <a:gd name="connsiteY51" fmla="*/ 363316 h 608697"/>
              <a:gd name="connsiteX52" fmla="*/ 540859 w 609614"/>
              <a:gd name="connsiteY52" fmla="*/ 343630 h 608697"/>
              <a:gd name="connsiteX53" fmla="*/ 540859 w 609614"/>
              <a:gd name="connsiteY53" fmla="*/ 324036 h 608697"/>
              <a:gd name="connsiteX54" fmla="*/ 580118 w 609614"/>
              <a:gd name="connsiteY54" fmla="*/ 363316 h 608697"/>
              <a:gd name="connsiteX55" fmla="*/ 540859 w 609614"/>
              <a:gd name="connsiteY55" fmla="*/ 402505 h 608697"/>
              <a:gd name="connsiteX56" fmla="*/ 501508 w 609614"/>
              <a:gd name="connsiteY56" fmla="*/ 363316 h 608697"/>
              <a:gd name="connsiteX57" fmla="*/ 540859 w 609614"/>
              <a:gd name="connsiteY57" fmla="*/ 324036 h 608697"/>
              <a:gd name="connsiteX58" fmla="*/ 491583 w 609614"/>
              <a:gd name="connsiteY58" fmla="*/ 216014 h 608697"/>
              <a:gd name="connsiteX59" fmla="*/ 462082 w 609614"/>
              <a:gd name="connsiteY59" fmla="*/ 245473 h 608697"/>
              <a:gd name="connsiteX60" fmla="*/ 491583 w 609614"/>
              <a:gd name="connsiteY60" fmla="*/ 274931 h 608697"/>
              <a:gd name="connsiteX61" fmla="*/ 521084 w 609614"/>
              <a:gd name="connsiteY61" fmla="*/ 245473 h 608697"/>
              <a:gd name="connsiteX62" fmla="*/ 491583 w 609614"/>
              <a:gd name="connsiteY62" fmla="*/ 216014 h 608697"/>
              <a:gd name="connsiteX63" fmla="*/ 491583 w 609614"/>
              <a:gd name="connsiteY63" fmla="*/ 196313 h 608697"/>
              <a:gd name="connsiteX64" fmla="*/ 540813 w 609614"/>
              <a:gd name="connsiteY64" fmla="*/ 245473 h 608697"/>
              <a:gd name="connsiteX65" fmla="*/ 491583 w 609614"/>
              <a:gd name="connsiteY65" fmla="*/ 294540 h 608697"/>
              <a:gd name="connsiteX66" fmla="*/ 442445 w 609614"/>
              <a:gd name="connsiteY66" fmla="*/ 245473 h 608697"/>
              <a:gd name="connsiteX67" fmla="*/ 491583 w 609614"/>
              <a:gd name="connsiteY67" fmla="*/ 196313 h 608697"/>
              <a:gd name="connsiteX68" fmla="*/ 147494 w 609614"/>
              <a:gd name="connsiteY68" fmla="*/ 147273 h 608697"/>
              <a:gd name="connsiteX69" fmla="*/ 147494 w 609614"/>
              <a:gd name="connsiteY69" fmla="*/ 326670 h 608697"/>
              <a:gd name="connsiteX70" fmla="*/ 108408 w 609614"/>
              <a:gd name="connsiteY70" fmla="*/ 392758 h 608697"/>
              <a:gd name="connsiteX71" fmla="*/ 187595 w 609614"/>
              <a:gd name="connsiteY71" fmla="*/ 392758 h 608697"/>
              <a:gd name="connsiteX72" fmla="*/ 186858 w 609614"/>
              <a:gd name="connsiteY72" fmla="*/ 382909 h 608697"/>
              <a:gd name="connsiteX73" fmla="*/ 245855 w 609614"/>
              <a:gd name="connsiteY73" fmla="*/ 314980 h 608697"/>
              <a:gd name="connsiteX74" fmla="*/ 245855 w 609614"/>
              <a:gd name="connsiteY74" fmla="*/ 147273 h 608697"/>
              <a:gd name="connsiteX75" fmla="*/ 186858 w 609614"/>
              <a:gd name="connsiteY75" fmla="*/ 19606 h 608697"/>
              <a:gd name="connsiteX76" fmla="*/ 127859 w 609614"/>
              <a:gd name="connsiteY76" fmla="*/ 78515 h 608697"/>
              <a:gd name="connsiteX77" fmla="*/ 153118 w 609614"/>
              <a:gd name="connsiteY77" fmla="*/ 126931 h 608697"/>
              <a:gd name="connsiteX78" fmla="*/ 152565 w 609614"/>
              <a:gd name="connsiteY78" fmla="*/ 127667 h 608697"/>
              <a:gd name="connsiteX79" fmla="*/ 219399 w 609614"/>
              <a:gd name="connsiteY79" fmla="*/ 127667 h 608697"/>
              <a:gd name="connsiteX80" fmla="*/ 245855 w 609614"/>
              <a:gd name="connsiteY80" fmla="*/ 78515 h 608697"/>
              <a:gd name="connsiteX81" fmla="*/ 265491 w 609614"/>
              <a:gd name="connsiteY81" fmla="*/ 78515 h 608697"/>
              <a:gd name="connsiteX82" fmla="*/ 248068 w 609614"/>
              <a:gd name="connsiteY82" fmla="*/ 127667 h 608697"/>
              <a:gd name="connsiteX83" fmla="*/ 265491 w 609614"/>
              <a:gd name="connsiteY83" fmla="*/ 127667 h 608697"/>
              <a:gd name="connsiteX84" fmla="*/ 285126 w 609614"/>
              <a:gd name="connsiteY84" fmla="*/ 127667 h 608697"/>
              <a:gd name="connsiteX85" fmla="*/ 285126 w 609614"/>
              <a:gd name="connsiteY85" fmla="*/ 147273 h 608697"/>
              <a:gd name="connsiteX86" fmla="*/ 265491 w 609614"/>
              <a:gd name="connsiteY86" fmla="*/ 147273 h 608697"/>
              <a:gd name="connsiteX87" fmla="*/ 265491 w 609614"/>
              <a:gd name="connsiteY87" fmla="*/ 314980 h 608697"/>
              <a:gd name="connsiteX88" fmla="*/ 324489 w 609614"/>
              <a:gd name="connsiteY88" fmla="*/ 382909 h 608697"/>
              <a:gd name="connsiteX89" fmla="*/ 304853 w 609614"/>
              <a:gd name="connsiteY89" fmla="*/ 382909 h 608697"/>
              <a:gd name="connsiteX90" fmla="*/ 255627 w 609614"/>
              <a:gd name="connsiteY90" fmla="*/ 333849 h 608697"/>
              <a:gd name="connsiteX91" fmla="*/ 206493 w 609614"/>
              <a:gd name="connsiteY91" fmla="*/ 382909 h 608697"/>
              <a:gd name="connsiteX92" fmla="*/ 255627 w 609614"/>
              <a:gd name="connsiteY92" fmla="*/ 431970 h 608697"/>
              <a:gd name="connsiteX93" fmla="*/ 263924 w 609614"/>
              <a:gd name="connsiteY93" fmla="*/ 431233 h 608697"/>
              <a:gd name="connsiteX94" fmla="*/ 275447 w 609614"/>
              <a:gd name="connsiteY94" fmla="*/ 429300 h 608697"/>
              <a:gd name="connsiteX95" fmla="*/ 275262 w 609614"/>
              <a:gd name="connsiteY95" fmla="*/ 442739 h 608697"/>
              <a:gd name="connsiteX96" fmla="*/ 304853 w 609614"/>
              <a:gd name="connsiteY96" fmla="*/ 471273 h 608697"/>
              <a:gd name="connsiteX97" fmla="*/ 334352 w 609614"/>
              <a:gd name="connsiteY97" fmla="*/ 441818 h 608697"/>
              <a:gd name="connsiteX98" fmla="*/ 353987 w 609614"/>
              <a:gd name="connsiteY98" fmla="*/ 441818 h 608697"/>
              <a:gd name="connsiteX99" fmla="*/ 349194 w 609614"/>
              <a:gd name="connsiteY99" fmla="*/ 462713 h 608697"/>
              <a:gd name="connsiteX100" fmla="*/ 385514 w 609614"/>
              <a:gd name="connsiteY100" fmla="*/ 524107 h 608697"/>
              <a:gd name="connsiteX101" fmla="*/ 393166 w 609614"/>
              <a:gd name="connsiteY101" fmla="*/ 549696 h 608697"/>
              <a:gd name="connsiteX102" fmla="*/ 394549 w 609614"/>
              <a:gd name="connsiteY102" fmla="*/ 549696 h 608697"/>
              <a:gd name="connsiteX103" fmla="*/ 404136 w 609614"/>
              <a:gd name="connsiteY103" fmla="*/ 548775 h 608697"/>
              <a:gd name="connsiteX104" fmla="*/ 405058 w 609614"/>
              <a:gd name="connsiteY104" fmla="*/ 548591 h 608697"/>
              <a:gd name="connsiteX105" fmla="*/ 451795 w 609614"/>
              <a:gd name="connsiteY105" fmla="*/ 498150 h 608697"/>
              <a:gd name="connsiteX106" fmla="*/ 452348 w 609614"/>
              <a:gd name="connsiteY106" fmla="*/ 490879 h 608697"/>
              <a:gd name="connsiteX107" fmla="*/ 444051 w 609614"/>
              <a:gd name="connsiteY107" fmla="*/ 461056 h 608697"/>
              <a:gd name="connsiteX108" fmla="*/ 373623 w 609614"/>
              <a:gd name="connsiteY108" fmla="*/ 490879 h 608697"/>
              <a:gd name="connsiteX109" fmla="*/ 373623 w 609614"/>
              <a:gd name="connsiteY109" fmla="*/ 471273 h 608697"/>
              <a:gd name="connsiteX110" fmla="*/ 436492 w 609614"/>
              <a:gd name="connsiteY110" fmla="*/ 439793 h 608697"/>
              <a:gd name="connsiteX111" fmla="*/ 436769 w 609614"/>
              <a:gd name="connsiteY111" fmla="*/ 439425 h 608697"/>
              <a:gd name="connsiteX112" fmla="*/ 452348 w 609614"/>
              <a:gd name="connsiteY112" fmla="*/ 392758 h 608697"/>
              <a:gd name="connsiteX113" fmla="*/ 386068 w 609614"/>
              <a:gd name="connsiteY113" fmla="*/ 315256 h 608697"/>
              <a:gd name="connsiteX114" fmla="*/ 324489 w 609614"/>
              <a:gd name="connsiteY114" fmla="*/ 353455 h 608697"/>
              <a:gd name="connsiteX115" fmla="*/ 324489 w 609614"/>
              <a:gd name="connsiteY115" fmla="*/ 333849 h 608697"/>
              <a:gd name="connsiteX116" fmla="*/ 371595 w 609614"/>
              <a:gd name="connsiteY116" fmla="*/ 298135 h 608697"/>
              <a:gd name="connsiteX117" fmla="*/ 372793 w 609614"/>
              <a:gd name="connsiteY117" fmla="*/ 293717 h 608697"/>
              <a:gd name="connsiteX118" fmla="*/ 373623 w 609614"/>
              <a:gd name="connsiteY118" fmla="*/ 284697 h 608697"/>
              <a:gd name="connsiteX119" fmla="*/ 372701 w 609614"/>
              <a:gd name="connsiteY119" fmla="*/ 275400 h 608697"/>
              <a:gd name="connsiteX120" fmla="*/ 371226 w 609614"/>
              <a:gd name="connsiteY120" fmla="*/ 270338 h 608697"/>
              <a:gd name="connsiteX121" fmla="*/ 369843 w 609614"/>
              <a:gd name="connsiteY121" fmla="*/ 265919 h 608697"/>
              <a:gd name="connsiteX122" fmla="*/ 369659 w 609614"/>
              <a:gd name="connsiteY122" fmla="*/ 265459 h 608697"/>
              <a:gd name="connsiteX123" fmla="*/ 324489 w 609614"/>
              <a:gd name="connsiteY123" fmla="*/ 235637 h 608697"/>
              <a:gd name="connsiteX124" fmla="*/ 324489 w 609614"/>
              <a:gd name="connsiteY124" fmla="*/ 216031 h 608697"/>
              <a:gd name="connsiteX125" fmla="*/ 384593 w 609614"/>
              <a:gd name="connsiteY125" fmla="*/ 251284 h 608697"/>
              <a:gd name="connsiteX126" fmla="*/ 422849 w 609614"/>
              <a:gd name="connsiteY126" fmla="*/ 196333 h 608697"/>
              <a:gd name="connsiteX127" fmla="*/ 407731 w 609614"/>
              <a:gd name="connsiteY127" fmla="*/ 157214 h 608697"/>
              <a:gd name="connsiteX128" fmla="*/ 334352 w 609614"/>
              <a:gd name="connsiteY128" fmla="*/ 196333 h 608697"/>
              <a:gd name="connsiteX129" fmla="*/ 334352 w 609614"/>
              <a:gd name="connsiteY129" fmla="*/ 176727 h 608697"/>
              <a:gd name="connsiteX130" fmla="*/ 396300 w 609614"/>
              <a:gd name="connsiteY130" fmla="*/ 137700 h 608697"/>
              <a:gd name="connsiteX131" fmla="*/ 396484 w 609614"/>
              <a:gd name="connsiteY131" fmla="*/ 137424 h 608697"/>
              <a:gd name="connsiteX132" fmla="*/ 403122 w 609614"/>
              <a:gd name="connsiteY132" fmla="*/ 107969 h 608697"/>
              <a:gd name="connsiteX133" fmla="*/ 334352 w 609614"/>
              <a:gd name="connsiteY133" fmla="*/ 39303 h 608697"/>
              <a:gd name="connsiteX134" fmla="*/ 308541 w 609614"/>
              <a:gd name="connsiteY134" fmla="*/ 44458 h 608697"/>
              <a:gd name="connsiteX135" fmla="*/ 324489 w 609614"/>
              <a:gd name="connsiteY135" fmla="*/ 88364 h 608697"/>
              <a:gd name="connsiteX136" fmla="*/ 304853 w 609614"/>
              <a:gd name="connsiteY136" fmla="*/ 88364 h 608697"/>
              <a:gd name="connsiteX137" fmla="*/ 287246 w 609614"/>
              <a:gd name="connsiteY137" fmla="*/ 50809 h 608697"/>
              <a:gd name="connsiteX138" fmla="*/ 285863 w 609614"/>
              <a:gd name="connsiteY138" fmla="*/ 49705 h 608697"/>
              <a:gd name="connsiteX139" fmla="*/ 240601 w 609614"/>
              <a:gd name="connsiteY139" fmla="*/ 41605 h 608697"/>
              <a:gd name="connsiteX140" fmla="*/ 234609 w 609614"/>
              <a:gd name="connsiteY140" fmla="*/ 43538 h 608697"/>
              <a:gd name="connsiteX141" fmla="*/ 230369 w 609614"/>
              <a:gd name="connsiteY141" fmla="*/ 38935 h 608697"/>
              <a:gd name="connsiteX142" fmla="*/ 186858 w 609614"/>
              <a:gd name="connsiteY142" fmla="*/ 19606 h 608697"/>
              <a:gd name="connsiteX143" fmla="*/ 186858 w 609614"/>
              <a:gd name="connsiteY143" fmla="*/ 0 h 608697"/>
              <a:gd name="connsiteX144" fmla="*/ 240601 w 609614"/>
              <a:gd name="connsiteY144" fmla="*/ 21355 h 608697"/>
              <a:gd name="connsiteX145" fmla="*/ 292316 w 609614"/>
              <a:gd name="connsiteY145" fmla="*/ 30283 h 608697"/>
              <a:gd name="connsiteX146" fmla="*/ 334352 w 609614"/>
              <a:gd name="connsiteY146" fmla="*/ 19606 h 608697"/>
              <a:gd name="connsiteX147" fmla="*/ 422849 w 609614"/>
              <a:gd name="connsiteY147" fmla="*/ 107969 h 608697"/>
              <a:gd name="connsiteX148" fmla="*/ 417226 w 609614"/>
              <a:gd name="connsiteY148" fmla="*/ 138805 h 608697"/>
              <a:gd name="connsiteX149" fmla="*/ 442484 w 609614"/>
              <a:gd name="connsiteY149" fmla="*/ 196333 h 608697"/>
              <a:gd name="connsiteX150" fmla="*/ 391691 w 609614"/>
              <a:gd name="connsiteY150" fmla="*/ 269785 h 608697"/>
              <a:gd name="connsiteX151" fmla="*/ 391691 w 609614"/>
              <a:gd name="connsiteY151" fmla="*/ 270062 h 608697"/>
              <a:gd name="connsiteX152" fmla="*/ 392705 w 609614"/>
              <a:gd name="connsiteY152" fmla="*/ 276137 h 608697"/>
              <a:gd name="connsiteX153" fmla="*/ 392889 w 609614"/>
              <a:gd name="connsiteY153" fmla="*/ 277333 h 608697"/>
              <a:gd name="connsiteX154" fmla="*/ 393350 w 609614"/>
              <a:gd name="connsiteY154" fmla="*/ 284697 h 608697"/>
              <a:gd name="connsiteX155" fmla="*/ 392336 w 609614"/>
              <a:gd name="connsiteY155" fmla="*/ 295742 h 608697"/>
              <a:gd name="connsiteX156" fmla="*/ 392336 w 609614"/>
              <a:gd name="connsiteY156" fmla="*/ 296387 h 608697"/>
              <a:gd name="connsiteX157" fmla="*/ 471983 w 609614"/>
              <a:gd name="connsiteY157" fmla="*/ 392758 h 608697"/>
              <a:gd name="connsiteX158" fmla="*/ 456957 w 609614"/>
              <a:gd name="connsiteY158" fmla="*/ 444764 h 608697"/>
              <a:gd name="connsiteX159" fmla="*/ 471983 w 609614"/>
              <a:gd name="connsiteY159" fmla="*/ 490879 h 608697"/>
              <a:gd name="connsiteX160" fmla="*/ 471983 w 609614"/>
              <a:gd name="connsiteY160" fmla="*/ 491707 h 608697"/>
              <a:gd name="connsiteX161" fmla="*/ 487470 w 609614"/>
              <a:gd name="connsiteY161" fmla="*/ 496678 h 608697"/>
              <a:gd name="connsiteX162" fmla="*/ 540845 w 609614"/>
              <a:gd name="connsiteY162" fmla="*/ 471273 h 608697"/>
              <a:gd name="connsiteX163" fmla="*/ 609614 w 609614"/>
              <a:gd name="connsiteY163" fmla="*/ 540031 h 608697"/>
              <a:gd name="connsiteX164" fmla="*/ 540845 w 609614"/>
              <a:gd name="connsiteY164" fmla="*/ 608697 h 608697"/>
              <a:gd name="connsiteX165" fmla="*/ 499639 w 609614"/>
              <a:gd name="connsiteY165" fmla="*/ 595074 h 608697"/>
              <a:gd name="connsiteX166" fmla="*/ 462120 w 609614"/>
              <a:gd name="connsiteY166" fmla="*/ 608697 h 608697"/>
              <a:gd name="connsiteX167" fmla="*/ 406348 w 609614"/>
              <a:gd name="connsiteY167" fmla="*/ 568381 h 608697"/>
              <a:gd name="connsiteX168" fmla="*/ 405518 w 609614"/>
              <a:gd name="connsiteY168" fmla="*/ 568473 h 608697"/>
              <a:gd name="connsiteX169" fmla="*/ 394641 w 609614"/>
              <a:gd name="connsiteY169" fmla="*/ 569394 h 608697"/>
              <a:gd name="connsiteX170" fmla="*/ 393811 w 609614"/>
              <a:gd name="connsiteY170" fmla="*/ 569394 h 608697"/>
              <a:gd name="connsiteX171" fmla="*/ 393350 w 609614"/>
              <a:gd name="connsiteY171" fmla="*/ 569486 h 608697"/>
              <a:gd name="connsiteX172" fmla="*/ 393350 w 609614"/>
              <a:gd name="connsiteY172" fmla="*/ 569394 h 608697"/>
              <a:gd name="connsiteX173" fmla="*/ 390769 w 609614"/>
              <a:gd name="connsiteY173" fmla="*/ 569210 h 608697"/>
              <a:gd name="connsiteX174" fmla="*/ 337118 w 609614"/>
              <a:gd name="connsiteY174" fmla="*/ 608697 h 608697"/>
              <a:gd name="connsiteX175" fmla="*/ 56140 w 609614"/>
              <a:gd name="connsiteY175" fmla="*/ 608697 h 608697"/>
              <a:gd name="connsiteX176" fmla="*/ 0 w 609614"/>
              <a:gd name="connsiteY176" fmla="*/ 552641 h 608697"/>
              <a:gd name="connsiteX177" fmla="*/ 7835 w 609614"/>
              <a:gd name="connsiteY177" fmla="*/ 524107 h 608697"/>
              <a:gd name="connsiteX178" fmla="*/ 127859 w 609614"/>
              <a:gd name="connsiteY178" fmla="*/ 321331 h 608697"/>
              <a:gd name="connsiteX179" fmla="*/ 127859 w 609614"/>
              <a:gd name="connsiteY179" fmla="*/ 147273 h 608697"/>
              <a:gd name="connsiteX180" fmla="*/ 108132 w 609614"/>
              <a:gd name="connsiteY180" fmla="*/ 147273 h 608697"/>
              <a:gd name="connsiteX181" fmla="*/ 108132 w 609614"/>
              <a:gd name="connsiteY181" fmla="*/ 127667 h 608697"/>
              <a:gd name="connsiteX182" fmla="*/ 125555 w 609614"/>
              <a:gd name="connsiteY182" fmla="*/ 127667 h 608697"/>
              <a:gd name="connsiteX183" fmla="*/ 108132 w 609614"/>
              <a:gd name="connsiteY183" fmla="*/ 78515 h 608697"/>
              <a:gd name="connsiteX184" fmla="*/ 186858 w 609614"/>
              <a:gd name="connsiteY184" fmla="*/ 0 h 60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Lst>
            <a:rect l="l" t="t" r="r" b="b"/>
            <a:pathLst>
              <a:path w="609614" h="608697">
                <a:moveTo>
                  <a:pt x="235971" y="490904"/>
                </a:moveTo>
                <a:cubicBezTo>
                  <a:pt x="214309" y="490904"/>
                  <a:pt x="196612" y="508570"/>
                  <a:pt x="196612" y="530193"/>
                </a:cubicBezTo>
                <a:cubicBezTo>
                  <a:pt x="196612" y="551816"/>
                  <a:pt x="214309" y="569482"/>
                  <a:pt x="235971" y="569482"/>
                </a:cubicBezTo>
                <a:cubicBezTo>
                  <a:pt x="257632" y="569482"/>
                  <a:pt x="275330" y="551816"/>
                  <a:pt x="275330" y="530193"/>
                </a:cubicBezTo>
                <a:cubicBezTo>
                  <a:pt x="275330" y="508570"/>
                  <a:pt x="257632" y="490904"/>
                  <a:pt x="235971" y="490904"/>
                </a:cubicBezTo>
                <a:close/>
                <a:moveTo>
                  <a:pt x="540845" y="490879"/>
                </a:moveTo>
                <a:cubicBezTo>
                  <a:pt x="526280" y="490879"/>
                  <a:pt x="512913" y="497230"/>
                  <a:pt x="503602" y="508091"/>
                </a:cubicBezTo>
                <a:cubicBezTo>
                  <a:pt x="514665" y="519045"/>
                  <a:pt x="521117" y="534048"/>
                  <a:pt x="521117" y="549788"/>
                </a:cubicBezTo>
                <a:lnTo>
                  <a:pt x="501482" y="549788"/>
                </a:lnTo>
                <a:cubicBezTo>
                  <a:pt x="501482" y="537454"/>
                  <a:pt x="495582" y="525856"/>
                  <a:pt x="485719" y="518400"/>
                </a:cubicBezTo>
                <a:lnTo>
                  <a:pt x="484612" y="517664"/>
                </a:lnTo>
                <a:cubicBezTo>
                  <a:pt x="480003" y="514442"/>
                  <a:pt x="474749" y="512233"/>
                  <a:pt x="469218" y="511221"/>
                </a:cubicBezTo>
                <a:cubicBezTo>
                  <a:pt x="463041" y="534508"/>
                  <a:pt x="446633" y="553194"/>
                  <a:pt x="425246" y="562674"/>
                </a:cubicBezTo>
                <a:cubicBezTo>
                  <a:pt x="430593" y="578138"/>
                  <a:pt x="445342" y="589091"/>
                  <a:pt x="462120" y="589091"/>
                </a:cubicBezTo>
                <a:cubicBezTo>
                  <a:pt x="473458" y="589091"/>
                  <a:pt x="484244" y="584029"/>
                  <a:pt x="491803" y="575377"/>
                </a:cubicBezTo>
                <a:lnTo>
                  <a:pt x="498624" y="567369"/>
                </a:lnTo>
                <a:lnTo>
                  <a:pt x="506184" y="574824"/>
                </a:lnTo>
                <a:cubicBezTo>
                  <a:pt x="515402" y="584029"/>
                  <a:pt x="527755" y="589091"/>
                  <a:pt x="540845" y="589091"/>
                </a:cubicBezTo>
                <a:cubicBezTo>
                  <a:pt x="567947" y="589091"/>
                  <a:pt x="589979" y="567092"/>
                  <a:pt x="589979" y="540031"/>
                </a:cubicBezTo>
                <a:cubicBezTo>
                  <a:pt x="589979" y="512970"/>
                  <a:pt x="567947" y="490879"/>
                  <a:pt x="540845" y="490879"/>
                </a:cubicBezTo>
                <a:close/>
                <a:moveTo>
                  <a:pt x="235971" y="471306"/>
                </a:moveTo>
                <a:cubicBezTo>
                  <a:pt x="268509" y="471306"/>
                  <a:pt x="294963" y="497713"/>
                  <a:pt x="294963" y="530193"/>
                </a:cubicBezTo>
                <a:cubicBezTo>
                  <a:pt x="294963" y="562673"/>
                  <a:pt x="268509" y="589080"/>
                  <a:pt x="235971" y="589080"/>
                </a:cubicBezTo>
                <a:cubicBezTo>
                  <a:pt x="203433" y="589080"/>
                  <a:pt x="176978" y="562673"/>
                  <a:pt x="176978" y="530193"/>
                </a:cubicBezTo>
                <a:cubicBezTo>
                  <a:pt x="176978" y="497713"/>
                  <a:pt x="203433" y="471306"/>
                  <a:pt x="235971" y="471306"/>
                </a:cubicBezTo>
                <a:close/>
                <a:moveTo>
                  <a:pt x="137627" y="451700"/>
                </a:moveTo>
                <a:cubicBezTo>
                  <a:pt x="126844" y="451700"/>
                  <a:pt x="117997" y="460444"/>
                  <a:pt x="117997" y="471306"/>
                </a:cubicBezTo>
                <a:cubicBezTo>
                  <a:pt x="117997" y="482168"/>
                  <a:pt x="126844" y="490912"/>
                  <a:pt x="137627" y="490912"/>
                </a:cubicBezTo>
                <a:cubicBezTo>
                  <a:pt x="148501" y="490912"/>
                  <a:pt x="157348" y="482168"/>
                  <a:pt x="157348" y="471306"/>
                </a:cubicBezTo>
                <a:cubicBezTo>
                  <a:pt x="157348" y="460444"/>
                  <a:pt x="148501" y="451700"/>
                  <a:pt x="137627" y="451700"/>
                </a:cubicBezTo>
                <a:close/>
                <a:moveTo>
                  <a:pt x="137627" y="432001"/>
                </a:moveTo>
                <a:cubicBezTo>
                  <a:pt x="159376" y="432001"/>
                  <a:pt x="176978" y="449674"/>
                  <a:pt x="176978" y="471306"/>
                </a:cubicBezTo>
                <a:cubicBezTo>
                  <a:pt x="176978" y="492938"/>
                  <a:pt x="159376" y="510611"/>
                  <a:pt x="137627" y="510611"/>
                </a:cubicBezTo>
                <a:cubicBezTo>
                  <a:pt x="115970" y="510611"/>
                  <a:pt x="98368" y="492938"/>
                  <a:pt x="98368" y="471306"/>
                </a:cubicBezTo>
                <a:cubicBezTo>
                  <a:pt x="98368" y="449674"/>
                  <a:pt x="115970" y="432001"/>
                  <a:pt x="137627" y="432001"/>
                </a:cubicBezTo>
                <a:close/>
                <a:moveTo>
                  <a:pt x="96793" y="412364"/>
                </a:moveTo>
                <a:lnTo>
                  <a:pt x="24705" y="534140"/>
                </a:lnTo>
                <a:cubicBezTo>
                  <a:pt x="21386" y="539755"/>
                  <a:pt x="19635" y="546106"/>
                  <a:pt x="19635" y="552641"/>
                </a:cubicBezTo>
                <a:cubicBezTo>
                  <a:pt x="19635" y="572707"/>
                  <a:pt x="36044" y="589091"/>
                  <a:pt x="56140" y="589091"/>
                </a:cubicBezTo>
                <a:lnTo>
                  <a:pt x="235992" y="589091"/>
                </a:lnTo>
                <a:lnTo>
                  <a:pt x="337118" y="589091"/>
                </a:lnTo>
                <a:cubicBezTo>
                  <a:pt x="357306" y="589091"/>
                  <a:pt x="373623" y="572707"/>
                  <a:pt x="373623" y="552641"/>
                </a:cubicBezTo>
                <a:cubicBezTo>
                  <a:pt x="373623" y="546106"/>
                  <a:pt x="371871" y="539755"/>
                  <a:pt x="368553" y="534140"/>
                </a:cubicBezTo>
                <a:lnTo>
                  <a:pt x="336196" y="479373"/>
                </a:lnTo>
                <a:cubicBezTo>
                  <a:pt x="327623" y="486461"/>
                  <a:pt x="316745" y="490879"/>
                  <a:pt x="304853" y="490879"/>
                </a:cubicBezTo>
                <a:cubicBezTo>
                  <a:pt x="281070" y="490879"/>
                  <a:pt x="261158" y="474034"/>
                  <a:pt x="256641" y="451667"/>
                </a:cubicBezTo>
                <a:cubicBezTo>
                  <a:pt x="256272" y="451667"/>
                  <a:pt x="255996" y="451667"/>
                  <a:pt x="255627" y="451667"/>
                </a:cubicBezTo>
                <a:cubicBezTo>
                  <a:pt x="228248" y="451667"/>
                  <a:pt x="204649" y="435559"/>
                  <a:pt x="193587" y="412364"/>
                </a:cubicBezTo>
                <a:close/>
                <a:moveTo>
                  <a:pt x="540859" y="343630"/>
                </a:moveTo>
                <a:cubicBezTo>
                  <a:pt x="529985" y="343630"/>
                  <a:pt x="521138" y="352461"/>
                  <a:pt x="521138" y="363316"/>
                </a:cubicBezTo>
                <a:cubicBezTo>
                  <a:pt x="521138" y="374080"/>
                  <a:pt x="529985" y="382911"/>
                  <a:pt x="540859" y="382911"/>
                </a:cubicBezTo>
                <a:cubicBezTo>
                  <a:pt x="551642" y="382911"/>
                  <a:pt x="560489" y="374080"/>
                  <a:pt x="560489" y="363316"/>
                </a:cubicBezTo>
                <a:cubicBezTo>
                  <a:pt x="560489" y="352461"/>
                  <a:pt x="551642" y="343630"/>
                  <a:pt x="540859" y="343630"/>
                </a:cubicBezTo>
                <a:close/>
                <a:moveTo>
                  <a:pt x="540859" y="324036"/>
                </a:moveTo>
                <a:cubicBezTo>
                  <a:pt x="562516" y="324036"/>
                  <a:pt x="580118" y="341606"/>
                  <a:pt x="580118" y="363316"/>
                </a:cubicBezTo>
                <a:cubicBezTo>
                  <a:pt x="580118" y="384935"/>
                  <a:pt x="562516" y="402505"/>
                  <a:pt x="540859" y="402505"/>
                </a:cubicBezTo>
                <a:cubicBezTo>
                  <a:pt x="519110" y="402505"/>
                  <a:pt x="501508" y="384935"/>
                  <a:pt x="501508" y="363316"/>
                </a:cubicBezTo>
                <a:cubicBezTo>
                  <a:pt x="501508" y="341606"/>
                  <a:pt x="519110" y="324036"/>
                  <a:pt x="540859" y="324036"/>
                </a:cubicBezTo>
                <a:close/>
                <a:moveTo>
                  <a:pt x="491583" y="216014"/>
                </a:moveTo>
                <a:cubicBezTo>
                  <a:pt x="475358" y="216014"/>
                  <a:pt x="462082" y="229178"/>
                  <a:pt x="462082" y="245473"/>
                </a:cubicBezTo>
                <a:cubicBezTo>
                  <a:pt x="462082" y="261675"/>
                  <a:pt x="475358" y="274931"/>
                  <a:pt x="491583" y="274931"/>
                </a:cubicBezTo>
                <a:cubicBezTo>
                  <a:pt x="507901" y="274931"/>
                  <a:pt x="521084" y="261675"/>
                  <a:pt x="521084" y="245473"/>
                </a:cubicBezTo>
                <a:cubicBezTo>
                  <a:pt x="521084" y="229178"/>
                  <a:pt x="507901" y="216014"/>
                  <a:pt x="491583" y="216014"/>
                </a:cubicBezTo>
                <a:close/>
                <a:moveTo>
                  <a:pt x="491583" y="196313"/>
                </a:moveTo>
                <a:cubicBezTo>
                  <a:pt x="518687" y="196313"/>
                  <a:pt x="540813" y="218407"/>
                  <a:pt x="540813" y="245473"/>
                </a:cubicBezTo>
                <a:cubicBezTo>
                  <a:pt x="540813" y="272538"/>
                  <a:pt x="518687" y="294540"/>
                  <a:pt x="491583" y="294540"/>
                </a:cubicBezTo>
                <a:cubicBezTo>
                  <a:pt x="464479" y="294540"/>
                  <a:pt x="442445" y="272538"/>
                  <a:pt x="442445" y="245473"/>
                </a:cubicBezTo>
                <a:cubicBezTo>
                  <a:pt x="442445" y="218407"/>
                  <a:pt x="464479" y="196313"/>
                  <a:pt x="491583" y="196313"/>
                </a:cubicBezTo>
                <a:close/>
                <a:moveTo>
                  <a:pt x="147494" y="147273"/>
                </a:moveTo>
                <a:lnTo>
                  <a:pt x="147494" y="326670"/>
                </a:lnTo>
                <a:lnTo>
                  <a:pt x="108408" y="392758"/>
                </a:lnTo>
                <a:lnTo>
                  <a:pt x="187595" y="392758"/>
                </a:lnTo>
                <a:cubicBezTo>
                  <a:pt x="187134" y="389537"/>
                  <a:pt x="186858" y="386223"/>
                  <a:pt x="186858" y="382909"/>
                </a:cubicBezTo>
                <a:cubicBezTo>
                  <a:pt x="186858" y="348392"/>
                  <a:pt x="212485" y="319766"/>
                  <a:pt x="245855" y="314980"/>
                </a:cubicBezTo>
                <a:lnTo>
                  <a:pt x="245855" y="147273"/>
                </a:lnTo>
                <a:close/>
                <a:moveTo>
                  <a:pt x="186858" y="19606"/>
                </a:moveTo>
                <a:cubicBezTo>
                  <a:pt x="154316" y="19606"/>
                  <a:pt x="127859" y="46023"/>
                  <a:pt x="127859" y="78515"/>
                </a:cubicBezTo>
                <a:cubicBezTo>
                  <a:pt x="127859" y="97752"/>
                  <a:pt x="137262" y="115885"/>
                  <a:pt x="153118" y="126931"/>
                </a:cubicBezTo>
                <a:lnTo>
                  <a:pt x="152565" y="127667"/>
                </a:lnTo>
                <a:lnTo>
                  <a:pt x="219399" y="127667"/>
                </a:lnTo>
                <a:cubicBezTo>
                  <a:pt x="235900" y="116714"/>
                  <a:pt x="245855" y="98397"/>
                  <a:pt x="245855" y="78515"/>
                </a:cubicBezTo>
                <a:lnTo>
                  <a:pt x="265491" y="78515"/>
                </a:lnTo>
                <a:cubicBezTo>
                  <a:pt x="265491" y="96740"/>
                  <a:pt x="259130" y="113860"/>
                  <a:pt x="248068" y="127667"/>
                </a:cubicBezTo>
                <a:lnTo>
                  <a:pt x="265491" y="127667"/>
                </a:lnTo>
                <a:lnTo>
                  <a:pt x="285126" y="127667"/>
                </a:lnTo>
                <a:lnTo>
                  <a:pt x="285126" y="147273"/>
                </a:lnTo>
                <a:lnTo>
                  <a:pt x="265491" y="147273"/>
                </a:lnTo>
                <a:lnTo>
                  <a:pt x="265491" y="314980"/>
                </a:lnTo>
                <a:cubicBezTo>
                  <a:pt x="298769" y="319766"/>
                  <a:pt x="324489" y="348392"/>
                  <a:pt x="324489" y="382909"/>
                </a:cubicBezTo>
                <a:lnTo>
                  <a:pt x="304853" y="382909"/>
                </a:lnTo>
                <a:cubicBezTo>
                  <a:pt x="304853" y="355848"/>
                  <a:pt x="282729" y="333849"/>
                  <a:pt x="255627" y="333849"/>
                </a:cubicBezTo>
                <a:cubicBezTo>
                  <a:pt x="228525" y="333849"/>
                  <a:pt x="206493" y="355848"/>
                  <a:pt x="206493" y="382909"/>
                </a:cubicBezTo>
                <a:cubicBezTo>
                  <a:pt x="206493" y="409971"/>
                  <a:pt x="228525" y="431970"/>
                  <a:pt x="255627" y="431970"/>
                </a:cubicBezTo>
                <a:cubicBezTo>
                  <a:pt x="258208" y="431970"/>
                  <a:pt x="260974" y="431786"/>
                  <a:pt x="263924" y="431233"/>
                </a:cubicBezTo>
                <a:lnTo>
                  <a:pt x="275447" y="429300"/>
                </a:lnTo>
                <a:lnTo>
                  <a:pt x="275262" y="442739"/>
                </a:lnTo>
                <a:cubicBezTo>
                  <a:pt x="275354" y="458018"/>
                  <a:pt x="288537" y="471273"/>
                  <a:pt x="304853" y="471273"/>
                </a:cubicBezTo>
                <a:cubicBezTo>
                  <a:pt x="321078" y="471273"/>
                  <a:pt x="334352" y="458018"/>
                  <a:pt x="334352" y="441818"/>
                </a:cubicBezTo>
                <a:lnTo>
                  <a:pt x="353987" y="441818"/>
                </a:lnTo>
                <a:cubicBezTo>
                  <a:pt x="353987" y="449274"/>
                  <a:pt x="352144" y="456362"/>
                  <a:pt x="349194" y="462713"/>
                </a:cubicBezTo>
                <a:lnTo>
                  <a:pt x="385514" y="524107"/>
                </a:lnTo>
                <a:cubicBezTo>
                  <a:pt x="390124" y="531931"/>
                  <a:pt x="392705" y="540767"/>
                  <a:pt x="393166" y="549696"/>
                </a:cubicBezTo>
                <a:cubicBezTo>
                  <a:pt x="393627" y="549696"/>
                  <a:pt x="394088" y="549696"/>
                  <a:pt x="394549" y="549696"/>
                </a:cubicBezTo>
                <a:cubicBezTo>
                  <a:pt x="397775" y="549604"/>
                  <a:pt x="401001" y="549420"/>
                  <a:pt x="404136" y="548775"/>
                </a:cubicBezTo>
                <a:cubicBezTo>
                  <a:pt x="404412" y="548775"/>
                  <a:pt x="404781" y="548683"/>
                  <a:pt x="405058" y="548591"/>
                </a:cubicBezTo>
                <a:cubicBezTo>
                  <a:pt x="429579" y="543713"/>
                  <a:pt x="448661" y="523739"/>
                  <a:pt x="451795" y="498150"/>
                </a:cubicBezTo>
                <a:cubicBezTo>
                  <a:pt x="452071" y="495481"/>
                  <a:pt x="452348" y="493088"/>
                  <a:pt x="452348" y="490879"/>
                </a:cubicBezTo>
                <a:cubicBezTo>
                  <a:pt x="452348" y="480386"/>
                  <a:pt x="449398" y="470076"/>
                  <a:pt x="444051" y="461056"/>
                </a:cubicBezTo>
                <a:cubicBezTo>
                  <a:pt x="425707" y="479925"/>
                  <a:pt x="400356" y="490879"/>
                  <a:pt x="373623" y="490879"/>
                </a:cubicBezTo>
                <a:lnTo>
                  <a:pt x="373623" y="471273"/>
                </a:lnTo>
                <a:cubicBezTo>
                  <a:pt x="398420" y="471273"/>
                  <a:pt x="421743" y="459491"/>
                  <a:pt x="436492" y="439793"/>
                </a:cubicBezTo>
                <a:lnTo>
                  <a:pt x="436769" y="439425"/>
                </a:lnTo>
                <a:cubicBezTo>
                  <a:pt x="446909" y="425710"/>
                  <a:pt x="452348" y="409603"/>
                  <a:pt x="452348" y="392758"/>
                </a:cubicBezTo>
                <a:cubicBezTo>
                  <a:pt x="452348" y="354007"/>
                  <a:pt x="423679" y="321239"/>
                  <a:pt x="386068" y="315256"/>
                </a:cubicBezTo>
                <a:cubicBezTo>
                  <a:pt x="374729" y="337899"/>
                  <a:pt x="351406" y="353455"/>
                  <a:pt x="324489" y="353455"/>
                </a:cubicBezTo>
                <a:lnTo>
                  <a:pt x="324489" y="333849"/>
                </a:lnTo>
                <a:cubicBezTo>
                  <a:pt x="346889" y="333849"/>
                  <a:pt x="365695" y="318662"/>
                  <a:pt x="371595" y="298135"/>
                </a:cubicBezTo>
                <a:cubicBezTo>
                  <a:pt x="371963" y="296663"/>
                  <a:pt x="372424" y="295190"/>
                  <a:pt x="372793" y="293717"/>
                </a:cubicBezTo>
                <a:cubicBezTo>
                  <a:pt x="373254" y="290772"/>
                  <a:pt x="373623" y="287826"/>
                  <a:pt x="373623" y="284697"/>
                </a:cubicBezTo>
                <a:cubicBezTo>
                  <a:pt x="373623" y="281567"/>
                  <a:pt x="373254" y="278438"/>
                  <a:pt x="372701" y="275400"/>
                </a:cubicBezTo>
                <a:cubicBezTo>
                  <a:pt x="372332" y="273651"/>
                  <a:pt x="371779" y="271994"/>
                  <a:pt x="371226" y="270338"/>
                </a:cubicBezTo>
                <a:cubicBezTo>
                  <a:pt x="370765" y="268865"/>
                  <a:pt x="370488" y="267300"/>
                  <a:pt x="369843" y="265919"/>
                </a:cubicBezTo>
                <a:lnTo>
                  <a:pt x="369659" y="265459"/>
                </a:lnTo>
                <a:cubicBezTo>
                  <a:pt x="362192" y="247971"/>
                  <a:pt x="344769" y="235637"/>
                  <a:pt x="324489" y="235637"/>
                </a:cubicBezTo>
                <a:lnTo>
                  <a:pt x="324489" y="216031"/>
                </a:lnTo>
                <a:cubicBezTo>
                  <a:pt x="350300" y="216031"/>
                  <a:pt x="372793" y="230298"/>
                  <a:pt x="384593" y="251284"/>
                </a:cubicBezTo>
                <a:cubicBezTo>
                  <a:pt x="407362" y="242816"/>
                  <a:pt x="422849" y="221277"/>
                  <a:pt x="422849" y="196333"/>
                </a:cubicBezTo>
                <a:cubicBezTo>
                  <a:pt x="422849" y="181698"/>
                  <a:pt x="417410" y="167891"/>
                  <a:pt x="407731" y="157214"/>
                </a:cubicBezTo>
                <a:cubicBezTo>
                  <a:pt x="391414" y="181330"/>
                  <a:pt x="364036" y="196333"/>
                  <a:pt x="334352" y="196333"/>
                </a:cubicBezTo>
                <a:lnTo>
                  <a:pt x="334352" y="176727"/>
                </a:lnTo>
                <a:cubicBezTo>
                  <a:pt x="360809" y="176727"/>
                  <a:pt x="384961" y="161448"/>
                  <a:pt x="396300" y="137700"/>
                </a:cubicBezTo>
                <a:lnTo>
                  <a:pt x="396484" y="137424"/>
                </a:lnTo>
                <a:cubicBezTo>
                  <a:pt x="400909" y="128035"/>
                  <a:pt x="403122" y="118186"/>
                  <a:pt x="403122" y="107969"/>
                </a:cubicBezTo>
                <a:cubicBezTo>
                  <a:pt x="403122" y="70139"/>
                  <a:pt x="372240" y="39303"/>
                  <a:pt x="334352" y="39303"/>
                </a:cubicBezTo>
                <a:cubicBezTo>
                  <a:pt x="325410" y="39303"/>
                  <a:pt x="316745" y="41144"/>
                  <a:pt x="308541" y="44458"/>
                </a:cubicBezTo>
                <a:cubicBezTo>
                  <a:pt x="318681" y="56700"/>
                  <a:pt x="324489" y="72164"/>
                  <a:pt x="324489" y="88364"/>
                </a:cubicBezTo>
                <a:lnTo>
                  <a:pt x="304853" y="88364"/>
                </a:lnTo>
                <a:cubicBezTo>
                  <a:pt x="304853" y="73821"/>
                  <a:pt x="298400" y="60198"/>
                  <a:pt x="287246" y="50809"/>
                </a:cubicBezTo>
                <a:lnTo>
                  <a:pt x="285863" y="49705"/>
                </a:lnTo>
                <a:cubicBezTo>
                  <a:pt x="273050" y="39764"/>
                  <a:pt x="256088" y="36726"/>
                  <a:pt x="240601" y="41605"/>
                </a:cubicBezTo>
                <a:lnTo>
                  <a:pt x="234609" y="43538"/>
                </a:lnTo>
                <a:lnTo>
                  <a:pt x="230369" y="38935"/>
                </a:lnTo>
                <a:cubicBezTo>
                  <a:pt x="219122" y="26693"/>
                  <a:pt x="203266" y="19606"/>
                  <a:pt x="186858" y="19606"/>
                </a:cubicBezTo>
                <a:close/>
                <a:moveTo>
                  <a:pt x="186858" y="0"/>
                </a:moveTo>
                <a:cubicBezTo>
                  <a:pt x="206769" y="0"/>
                  <a:pt x="226036" y="7732"/>
                  <a:pt x="240601" y="21355"/>
                </a:cubicBezTo>
                <a:cubicBezTo>
                  <a:pt x="258393" y="17305"/>
                  <a:pt x="277106" y="20618"/>
                  <a:pt x="292316" y="30283"/>
                </a:cubicBezTo>
                <a:cubicBezTo>
                  <a:pt x="305222" y="23288"/>
                  <a:pt x="319603" y="19606"/>
                  <a:pt x="334352" y="19606"/>
                </a:cubicBezTo>
                <a:cubicBezTo>
                  <a:pt x="383118" y="19606"/>
                  <a:pt x="422849" y="59277"/>
                  <a:pt x="422849" y="107969"/>
                </a:cubicBezTo>
                <a:cubicBezTo>
                  <a:pt x="422849" y="118555"/>
                  <a:pt x="420913" y="128864"/>
                  <a:pt x="417226" y="138805"/>
                </a:cubicBezTo>
                <a:cubicBezTo>
                  <a:pt x="433358" y="153624"/>
                  <a:pt x="442484" y="174242"/>
                  <a:pt x="442484" y="196333"/>
                </a:cubicBezTo>
                <a:cubicBezTo>
                  <a:pt x="442484" y="229562"/>
                  <a:pt x="422019" y="258464"/>
                  <a:pt x="391691" y="269785"/>
                </a:cubicBezTo>
                <a:cubicBezTo>
                  <a:pt x="391691" y="269877"/>
                  <a:pt x="391691" y="269969"/>
                  <a:pt x="391691" y="270062"/>
                </a:cubicBezTo>
                <a:cubicBezTo>
                  <a:pt x="392152" y="272087"/>
                  <a:pt x="392428" y="274112"/>
                  <a:pt x="392705" y="276137"/>
                </a:cubicBezTo>
                <a:cubicBezTo>
                  <a:pt x="392797" y="276505"/>
                  <a:pt x="392889" y="276965"/>
                  <a:pt x="392889" y="277333"/>
                </a:cubicBezTo>
                <a:cubicBezTo>
                  <a:pt x="393166" y="279818"/>
                  <a:pt x="393350" y="282212"/>
                  <a:pt x="393350" y="284697"/>
                </a:cubicBezTo>
                <a:cubicBezTo>
                  <a:pt x="393350" y="288471"/>
                  <a:pt x="392981" y="292152"/>
                  <a:pt x="392336" y="295742"/>
                </a:cubicBezTo>
                <a:cubicBezTo>
                  <a:pt x="392336" y="295926"/>
                  <a:pt x="392336" y="296202"/>
                  <a:pt x="392336" y="296387"/>
                </a:cubicBezTo>
                <a:cubicBezTo>
                  <a:pt x="437783" y="305223"/>
                  <a:pt x="471983" y="345447"/>
                  <a:pt x="471983" y="392758"/>
                </a:cubicBezTo>
                <a:cubicBezTo>
                  <a:pt x="471983" y="411259"/>
                  <a:pt x="466821" y="429116"/>
                  <a:pt x="456957" y="444764"/>
                </a:cubicBezTo>
                <a:cubicBezTo>
                  <a:pt x="466729" y="458203"/>
                  <a:pt x="471983" y="474311"/>
                  <a:pt x="471983" y="490879"/>
                </a:cubicBezTo>
                <a:cubicBezTo>
                  <a:pt x="471983" y="491155"/>
                  <a:pt x="471983" y="491431"/>
                  <a:pt x="471983" y="491707"/>
                </a:cubicBezTo>
                <a:cubicBezTo>
                  <a:pt x="477330" y="492628"/>
                  <a:pt x="482492" y="494284"/>
                  <a:pt x="487470" y="496678"/>
                </a:cubicBezTo>
                <a:cubicBezTo>
                  <a:pt x="500468" y="480570"/>
                  <a:pt x="519827" y="471273"/>
                  <a:pt x="540845" y="471273"/>
                </a:cubicBezTo>
                <a:cubicBezTo>
                  <a:pt x="578733" y="471273"/>
                  <a:pt x="609614" y="502108"/>
                  <a:pt x="609614" y="540031"/>
                </a:cubicBezTo>
                <a:cubicBezTo>
                  <a:pt x="609614" y="577862"/>
                  <a:pt x="578733" y="608697"/>
                  <a:pt x="540845" y="608697"/>
                </a:cubicBezTo>
                <a:cubicBezTo>
                  <a:pt x="525819" y="608697"/>
                  <a:pt x="511438" y="603911"/>
                  <a:pt x="499639" y="595074"/>
                </a:cubicBezTo>
                <a:cubicBezTo>
                  <a:pt x="489037" y="603819"/>
                  <a:pt x="475855" y="608697"/>
                  <a:pt x="462120" y="608697"/>
                </a:cubicBezTo>
                <a:cubicBezTo>
                  <a:pt x="436585" y="608697"/>
                  <a:pt x="414276" y="591945"/>
                  <a:pt x="406348" y="568381"/>
                </a:cubicBezTo>
                <a:cubicBezTo>
                  <a:pt x="406072" y="568381"/>
                  <a:pt x="405795" y="568381"/>
                  <a:pt x="405518" y="568473"/>
                </a:cubicBezTo>
                <a:cubicBezTo>
                  <a:pt x="401923" y="569025"/>
                  <a:pt x="398328" y="569302"/>
                  <a:pt x="394641" y="569394"/>
                </a:cubicBezTo>
                <a:cubicBezTo>
                  <a:pt x="394364" y="569394"/>
                  <a:pt x="394088" y="569394"/>
                  <a:pt x="393811" y="569394"/>
                </a:cubicBezTo>
                <a:cubicBezTo>
                  <a:pt x="393627" y="569394"/>
                  <a:pt x="393442" y="569486"/>
                  <a:pt x="393350" y="569486"/>
                </a:cubicBezTo>
                <a:lnTo>
                  <a:pt x="393350" y="569394"/>
                </a:lnTo>
                <a:cubicBezTo>
                  <a:pt x="392520" y="569394"/>
                  <a:pt x="391691" y="569302"/>
                  <a:pt x="390769" y="569210"/>
                </a:cubicBezTo>
                <a:cubicBezTo>
                  <a:pt x="383671" y="592129"/>
                  <a:pt x="362376" y="608697"/>
                  <a:pt x="337118" y="608697"/>
                </a:cubicBezTo>
                <a:lnTo>
                  <a:pt x="56140" y="608697"/>
                </a:lnTo>
                <a:cubicBezTo>
                  <a:pt x="25166" y="608697"/>
                  <a:pt x="0" y="583569"/>
                  <a:pt x="0" y="552641"/>
                </a:cubicBezTo>
                <a:cubicBezTo>
                  <a:pt x="0" y="542608"/>
                  <a:pt x="2673" y="532759"/>
                  <a:pt x="7835" y="524107"/>
                </a:cubicBezTo>
                <a:lnTo>
                  <a:pt x="127859" y="321331"/>
                </a:lnTo>
                <a:lnTo>
                  <a:pt x="127859" y="147273"/>
                </a:lnTo>
                <a:lnTo>
                  <a:pt x="108132" y="147273"/>
                </a:lnTo>
                <a:lnTo>
                  <a:pt x="108132" y="127667"/>
                </a:lnTo>
                <a:lnTo>
                  <a:pt x="125555" y="127667"/>
                </a:lnTo>
                <a:cubicBezTo>
                  <a:pt x="114493" y="113860"/>
                  <a:pt x="108132" y="96648"/>
                  <a:pt x="108132" y="78515"/>
                </a:cubicBezTo>
                <a:cubicBezTo>
                  <a:pt x="108132" y="35253"/>
                  <a:pt x="143438" y="0"/>
                  <a:pt x="186858" y="0"/>
                </a:cubicBezTo>
                <a:close/>
              </a:path>
            </a:pathLst>
          </a:custGeom>
          <a:solidFill>
            <a:schemeClr val="accent1"/>
          </a:solidFill>
          <a:ln>
            <a:noFill/>
          </a:ln>
        </p:spPr>
      </p:sp>
      <p:sp>
        <p:nvSpPr>
          <p:cNvPr id="48" name="test-tube-brush_106476">
            <a:extLst>
              <a:ext uri="{FF2B5EF4-FFF2-40B4-BE49-F238E27FC236}">
                <a16:creationId xmlns:a16="http://schemas.microsoft.com/office/drawing/2014/main" id="{30F1C186-2B5E-4B67-A319-F41C00E229E2}"/>
              </a:ext>
            </a:extLst>
          </p:cNvPr>
          <p:cNvSpPr>
            <a:spLocks noChangeAspect="1"/>
          </p:cNvSpPr>
          <p:nvPr/>
        </p:nvSpPr>
        <p:spPr bwMode="auto">
          <a:xfrm>
            <a:off x="2141135" y="4445000"/>
            <a:ext cx="609685" cy="608896"/>
          </a:xfrm>
          <a:custGeom>
            <a:avLst/>
            <a:gdLst>
              <a:gd name="connsiteX0" fmla="*/ 46674 w 608045"/>
              <a:gd name="connsiteY0" fmla="*/ 533327 h 607259"/>
              <a:gd name="connsiteX1" fmla="*/ 27364 w 608045"/>
              <a:gd name="connsiteY1" fmla="*/ 541273 h 607259"/>
              <a:gd name="connsiteX2" fmla="*/ 19407 w 608045"/>
              <a:gd name="connsiteY2" fmla="*/ 560555 h 607259"/>
              <a:gd name="connsiteX3" fmla="*/ 27364 w 608045"/>
              <a:gd name="connsiteY3" fmla="*/ 579837 h 607259"/>
              <a:gd name="connsiteX4" fmla="*/ 46674 w 608045"/>
              <a:gd name="connsiteY4" fmla="*/ 587880 h 607259"/>
              <a:gd name="connsiteX5" fmla="*/ 65984 w 608045"/>
              <a:gd name="connsiteY5" fmla="*/ 579837 h 607259"/>
              <a:gd name="connsiteX6" fmla="*/ 74038 w 608045"/>
              <a:gd name="connsiteY6" fmla="*/ 560555 h 607259"/>
              <a:gd name="connsiteX7" fmla="*/ 65984 w 608045"/>
              <a:gd name="connsiteY7" fmla="*/ 541273 h 607259"/>
              <a:gd name="connsiteX8" fmla="*/ 46674 w 608045"/>
              <a:gd name="connsiteY8" fmla="*/ 533327 h 607259"/>
              <a:gd name="connsiteX9" fmla="*/ 296056 w 608045"/>
              <a:gd name="connsiteY9" fmla="*/ 297869 h 607259"/>
              <a:gd name="connsiteX10" fmla="*/ 309738 w 608045"/>
              <a:gd name="connsiteY10" fmla="*/ 297869 h 607259"/>
              <a:gd name="connsiteX11" fmla="*/ 309738 w 608045"/>
              <a:gd name="connsiteY11" fmla="*/ 311628 h 607259"/>
              <a:gd name="connsiteX12" fmla="*/ 85876 w 608045"/>
              <a:gd name="connsiteY12" fmla="*/ 535168 h 607259"/>
              <a:gd name="connsiteX13" fmla="*/ 93445 w 608045"/>
              <a:gd name="connsiteY13" fmla="*/ 560555 h 607259"/>
              <a:gd name="connsiteX14" fmla="*/ 79763 w 608045"/>
              <a:gd name="connsiteY14" fmla="*/ 593597 h 607259"/>
              <a:gd name="connsiteX15" fmla="*/ 46674 w 608045"/>
              <a:gd name="connsiteY15" fmla="*/ 607259 h 607259"/>
              <a:gd name="connsiteX16" fmla="*/ 13682 w 608045"/>
              <a:gd name="connsiteY16" fmla="*/ 593597 h 607259"/>
              <a:gd name="connsiteX17" fmla="*/ 0 w 608045"/>
              <a:gd name="connsiteY17" fmla="*/ 560555 h 607259"/>
              <a:gd name="connsiteX18" fmla="*/ 13682 w 608045"/>
              <a:gd name="connsiteY18" fmla="*/ 527610 h 607259"/>
              <a:gd name="connsiteX19" fmla="*/ 46674 w 608045"/>
              <a:gd name="connsiteY19" fmla="*/ 513948 h 607259"/>
              <a:gd name="connsiteX20" fmla="*/ 72194 w 608045"/>
              <a:gd name="connsiteY20" fmla="*/ 521506 h 607259"/>
              <a:gd name="connsiteX21" fmla="*/ 503208 w 608045"/>
              <a:gd name="connsiteY21" fmla="*/ 2835 h 607259"/>
              <a:gd name="connsiteX22" fmla="*/ 516987 w 608045"/>
              <a:gd name="connsiteY22" fmla="*/ 2835 h 607259"/>
              <a:gd name="connsiteX23" fmla="*/ 605195 w 608045"/>
              <a:gd name="connsiteY23" fmla="*/ 91015 h 607259"/>
              <a:gd name="connsiteX24" fmla="*/ 605292 w 608045"/>
              <a:gd name="connsiteY24" fmla="*/ 104678 h 607259"/>
              <a:gd name="connsiteX25" fmla="*/ 598402 w 608045"/>
              <a:gd name="connsiteY25" fmla="*/ 107489 h 607259"/>
              <a:gd name="connsiteX26" fmla="*/ 591512 w 608045"/>
              <a:gd name="connsiteY26" fmla="*/ 104678 h 607259"/>
              <a:gd name="connsiteX27" fmla="*/ 554250 w 608045"/>
              <a:gd name="connsiteY27" fmla="*/ 67468 h 607259"/>
              <a:gd name="connsiteX28" fmla="*/ 539985 w 608045"/>
              <a:gd name="connsiteY28" fmla="*/ 81713 h 607259"/>
              <a:gd name="connsiteX29" fmla="*/ 577248 w 608045"/>
              <a:gd name="connsiteY29" fmla="*/ 118923 h 607259"/>
              <a:gd name="connsiteX30" fmla="*/ 577248 w 608045"/>
              <a:gd name="connsiteY30" fmla="*/ 132683 h 607259"/>
              <a:gd name="connsiteX31" fmla="*/ 570358 w 608045"/>
              <a:gd name="connsiteY31" fmla="*/ 135493 h 607259"/>
              <a:gd name="connsiteX32" fmla="*/ 563565 w 608045"/>
              <a:gd name="connsiteY32" fmla="*/ 132683 h 607259"/>
              <a:gd name="connsiteX33" fmla="*/ 526303 w 608045"/>
              <a:gd name="connsiteY33" fmla="*/ 95473 h 607259"/>
              <a:gd name="connsiteX34" fmla="*/ 512038 w 608045"/>
              <a:gd name="connsiteY34" fmla="*/ 109717 h 607259"/>
              <a:gd name="connsiteX35" fmla="*/ 549301 w 608045"/>
              <a:gd name="connsiteY35" fmla="*/ 146927 h 607259"/>
              <a:gd name="connsiteX36" fmla="*/ 549301 w 608045"/>
              <a:gd name="connsiteY36" fmla="*/ 160591 h 607259"/>
              <a:gd name="connsiteX37" fmla="*/ 542411 w 608045"/>
              <a:gd name="connsiteY37" fmla="*/ 163401 h 607259"/>
              <a:gd name="connsiteX38" fmla="*/ 535522 w 608045"/>
              <a:gd name="connsiteY38" fmla="*/ 160591 h 607259"/>
              <a:gd name="connsiteX39" fmla="*/ 498259 w 608045"/>
              <a:gd name="connsiteY39" fmla="*/ 123380 h 607259"/>
              <a:gd name="connsiteX40" fmla="*/ 483995 w 608045"/>
              <a:gd name="connsiteY40" fmla="*/ 137625 h 607259"/>
              <a:gd name="connsiteX41" fmla="*/ 521257 w 608045"/>
              <a:gd name="connsiteY41" fmla="*/ 174835 h 607259"/>
              <a:gd name="connsiteX42" fmla="*/ 521257 w 608045"/>
              <a:gd name="connsiteY42" fmla="*/ 188498 h 607259"/>
              <a:gd name="connsiteX43" fmla="*/ 514464 w 608045"/>
              <a:gd name="connsiteY43" fmla="*/ 191405 h 607259"/>
              <a:gd name="connsiteX44" fmla="*/ 507575 w 608045"/>
              <a:gd name="connsiteY44" fmla="*/ 188498 h 607259"/>
              <a:gd name="connsiteX45" fmla="*/ 470312 w 608045"/>
              <a:gd name="connsiteY45" fmla="*/ 151288 h 607259"/>
              <a:gd name="connsiteX46" fmla="*/ 456048 w 608045"/>
              <a:gd name="connsiteY46" fmla="*/ 165533 h 607259"/>
              <a:gd name="connsiteX47" fmla="*/ 493310 w 608045"/>
              <a:gd name="connsiteY47" fmla="*/ 202743 h 607259"/>
              <a:gd name="connsiteX48" fmla="*/ 493310 w 608045"/>
              <a:gd name="connsiteY48" fmla="*/ 216503 h 607259"/>
              <a:gd name="connsiteX49" fmla="*/ 486421 w 608045"/>
              <a:gd name="connsiteY49" fmla="*/ 219313 h 607259"/>
              <a:gd name="connsiteX50" fmla="*/ 479531 w 608045"/>
              <a:gd name="connsiteY50" fmla="*/ 216503 h 607259"/>
              <a:gd name="connsiteX51" fmla="*/ 442268 w 608045"/>
              <a:gd name="connsiteY51" fmla="*/ 179293 h 607259"/>
              <a:gd name="connsiteX52" fmla="*/ 428004 w 608045"/>
              <a:gd name="connsiteY52" fmla="*/ 193537 h 607259"/>
              <a:gd name="connsiteX53" fmla="*/ 465266 w 608045"/>
              <a:gd name="connsiteY53" fmla="*/ 230747 h 607259"/>
              <a:gd name="connsiteX54" fmla="*/ 465266 w 608045"/>
              <a:gd name="connsiteY54" fmla="*/ 244410 h 607259"/>
              <a:gd name="connsiteX55" fmla="*/ 458474 w 608045"/>
              <a:gd name="connsiteY55" fmla="*/ 247317 h 607259"/>
              <a:gd name="connsiteX56" fmla="*/ 451584 w 608045"/>
              <a:gd name="connsiteY56" fmla="*/ 244410 h 607259"/>
              <a:gd name="connsiteX57" fmla="*/ 414322 w 608045"/>
              <a:gd name="connsiteY57" fmla="*/ 207200 h 607259"/>
              <a:gd name="connsiteX58" fmla="*/ 400057 w 608045"/>
              <a:gd name="connsiteY58" fmla="*/ 221445 h 607259"/>
              <a:gd name="connsiteX59" fmla="*/ 437320 w 608045"/>
              <a:gd name="connsiteY59" fmla="*/ 258655 h 607259"/>
              <a:gd name="connsiteX60" fmla="*/ 437320 w 608045"/>
              <a:gd name="connsiteY60" fmla="*/ 272415 h 607259"/>
              <a:gd name="connsiteX61" fmla="*/ 430430 w 608045"/>
              <a:gd name="connsiteY61" fmla="*/ 275225 h 607259"/>
              <a:gd name="connsiteX62" fmla="*/ 423637 w 608045"/>
              <a:gd name="connsiteY62" fmla="*/ 272415 h 607259"/>
              <a:gd name="connsiteX63" fmla="*/ 386375 w 608045"/>
              <a:gd name="connsiteY63" fmla="*/ 235205 h 607259"/>
              <a:gd name="connsiteX64" fmla="*/ 372110 w 608045"/>
              <a:gd name="connsiteY64" fmla="*/ 249449 h 607259"/>
              <a:gd name="connsiteX65" fmla="*/ 409373 w 608045"/>
              <a:gd name="connsiteY65" fmla="*/ 286659 h 607259"/>
              <a:gd name="connsiteX66" fmla="*/ 409373 w 608045"/>
              <a:gd name="connsiteY66" fmla="*/ 300322 h 607259"/>
              <a:gd name="connsiteX67" fmla="*/ 402483 w 608045"/>
              <a:gd name="connsiteY67" fmla="*/ 303133 h 607259"/>
              <a:gd name="connsiteX68" fmla="*/ 395593 w 608045"/>
              <a:gd name="connsiteY68" fmla="*/ 300322 h 607259"/>
              <a:gd name="connsiteX69" fmla="*/ 358331 w 608045"/>
              <a:gd name="connsiteY69" fmla="*/ 263112 h 607259"/>
              <a:gd name="connsiteX70" fmla="*/ 344067 w 608045"/>
              <a:gd name="connsiteY70" fmla="*/ 277357 h 607259"/>
              <a:gd name="connsiteX71" fmla="*/ 381329 w 608045"/>
              <a:gd name="connsiteY71" fmla="*/ 314567 h 607259"/>
              <a:gd name="connsiteX72" fmla="*/ 381329 w 608045"/>
              <a:gd name="connsiteY72" fmla="*/ 328230 h 607259"/>
              <a:gd name="connsiteX73" fmla="*/ 374439 w 608045"/>
              <a:gd name="connsiteY73" fmla="*/ 331137 h 607259"/>
              <a:gd name="connsiteX74" fmla="*/ 367647 w 608045"/>
              <a:gd name="connsiteY74" fmla="*/ 328230 h 607259"/>
              <a:gd name="connsiteX75" fmla="*/ 323495 w 608045"/>
              <a:gd name="connsiteY75" fmla="*/ 284237 h 607259"/>
              <a:gd name="connsiteX76" fmla="*/ 279342 w 608045"/>
              <a:gd name="connsiteY76" fmla="*/ 240147 h 607259"/>
              <a:gd name="connsiteX77" fmla="*/ 279342 w 608045"/>
              <a:gd name="connsiteY77" fmla="*/ 226484 h 607259"/>
              <a:gd name="connsiteX78" fmla="*/ 293122 w 608045"/>
              <a:gd name="connsiteY78" fmla="*/ 226484 h 607259"/>
              <a:gd name="connsiteX79" fmla="*/ 330384 w 608045"/>
              <a:gd name="connsiteY79" fmla="*/ 263694 h 607259"/>
              <a:gd name="connsiteX80" fmla="*/ 344649 w 608045"/>
              <a:gd name="connsiteY80" fmla="*/ 249449 h 607259"/>
              <a:gd name="connsiteX81" fmla="*/ 307386 w 608045"/>
              <a:gd name="connsiteY81" fmla="*/ 212239 h 607259"/>
              <a:gd name="connsiteX82" fmla="*/ 307386 w 608045"/>
              <a:gd name="connsiteY82" fmla="*/ 198479 h 607259"/>
              <a:gd name="connsiteX83" fmla="*/ 321069 w 608045"/>
              <a:gd name="connsiteY83" fmla="*/ 198479 h 607259"/>
              <a:gd name="connsiteX84" fmla="*/ 358331 w 608045"/>
              <a:gd name="connsiteY84" fmla="*/ 235689 h 607259"/>
              <a:gd name="connsiteX85" fmla="*/ 372596 w 608045"/>
              <a:gd name="connsiteY85" fmla="*/ 221445 h 607259"/>
              <a:gd name="connsiteX86" fmla="*/ 335333 w 608045"/>
              <a:gd name="connsiteY86" fmla="*/ 184235 h 607259"/>
              <a:gd name="connsiteX87" fmla="*/ 335333 w 608045"/>
              <a:gd name="connsiteY87" fmla="*/ 170571 h 607259"/>
              <a:gd name="connsiteX88" fmla="*/ 349015 w 608045"/>
              <a:gd name="connsiteY88" fmla="*/ 170571 h 607259"/>
              <a:gd name="connsiteX89" fmla="*/ 386278 w 608045"/>
              <a:gd name="connsiteY89" fmla="*/ 207782 h 607259"/>
              <a:gd name="connsiteX90" fmla="*/ 400542 w 608045"/>
              <a:gd name="connsiteY90" fmla="*/ 193537 h 607259"/>
              <a:gd name="connsiteX91" fmla="*/ 363280 w 608045"/>
              <a:gd name="connsiteY91" fmla="*/ 156327 h 607259"/>
              <a:gd name="connsiteX92" fmla="*/ 363280 w 608045"/>
              <a:gd name="connsiteY92" fmla="*/ 142567 h 607259"/>
              <a:gd name="connsiteX93" fmla="*/ 377059 w 608045"/>
              <a:gd name="connsiteY93" fmla="*/ 142567 h 607259"/>
              <a:gd name="connsiteX94" fmla="*/ 414322 w 608045"/>
              <a:gd name="connsiteY94" fmla="*/ 179777 h 607259"/>
              <a:gd name="connsiteX95" fmla="*/ 428586 w 608045"/>
              <a:gd name="connsiteY95" fmla="*/ 165533 h 607259"/>
              <a:gd name="connsiteX96" fmla="*/ 391324 w 608045"/>
              <a:gd name="connsiteY96" fmla="*/ 128322 h 607259"/>
              <a:gd name="connsiteX97" fmla="*/ 391324 w 608045"/>
              <a:gd name="connsiteY97" fmla="*/ 114659 h 607259"/>
              <a:gd name="connsiteX98" fmla="*/ 405006 w 608045"/>
              <a:gd name="connsiteY98" fmla="*/ 114659 h 607259"/>
              <a:gd name="connsiteX99" fmla="*/ 442268 w 608045"/>
              <a:gd name="connsiteY99" fmla="*/ 151869 h 607259"/>
              <a:gd name="connsiteX100" fmla="*/ 456533 w 608045"/>
              <a:gd name="connsiteY100" fmla="*/ 137625 h 607259"/>
              <a:gd name="connsiteX101" fmla="*/ 419271 w 608045"/>
              <a:gd name="connsiteY101" fmla="*/ 100415 h 607259"/>
              <a:gd name="connsiteX102" fmla="*/ 419271 w 608045"/>
              <a:gd name="connsiteY102" fmla="*/ 86752 h 607259"/>
              <a:gd name="connsiteX103" fmla="*/ 433050 w 608045"/>
              <a:gd name="connsiteY103" fmla="*/ 86752 h 607259"/>
              <a:gd name="connsiteX104" fmla="*/ 470312 w 608045"/>
              <a:gd name="connsiteY104" fmla="*/ 123962 h 607259"/>
              <a:gd name="connsiteX105" fmla="*/ 484577 w 608045"/>
              <a:gd name="connsiteY105" fmla="*/ 109717 h 607259"/>
              <a:gd name="connsiteX106" fmla="*/ 447314 w 608045"/>
              <a:gd name="connsiteY106" fmla="*/ 72507 h 607259"/>
              <a:gd name="connsiteX107" fmla="*/ 447314 w 608045"/>
              <a:gd name="connsiteY107" fmla="*/ 58747 h 607259"/>
              <a:gd name="connsiteX108" fmla="*/ 460997 w 608045"/>
              <a:gd name="connsiteY108" fmla="*/ 58747 h 607259"/>
              <a:gd name="connsiteX109" fmla="*/ 498259 w 608045"/>
              <a:gd name="connsiteY109" fmla="*/ 95957 h 607259"/>
              <a:gd name="connsiteX110" fmla="*/ 512524 w 608045"/>
              <a:gd name="connsiteY110" fmla="*/ 81713 h 607259"/>
              <a:gd name="connsiteX111" fmla="*/ 475261 w 608045"/>
              <a:gd name="connsiteY111" fmla="*/ 44503 h 607259"/>
              <a:gd name="connsiteX112" fmla="*/ 475261 w 608045"/>
              <a:gd name="connsiteY112" fmla="*/ 30840 h 607259"/>
              <a:gd name="connsiteX113" fmla="*/ 488944 w 608045"/>
              <a:gd name="connsiteY113" fmla="*/ 30840 h 607259"/>
              <a:gd name="connsiteX114" fmla="*/ 526303 w 608045"/>
              <a:gd name="connsiteY114" fmla="*/ 68050 h 607259"/>
              <a:gd name="connsiteX115" fmla="*/ 540470 w 608045"/>
              <a:gd name="connsiteY115" fmla="*/ 53805 h 607259"/>
              <a:gd name="connsiteX116" fmla="*/ 503208 w 608045"/>
              <a:gd name="connsiteY116" fmla="*/ 16595 h 607259"/>
              <a:gd name="connsiteX117" fmla="*/ 503208 w 608045"/>
              <a:gd name="connsiteY117" fmla="*/ 2835 h 607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8045" h="607259">
                <a:moveTo>
                  <a:pt x="46674" y="533327"/>
                </a:moveTo>
                <a:cubicBezTo>
                  <a:pt x="39396" y="533327"/>
                  <a:pt x="32604" y="536137"/>
                  <a:pt x="27364" y="541273"/>
                </a:cubicBezTo>
                <a:cubicBezTo>
                  <a:pt x="22221" y="546408"/>
                  <a:pt x="19407" y="553288"/>
                  <a:pt x="19407" y="560555"/>
                </a:cubicBezTo>
                <a:cubicBezTo>
                  <a:pt x="19407" y="567822"/>
                  <a:pt x="22221" y="574702"/>
                  <a:pt x="27364" y="579837"/>
                </a:cubicBezTo>
                <a:cubicBezTo>
                  <a:pt x="32604" y="584973"/>
                  <a:pt x="39396" y="587880"/>
                  <a:pt x="46674" y="587880"/>
                </a:cubicBezTo>
                <a:cubicBezTo>
                  <a:pt x="54049" y="587880"/>
                  <a:pt x="60841" y="584973"/>
                  <a:pt x="65984" y="579837"/>
                </a:cubicBezTo>
                <a:cubicBezTo>
                  <a:pt x="71224" y="574702"/>
                  <a:pt x="74038" y="567822"/>
                  <a:pt x="74038" y="560555"/>
                </a:cubicBezTo>
                <a:cubicBezTo>
                  <a:pt x="74038" y="553288"/>
                  <a:pt x="71224" y="546408"/>
                  <a:pt x="65984" y="541273"/>
                </a:cubicBezTo>
                <a:cubicBezTo>
                  <a:pt x="60841" y="536137"/>
                  <a:pt x="54049" y="533327"/>
                  <a:pt x="46674" y="533327"/>
                </a:cubicBezTo>
                <a:close/>
                <a:moveTo>
                  <a:pt x="296056" y="297869"/>
                </a:moveTo>
                <a:cubicBezTo>
                  <a:pt x="299840" y="294090"/>
                  <a:pt x="305953" y="294090"/>
                  <a:pt x="309738" y="297869"/>
                </a:cubicBezTo>
                <a:cubicBezTo>
                  <a:pt x="313522" y="301648"/>
                  <a:pt x="313522" y="307849"/>
                  <a:pt x="309738" y="311628"/>
                </a:cubicBezTo>
                <a:lnTo>
                  <a:pt x="85876" y="535168"/>
                </a:lnTo>
                <a:cubicBezTo>
                  <a:pt x="90825" y="542629"/>
                  <a:pt x="93445" y="551447"/>
                  <a:pt x="93445" y="560555"/>
                </a:cubicBezTo>
                <a:cubicBezTo>
                  <a:pt x="93445" y="573055"/>
                  <a:pt x="88594" y="584779"/>
                  <a:pt x="79763" y="593597"/>
                </a:cubicBezTo>
                <a:cubicBezTo>
                  <a:pt x="70933" y="602414"/>
                  <a:pt x="59192" y="607259"/>
                  <a:pt x="46674" y="607259"/>
                </a:cubicBezTo>
                <a:cubicBezTo>
                  <a:pt x="34254" y="607259"/>
                  <a:pt x="22512" y="602414"/>
                  <a:pt x="13682" y="593597"/>
                </a:cubicBezTo>
                <a:cubicBezTo>
                  <a:pt x="4852" y="584779"/>
                  <a:pt x="0" y="573055"/>
                  <a:pt x="0" y="560555"/>
                </a:cubicBezTo>
                <a:cubicBezTo>
                  <a:pt x="0" y="548152"/>
                  <a:pt x="4852" y="536428"/>
                  <a:pt x="13682" y="527610"/>
                </a:cubicBezTo>
                <a:cubicBezTo>
                  <a:pt x="22512" y="518793"/>
                  <a:pt x="34254" y="513948"/>
                  <a:pt x="46674" y="513948"/>
                </a:cubicBezTo>
                <a:cubicBezTo>
                  <a:pt x="55892" y="513948"/>
                  <a:pt x="64626" y="516564"/>
                  <a:pt x="72194" y="521506"/>
                </a:cubicBezTo>
                <a:close/>
                <a:moveTo>
                  <a:pt x="503208" y="2835"/>
                </a:moveTo>
                <a:cubicBezTo>
                  <a:pt x="507090" y="-944"/>
                  <a:pt x="513203" y="-944"/>
                  <a:pt x="516987" y="2835"/>
                </a:cubicBezTo>
                <a:lnTo>
                  <a:pt x="605195" y="91015"/>
                </a:lnTo>
                <a:cubicBezTo>
                  <a:pt x="608979" y="94795"/>
                  <a:pt x="608979" y="100899"/>
                  <a:pt x="605292" y="104678"/>
                </a:cubicBezTo>
                <a:cubicBezTo>
                  <a:pt x="603351" y="106617"/>
                  <a:pt x="600828" y="107489"/>
                  <a:pt x="598402" y="107489"/>
                </a:cubicBezTo>
                <a:cubicBezTo>
                  <a:pt x="595879" y="107489"/>
                  <a:pt x="593453" y="106617"/>
                  <a:pt x="591512" y="104678"/>
                </a:cubicBezTo>
                <a:lnTo>
                  <a:pt x="554250" y="67468"/>
                </a:lnTo>
                <a:lnTo>
                  <a:pt x="539985" y="81713"/>
                </a:lnTo>
                <a:lnTo>
                  <a:pt x="577248" y="118923"/>
                </a:lnTo>
                <a:cubicBezTo>
                  <a:pt x="581032" y="122702"/>
                  <a:pt x="581032" y="128904"/>
                  <a:pt x="577248" y="132683"/>
                </a:cubicBezTo>
                <a:cubicBezTo>
                  <a:pt x="575404" y="134524"/>
                  <a:pt x="572881" y="135493"/>
                  <a:pt x="570358" y="135493"/>
                </a:cubicBezTo>
                <a:cubicBezTo>
                  <a:pt x="567932" y="135493"/>
                  <a:pt x="565409" y="134524"/>
                  <a:pt x="563565" y="132683"/>
                </a:cubicBezTo>
                <a:lnTo>
                  <a:pt x="526303" y="95473"/>
                </a:lnTo>
                <a:lnTo>
                  <a:pt x="512038" y="109717"/>
                </a:lnTo>
                <a:lnTo>
                  <a:pt x="549301" y="146927"/>
                </a:lnTo>
                <a:cubicBezTo>
                  <a:pt x="553085" y="150707"/>
                  <a:pt x="553085" y="156811"/>
                  <a:pt x="549301" y="160591"/>
                </a:cubicBezTo>
                <a:cubicBezTo>
                  <a:pt x="547360" y="162529"/>
                  <a:pt x="544934" y="163401"/>
                  <a:pt x="542411" y="163401"/>
                </a:cubicBezTo>
                <a:cubicBezTo>
                  <a:pt x="539888" y="163401"/>
                  <a:pt x="537462" y="162529"/>
                  <a:pt x="535522" y="160591"/>
                </a:cubicBezTo>
                <a:lnTo>
                  <a:pt x="498259" y="123380"/>
                </a:lnTo>
                <a:lnTo>
                  <a:pt x="483995" y="137625"/>
                </a:lnTo>
                <a:lnTo>
                  <a:pt x="521257" y="174835"/>
                </a:lnTo>
                <a:cubicBezTo>
                  <a:pt x="525042" y="178614"/>
                  <a:pt x="525042" y="184719"/>
                  <a:pt x="521257" y="188498"/>
                </a:cubicBezTo>
                <a:cubicBezTo>
                  <a:pt x="519413" y="190436"/>
                  <a:pt x="516890" y="191405"/>
                  <a:pt x="514464" y="191405"/>
                </a:cubicBezTo>
                <a:cubicBezTo>
                  <a:pt x="511941" y="191405"/>
                  <a:pt x="509418" y="190436"/>
                  <a:pt x="507575" y="188498"/>
                </a:cubicBezTo>
                <a:lnTo>
                  <a:pt x="470312" y="151288"/>
                </a:lnTo>
                <a:lnTo>
                  <a:pt x="456048" y="165533"/>
                </a:lnTo>
                <a:lnTo>
                  <a:pt x="493310" y="202743"/>
                </a:lnTo>
                <a:cubicBezTo>
                  <a:pt x="497095" y="206522"/>
                  <a:pt x="497095" y="212724"/>
                  <a:pt x="493310" y="216503"/>
                </a:cubicBezTo>
                <a:cubicBezTo>
                  <a:pt x="491370" y="218344"/>
                  <a:pt x="488944" y="219313"/>
                  <a:pt x="486421" y="219313"/>
                </a:cubicBezTo>
                <a:cubicBezTo>
                  <a:pt x="483995" y="219313"/>
                  <a:pt x="481472" y="218344"/>
                  <a:pt x="479531" y="216503"/>
                </a:cubicBezTo>
                <a:lnTo>
                  <a:pt x="442268" y="179293"/>
                </a:lnTo>
                <a:lnTo>
                  <a:pt x="428004" y="193537"/>
                </a:lnTo>
                <a:lnTo>
                  <a:pt x="465266" y="230747"/>
                </a:lnTo>
                <a:cubicBezTo>
                  <a:pt x="469051" y="234526"/>
                  <a:pt x="469051" y="240631"/>
                  <a:pt x="465266" y="244410"/>
                </a:cubicBezTo>
                <a:cubicBezTo>
                  <a:pt x="463423" y="246348"/>
                  <a:pt x="460900" y="247317"/>
                  <a:pt x="458474" y="247317"/>
                </a:cubicBezTo>
                <a:cubicBezTo>
                  <a:pt x="455951" y="247317"/>
                  <a:pt x="453525" y="246348"/>
                  <a:pt x="451584" y="244410"/>
                </a:cubicBezTo>
                <a:lnTo>
                  <a:pt x="414322" y="207200"/>
                </a:lnTo>
                <a:lnTo>
                  <a:pt x="400057" y="221445"/>
                </a:lnTo>
                <a:lnTo>
                  <a:pt x="437320" y="258655"/>
                </a:lnTo>
                <a:cubicBezTo>
                  <a:pt x="441104" y="262434"/>
                  <a:pt x="441104" y="268636"/>
                  <a:pt x="437320" y="272415"/>
                </a:cubicBezTo>
                <a:cubicBezTo>
                  <a:pt x="435379" y="274256"/>
                  <a:pt x="432953" y="275225"/>
                  <a:pt x="430430" y="275225"/>
                </a:cubicBezTo>
                <a:cubicBezTo>
                  <a:pt x="428004" y="275225"/>
                  <a:pt x="425481" y="274256"/>
                  <a:pt x="423637" y="272415"/>
                </a:cubicBezTo>
                <a:lnTo>
                  <a:pt x="386375" y="235205"/>
                </a:lnTo>
                <a:lnTo>
                  <a:pt x="372110" y="249449"/>
                </a:lnTo>
                <a:lnTo>
                  <a:pt x="409373" y="286659"/>
                </a:lnTo>
                <a:cubicBezTo>
                  <a:pt x="413157" y="290438"/>
                  <a:pt x="413157" y="296543"/>
                  <a:pt x="409373" y="300322"/>
                </a:cubicBezTo>
                <a:cubicBezTo>
                  <a:pt x="407432" y="302260"/>
                  <a:pt x="404909" y="303133"/>
                  <a:pt x="402483" y="303133"/>
                </a:cubicBezTo>
                <a:cubicBezTo>
                  <a:pt x="399960" y="303133"/>
                  <a:pt x="397534" y="302260"/>
                  <a:pt x="395593" y="300322"/>
                </a:cubicBezTo>
                <a:lnTo>
                  <a:pt x="358331" y="263112"/>
                </a:lnTo>
                <a:lnTo>
                  <a:pt x="344067" y="277357"/>
                </a:lnTo>
                <a:lnTo>
                  <a:pt x="381329" y="314567"/>
                </a:lnTo>
                <a:cubicBezTo>
                  <a:pt x="385113" y="318346"/>
                  <a:pt x="385113" y="324451"/>
                  <a:pt x="381329" y="328230"/>
                </a:cubicBezTo>
                <a:cubicBezTo>
                  <a:pt x="379485" y="330168"/>
                  <a:pt x="376962" y="331137"/>
                  <a:pt x="374439" y="331137"/>
                </a:cubicBezTo>
                <a:cubicBezTo>
                  <a:pt x="372013" y="331137"/>
                  <a:pt x="369490" y="330168"/>
                  <a:pt x="367647" y="328230"/>
                </a:cubicBezTo>
                <a:lnTo>
                  <a:pt x="323495" y="284237"/>
                </a:lnTo>
                <a:lnTo>
                  <a:pt x="279342" y="240147"/>
                </a:lnTo>
                <a:cubicBezTo>
                  <a:pt x="275558" y="236367"/>
                  <a:pt x="275558" y="230263"/>
                  <a:pt x="279342" y="226484"/>
                </a:cubicBezTo>
                <a:cubicBezTo>
                  <a:pt x="283127" y="222704"/>
                  <a:pt x="289337" y="222704"/>
                  <a:pt x="293122" y="226484"/>
                </a:cubicBezTo>
                <a:lnTo>
                  <a:pt x="330384" y="263694"/>
                </a:lnTo>
                <a:lnTo>
                  <a:pt x="344649" y="249449"/>
                </a:lnTo>
                <a:lnTo>
                  <a:pt x="307386" y="212239"/>
                </a:lnTo>
                <a:cubicBezTo>
                  <a:pt x="303602" y="208460"/>
                  <a:pt x="303602" y="202258"/>
                  <a:pt x="307386" y="198479"/>
                </a:cubicBezTo>
                <a:cubicBezTo>
                  <a:pt x="311171" y="194700"/>
                  <a:pt x="317284" y="194700"/>
                  <a:pt x="321069" y="198479"/>
                </a:cubicBezTo>
                <a:lnTo>
                  <a:pt x="358331" y="235689"/>
                </a:lnTo>
                <a:lnTo>
                  <a:pt x="372596" y="221445"/>
                </a:lnTo>
                <a:lnTo>
                  <a:pt x="335333" y="184235"/>
                </a:lnTo>
                <a:cubicBezTo>
                  <a:pt x="331549" y="180455"/>
                  <a:pt x="331549" y="174351"/>
                  <a:pt x="335333" y="170571"/>
                </a:cubicBezTo>
                <a:cubicBezTo>
                  <a:pt x="339118" y="166792"/>
                  <a:pt x="345231" y="166792"/>
                  <a:pt x="349015" y="170571"/>
                </a:cubicBezTo>
                <a:lnTo>
                  <a:pt x="386278" y="207782"/>
                </a:lnTo>
                <a:lnTo>
                  <a:pt x="400542" y="193537"/>
                </a:lnTo>
                <a:lnTo>
                  <a:pt x="363280" y="156327"/>
                </a:lnTo>
                <a:cubicBezTo>
                  <a:pt x="359495" y="152548"/>
                  <a:pt x="359495" y="146346"/>
                  <a:pt x="363280" y="142567"/>
                </a:cubicBezTo>
                <a:cubicBezTo>
                  <a:pt x="367064" y="138788"/>
                  <a:pt x="373275" y="138788"/>
                  <a:pt x="377059" y="142567"/>
                </a:cubicBezTo>
                <a:lnTo>
                  <a:pt x="414322" y="179777"/>
                </a:lnTo>
                <a:lnTo>
                  <a:pt x="428586" y="165533"/>
                </a:lnTo>
                <a:lnTo>
                  <a:pt x="391324" y="128322"/>
                </a:lnTo>
                <a:cubicBezTo>
                  <a:pt x="387539" y="124543"/>
                  <a:pt x="387539" y="118438"/>
                  <a:pt x="391324" y="114659"/>
                </a:cubicBezTo>
                <a:cubicBezTo>
                  <a:pt x="395108" y="110880"/>
                  <a:pt x="401222" y="110880"/>
                  <a:pt x="405006" y="114659"/>
                </a:cubicBezTo>
                <a:lnTo>
                  <a:pt x="442268" y="151869"/>
                </a:lnTo>
                <a:lnTo>
                  <a:pt x="456533" y="137625"/>
                </a:lnTo>
                <a:lnTo>
                  <a:pt x="419271" y="100415"/>
                </a:lnTo>
                <a:cubicBezTo>
                  <a:pt x="415486" y="96636"/>
                  <a:pt x="415486" y="90531"/>
                  <a:pt x="419271" y="86752"/>
                </a:cubicBezTo>
                <a:cubicBezTo>
                  <a:pt x="423055" y="82876"/>
                  <a:pt x="429265" y="82876"/>
                  <a:pt x="433050" y="86752"/>
                </a:cubicBezTo>
                <a:lnTo>
                  <a:pt x="470312" y="123962"/>
                </a:lnTo>
                <a:lnTo>
                  <a:pt x="484577" y="109717"/>
                </a:lnTo>
                <a:lnTo>
                  <a:pt x="447314" y="72507"/>
                </a:lnTo>
                <a:cubicBezTo>
                  <a:pt x="443530" y="68631"/>
                  <a:pt x="443530" y="62526"/>
                  <a:pt x="447314" y="58747"/>
                </a:cubicBezTo>
                <a:cubicBezTo>
                  <a:pt x="451099" y="54968"/>
                  <a:pt x="457212" y="54968"/>
                  <a:pt x="460997" y="58747"/>
                </a:cubicBezTo>
                <a:lnTo>
                  <a:pt x="498259" y="95957"/>
                </a:lnTo>
                <a:lnTo>
                  <a:pt x="512524" y="81713"/>
                </a:lnTo>
                <a:lnTo>
                  <a:pt x="475261" y="44503"/>
                </a:lnTo>
                <a:cubicBezTo>
                  <a:pt x="471477" y="40724"/>
                  <a:pt x="471477" y="34619"/>
                  <a:pt x="475261" y="30840"/>
                </a:cubicBezTo>
                <a:cubicBezTo>
                  <a:pt x="479046" y="27060"/>
                  <a:pt x="485159" y="27060"/>
                  <a:pt x="488944" y="30840"/>
                </a:cubicBezTo>
                <a:lnTo>
                  <a:pt x="526303" y="68050"/>
                </a:lnTo>
                <a:lnTo>
                  <a:pt x="540470" y="53805"/>
                </a:lnTo>
                <a:lnTo>
                  <a:pt x="503208" y="16595"/>
                </a:lnTo>
                <a:cubicBezTo>
                  <a:pt x="499424" y="12816"/>
                  <a:pt x="499424" y="6614"/>
                  <a:pt x="503208" y="2835"/>
                </a:cubicBezTo>
                <a:close/>
              </a:path>
            </a:pathLst>
          </a:custGeom>
          <a:solidFill>
            <a:schemeClr val="accent1"/>
          </a:solidFill>
          <a:ln>
            <a:noFill/>
          </a:ln>
        </p:spPr>
      </p:sp>
      <p:sp>
        <p:nvSpPr>
          <p:cNvPr id="49" name="benzene_268756">
            <a:extLst>
              <a:ext uri="{FF2B5EF4-FFF2-40B4-BE49-F238E27FC236}">
                <a16:creationId xmlns:a16="http://schemas.microsoft.com/office/drawing/2014/main" id="{BAD40D84-B635-4E4D-9298-4D369C03A583}"/>
              </a:ext>
            </a:extLst>
          </p:cNvPr>
          <p:cNvSpPr>
            <a:spLocks noChangeAspect="1"/>
          </p:cNvSpPr>
          <p:nvPr/>
        </p:nvSpPr>
        <p:spPr bwMode="auto">
          <a:xfrm>
            <a:off x="3347635" y="3427930"/>
            <a:ext cx="547455" cy="609685"/>
          </a:xfrm>
          <a:custGeom>
            <a:avLst/>
            <a:gdLst>
              <a:gd name="connsiteX0" fmla="*/ 371862 w 544795"/>
              <a:gd name="connsiteY0" fmla="*/ 453666 h 606722"/>
              <a:gd name="connsiteX1" fmla="*/ 382990 w 544795"/>
              <a:gd name="connsiteY1" fmla="*/ 457577 h 606722"/>
              <a:gd name="connsiteX2" fmla="*/ 397500 w 544795"/>
              <a:gd name="connsiteY2" fmla="*/ 482642 h 606722"/>
              <a:gd name="connsiteX3" fmla="*/ 395275 w 544795"/>
              <a:gd name="connsiteY3" fmla="*/ 494108 h 606722"/>
              <a:gd name="connsiteX4" fmla="*/ 340260 w 544795"/>
              <a:gd name="connsiteY4" fmla="*/ 525839 h 606722"/>
              <a:gd name="connsiteX5" fmla="*/ 272337 w 544795"/>
              <a:gd name="connsiteY5" fmla="*/ 606722 h 606722"/>
              <a:gd name="connsiteX6" fmla="*/ 212782 w 544795"/>
              <a:gd name="connsiteY6" fmla="*/ 503529 h 606722"/>
              <a:gd name="connsiteX7" fmla="*/ 266640 w 544795"/>
              <a:gd name="connsiteY7" fmla="*/ 469576 h 606722"/>
              <a:gd name="connsiteX8" fmla="*/ 266640 w 544795"/>
              <a:gd name="connsiteY8" fmla="*/ 469487 h 606722"/>
              <a:gd name="connsiteX9" fmla="*/ 316847 w 544795"/>
              <a:gd name="connsiteY9" fmla="*/ 485397 h 606722"/>
              <a:gd name="connsiteX10" fmla="*/ 65428 w 544795"/>
              <a:gd name="connsiteY10" fmla="*/ 352069 h 606722"/>
              <a:gd name="connsiteX11" fmla="*/ 124157 w 544795"/>
              <a:gd name="connsiteY11" fmla="*/ 379773 h 606722"/>
              <a:gd name="connsiteX12" fmla="*/ 136704 w 544795"/>
              <a:gd name="connsiteY12" fmla="*/ 432826 h 606722"/>
              <a:gd name="connsiteX13" fmla="*/ 191696 w 544795"/>
              <a:gd name="connsiteY13" fmla="*/ 464551 h 606722"/>
              <a:gd name="connsiteX14" fmla="*/ 193920 w 544795"/>
              <a:gd name="connsiteY14" fmla="*/ 476193 h 606722"/>
              <a:gd name="connsiteX15" fmla="*/ 179416 w 544795"/>
              <a:gd name="connsiteY15" fmla="*/ 501075 h 606722"/>
              <a:gd name="connsiteX16" fmla="*/ 168293 w 544795"/>
              <a:gd name="connsiteY16" fmla="*/ 504985 h 606722"/>
              <a:gd name="connsiteX17" fmla="*/ 113212 w 544795"/>
              <a:gd name="connsiteY17" fmla="*/ 473171 h 606722"/>
              <a:gd name="connsiteX18" fmla="*/ 68987 w 544795"/>
              <a:gd name="connsiteY18" fmla="*/ 489345 h 606722"/>
              <a:gd name="connsiteX19" fmla="*/ 9368 w 544795"/>
              <a:gd name="connsiteY19" fmla="*/ 386349 h 606722"/>
              <a:gd name="connsiteX20" fmla="*/ 65428 w 544795"/>
              <a:gd name="connsiteY20" fmla="*/ 352069 h 606722"/>
              <a:gd name="connsiteX21" fmla="*/ 461474 w 544795"/>
              <a:gd name="connsiteY21" fmla="*/ 284808 h 606722"/>
              <a:gd name="connsiteX22" fmla="*/ 490322 w 544795"/>
              <a:gd name="connsiteY22" fmla="*/ 284808 h 606722"/>
              <a:gd name="connsiteX23" fmla="*/ 499226 w 544795"/>
              <a:gd name="connsiteY23" fmla="*/ 292540 h 606722"/>
              <a:gd name="connsiteX24" fmla="*/ 499226 w 544795"/>
              <a:gd name="connsiteY24" fmla="*/ 355905 h 606722"/>
              <a:gd name="connsiteX25" fmla="*/ 475809 w 544795"/>
              <a:gd name="connsiteY25" fmla="*/ 489301 h 606722"/>
              <a:gd name="connsiteX26" fmla="*/ 413751 w 544795"/>
              <a:gd name="connsiteY26" fmla="*/ 391009 h 606722"/>
              <a:gd name="connsiteX27" fmla="*/ 452482 w 544795"/>
              <a:gd name="connsiteY27" fmla="*/ 355905 h 606722"/>
              <a:gd name="connsiteX28" fmla="*/ 452482 w 544795"/>
              <a:gd name="connsiteY28" fmla="*/ 292451 h 606722"/>
              <a:gd name="connsiteX29" fmla="*/ 461474 w 544795"/>
              <a:gd name="connsiteY29" fmla="*/ 284808 h 606722"/>
              <a:gd name="connsiteX30" fmla="*/ 272398 w 544795"/>
              <a:gd name="connsiteY30" fmla="*/ 203440 h 606722"/>
              <a:gd name="connsiteX31" fmla="*/ 372495 w 544795"/>
              <a:gd name="connsiteY31" fmla="*/ 303361 h 606722"/>
              <a:gd name="connsiteX32" fmla="*/ 272398 w 544795"/>
              <a:gd name="connsiteY32" fmla="*/ 403282 h 606722"/>
              <a:gd name="connsiteX33" fmla="*/ 172301 w 544795"/>
              <a:gd name="connsiteY33" fmla="*/ 303361 h 606722"/>
              <a:gd name="connsiteX34" fmla="*/ 272398 w 544795"/>
              <a:gd name="connsiteY34" fmla="*/ 203440 h 606722"/>
              <a:gd name="connsiteX35" fmla="*/ 68806 w 544795"/>
              <a:gd name="connsiteY35" fmla="*/ 117280 h 606722"/>
              <a:gd name="connsiteX36" fmla="*/ 68984 w 544795"/>
              <a:gd name="connsiteY36" fmla="*/ 117280 h 606722"/>
              <a:gd name="connsiteX37" fmla="*/ 130127 w 544795"/>
              <a:gd name="connsiteY37" fmla="*/ 217295 h 606722"/>
              <a:gd name="connsiteX38" fmla="*/ 92302 w 544795"/>
              <a:gd name="connsiteY38" fmla="*/ 250633 h 606722"/>
              <a:gd name="connsiteX39" fmla="*/ 92302 w 544795"/>
              <a:gd name="connsiteY39" fmla="*/ 314198 h 606722"/>
              <a:gd name="connsiteX40" fmla="*/ 83313 w 544795"/>
              <a:gd name="connsiteY40" fmla="*/ 321933 h 606722"/>
              <a:gd name="connsiteX41" fmla="*/ 54477 w 544795"/>
              <a:gd name="connsiteY41" fmla="*/ 321844 h 606722"/>
              <a:gd name="connsiteX42" fmla="*/ 45489 w 544795"/>
              <a:gd name="connsiteY42" fmla="*/ 314198 h 606722"/>
              <a:gd name="connsiteX43" fmla="*/ 45489 w 544795"/>
              <a:gd name="connsiteY43" fmla="*/ 250722 h 606722"/>
              <a:gd name="connsiteX44" fmla="*/ 9355 w 544795"/>
              <a:gd name="connsiteY44" fmla="*/ 220406 h 606722"/>
              <a:gd name="connsiteX45" fmla="*/ 68806 w 544795"/>
              <a:gd name="connsiteY45" fmla="*/ 117280 h 606722"/>
              <a:gd name="connsiteX46" fmla="*/ 376504 w 544795"/>
              <a:gd name="connsiteY46" fmla="*/ 101756 h 606722"/>
              <a:gd name="connsiteX47" fmla="*/ 431501 w 544795"/>
              <a:gd name="connsiteY47" fmla="*/ 133487 h 606722"/>
              <a:gd name="connsiteX48" fmla="*/ 535444 w 544795"/>
              <a:gd name="connsiteY48" fmla="*/ 151708 h 606722"/>
              <a:gd name="connsiteX49" fmla="*/ 475819 w 544795"/>
              <a:gd name="connsiteY49" fmla="*/ 254812 h 606722"/>
              <a:gd name="connsiteX50" fmla="*/ 416907 w 544795"/>
              <a:gd name="connsiteY50" fmla="*/ 221392 h 606722"/>
              <a:gd name="connsiteX51" fmla="*/ 408185 w 544795"/>
              <a:gd name="connsiteY51" fmla="*/ 173929 h 606722"/>
              <a:gd name="connsiteX52" fmla="*/ 353100 w 544795"/>
              <a:gd name="connsiteY52" fmla="*/ 142109 h 606722"/>
              <a:gd name="connsiteX53" fmla="*/ 350875 w 544795"/>
              <a:gd name="connsiteY53" fmla="*/ 130554 h 606722"/>
              <a:gd name="connsiteX54" fmla="*/ 365380 w 544795"/>
              <a:gd name="connsiteY54" fmla="*/ 105667 h 606722"/>
              <a:gd name="connsiteX55" fmla="*/ 376504 w 544795"/>
              <a:gd name="connsiteY55" fmla="*/ 101756 h 606722"/>
              <a:gd name="connsiteX56" fmla="*/ 272319 w 544795"/>
              <a:gd name="connsiteY56" fmla="*/ 0 h 606722"/>
              <a:gd name="connsiteX57" fmla="*/ 331948 w 544795"/>
              <a:gd name="connsiteY57" fmla="*/ 103104 h 606722"/>
              <a:gd name="connsiteX58" fmla="*/ 266623 w 544795"/>
              <a:gd name="connsiteY58" fmla="*/ 137146 h 606722"/>
              <a:gd name="connsiteX59" fmla="*/ 266623 w 544795"/>
              <a:gd name="connsiteY59" fmla="*/ 137235 h 606722"/>
              <a:gd name="connsiteX60" fmla="*/ 227908 w 544795"/>
              <a:gd name="connsiteY60" fmla="*/ 121325 h 606722"/>
              <a:gd name="connsiteX61" fmla="*/ 172907 w 544795"/>
              <a:gd name="connsiteY61" fmla="*/ 153056 h 606722"/>
              <a:gd name="connsiteX62" fmla="*/ 161693 w 544795"/>
              <a:gd name="connsiteY62" fmla="*/ 149145 h 606722"/>
              <a:gd name="connsiteX63" fmla="*/ 147364 w 544795"/>
              <a:gd name="connsiteY63" fmla="*/ 124169 h 606722"/>
              <a:gd name="connsiteX64" fmla="*/ 149589 w 544795"/>
              <a:gd name="connsiteY64" fmla="*/ 112614 h 606722"/>
              <a:gd name="connsiteX65" fmla="*/ 204501 w 544795"/>
              <a:gd name="connsiteY65" fmla="*/ 80883 h 606722"/>
              <a:gd name="connsiteX66" fmla="*/ 272319 w 544795"/>
              <a:gd name="connsiteY66"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44795" h="606722">
                <a:moveTo>
                  <a:pt x="371862" y="453666"/>
                </a:moveTo>
                <a:cubicBezTo>
                  <a:pt x="375957" y="451266"/>
                  <a:pt x="381210" y="453133"/>
                  <a:pt x="382990" y="457577"/>
                </a:cubicBezTo>
                <a:cubicBezTo>
                  <a:pt x="386462" y="466198"/>
                  <a:pt x="391358" y="474820"/>
                  <a:pt x="397500" y="482642"/>
                </a:cubicBezTo>
                <a:cubicBezTo>
                  <a:pt x="400438" y="486286"/>
                  <a:pt x="399281" y="491708"/>
                  <a:pt x="395275" y="494108"/>
                </a:cubicBezTo>
                <a:lnTo>
                  <a:pt x="340260" y="525839"/>
                </a:lnTo>
                <a:cubicBezTo>
                  <a:pt x="347470" y="565836"/>
                  <a:pt x="317114" y="606722"/>
                  <a:pt x="272337" y="606722"/>
                </a:cubicBezTo>
                <a:cubicBezTo>
                  <a:pt x="219192" y="606722"/>
                  <a:pt x="186343" y="549126"/>
                  <a:pt x="212782" y="503529"/>
                </a:cubicBezTo>
                <a:cubicBezTo>
                  <a:pt x="224889" y="482642"/>
                  <a:pt x="245453" y="471354"/>
                  <a:pt x="266640" y="469576"/>
                </a:cubicBezTo>
                <a:lnTo>
                  <a:pt x="266640" y="469487"/>
                </a:lnTo>
                <a:cubicBezTo>
                  <a:pt x="285067" y="467976"/>
                  <a:pt x="303494" y="474109"/>
                  <a:pt x="316847" y="485397"/>
                </a:cubicBezTo>
                <a:close/>
                <a:moveTo>
                  <a:pt x="65428" y="352069"/>
                </a:moveTo>
                <a:cubicBezTo>
                  <a:pt x="87385" y="351003"/>
                  <a:pt x="109786" y="360267"/>
                  <a:pt x="124157" y="379773"/>
                </a:cubicBezTo>
                <a:cubicBezTo>
                  <a:pt x="135369" y="395058"/>
                  <a:pt x="140174" y="413898"/>
                  <a:pt x="136704" y="432826"/>
                </a:cubicBezTo>
                <a:lnTo>
                  <a:pt x="191696" y="464551"/>
                </a:lnTo>
                <a:cubicBezTo>
                  <a:pt x="195878" y="466951"/>
                  <a:pt x="196857" y="472460"/>
                  <a:pt x="193920" y="476193"/>
                </a:cubicBezTo>
                <a:cubicBezTo>
                  <a:pt x="187781" y="483835"/>
                  <a:pt x="182975" y="492366"/>
                  <a:pt x="179416" y="501075"/>
                </a:cubicBezTo>
                <a:cubicBezTo>
                  <a:pt x="177636" y="505519"/>
                  <a:pt x="172475" y="507296"/>
                  <a:pt x="168293" y="504985"/>
                </a:cubicBezTo>
                <a:lnTo>
                  <a:pt x="113212" y="473171"/>
                </a:lnTo>
                <a:cubicBezTo>
                  <a:pt x="101466" y="483213"/>
                  <a:pt x="86250" y="489345"/>
                  <a:pt x="68987" y="489345"/>
                </a:cubicBezTo>
                <a:cubicBezTo>
                  <a:pt x="16042" y="489345"/>
                  <a:pt x="-17238" y="432293"/>
                  <a:pt x="9368" y="386349"/>
                </a:cubicBezTo>
                <a:cubicBezTo>
                  <a:pt x="21959" y="364533"/>
                  <a:pt x="43471" y="353136"/>
                  <a:pt x="65428" y="352069"/>
                </a:cubicBezTo>
                <a:close/>
                <a:moveTo>
                  <a:pt x="461474" y="284808"/>
                </a:moveTo>
                <a:cubicBezTo>
                  <a:pt x="471001" y="286141"/>
                  <a:pt x="480706" y="286230"/>
                  <a:pt x="490322" y="284808"/>
                </a:cubicBezTo>
                <a:cubicBezTo>
                  <a:pt x="495041" y="284186"/>
                  <a:pt x="499226" y="287741"/>
                  <a:pt x="499226" y="292540"/>
                </a:cubicBezTo>
                <a:lnTo>
                  <a:pt x="499226" y="355905"/>
                </a:lnTo>
                <a:cubicBezTo>
                  <a:pt x="571701" y="381767"/>
                  <a:pt x="552380" y="489301"/>
                  <a:pt x="475809" y="489301"/>
                </a:cubicBezTo>
                <a:cubicBezTo>
                  <a:pt x="425771" y="489301"/>
                  <a:pt x="391759" y="436956"/>
                  <a:pt x="413751" y="391009"/>
                </a:cubicBezTo>
                <a:cubicBezTo>
                  <a:pt x="421586" y="374835"/>
                  <a:pt x="435387" y="362037"/>
                  <a:pt x="452482" y="355905"/>
                </a:cubicBezTo>
                <a:lnTo>
                  <a:pt x="452482" y="292451"/>
                </a:lnTo>
                <a:cubicBezTo>
                  <a:pt x="452482" y="287652"/>
                  <a:pt x="456755" y="284097"/>
                  <a:pt x="461474" y="284808"/>
                </a:cubicBezTo>
                <a:close/>
                <a:moveTo>
                  <a:pt x="272398" y="203440"/>
                </a:moveTo>
                <a:cubicBezTo>
                  <a:pt x="327680" y="203440"/>
                  <a:pt x="372495" y="248176"/>
                  <a:pt x="372495" y="303361"/>
                </a:cubicBezTo>
                <a:cubicBezTo>
                  <a:pt x="372495" y="358546"/>
                  <a:pt x="327680" y="403282"/>
                  <a:pt x="272398" y="403282"/>
                </a:cubicBezTo>
                <a:cubicBezTo>
                  <a:pt x="217116" y="403282"/>
                  <a:pt x="172301" y="358546"/>
                  <a:pt x="172301" y="303361"/>
                </a:cubicBezTo>
                <a:cubicBezTo>
                  <a:pt x="172301" y="248176"/>
                  <a:pt x="217116" y="203440"/>
                  <a:pt x="272398" y="203440"/>
                </a:cubicBezTo>
                <a:close/>
                <a:moveTo>
                  <a:pt x="68806" y="117280"/>
                </a:moveTo>
                <a:lnTo>
                  <a:pt x="68984" y="117280"/>
                </a:lnTo>
                <a:cubicBezTo>
                  <a:pt x="121316" y="117369"/>
                  <a:pt x="153178" y="172488"/>
                  <a:pt x="130127" y="217295"/>
                </a:cubicBezTo>
                <a:cubicBezTo>
                  <a:pt x="122028" y="233208"/>
                  <a:pt x="108411" y="244855"/>
                  <a:pt x="92302" y="250633"/>
                </a:cubicBezTo>
                <a:lnTo>
                  <a:pt x="92302" y="314198"/>
                </a:lnTo>
                <a:cubicBezTo>
                  <a:pt x="92302" y="318999"/>
                  <a:pt x="88030" y="322555"/>
                  <a:pt x="83313" y="321933"/>
                </a:cubicBezTo>
                <a:cubicBezTo>
                  <a:pt x="73790" y="320510"/>
                  <a:pt x="64000" y="320510"/>
                  <a:pt x="54477" y="321844"/>
                </a:cubicBezTo>
                <a:cubicBezTo>
                  <a:pt x="49760" y="322555"/>
                  <a:pt x="45489" y="318910"/>
                  <a:pt x="45489" y="314198"/>
                </a:cubicBezTo>
                <a:lnTo>
                  <a:pt x="45489" y="250722"/>
                </a:lnTo>
                <a:cubicBezTo>
                  <a:pt x="31160" y="245655"/>
                  <a:pt x="18166" y="235609"/>
                  <a:pt x="9355" y="220406"/>
                </a:cubicBezTo>
                <a:cubicBezTo>
                  <a:pt x="-17167" y="174533"/>
                  <a:pt x="15852" y="117280"/>
                  <a:pt x="68806" y="117280"/>
                </a:cubicBezTo>
                <a:close/>
                <a:moveTo>
                  <a:pt x="376504" y="101756"/>
                </a:moveTo>
                <a:lnTo>
                  <a:pt x="431501" y="133487"/>
                </a:lnTo>
                <a:cubicBezTo>
                  <a:pt x="462737" y="106911"/>
                  <a:pt x="513285" y="113222"/>
                  <a:pt x="535444" y="151708"/>
                </a:cubicBezTo>
                <a:cubicBezTo>
                  <a:pt x="561963" y="197394"/>
                  <a:pt x="528947" y="254812"/>
                  <a:pt x="475819" y="254812"/>
                </a:cubicBezTo>
                <a:cubicBezTo>
                  <a:pt x="451791" y="254723"/>
                  <a:pt x="429277" y="242013"/>
                  <a:pt x="416907" y="221392"/>
                </a:cubicBezTo>
                <a:cubicBezTo>
                  <a:pt x="408630" y="207704"/>
                  <a:pt x="405071" y="190905"/>
                  <a:pt x="408185" y="173929"/>
                </a:cubicBezTo>
                <a:lnTo>
                  <a:pt x="353100" y="142109"/>
                </a:lnTo>
                <a:cubicBezTo>
                  <a:pt x="348917" y="139798"/>
                  <a:pt x="347938" y="134287"/>
                  <a:pt x="350875" y="130554"/>
                </a:cubicBezTo>
                <a:cubicBezTo>
                  <a:pt x="356926" y="122999"/>
                  <a:pt x="361821" y="114466"/>
                  <a:pt x="365380" y="105667"/>
                </a:cubicBezTo>
                <a:cubicBezTo>
                  <a:pt x="367071" y="101223"/>
                  <a:pt x="372322" y="99356"/>
                  <a:pt x="376504" y="101756"/>
                </a:cubicBezTo>
                <a:close/>
                <a:moveTo>
                  <a:pt x="272319" y="0"/>
                </a:moveTo>
                <a:cubicBezTo>
                  <a:pt x="325540" y="0"/>
                  <a:pt x="358381" y="57596"/>
                  <a:pt x="331948" y="103104"/>
                </a:cubicBezTo>
                <a:cubicBezTo>
                  <a:pt x="317619" y="127813"/>
                  <a:pt x="291631" y="139190"/>
                  <a:pt x="266623" y="137146"/>
                </a:cubicBezTo>
                <a:lnTo>
                  <a:pt x="266623" y="137235"/>
                </a:lnTo>
                <a:cubicBezTo>
                  <a:pt x="253273" y="136080"/>
                  <a:pt x="239211" y="130835"/>
                  <a:pt x="227908" y="121325"/>
                </a:cubicBezTo>
                <a:lnTo>
                  <a:pt x="172907" y="153056"/>
                </a:lnTo>
                <a:cubicBezTo>
                  <a:pt x="168724" y="155456"/>
                  <a:pt x="163473" y="153501"/>
                  <a:pt x="161693" y="149145"/>
                </a:cubicBezTo>
                <a:cubicBezTo>
                  <a:pt x="158133" y="140079"/>
                  <a:pt x="153149" y="131547"/>
                  <a:pt x="147364" y="124169"/>
                </a:cubicBezTo>
                <a:cubicBezTo>
                  <a:pt x="144427" y="120436"/>
                  <a:pt x="145406" y="114925"/>
                  <a:pt x="149589" y="112614"/>
                </a:cubicBezTo>
                <a:lnTo>
                  <a:pt x="204501" y="80883"/>
                </a:lnTo>
                <a:cubicBezTo>
                  <a:pt x="197203" y="40797"/>
                  <a:pt x="227641" y="0"/>
                  <a:pt x="272319" y="0"/>
                </a:cubicBezTo>
                <a:close/>
              </a:path>
            </a:pathLst>
          </a:custGeom>
          <a:solidFill>
            <a:schemeClr val="accent1"/>
          </a:solidFill>
          <a:ln>
            <a:noFill/>
          </a:ln>
        </p:spPr>
      </p:sp>
      <p:sp>
        <p:nvSpPr>
          <p:cNvPr id="50" name="flask_161254">
            <a:extLst>
              <a:ext uri="{FF2B5EF4-FFF2-40B4-BE49-F238E27FC236}">
                <a16:creationId xmlns:a16="http://schemas.microsoft.com/office/drawing/2014/main" id="{155322D2-8452-4F42-BF49-57604D722737}"/>
              </a:ext>
            </a:extLst>
          </p:cNvPr>
          <p:cNvSpPr>
            <a:spLocks noChangeAspect="1"/>
          </p:cNvSpPr>
          <p:nvPr/>
        </p:nvSpPr>
        <p:spPr bwMode="auto">
          <a:xfrm>
            <a:off x="4554135" y="2407081"/>
            <a:ext cx="424407" cy="609685"/>
          </a:xfrm>
          <a:custGeom>
            <a:avLst/>
            <a:gdLst>
              <a:gd name="connsiteX0" fmla="*/ 33660 w 421558"/>
              <a:gd name="connsiteY0" fmla="*/ 430237 h 605592"/>
              <a:gd name="connsiteX1" fmla="*/ 420641 w 421558"/>
              <a:gd name="connsiteY1" fmla="*/ 430237 h 605592"/>
              <a:gd name="connsiteX2" fmla="*/ 227151 w 421558"/>
              <a:gd name="connsiteY2" fmla="*/ 605592 h 605592"/>
              <a:gd name="connsiteX3" fmla="*/ 33660 w 421558"/>
              <a:gd name="connsiteY3" fmla="*/ 430237 h 605592"/>
              <a:gd name="connsiteX4" fmla="*/ 170350 w 421558"/>
              <a:gd name="connsiteY4" fmla="*/ 0 h 605592"/>
              <a:gd name="connsiteX5" fmla="*/ 284443 w 421558"/>
              <a:gd name="connsiteY5" fmla="*/ 0 h 605592"/>
              <a:gd name="connsiteX6" fmla="*/ 284443 w 421558"/>
              <a:gd name="connsiteY6" fmla="*/ 225460 h 605592"/>
              <a:gd name="connsiteX7" fmla="*/ 421558 w 421558"/>
              <a:gd name="connsiteY7" fmla="*/ 405680 h 605592"/>
              <a:gd name="connsiteX8" fmla="*/ 33142 w 421558"/>
              <a:gd name="connsiteY8" fmla="*/ 405680 h 605592"/>
              <a:gd name="connsiteX9" fmla="*/ 54865 w 421558"/>
              <a:gd name="connsiteY9" fmla="*/ 321967 h 605592"/>
              <a:gd name="connsiteX10" fmla="*/ 0 w 421558"/>
              <a:gd name="connsiteY10" fmla="*/ 267270 h 605592"/>
              <a:gd name="connsiteX11" fmla="*/ 32677 w 421558"/>
              <a:gd name="connsiteY11" fmla="*/ 234638 h 605592"/>
              <a:gd name="connsiteX12" fmla="*/ 81322 w 421558"/>
              <a:gd name="connsiteY12" fmla="*/ 282659 h 605592"/>
              <a:gd name="connsiteX13" fmla="*/ 170350 w 421558"/>
              <a:gd name="connsiteY13" fmla="*/ 22546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1558" h="605592">
                <a:moveTo>
                  <a:pt x="33660" y="430237"/>
                </a:moveTo>
                <a:lnTo>
                  <a:pt x="420641" y="430237"/>
                </a:lnTo>
                <a:cubicBezTo>
                  <a:pt x="410985" y="528759"/>
                  <a:pt x="328260" y="605592"/>
                  <a:pt x="227151" y="605592"/>
                </a:cubicBezTo>
                <a:cubicBezTo>
                  <a:pt x="126506" y="605592"/>
                  <a:pt x="43316" y="528759"/>
                  <a:pt x="33660" y="430237"/>
                </a:cubicBezTo>
                <a:close/>
                <a:moveTo>
                  <a:pt x="170350" y="0"/>
                </a:moveTo>
                <a:lnTo>
                  <a:pt x="284443" y="0"/>
                </a:lnTo>
                <a:lnTo>
                  <a:pt x="284443" y="225460"/>
                </a:lnTo>
                <a:cubicBezTo>
                  <a:pt x="361959" y="249471"/>
                  <a:pt x="419237" y="320669"/>
                  <a:pt x="421558" y="405680"/>
                </a:cubicBezTo>
                <a:lnTo>
                  <a:pt x="33142" y="405680"/>
                </a:lnTo>
                <a:cubicBezTo>
                  <a:pt x="34163" y="375365"/>
                  <a:pt x="41868" y="346997"/>
                  <a:pt x="54865" y="321967"/>
                </a:cubicBezTo>
                <a:lnTo>
                  <a:pt x="0" y="267270"/>
                </a:lnTo>
                <a:lnTo>
                  <a:pt x="32677" y="234638"/>
                </a:lnTo>
                <a:lnTo>
                  <a:pt x="81322" y="282659"/>
                </a:lnTo>
                <a:cubicBezTo>
                  <a:pt x="104809" y="256238"/>
                  <a:pt x="135630" y="236121"/>
                  <a:pt x="170350" y="225460"/>
                </a:cubicBezTo>
                <a:close/>
              </a:path>
            </a:pathLst>
          </a:custGeom>
          <a:solidFill>
            <a:schemeClr val="accent1"/>
          </a:solidFill>
          <a:ln>
            <a:noFill/>
          </a:ln>
        </p:spPr>
      </p:sp>
      <p:sp>
        <p:nvSpPr>
          <p:cNvPr id="51" name="flask_228186">
            <a:extLst>
              <a:ext uri="{FF2B5EF4-FFF2-40B4-BE49-F238E27FC236}">
                <a16:creationId xmlns:a16="http://schemas.microsoft.com/office/drawing/2014/main" id="{8CEA95B8-B46E-46E3-AC64-2277B27937BF}"/>
              </a:ext>
            </a:extLst>
          </p:cNvPr>
          <p:cNvSpPr>
            <a:spLocks noChangeAspect="1"/>
          </p:cNvSpPr>
          <p:nvPr/>
        </p:nvSpPr>
        <p:spPr bwMode="auto">
          <a:xfrm>
            <a:off x="4625182" y="3401706"/>
            <a:ext cx="416926" cy="609685"/>
          </a:xfrm>
          <a:custGeom>
            <a:avLst/>
            <a:gdLst>
              <a:gd name="connsiteX0" fmla="*/ 34427 w 414900"/>
              <a:gd name="connsiteY0" fmla="*/ 394390 h 606722"/>
              <a:gd name="connsiteX1" fmla="*/ 43237 w 414900"/>
              <a:gd name="connsiteY1" fmla="*/ 400612 h 606722"/>
              <a:gd name="connsiteX2" fmla="*/ 58633 w 414900"/>
              <a:gd name="connsiteY2" fmla="*/ 411544 h 606722"/>
              <a:gd name="connsiteX3" fmla="*/ 223539 w 414900"/>
              <a:gd name="connsiteY3" fmla="*/ 443007 h 606722"/>
              <a:gd name="connsiteX4" fmla="*/ 224518 w 414900"/>
              <a:gd name="connsiteY4" fmla="*/ 442207 h 606722"/>
              <a:gd name="connsiteX5" fmla="*/ 362904 w 414900"/>
              <a:gd name="connsiteY5" fmla="*/ 472781 h 606722"/>
              <a:gd name="connsiteX6" fmla="*/ 400904 w 414900"/>
              <a:gd name="connsiteY6" fmla="*/ 495712 h 606722"/>
              <a:gd name="connsiteX7" fmla="*/ 413630 w 414900"/>
              <a:gd name="connsiteY7" fmla="*/ 501045 h 606722"/>
              <a:gd name="connsiteX8" fmla="*/ 290996 w 414900"/>
              <a:gd name="connsiteY8" fmla="*/ 606722 h 606722"/>
              <a:gd name="connsiteX9" fmla="*/ 124044 w 414900"/>
              <a:gd name="connsiteY9" fmla="*/ 606722 h 606722"/>
              <a:gd name="connsiteX10" fmla="*/ 1232 w 414900"/>
              <a:gd name="connsiteY10" fmla="*/ 500334 h 606722"/>
              <a:gd name="connsiteX11" fmla="*/ 21879 w 414900"/>
              <a:gd name="connsiteY11" fmla="*/ 412699 h 606722"/>
              <a:gd name="connsiteX12" fmla="*/ 156895 w 414900"/>
              <a:gd name="connsiteY12" fmla="*/ 242705 h 606722"/>
              <a:gd name="connsiteX13" fmla="*/ 146749 w 414900"/>
              <a:gd name="connsiteY13" fmla="*/ 252748 h 606722"/>
              <a:gd name="connsiteX14" fmla="*/ 156895 w 414900"/>
              <a:gd name="connsiteY14" fmla="*/ 262879 h 606722"/>
              <a:gd name="connsiteX15" fmla="*/ 177186 w 414900"/>
              <a:gd name="connsiteY15" fmla="*/ 262879 h 606722"/>
              <a:gd name="connsiteX16" fmla="*/ 187332 w 414900"/>
              <a:gd name="connsiteY16" fmla="*/ 252748 h 606722"/>
              <a:gd name="connsiteX17" fmla="*/ 177186 w 414900"/>
              <a:gd name="connsiteY17" fmla="*/ 242705 h 606722"/>
              <a:gd name="connsiteX18" fmla="*/ 156895 w 414900"/>
              <a:gd name="connsiteY18" fmla="*/ 202269 h 606722"/>
              <a:gd name="connsiteX19" fmla="*/ 146749 w 414900"/>
              <a:gd name="connsiteY19" fmla="*/ 212312 h 606722"/>
              <a:gd name="connsiteX20" fmla="*/ 156895 w 414900"/>
              <a:gd name="connsiteY20" fmla="*/ 222443 h 606722"/>
              <a:gd name="connsiteX21" fmla="*/ 197389 w 414900"/>
              <a:gd name="connsiteY21" fmla="*/ 222443 h 606722"/>
              <a:gd name="connsiteX22" fmla="*/ 207535 w 414900"/>
              <a:gd name="connsiteY22" fmla="*/ 212312 h 606722"/>
              <a:gd name="connsiteX23" fmla="*/ 197389 w 414900"/>
              <a:gd name="connsiteY23" fmla="*/ 202269 h 606722"/>
              <a:gd name="connsiteX24" fmla="*/ 156895 w 414900"/>
              <a:gd name="connsiteY24" fmla="*/ 161744 h 606722"/>
              <a:gd name="connsiteX25" fmla="*/ 146749 w 414900"/>
              <a:gd name="connsiteY25" fmla="*/ 171876 h 606722"/>
              <a:gd name="connsiteX26" fmla="*/ 156895 w 414900"/>
              <a:gd name="connsiteY26" fmla="*/ 182007 h 606722"/>
              <a:gd name="connsiteX27" fmla="*/ 177186 w 414900"/>
              <a:gd name="connsiteY27" fmla="*/ 182007 h 606722"/>
              <a:gd name="connsiteX28" fmla="*/ 187332 w 414900"/>
              <a:gd name="connsiteY28" fmla="*/ 171876 h 606722"/>
              <a:gd name="connsiteX29" fmla="*/ 177186 w 414900"/>
              <a:gd name="connsiteY29" fmla="*/ 161744 h 606722"/>
              <a:gd name="connsiteX30" fmla="*/ 156895 w 414900"/>
              <a:gd name="connsiteY30" fmla="*/ 121308 h 606722"/>
              <a:gd name="connsiteX31" fmla="*/ 146749 w 414900"/>
              <a:gd name="connsiteY31" fmla="*/ 131439 h 606722"/>
              <a:gd name="connsiteX32" fmla="*/ 156895 w 414900"/>
              <a:gd name="connsiteY32" fmla="*/ 141571 h 606722"/>
              <a:gd name="connsiteX33" fmla="*/ 197389 w 414900"/>
              <a:gd name="connsiteY33" fmla="*/ 141571 h 606722"/>
              <a:gd name="connsiteX34" fmla="*/ 207535 w 414900"/>
              <a:gd name="connsiteY34" fmla="*/ 131439 h 606722"/>
              <a:gd name="connsiteX35" fmla="*/ 197389 w 414900"/>
              <a:gd name="connsiteY35" fmla="*/ 121308 h 606722"/>
              <a:gd name="connsiteX36" fmla="*/ 116401 w 414900"/>
              <a:gd name="connsiteY36" fmla="*/ 20262 h 606722"/>
              <a:gd name="connsiteX37" fmla="*/ 96198 w 414900"/>
              <a:gd name="connsiteY37" fmla="*/ 40436 h 606722"/>
              <a:gd name="connsiteX38" fmla="*/ 116401 w 414900"/>
              <a:gd name="connsiteY38" fmla="*/ 60699 h 606722"/>
              <a:gd name="connsiteX39" fmla="*/ 298669 w 414900"/>
              <a:gd name="connsiteY39" fmla="*/ 60699 h 606722"/>
              <a:gd name="connsiteX40" fmla="*/ 318960 w 414900"/>
              <a:gd name="connsiteY40" fmla="*/ 40436 h 606722"/>
              <a:gd name="connsiteX41" fmla="*/ 298669 w 414900"/>
              <a:gd name="connsiteY41" fmla="*/ 20262 h 606722"/>
              <a:gd name="connsiteX42" fmla="*/ 116401 w 414900"/>
              <a:gd name="connsiteY42" fmla="*/ 0 h 606722"/>
              <a:gd name="connsiteX43" fmla="*/ 298669 w 414900"/>
              <a:gd name="connsiteY43" fmla="*/ 0 h 606722"/>
              <a:gd name="connsiteX44" fmla="*/ 339163 w 414900"/>
              <a:gd name="connsiteY44" fmla="*/ 40436 h 606722"/>
              <a:gd name="connsiteX45" fmla="*/ 308815 w 414900"/>
              <a:gd name="connsiteY45" fmla="*/ 79450 h 606722"/>
              <a:gd name="connsiteX46" fmla="*/ 308815 w 414900"/>
              <a:gd name="connsiteY46" fmla="*/ 290073 h 606722"/>
              <a:gd name="connsiteX47" fmla="*/ 393274 w 414900"/>
              <a:gd name="connsiteY47" fmla="*/ 412715 h 606722"/>
              <a:gd name="connsiteX48" fmla="*/ 414900 w 414900"/>
              <a:gd name="connsiteY48" fmla="*/ 479634 h 606722"/>
              <a:gd name="connsiteX49" fmla="*/ 408492 w 414900"/>
              <a:gd name="connsiteY49" fmla="*/ 476968 h 606722"/>
              <a:gd name="connsiteX50" fmla="*/ 376720 w 414900"/>
              <a:gd name="connsiteY50" fmla="*/ 457950 h 606722"/>
              <a:gd name="connsiteX51" fmla="*/ 211718 w 414900"/>
              <a:gd name="connsiteY51" fmla="*/ 426489 h 606722"/>
              <a:gd name="connsiteX52" fmla="*/ 210828 w 414900"/>
              <a:gd name="connsiteY52" fmla="*/ 427289 h 606722"/>
              <a:gd name="connsiteX53" fmla="*/ 72436 w 414900"/>
              <a:gd name="connsiteY53" fmla="*/ 396718 h 606722"/>
              <a:gd name="connsiteX54" fmla="*/ 54280 w 414900"/>
              <a:gd name="connsiteY54" fmla="*/ 383654 h 606722"/>
              <a:gd name="connsiteX55" fmla="*/ 45914 w 414900"/>
              <a:gd name="connsiteY55" fmla="*/ 377788 h 606722"/>
              <a:gd name="connsiteX56" fmla="*/ 106255 w 414900"/>
              <a:gd name="connsiteY56" fmla="*/ 290073 h 606722"/>
              <a:gd name="connsiteX57" fmla="*/ 106255 w 414900"/>
              <a:gd name="connsiteY57" fmla="*/ 79450 h 606722"/>
              <a:gd name="connsiteX58" fmla="*/ 75907 w 414900"/>
              <a:gd name="connsiteY58" fmla="*/ 40436 h 606722"/>
              <a:gd name="connsiteX59" fmla="*/ 116401 w 414900"/>
              <a:gd name="connsiteY59"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14900" h="606722">
                <a:moveTo>
                  <a:pt x="34427" y="394390"/>
                </a:moveTo>
                <a:lnTo>
                  <a:pt x="43237" y="400612"/>
                </a:lnTo>
                <a:cubicBezTo>
                  <a:pt x="49289" y="404256"/>
                  <a:pt x="54539" y="407988"/>
                  <a:pt x="58633" y="411544"/>
                </a:cubicBezTo>
                <a:cubicBezTo>
                  <a:pt x="102507" y="455361"/>
                  <a:pt x="171833" y="489579"/>
                  <a:pt x="223539" y="443007"/>
                </a:cubicBezTo>
                <a:cubicBezTo>
                  <a:pt x="223895" y="442740"/>
                  <a:pt x="224251" y="442474"/>
                  <a:pt x="224518" y="442207"/>
                </a:cubicBezTo>
                <a:cubicBezTo>
                  <a:pt x="265811" y="404078"/>
                  <a:pt x="324636" y="434563"/>
                  <a:pt x="362904" y="472781"/>
                </a:cubicBezTo>
                <a:cubicBezTo>
                  <a:pt x="374028" y="482380"/>
                  <a:pt x="386843" y="490113"/>
                  <a:pt x="400904" y="495712"/>
                </a:cubicBezTo>
                <a:lnTo>
                  <a:pt x="413630" y="501045"/>
                </a:lnTo>
                <a:cubicBezTo>
                  <a:pt x="404731" y="561305"/>
                  <a:pt x="352135" y="606722"/>
                  <a:pt x="290996" y="606722"/>
                </a:cubicBezTo>
                <a:lnTo>
                  <a:pt x="124044" y="606722"/>
                </a:lnTo>
                <a:cubicBezTo>
                  <a:pt x="62727" y="606722"/>
                  <a:pt x="9953" y="560949"/>
                  <a:pt x="1232" y="500334"/>
                </a:cubicBezTo>
                <a:cubicBezTo>
                  <a:pt x="-3129" y="469493"/>
                  <a:pt x="4169" y="438385"/>
                  <a:pt x="21879" y="412699"/>
                </a:cubicBezTo>
                <a:close/>
                <a:moveTo>
                  <a:pt x="156895" y="242705"/>
                </a:moveTo>
                <a:cubicBezTo>
                  <a:pt x="151288" y="242705"/>
                  <a:pt x="146749" y="247238"/>
                  <a:pt x="146749" y="252748"/>
                </a:cubicBezTo>
                <a:cubicBezTo>
                  <a:pt x="146749" y="258347"/>
                  <a:pt x="151288" y="262879"/>
                  <a:pt x="156895" y="262879"/>
                </a:cubicBezTo>
                <a:lnTo>
                  <a:pt x="177186" y="262879"/>
                </a:lnTo>
                <a:cubicBezTo>
                  <a:pt x="182793" y="262879"/>
                  <a:pt x="187332" y="258347"/>
                  <a:pt x="187332" y="252748"/>
                </a:cubicBezTo>
                <a:cubicBezTo>
                  <a:pt x="187332" y="247238"/>
                  <a:pt x="182793" y="242705"/>
                  <a:pt x="177186" y="242705"/>
                </a:cubicBezTo>
                <a:close/>
                <a:moveTo>
                  <a:pt x="156895" y="202269"/>
                </a:moveTo>
                <a:cubicBezTo>
                  <a:pt x="151288" y="202269"/>
                  <a:pt x="146749" y="206802"/>
                  <a:pt x="146749" y="212312"/>
                </a:cubicBezTo>
                <a:cubicBezTo>
                  <a:pt x="146749" y="217910"/>
                  <a:pt x="151288" y="222443"/>
                  <a:pt x="156895" y="222443"/>
                </a:cubicBezTo>
                <a:lnTo>
                  <a:pt x="197389" y="222443"/>
                </a:lnTo>
                <a:cubicBezTo>
                  <a:pt x="202996" y="222443"/>
                  <a:pt x="207535" y="217910"/>
                  <a:pt x="207535" y="212312"/>
                </a:cubicBezTo>
                <a:cubicBezTo>
                  <a:pt x="207535" y="206802"/>
                  <a:pt x="202996" y="202269"/>
                  <a:pt x="197389" y="202269"/>
                </a:cubicBezTo>
                <a:close/>
                <a:moveTo>
                  <a:pt x="156895" y="161744"/>
                </a:moveTo>
                <a:cubicBezTo>
                  <a:pt x="151288" y="161744"/>
                  <a:pt x="146749" y="166277"/>
                  <a:pt x="146749" y="171876"/>
                </a:cubicBezTo>
                <a:cubicBezTo>
                  <a:pt x="146749" y="177474"/>
                  <a:pt x="151288" y="182007"/>
                  <a:pt x="156895" y="182007"/>
                </a:cubicBezTo>
                <a:lnTo>
                  <a:pt x="177186" y="182007"/>
                </a:lnTo>
                <a:cubicBezTo>
                  <a:pt x="182793" y="182007"/>
                  <a:pt x="187332" y="177474"/>
                  <a:pt x="187332" y="171876"/>
                </a:cubicBezTo>
                <a:cubicBezTo>
                  <a:pt x="187332" y="166277"/>
                  <a:pt x="182793" y="161744"/>
                  <a:pt x="177186" y="161744"/>
                </a:cubicBezTo>
                <a:close/>
                <a:moveTo>
                  <a:pt x="156895" y="121308"/>
                </a:moveTo>
                <a:cubicBezTo>
                  <a:pt x="151288" y="121308"/>
                  <a:pt x="146749" y="125841"/>
                  <a:pt x="146749" y="131439"/>
                </a:cubicBezTo>
                <a:cubicBezTo>
                  <a:pt x="146749" y="137038"/>
                  <a:pt x="151288" y="141571"/>
                  <a:pt x="156895" y="141571"/>
                </a:cubicBezTo>
                <a:lnTo>
                  <a:pt x="197389" y="141571"/>
                </a:lnTo>
                <a:cubicBezTo>
                  <a:pt x="202996" y="141571"/>
                  <a:pt x="207535" y="137038"/>
                  <a:pt x="207535" y="131439"/>
                </a:cubicBezTo>
                <a:cubicBezTo>
                  <a:pt x="207535" y="125841"/>
                  <a:pt x="202996" y="121308"/>
                  <a:pt x="197389" y="121308"/>
                </a:cubicBezTo>
                <a:close/>
                <a:moveTo>
                  <a:pt x="116401" y="20262"/>
                </a:moveTo>
                <a:cubicBezTo>
                  <a:pt x="105276" y="20262"/>
                  <a:pt x="96198" y="29327"/>
                  <a:pt x="96198" y="40436"/>
                </a:cubicBezTo>
                <a:cubicBezTo>
                  <a:pt x="96198" y="51634"/>
                  <a:pt x="105276" y="60699"/>
                  <a:pt x="116401" y="60699"/>
                </a:cubicBezTo>
                <a:lnTo>
                  <a:pt x="298669" y="60699"/>
                </a:lnTo>
                <a:cubicBezTo>
                  <a:pt x="309883" y="60699"/>
                  <a:pt x="318960" y="51634"/>
                  <a:pt x="318960" y="40436"/>
                </a:cubicBezTo>
                <a:cubicBezTo>
                  <a:pt x="318960" y="29327"/>
                  <a:pt x="309883" y="20262"/>
                  <a:pt x="298669" y="20262"/>
                </a:cubicBezTo>
                <a:close/>
                <a:moveTo>
                  <a:pt x="116401" y="0"/>
                </a:moveTo>
                <a:lnTo>
                  <a:pt x="298669" y="0"/>
                </a:lnTo>
                <a:cubicBezTo>
                  <a:pt x="321007" y="0"/>
                  <a:pt x="339163" y="18130"/>
                  <a:pt x="339163" y="40436"/>
                </a:cubicBezTo>
                <a:cubicBezTo>
                  <a:pt x="339163" y="59277"/>
                  <a:pt x="326258" y="74918"/>
                  <a:pt x="308815" y="79450"/>
                </a:cubicBezTo>
                <a:lnTo>
                  <a:pt x="308815" y="290073"/>
                </a:lnTo>
                <a:lnTo>
                  <a:pt x="393274" y="412715"/>
                </a:lnTo>
                <a:cubicBezTo>
                  <a:pt x="406979" y="432621"/>
                  <a:pt x="414366" y="455817"/>
                  <a:pt x="414900" y="479634"/>
                </a:cubicBezTo>
                <a:lnTo>
                  <a:pt x="408492" y="476968"/>
                </a:lnTo>
                <a:cubicBezTo>
                  <a:pt x="396478" y="472169"/>
                  <a:pt x="385620" y="465592"/>
                  <a:pt x="376720" y="457950"/>
                </a:cubicBezTo>
                <a:cubicBezTo>
                  <a:pt x="332844" y="414136"/>
                  <a:pt x="263515" y="379921"/>
                  <a:pt x="211718" y="426489"/>
                </a:cubicBezTo>
                <a:cubicBezTo>
                  <a:pt x="211451" y="426756"/>
                  <a:pt x="211095" y="427023"/>
                  <a:pt x="210828" y="427289"/>
                </a:cubicBezTo>
                <a:cubicBezTo>
                  <a:pt x="169444" y="465504"/>
                  <a:pt x="110705" y="434932"/>
                  <a:pt x="72436" y="396718"/>
                </a:cubicBezTo>
                <a:cubicBezTo>
                  <a:pt x="66918" y="391919"/>
                  <a:pt x="60777" y="387564"/>
                  <a:pt x="54280" y="383654"/>
                </a:cubicBezTo>
                <a:lnTo>
                  <a:pt x="45914" y="377788"/>
                </a:lnTo>
                <a:lnTo>
                  <a:pt x="106255" y="290073"/>
                </a:lnTo>
                <a:lnTo>
                  <a:pt x="106255" y="79450"/>
                </a:lnTo>
                <a:cubicBezTo>
                  <a:pt x="88900" y="74918"/>
                  <a:pt x="75907" y="59277"/>
                  <a:pt x="75907" y="40436"/>
                </a:cubicBezTo>
                <a:cubicBezTo>
                  <a:pt x="75907" y="18130"/>
                  <a:pt x="94062" y="0"/>
                  <a:pt x="116401" y="0"/>
                </a:cubicBezTo>
                <a:close/>
              </a:path>
            </a:pathLst>
          </a:custGeom>
          <a:solidFill>
            <a:schemeClr val="accent1"/>
          </a:solidFill>
          <a:ln>
            <a:noFill/>
          </a:ln>
        </p:spPr>
      </p:sp>
      <p:sp>
        <p:nvSpPr>
          <p:cNvPr id="53" name="flask_228236">
            <a:extLst>
              <a:ext uri="{FF2B5EF4-FFF2-40B4-BE49-F238E27FC236}">
                <a16:creationId xmlns:a16="http://schemas.microsoft.com/office/drawing/2014/main" id="{7F96F86B-2A2D-45E3-8A98-1D144D5ACCDD}"/>
              </a:ext>
            </a:extLst>
          </p:cNvPr>
          <p:cNvSpPr>
            <a:spLocks noChangeAspect="1"/>
          </p:cNvSpPr>
          <p:nvPr/>
        </p:nvSpPr>
        <p:spPr bwMode="auto">
          <a:xfrm>
            <a:off x="6967135" y="3401705"/>
            <a:ext cx="480485" cy="609685"/>
          </a:xfrm>
          <a:custGeom>
            <a:avLst/>
            <a:gdLst>
              <a:gd name="connsiteX0" fmla="*/ 92844 w 478175"/>
              <a:gd name="connsiteY0" fmla="*/ 363412 h 606753"/>
              <a:gd name="connsiteX1" fmla="*/ 385282 w 478175"/>
              <a:gd name="connsiteY1" fmla="*/ 363412 h 606753"/>
              <a:gd name="connsiteX2" fmla="*/ 391868 w 478175"/>
              <a:gd name="connsiteY2" fmla="*/ 367856 h 606753"/>
              <a:gd name="connsiteX3" fmla="*/ 476591 w 478175"/>
              <a:gd name="connsiteY3" fmla="*/ 577618 h 606753"/>
              <a:gd name="connsiteX4" fmla="*/ 464933 w 478175"/>
              <a:gd name="connsiteY4" fmla="*/ 605171 h 606753"/>
              <a:gd name="connsiteX5" fmla="*/ 437345 w 478175"/>
              <a:gd name="connsiteY5" fmla="*/ 593528 h 606753"/>
              <a:gd name="connsiteX6" fmla="*/ 360186 w 478175"/>
              <a:gd name="connsiteY6" fmla="*/ 402698 h 606753"/>
              <a:gd name="connsiteX7" fmla="*/ 260244 w 478175"/>
              <a:gd name="connsiteY7" fmla="*/ 477714 h 606753"/>
              <a:gd name="connsiteX8" fmla="*/ 260244 w 478175"/>
              <a:gd name="connsiteY8" fmla="*/ 585528 h 606753"/>
              <a:gd name="connsiteX9" fmla="*/ 238084 w 478175"/>
              <a:gd name="connsiteY9" fmla="*/ 606682 h 606753"/>
              <a:gd name="connsiteX10" fmla="*/ 217882 w 478175"/>
              <a:gd name="connsiteY10" fmla="*/ 584995 h 606753"/>
              <a:gd name="connsiteX11" fmla="*/ 217882 w 478175"/>
              <a:gd name="connsiteY11" fmla="*/ 477714 h 606753"/>
              <a:gd name="connsiteX12" fmla="*/ 117941 w 478175"/>
              <a:gd name="connsiteY12" fmla="*/ 402698 h 606753"/>
              <a:gd name="connsiteX13" fmla="*/ 40871 w 478175"/>
              <a:gd name="connsiteY13" fmla="*/ 593528 h 606753"/>
              <a:gd name="connsiteX14" fmla="*/ 13282 w 478175"/>
              <a:gd name="connsiteY14" fmla="*/ 605171 h 606753"/>
              <a:gd name="connsiteX15" fmla="*/ 1535 w 478175"/>
              <a:gd name="connsiteY15" fmla="*/ 577618 h 606753"/>
              <a:gd name="connsiteX16" fmla="*/ 86347 w 478175"/>
              <a:gd name="connsiteY16" fmla="*/ 367856 h 606753"/>
              <a:gd name="connsiteX17" fmla="*/ 92844 w 478175"/>
              <a:gd name="connsiteY17" fmla="*/ 363412 h 606753"/>
              <a:gd name="connsiteX18" fmla="*/ 208000 w 478175"/>
              <a:gd name="connsiteY18" fmla="*/ 156404 h 606753"/>
              <a:gd name="connsiteX19" fmla="*/ 208000 w 478175"/>
              <a:gd name="connsiteY19" fmla="*/ 245891 h 606753"/>
              <a:gd name="connsiteX20" fmla="*/ 196607 w 478175"/>
              <a:gd name="connsiteY20" fmla="*/ 264642 h 606753"/>
              <a:gd name="connsiteX21" fmla="*/ 164120 w 478175"/>
              <a:gd name="connsiteY21" fmla="*/ 293168 h 606753"/>
              <a:gd name="connsiteX22" fmla="*/ 314006 w 478175"/>
              <a:gd name="connsiteY22" fmla="*/ 293168 h 606753"/>
              <a:gd name="connsiteX23" fmla="*/ 281607 w 478175"/>
              <a:gd name="connsiteY23" fmla="*/ 264642 h 606753"/>
              <a:gd name="connsiteX24" fmla="*/ 270215 w 478175"/>
              <a:gd name="connsiteY24" fmla="*/ 245891 h 606753"/>
              <a:gd name="connsiteX25" fmla="*/ 270215 w 478175"/>
              <a:gd name="connsiteY25" fmla="*/ 156404 h 606753"/>
              <a:gd name="connsiteX26" fmla="*/ 162785 w 478175"/>
              <a:gd name="connsiteY26" fmla="*/ 114104 h 606753"/>
              <a:gd name="connsiteX27" fmla="*/ 315430 w 478175"/>
              <a:gd name="connsiteY27" fmla="*/ 114104 h 606753"/>
              <a:gd name="connsiteX28" fmla="*/ 336613 w 478175"/>
              <a:gd name="connsiteY28" fmla="*/ 135254 h 606753"/>
              <a:gd name="connsiteX29" fmla="*/ 312671 w 478175"/>
              <a:gd name="connsiteY29" fmla="*/ 156404 h 606753"/>
              <a:gd name="connsiteX30" fmla="*/ 312671 w 478175"/>
              <a:gd name="connsiteY30" fmla="*/ 233894 h 606753"/>
              <a:gd name="connsiteX31" fmla="*/ 362247 w 478175"/>
              <a:gd name="connsiteY31" fmla="*/ 293168 h 606753"/>
              <a:gd name="connsiteX32" fmla="*/ 379959 w 478175"/>
              <a:gd name="connsiteY32" fmla="*/ 293168 h 606753"/>
              <a:gd name="connsiteX33" fmla="*/ 401231 w 478175"/>
              <a:gd name="connsiteY33" fmla="*/ 314318 h 606753"/>
              <a:gd name="connsiteX34" fmla="*/ 379959 w 478175"/>
              <a:gd name="connsiteY34" fmla="*/ 335468 h 606753"/>
              <a:gd name="connsiteX35" fmla="*/ 98167 w 478175"/>
              <a:gd name="connsiteY35" fmla="*/ 335468 h 606753"/>
              <a:gd name="connsiteX36" fmla="*/ 76983 w 478175"/>
              <a:gd name="connsiteY36" fmla="*/ 314318 h 606753"/>
              <a:gd name="connsiteX37" fmla="*/ 98167 w 478175"/>
              <a:gd name="connsiteY37" fmla="*/ 293168 h 606753"/>
              <a:gd name="connsiteX38" fmla="*/ 115879 w 478175"/>
              <a:gd name="connsiteY38" fmla="*/ 293168 h 606753"/>
              <a:gd name="connsiteX39" fmla="*/ 165544 w 478175"/>
              <a:gd name="connsiteY39" fmla="*/ 233894 h 606753"/>
              <a:gd name="connsiteX40" fmla="*/ 165544 w 478175"/>
              <a:gd name="connsiteY40" fmla="*/ 156404 h 606753"/>
              <a:gd name="connsiteX41" fmla="*/ 141601 w 478175"/>
              <a:gd name="connsiteY41" fmla="*/ 135254 h 606753"/>
              <a:gd name="connsiteX42" fmla="*/ 162785 w 478175"/>
              <a:gd name="connsiteY42" fmla="*/ 114104 h 606753"/>
              <a:gd name="connsiteX43" fmla="*/ 269486 w 478175"/>
              <a:gd name="connsiteY43" fmla="*/ 25474 h 606753"/>
              <a:gd name="connsiteX44" fmla="*/ 290655 w 478175"/>
              <a:gd name="connsiteY44" fmla="*/ 46643 h 606753"/>
              <a:gd name="connsiteX45" fmla="*/ 290655 w 478175"/>
              <a:gd name="connsiteY45" fmla="*/ 72260 h 606753"/>
              <a:gd name="connsiteX46" fmla="*/ 269486 w 478175"/>
              <a:gd name="connsiteY46" fmla="*/ 93429 h 606753"/>
              <a:gd name="connsiteX47" fmla="*/ 248316 w 478175"/>
              <a:gd name="connsiteY47" fmla="*/ 72260 h 606753"/>
              <a:gd name="connsiteX48" fmla="*/ 248316 w 478175"/>
              <a:gd name="connsiteY48" fmla="*/ 46643 h 606753"/>
              <a:gd name="connsiteX49" fmla="*/ 269486 w 478175"/>
              <a:gd name="connsiteY49" fmla="*/ 25474 h 606753"/>
              <a:gd name="connsiteX50" fmla="*/ 208729 w 478175"/>
              <a:gd name="connsiteY50" fmla="*/ 0 h 606753"/>
              <a:gd name="connsiteX51" fmla="*/ 229898 w 478175"/>
              <a:gd name="connsiteY51" fmla="*/ 21157 h 606753"/>
              <a:gd name="connsiteX52" fmla="*/ 229898 w 478175"/>
              <a:gd name="connsiteY52" fmla="*/ 72272 h 606753"/>
              <a:gd name="connsiteX53" fmla="*/ 208729 w 478175"/>
              <a:gd name="connsiteY53" fmla="*/ 93429 h 606753"/>
              <a:gd name="connsiteX54" fmla="*/ 187559 w 478175"/>
              <a:gd name="connsiteY54" fmla="*/ 72272 h 606753"/>
              <a:gd name="connsiteX55" fmla="*/ 187559 w 478175"/>
              <a:gd name="connsiteY55" fmla="*/ 21157 h 606753"/>
              <a:gd name="connsiteX56" fmla="*/ 208729 w 478175"/>
              <a:gd name="connsiteY56" fmla="*/ 0 h 60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78175" h="606753">
                <a:moveTo>
                  <a:pt x="92844" y="363412"/>
                </a:moveTo>
                <a:lnTo>
                  <a:pt x="385282" y="363412"/>
                </a:lnTo>
                <a:cubicBezTo>
                  <a:pt x="388219" y="363412"/>
                  <a:pt x="390800" y="365190"/>
                  <a:pt x="391868" y="367856"/>
                </a:cubicBezTo>
                <a:lnTo>
                  <a:pt x="476591" y="577618"/>
                </a:lnTo>
                <a:cubicBezTo>
                  <a:pt x="481041" y="588461"/>
                  <a:pt x="475791" y="600816"/>
                  <a:pt x="464933" y="605171"/>
                </a:cubicBezTo>
                <a:cubicBezTo>
                  <a:pt x="454076" y="609526"/>
                  <a:pt x="441705" y="604371"/>
                  <a:pt x="437345" y="593528"/>
                </a:cubicBezTo>
                <a:lnTo>
                  <a:pt x="360186" y="402698"/>
                </a:lnTo>
                <a:cubicBezTo>
                  <a:pt x="341675" y="441895"/>
                  <a:pt x="304564" y="470693"/>
                  <a:pt x="260244" y="477714"/>
                </a:cubicBezTo>
                <a:lnTo>
                  <a:pt x="260244" y="585528"/>
                </a:lnTo>
                <a:cubicBezTo>
                  <a:pt x="260244" y="597616"/>
                  <a:pt x="250277" y="607304"/>
                  <a:pt x="238084" y="606682"/>
                </a:cubicBezTo>
                <a:cubicBezTo>
                  <a:pt x="226693" y="606149"/>
                  <a:pt x="217882" y="596372"/>
                  <a:pt x="217882" y="584995"/>
                </a:cubicBezTo>
                <a:lnTo>
                  <a:pt x="217882" y="477714"/>
                </a:lnTo>
                <a:cubicBezTo>
                  <a:pt x="173652" y="470693"/>
                  <a:pt x="136541" y="441895"/>
                  <a:pt x="117941" y="402698"/>
                </a:cubicBezTo>
                <a:lnTo>
                  <a:pt x="40871" y="593528"/>
                </a:lnTo>
                <a:cubicBezTo>
                  <a:pt x="36510" y="604371"/>
                  <a:pt x="24140" y="609615"/>
                  <a:pt x="13282" y="605171"/>
                </a:cubicBezTo>
                <a:cubicBezTo>
                  <a:pt x="2425" y="600816"/>
                  <a:pt x="-2826" y="588461"/>
                  <a:pt x="1535" y="577618"/>
                </a:cubicBezTo>
                <a:lnTo>
                  <a:pt x="86347" y="367856"/>
                </a:lnTo>
                <a:cubicBezTo>
                  <a:pt x="87415" y="365190"/>
                  <a:pt x="89996" y="363412"/>
                  <a:pt x="92844" y="363412"/>
                </a:cubicBezTo>
                <a:close/>
                <a:moveTo>
                  <a:pt x="208000" y="156404"/>
                </a:moveTo>
                <a:lnTo>
                  <a:pt x="208000" y="245891"/>
                </a:lnTo>
                <a:cubicBezTo>
                  <a:pt x="208000" y="253800"/>
                  <a:pt x="203549" y="260998"/>
                  <a:pt x="196607" y="264642"/>
                </a:cubicBezTo>
                <a:cubicBezTo>
                  <a:pt x="183612" y="271485"/>
                  <a:pt x="172486" y="281349"/>
                  <a:pt x="164120" y="293168"/>
                </a:cubicBezTo>
                <a:lnTo>
                  <a:pt x="314006" y="293168"/>
                </a:lnTo>
                <a:cubicBezTo>
                  <a:pt x="305728" y="281349"/>
                  <a:pt x="294602" y="271485"/>
                  <a:pt x="281607" y="264642"/>
                </a:cubicBezTo>
                <a:cubicBezTo>
                  <a:pt x="274576" y="260998"/>
                  <a:pt x="270215" y="253800"/>
                  <a:pt x="270215" y="245891"/>
                </a:cubicBezTo>
                <a:lnTo>
                  <a:pt x="270215" y="156404"/>
                </a:lnTo>
                <a:close/>
                <a:moveTo>
                  <a:pt x="162785" y="114104"/>
                </a:moveTo>
                <a:lnTo>
                  <a:pt x="315430" y="114104"/>
                </a:lnTo>
                <a:cubicBezTo>
                  <a:pt x="327089" y="114104"/>
                  <a:pt x="336613" y="123612"/>
                  <a:pt x="336613" y="135254"/>
                </a:cubicBezTo>
                <a:cubicBezTo>
                  <a:pt x="336613" y="146006"/>
                  <a:pt x="329048" y="156404"/>
                  <a:pt x="312671" y="156404"/>
                </a:cubicBezTo>
                <a:lnTo>
                  <a:pt x="312671" y="233894"/>
                </a:lnTo>
                <a:cubicBezTo>
                  <a:pt x="334655" y="248380"/>
                  <a:pt x="351922" y="269085"/>
                  <a:pt x="362247" y="293168"/>
                </a:cubicBezTo>
                <a:lnTo>
                  <a:pt x="379959" y="293168"/>
                </a:lnTo>
                <a:cubicBezTo>
                  <a:pt x="391708" y="293168"/>
                  <a:pt x="401231" y="302676"/>
                  <a:pt x="401231" y="314318"/>
                </a:cubicBezTo>
                <a:cubicBezTo>
                  <a:pt x="401231" y="326048"/>
                  <a:pt x="391708" y="335468"/>
                  <a:pt x="379959" y="335468"/>
                </a:cubicBezTo>
                <a:lnTo>
                  <a:pt x="98167" y="335468"/>
                </a:lnTo>
                <a:cubicBezTo>
                  <a:pt x="86507" y="335468"/>
                  <a:pt x="76983" y="326048"/>
                  <a:pt x="76983" y="314318"/>
                </a:cubicBezTo>
                <a:cubicBezTo>
                  <a:pt x="76983" y="302676"/>
                  <a:pt x="86507" y="293168"/>
                  <a:pt x="98167" y="293168"/>
                </a:cubicBezTo>
                <a:lnTo>
                  <a:pt x="115879" y="293168"/>
                </a:lnTo>
                <a:cubicBezTo>
                  <a:pt x="126292" y="269085"/>
                  <a:pt x="143560" y="248380"/>
                  <a:pt x="165544" y="233894"/>
                </a:cubicBezTo>
                <a:lnTo>
                  <a:pt x="165544" y="156404"/>
                </a:lnTo>
                <a:cubicBezTo>
                  <a:pt x="149078" y="156404"/>
                  <a:pt x="141601" y="145918"/>
                  <a:pt x="141601" y="135254"/>
                </a:cubicBezTo>
                <a:cubicBezTo>
                  <a:pt x="141601" y="123612"/>
                  <a:pt x="151036" y="114104"/>
                  <a:pt x="162785" y="114104"/>
                </a:cubicBezTo>
                <a:close/>
                <a:moveTo>
                  <a:pt x="269486" y="25474"/>
                </a:moveTo>
                <a:cubicBezTo>
                  <a:pt x="281138" y="25474"/>
                  <a:pt x="290655" y="34991"/>
                  <a:pt x="290655" y="46643"/>
                </a:cubicBezTo>
                <a:lnTo>
                  <a:pt x="290655" y="72260"/>
                </a:lnTo>
                <a:cubicBezTo>
                  <a:pt x="290655" y="83911"/>
                  <a:pt x="281138" y="93429"/>
                  <a:pt x="269486" y="93429"/>
                </a:cubicBezTo>
                <a:cubicBezTo>
                  <a:pt x="257745" y="93429"/>
                  <a:pt x="248316" y="83911"/>
                  <a:pt x="248316" y="72260"/>
                </a:cubicBezTo>
                <a:lnTo>
                  <a:pt x="248316" y="46643"/>
                </a:lnTo>
                <a:cubicBezTo>
                  <a:pt x="248316" y="34991"/>
                  <a:pt x="257745" y="25474"/>
                  <a:pt x="269486" y="25474"/>
                </a:cubicBezTo>
                <a:close/>
                <a:moveTo>
                  <a:pt x="208729" y="0"/>
                </a:moveTo>
                <a:cubicBezTo>
                  <a:pt x="220381" y="0"/>
                  <a:pt x="229898" y="9512"/>
                  <a:pt x="229898" y="21157"/>
                </a:cubicBezTo>
                <a:lnTo>
                  <a:pt x="229898" y="72272"/>
                </a:lnTo>
                <a:cubicBezTo>
                  <a:pt x="229898" y="83917"/>
                  <a:pt x="220381" y="93429"/>
                  <a:pt x="208729" y="93429"/>
                </a:cubicBezTo>
                <a:cubicBezTo>
                  <a:pt x="196988" y="93429"/>
                  <a:pt x="187559" y="83917"/>
                  <a:pt x="187559" y="72272"/>
                </a:cubicBezTo>
                <a:lnTo>
                  <a:pt x="187559" y="21157"/>
                </a:lnTo>
                <a:cubicBezTo>
                  <a:pt x="187559" y="9512"/>
                  <a:pt x="196988" y="0"/>
                  <a:pt x="208729" y="0"/>
                </a:cubicBezTo>
                <a:close/>
              </a:path>
            </a:pathLst>
          </a:custGeom>
          <a:solidFill>
            <a:schemeClr val="accent1"/>
          </a:solidFill>
          <a:ln>
            <a:noFill/>
          </a:ln>
        </p:spPr>
        <p:txBody>
          <a:bodyPr/>
          <a:lstStyle/>
          <a:p>
            <a:endParaRPr lang="zh-CN" altLang="en-US"/>
          </a:p>
        </p:txBody>
      </p:sp>
      <p:sp>
        <p:nvSpPr>
          <p:cNvPr id="54" name="flask_228236">
            <a:extLst>
              <a:ext uri="{FF2B5EF4-FFF2-40B4-BE49-F238E27FC236}">
                <a16:creationId xmlns:a16="http://schemas.microsoft.com/office/drawing/2014/main" id="{631942DA-4BA1-4426-8AB3-B0DA4C454796}"/>
              </a:ext>
            </a:extLst>
          </p:cNvPr>
          <p:cNvSpPr>
            <a:spLocks noChangeAspect="1"/>
          </p:cNvSpPr>
          <p:nvPr/>
        </p:nvSpPr>
        <p:spPr bwMode="auto">
          <a:xfrm>
            <a:off x="8173635" y="2381425"/>
            <a:ext cx="508779" cy="609685"/>
          </a:xfrm>
          <a:custGeom>
            <a:avLst/>
            <a:gdLst>
              <a:gd name="connsiteX0" fmla="*/ 116676 w 506307"/>
              <a:gd name="connsiteY0" fmla="*/ 384409 h 606722"/>
              <a:gd name="connsiteX1" fmla="*/ 186900 w 506307"/>
              <a:gd name="connsiteY1" fmla="*/ 411639 h 606722"/>
              <a:gd name="connsiteX2" fmla="*/ 353158 w 506307"/>
              <a:gd name="connsiteY2" fmla="*/ 441946 h 606722"/>
              <a:gd name="connsiteX3" fmla="*/ 394188 w 506307"/>
              <a:gd name="connsiteY3" fmla="*/ 416083 h 606722"/>
              <a:gd name="connsiteX4" fmla="*/ 399973 w 506307"/>
              <a:gd name="connsiteY4" fmla="*/ 413239 h 606722"/>
              <a:gd name="connsiteX5" fmla="*/ 465836 w 506307"/>
              <a:gd name="connsiteY5" fmla="*/ 394575 h 606722"/>
              <a:gd name="connsiteX6" fmla="*/ 475893 w 506307"/>
              <a:gd name="connsiteY6" fmla="*/ 394575 h 606722"/>
              <a:gd name="connsiteX7" fmla="*/ 475893 w 506307"/>
              <a:gd name="connsiteY7" fmla="*/ 525667 h 606722"/>
              <a:gd name="connsiteX8" fmla="*/ 425161 w 506307"/>
              <a:gd name="connsiteY8" fmla="*/ 606722 h 606722"/>
              <a:gd name="connsiteX9" fmla="*/ 111514 w 506307"/>
              <a:gd name="connsiteY9" fmla="*/ 606722 h 606722"/>
              <a:gd name="connsiteX10" fmla="*/ 30343 w 506307"/>
              <a:gd name="connsiteY10" fmla="*/ 525667 h 606722"/>
              <a:gd name="connsiteX11" fmla="*/ 30343 w 506307"/>
              <a:gd name="connsiteY11" fmla="*/ 419282 h 606722"/>
              <a:gd name="connsiteX12" fmla="*/ 46720 w 506307"/>
              <a:gd name="connsiteY12" fmla="*/ 404973 h 606722"/>
              <a:gd name="connsiteX13" fmla="*/ 116676 w 506307"/>
              <a:gd name="connsiteY13" fmla="*/ 384409 h 606722"/>
              <a:gd name="connsiteX14" fmla="*/ 212615 w 506307"/>
              <a:gd name="connsiteY14" fmla="*/ 323589 h 606722"/>
              <a:gd name="connsiteX15" fmla="*/ 202470 w 506307"/>
              <a:gd name="connsiteY15" fmla="*/ 333720 h 606722"/>
              <a:gd name="connsiteX16" fmla="*/ 212615 w 506307"/>
              <a:gd name="connsiteY16" fmla="*/ 343763 h 606722"/>
              <a:gd name="connsiteX17" fmla="*/ 293603 w 506307"/>
              <a:gd name="connsiteY17" fmla="*/ 343763 h 606722"/>
              <a:gd name="connsiteX18" fmla="*/ 303749 w 506307"/>
              <a:gd name="connsiteY18" fmla="*/ 333720 h 606722"/>
              <a:gd name="connsiteX19" fmla="*/ 293603 w 506307"/>
              <a:gd name="connsiteY19" fmla="*/ 323589 h 606722"/>
              <a:gd name="connsiteX20" fmla="*/ 212615 w 506307"/>
              <a:gd name="connsiteY20" fmla="*/ 262888 h 606722"/>
              <a:gd name="connsiteX21" fmla="*/ 202470 w 506307"/>
              <a:gd name="connsiteY21" fmla="*/ 273020 h 606722"/>
              <a:gd name="connsiteX22" fmla="*/ 212615 w 506307"/>
              <a:gd name="connsiteY22" fmla="*/ 283151 h 606722"/>
              <a:gd name="connsiteX23" fmla="*/ 293603 w 506307"/>
              <a:gd name="connsiteY23" fmla="*/ 283151 h 606722"/>
              <a:gd name="connsiteX24" fmla="*/ 303749 w 506307"/>
              <a:gd name="connsiteY24" fmla="*/ 273020 h 606722"/>
              <a:gd name="connsiteX25" fmla="*/ 293603 w 506307"/>
              <a:gd name="connsiteY25" fmla="*/ 262888 h 606722"/>
              <a:gd name="connsiteX26" fmla="*/ 212615 w 506307"/>
              <a:gd name="connsiteY26" fmla="*/ 202276 h 606722"/>
              <a:gd name="connsiteX27" fmla="*/ 202470 w 506307"/>
              <a:gd name="connsiteY27" fmla="*/ 212319 h 606722"/>
              <a:gd name="connsiteX28" fmla="*/ 212615 w 506307"/>
              <a:gd name="connsiteY28" fmla="*/ 222451 h 606722"/>
              <a:gd name="connsiteX29" fmla="*/ 293603 w 506307"/>
              <a:gd name="connsiteY29" fmla="*/ 222451 h 606722"/>
              <a:gd name="connsiteX30" fmla="*/ 303749 w 506307"/>
              <a:gd name="connsiteY30" fmla="*/ 212319 h 606722"/>
              <a:gd name="connsiteX31" fmla="*/ 293603 w 506307"/>
              <a:gd name="connsiteY31" fmla="*/ 202276 h 606722"/>
              <a:gd name="connsiteX32" fmla="*/ 445522 w 506307"/>
              <a:gd name="connsiteY32" fmla="*/ 0 h 606722"/>
              <a:gd name="connsiteX33" fmla="*/ 486016 w 506307"/>
              <a:gd name="connsiteY33" fmla="*/ 40437 h 606722"/>
              <a:gd name="connsiteX34" fmla="*/ 445522 w 506307"/>
              <a:gd name="connsiteY34" fmla="*/ 80875 h 606722"/>
              <a:gd name="connsiteX35" fmla="*/ 443920 w 506307"/>
              <a:gd name="connsiteY35" fmla="*/ 80697 h 606722"/>
              <a:gd name="connsiteX36" fmla="*/ 433418 w 506307"/>
              <a:gd name="connsiteY36" fmla="*/ 141576 h 606722"/>
              <a:gd name="connsiteX37" fmla="*/ 465813 w 506307"/>
              <a:gd name="connsiteY37" fmla="*/ 141576 h 606722"/>
              <a:gd name="connsiteX38" fmla="*/ 496161 w 506307"/>
              <a:gd name="connsiteY38" fmla="*/ 141576 h 606722"/>
              <a:gd name="connsiteX39" fmla="*/ 506307 w 506307"/>
              <a:gd name="connsiteY39" fmla="*/ 151707 h 606722"/>
              <a:gd name="connsiteX40" fmla="*/ 496161 w 506307"/>
              <a:gd name="connsiteY40" fmla="*/ 161750 h 606722"/>
              <a:gd name="connsiteX41" fmla="*/ 475870 w 506307"/>
              <a:gd name="connsiteY41" fmla="*/ 161750 h 606722"/>
              <a:gd name="connsiteX42" fmla="*/ 475870 w 506307"/>
              <a:gd name="connsiteY42" fmla="*/ 374425 h 606722"/>
              <a:gd name="connsiteX43" fmla="*/ 465546 w 506307"/>
              <a:gd name="connsiteY43" fmla="*/ 374425 h 606722"/>
              <a:gd name="connsiteX44" fmla="*/ 390432 w 506307"/>
              <a:gd name="connsiteY44" fmla="*/ 395399 h 606722"/>
              <a:gd name="connsiteX45" fmla="*/ 385270 w 506307"/>
              <a:gd name="connsiteY45" fmla="*/ 397976 h 606722"/>
              <a:gd name="connsiteX46" fmla="*/ 339081 w 506307"/>
              <a:gd name="connsiteY46" fmla="*/ 427393 h 606722"/>
              <a:gd name="connsiteX47" fmla="*/ 200690 w 506307"/>
              <a:gd name="connsiteY47" fmla="*/ 396821 h 606722"/>
              <a:gd name="connsiteX48" fmla="*/ 33819 w 506307"/>
              <a:gd name="connsiteY48" fmla="*/ 389444 h 606722"/>
              <a:gd name="connsiteX49" fmla="*/ 30348 w 506307"/>
              <a:gd name="connsiteY49" fmla="*/ 392466 h 606722"/>
              <a:gd name="connsiteX50" fmla="*/ 30348 w 506307"/>
              <a:gd name="connsiteY50" fmla="*/ 161750 h 606722"/>
              <a:gd name="connsiteX51" fmla="*/ 10146 w 506307"/>
              <a:gd name="connsiteY51" fmla="*/ 161750 h 606722"/>
              <a:gd name="connsiteX52" fmla="*/ 0 w 506307"/>
              <a:gd name="connsiteY52" fmla="*/ 151707 h 606722"/>
              <a:gd name="connsiteX53" fmla="*/ 10146 w 506307"/>
              <a:gd name="connsiteY53" fmla="*/ 141576 h 606722"/>
              <a:gd name="connsiteX54" fmla="*/ 40494 w 506307"/>
              <a:gd name="connsiteY54" fmla="*/ 141576 h 606722"/>
              <a:gd name="connsiteX55" fmla="*/ 412949 w 506307"/>
              <a:gd name="connsiteY55" fmla="*/ 141576 h 606722"/>
              <a:gd name="connsiteX56" fmla="*/ 424429 w 506307"/>
              <a:gd name="connsiteY56" fmla="*/ 74832 h 606722"/>
              <a:gd name="connsiteX57" fmla="*/ 405028 w 506307"/>
              <a:gd name="connsiteY57" fmla="*/ 40437 h 606722"/>
              <a:gd name="connsiteX58" fmla="*/ 445522 w 506307"/>
              <a:gd name="connsiteY5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06307" h="606722">
                <a:moveTo>
                  <a:pt x="116676" y="384409"/>
                </a:moveTo>
                <a:cubicBezTo>
                  <a:pt x="142087" y="385643"/>
                  <a:pt x="167542" y="394841"/>
                  <a:pt x="186900" y="411639"/>
                </a:cubicBezTo>
                <a:cubicBezTo>
                  <a:pt x="231045" y="455721"/>
                  <a:pt x="301002" y="490116"/>
                  <a:pt x="353158" y="441946"/>
                </a:cubicBezTo>
                <a:cubicBezTo>
                  <a:pt x="364550" y="430569"/>
                  <a:pt x="378880" y="423548"/>
                  <a:pt x="394188" y="416083"/>
                </a:cubicBezTo>
                <a:lnTo>
                  <a:pt x="399973" y="413239"/>
                </a:lnTo>
                <a:cubicBezTo>
                  <a:pt x="420266" y="401507"/>
                  <a:pt x="443140" y="395108"/>
                  <a:pt x="465836" y="394575"/>
                </a:cubicBezTo>
                <a:lnTo>
                  <a:pt x="475893" y="394575"/>
                </a:lnTo>
                <a:lnTo>
                  <a:pt x="475893" y="525667"/>
                </a:lnTo>
                <a:cubicBezTo>
                  <a:pt x="475893" y="561751"/>
                  <a:pt x="475893" y="606722"/>
                  <a:pt x="425161" y="606722"/>
                </a:cubicBezTo>
                <a:lnTo>
                  <a:pt x="111514" y="606722"/>
                </a:lnTo>
                <a:cubicBezTo>
                  <a:pt x="66745" y="606722"/>
                  <a:pt x="30343" y="570372"/>
                  <a:pt x="30343" y="525667"/>
                </a:cubicBezTo>
                <a:lnTo>
                  <a:pt x="30343" y="419282"/>
                </a:lnTo>
                <a:lnTo>
                  <a:pt x="46720" y="404973"/>
                </a:lnTo>
                <a:cubicBezTo>
                  <a:pt x="65900" y="389909"/>
                  <a:pt x="91266" y="383176"/>
                  <a:pt x="116676" y="384409"/>
                </a:cubicBezTo>
                <a:close/>
                <a:moveTo>
                  <a:pt x="212615" y="323589"/>
                </a:moveTo>
                <a:cubicBezTo>
                  <a:pt x="207008" y="323589"/>
                  <a:pt x="202470" y="328121"/>
                  <a:pt x="202470" y="333720"/>
                </a:cubicBezTo>
                <a:cubicBezTo>
                  <a:pt x="202470" y="339319"/>
                  <a:pt x="207008" y="343763"/>
                  <a:pt x="212615" y="343763"/>
                </a:cubicBezTo>
                <a:lnTo>
                  <a:pt x="293603" y="343763"/>
                </a:lnTo>
                <a:cubicBezTo>
                  <a:pt x="299210" y="343763"/>
                  <a:pt x="303749" y="339319"/>
                  <a:pt x="303749" y="333720"/>
                </a:cubicBezTo>
                <a:cubicBezTo>
                  <a:pt x="303749" y="328121"/>
                  <a:pt x="299210" y="323589"/>
                  <a:pt x="293603" y="323589"/>
                </a:cubicBezTo>
                <a:close/>
                <a:moveTo>
                  <a:pt x="212615" y="262888"/>
                </a:moveTo>
                <a:cubicBezTo>
                  <a:pt x="207008" y="262888"/>
                  <a:pt x="202470" y="267421"/>
                  <a:pt x="202470" y="273020"/>
                </a:cubicBezTo>
                <a:cubicBezTo>
                  <a:pt x="202470" y="278619"/>
                  <a:pt x="207008" y="283151"/>
                  <a:pt x="212615" y="283151"/>
                </a:cubicBezTo>
                <a:lnTo>
                  <a:pt x="293603" y="283151"/>
                </a:lnTo>
                <a:cubicBezTo>
                  <a:pt x="299210" y="283151"/>
                  <a:pt x="303749" y="278619"/>
                  <a:pt x="303749" y="273020"/>
                </a:cubicBezTo>
                <a:cubicBezTo>
                  <a:pt x="303749" y="267421"/>
                  <a:pt x="299210" y="262888"/>
                  <a:pt x="293603" y="262888"/>
                </a:cubicBezTo>
                <a:close/>
                <a:moveTo>
                  <a:pt x="212615" y="202276"/>
                </a:moveTo>
                <a:cubicBezTo>
                  <a:pt x="207008" y="202276"/>
                  <a:pt x="202470" y="206720"/>
                  <a:pt x="202470" y="212319"/>
                </a:cubicBezTo>
                <a:cubicBezTo>
                  <a:pt x="202470" y="217918"/>
                  <a:pt x="207008" y="222451"/>
                  <a:pt x="212615" y="222451"/>
                </a:cubicBezTo>
                <a:lnTo>
                  <a:pt x="293603" y="222451"/>
                </a:lnTo>
                <a:cubicBezTo>
                  <a:pt x="299210" y="222451"/>
                  <a:pt x="303749" y="217918"/>
                  <a:pt x="303749" y="212319"/>
                </a:cubicBezTo>
                <a:cubicBezTo>
                  <a:pt x="303749" y="206720"/>
                  <a:pt x="299210" y="202276"/>
                  <a:pt x="293603" y="202276"/>
                </a:cubicBezTo>
                <a:close/>
                <a:moveTo>
                  <a:pt x="445522" y="0"/>
                </a:moveTo>
                <a:cubicBezTo>
                  <a:pt x="467860" y="0"/>
                  <a:pt x="486016" y="18130"/>
                  <a:pt x="486016" y="40437"/>
                </a:cubicBezTo>
                <a:cubicBezTo>
                  <a:pt x="486016" y="62745"/>
                  <a:pt x="467860" y="80875"/>
                  <a:pt x="445522" y="80875"/>
                </a:cubicBezTo>
                <a:cubicBezTo>
                  <a:pt x="444988" y="80875"/>
                  <a:pt x="444454" y="80786"/>
                  <a:pt x="443920" y="80697"/>
                </a:cubicBezTo>
                <a:lnTo>
                  <a:pt x="433418" y="141576"/>
                </a:lnTo>
                <a:lnTo>
                  <a:pt x="465813" y="141576"/>
                </a:lnTo>
                <a:lnTo>
                  <a:pt x="496161" y="141576"/>
                </a:lnTo>
                <a:cubicBezTo>
                  <a:pt x="501768" y="141576"/>
                  <a:pt x="506307" y="146108"/>
                  <a:pt x="506307" y="151707"/>
                </a:cubicBezTo>
                <a:cubicBezTo>
                  <a:pt x="506307" y="157306"/>
                  <a:pt x="501768" y="161750"/>
                  <a:pt x="496161" y="161750"/>
                </a:cubicBezTo>
                <a:lnTo>
                  <a:pt x="475870" y="161750"/>
                </a:lnTo>
                <a:lnTo>
                  <a:pt x="475870" y="374425"/>
                </a:lnTo>
                <a:lnTo>
                  <a:pt x="465546" y="374425"/>
                </a:lnTo>
                <a:cubicBezTo>
                  <a:pt x="439292" y="374958"/>
                  <a:pt x="413127" y="382334"/>
                  <a:pt x="390432" y="395399"/>
                </a:cubicBezTo>
                <a:lnTo>
                  <a:pt x="385270" y="397976"/>
                </a:lnTo>
                <a:cubicBezTo>
                  <a:pt x="368450" y="406152"/>
                  <a:pt x="352608" y="413884"/>
                  <a:pt x="339081" y="427393"/>
                </a:cubicBezTo>
                <a:cubicBezTo>
                  <a:pt x="297786" y="465520"/>
                  <a:pt x="239048" y="435036"/>
                  <a:pt x="200690" y="396821"/>
                </a:cubicBezTo>
                <a:cubicBezTo>
                  <a:pt x="153788" y="356117"/>
                  <a:pt x="80632" y="352650"/>
                  <a:pt x="33819" y="389444"/>
                </a:cubicBezTo>
                <a:lnTo>
                  <a:pt x="30348" y="392466"/>
                </a:lnTo>
                <a:lnTo>
                  <a:pt x="30348" y="161750"/>
                </a:lnTo>
                <a:lnTo>
                  <a:pt x="10146" y="161750"/>
                </a:lnTo>
                <a:cubicBezTo>
                  <a:pt x="4539" y="161750"/>
                  <a:pt x="0" y="157306"/>
                  <a:pt x="0" y="151707"/>
                </a:cubicBezTo>
                <a:cubicBezTo>
                  <a:pt x="0" y="146108"/>
                  <a:pt x="4539" y="141576"/>
                  <a:pt x="10146" y="141576"/>
                </a:cubicBezTo>
                <a:lnTo>
                  <a:pt x="40494" y="141576"/>
                </a:lnTo>
                <a:lnTo>
                  <a:pt x="412949" y="141576"/>
                </a:lnTo>
                <a:lnTo>
                  <a:pt x="424429" y="74832"/>
                </a:lnTo>
                <a:cubicBezTo>
                  <a:pt x="412860" y="67722"/>
                  <a:pt x="405028" y="55013"/>
                  <a:pt x="405028" y="40437"/>
                </a:cubicBezTo>
                <a:cubicBezTo>
                  <a:pt x="405028" y="18130"/>
                  <a:pt x="423183" y="0"/>
                  <a:pt x="445522" y="0"/>
                </a:cubicBezTo>
                <a:close/>
              </a:path>
            </a:pathLst>
          </a:custGeom>
          <a:solidFill>
            <a:schemeClr val="accent1"/>
          </a:solidFill>
          <a:ln>
            <a:noFill/>
          </a:ln>
        </p:spPr>
      </p:sp>
      <p:sp>
        <p:nvSpPr>
          <p:cNvPr id="55" name="atom_106226">
            <a:extLst>
              <a:ext uri="{FF2B5EF4-FFF2-40B4-BE49-F238E27FC236}">
                <a16:creationId xmlns:a16="http://schemas.microsoft.com/office/drawing/2014/main" id="{DA67D118-C0DD-4822-9AF7-C6CAFFE992F5}"/>
              </a:ext>
            </a:extLst>
          </p:cNvPr>
          <p:cNvSpPr>
            <a:spLocks noChangeAspect="1"/>
          </p:cNvSpPr>
          <p:nvPr/>
        </p:nvSpPr>
        <p:spPr bwMode="auto">
          <a:xfrm>
            <a:off x="9380135" y="4445000"/>
            <a:ext cx="542505" cy="609684"/>
          </a:xfrm>
          <a:custGeom>
            <a:avLst/>
            <a:gdLst>
              <a:gd name="connsiteX0" fmla="*/ 270011 w 540120"/>
              <a:gd name="connsiteY0" fmla="*/ 432024 h 607004"/>
              <a:gd name="connsiteX1" fmla="*/ 198589 w 540120"/>
              <a:gd name="connsiteY1" fmla="*/ 461672 h 607004"/>
              <a:gd name="connsiteX2" fmla="*/ 210913 w 540120"/>
              <a:gd name="connsiteY2" fmla="*/ 504690 h 607004"/>
              <a:gd name="connsiteX3" fmla="*/ 270011 w 540120"/>
              <a:gd name="connsiteY3" fmla="*/ 581135 h 607004"/>
              <a:gd name="connsiteX4" fmla="*/ 329207 w 540120"/>
              <a:gd name="connsiteY4" fmla="*/ 504690 h 607004"/>
              <a:gd name="connsiteX5" fmla="*/ 341531 w 540120"/>
              <a:gd name="connsiteY5" fmla="*/ 461672 h 607004"/>
              <a:gd name="connsiteX6" fmla="*/ 270011 w 540120"/>
              <a:gd name="connsiteY6" fmla="*/ 432024 h 607004"/>
              <a:gd name="connsiteX7" fmla="*/ 353952 w 540120"/>
              <a:gd name="connsiteY7" fmla="*/ 385808 h 607004"/>
              <a:gd name="connsiteX8" fmla="*/ 326975 w 540120"/>
              <a:gd name="connsiteY8" fmla="*/ 401989 h 607004"/>
              <a:gd name="connsiteX9" fmla="*/ 299512 w 540120"/>
              <a:gd name="connsiteY9" fmla="*/ 417200 h 607004"/>
              <a:gd name="connsiteX10" fmla="*/ 346771 w 540120"/>
              <a:gd name="connsiteY10" fmla="*/ 436190 h 607004"/>
              <a:gd name="connsiteX11" fmla="*/ 353952 w 540120"/>
              <a:gd name="connsiteY11" fmla="*/ 385808 h 607004"/>
              <a:gd name="connsiteX12" fmla="*/ 186168 w 540120"/>
              <a:gd name="connsiteY12" fmla="*/ 385808 h 607004"/>
              <a:gd name="connsiteX13" fmla="*/ 193349 w 540120"/>
              <a:gd name="connsiteY13" fmla="*/ 436190 h 607004"/>
              <a:gd name="connsiteX14" fmla="*/ 240608 w 540120"/>
              <a:gd name="connsiteY14" fmla="*/ 417200 h 607004"/>
              <a:gd name="connsiteX15" fmla="*/ 213145 w 540120"/>
              <a:gd name="connsiteY15" fmla="*/ 401989 h 607004"/>
              <a:gd name="connsiteX16" fmla="*/ 186168 w 540120"/>
              <a:gd name="connsiteY16" fmla="*/ 385808 h 607004"/>
              <a:gd name="connsiteX17" fmla="*/ 443037 w 540120"/>
              <a:gd name="connsiteY17" fmla="*/ 320797 h 607004"/>
              <a:gd name="connsiteX18" fmla="*/ 381512 w 540120"/>
              <a:gd name="connsiteY18" fmla="*/ 367787 h 607004"/>
              <a:gd name="connsiteX19" fmla="*/ 371517 w 540120"/>
              <a:gd name="connsiteY19" fmla="*/ 444329 h 607004"/>
              <a:gd name="connsiteX20" fmla="*/ 409363 w 540120"/>
              <a:gd name="connsiteY20" fmla="*/ 454115 h 607004"/>
              <a:gd name="connsiteX21" fmla="*/ 438184 w 540120"/>
              <a:gd name="connsiteY21" fmla="*/ 438031 h 607004"/>
              <a:gd name="connsiteX22" fmla="*/ 469917 w 540120"/>
              <a:gd name="connsiteY22" fmla="*/ 459734 h 607004"/>
              <a:gd name="connsiteX23" fmla="*/ 510869 w 540120"/>
              <a:gd name="connsiteY23" fmla="*/ 442294 h 607004"/>
              <a:gd name="connsiteX24" fmla="*/ 474187 w 540120"/>
              <a:gd name="connsiteY24" fmla="*/ 352963 h 607004"/>
              <a:gd name="connsiteX25" fmla="*/ 443037 w 540120"/>
              <a:gd name="connsiteY25" fmla="*/ 320797 h 607004"/>
              <a:gd name="connsiteX26" fmla="*/ 97084 w 540120"/>
              <a:gd name="connsiteY26" fmla="*/ 320797 h 607004"/>
              <a:gd name="connsiteX27" fmla="*/ 78160 w 540120"/>
              <a:gd name="connsiteY27" fmla="*/ 339593 h 607004"/>
              <a:gd name="connsiteX28" fmla="*/ 82139 w 540120"/>
              <a:gd name="connsiteY28" fmla="*/ 355482 h 607004"/>
              <a:gd name="connsiteX29" fmla="*/ 48078 w 540120"/>
              <a:gd name="connsiteY29" fmla="*/ 389393 h 607004"/>
              <a:gd name="connsiteX30" fmla="*/ 39829 w 540120"/>
              <a:gd name="connsiteY30" fmla="*/ 388424 h 607004"/>
              <a:gd name="connsiteX31" fmla="*/ 29251 w 540120"/>
              <a:gd name="connsiteY31" fmla="*/ 442294 h 607004"/>
              <a:gd name="connsiteX32" fmla="*/ 125128 w 540120"/>
              <a:gd name="connsiteY32" fmla="*/ 455277 h 607004"/>
              <a:gd name="connsiteX33" fmla="*/ 168506 w 540120"/>
              <a:gd name="connsiteY33" fmla="*/ 444329 h 607004"/>
              <a:gd name="connsiteX34" fmla="*/ 158608 w 540120"/>
              <a:gd name="connsiteY34" fmla="*/ 367787 h 607004"/>
              <a:gd name="connsiteX35" fmla="*/ 97084 w 540120"/>
              <a:gd name="connsiteY35" fmla="*/ 320797 h 607004"/>
              <a:gd name="connsiteX36" fmla="*/ 270011 w 540120"/>
              <a:gd name="connsiteY36" fmla="*/ 275742 h 607004"/>
              <a:gd name="connsiteX37" fmla="*/ 242245 w 540120"/>
              <a:gd name="connsiteY37" fmla="*/ 303453 h 607004"/>
              <a:gd name="connsiteX38" fmla="*/ 270011 w 540120"/>
              <a:gd name="connsiteY38" fmla="*/ 331261 h 607004"/>
              <a:gd name="connsiteX39" fmla="*/ 297874 w 540120"/>
              <a:gd name="connsiteY39" fmla="*/ 303453 h 607004"/>
              <a:gd name="connsiteX40" fmla="*/ 270011 w 540120"/>
              <a:gd name="connsiteY40" fmla="*/ 275742 h 607004"/>
              <a:gd name="connsiteX41" fmla="*/ 383356 w 540120"/>
              <a:gd name="connsiteY41" fmla="*/ 272159 h 607004"/>
              <a:gd name="connsiteX42" fmla="*/ 383938 w 540120"/>
              <a:gd name="connsiteY42" fmla="*/ 303454 h 607004"/>
              <a:gd name="connsiteX43" fmla="*/ 383356 w 540120"/>
              <a:gd name="connsiteY43" fmla="*/ 334845 h 607004"/>
              <a:gd name="connsiteX44" fmla="*/ 423531 w 540120"/>
              <a:gd name="connsiteY44" fmla="*/ 303454 h 607004"/>
              <a:gd name="connsiteX45" fmla="*/ 383356 w 540120"/>
              <a:gd name="connsiteY45" fmla="*/ 272159 h 607004"/>
              <a:gd name="connsiteX46" fmla="*/ 156764 w 540120"/>
              <a:gd name="connsiteY46" fmla="*/ 272159 h 607004"/>
              <a:gd name="connsiteX47" fmla="*/ 116589 w 540120"/>
              <a:gd name="connsiteY47" fmla="*/ 303454 h 607004"/>
              <a:gd name="connsiteX48" fmla="*/ 156764 w 540120"/>
              <a:gd name="connsiteY48" fmla="*/ 334845 h 607004"/>
              <a:gd name="connsiteX49" fmla="*/ 156182 w 540120"/>
              <a:gd name="connsiteY49" fmla="*/ 303454 h 607004"/>
              <a:gd name="connsiteX50" fmla="*/ 156764 w 540120"/>
              <a:gd name="connsiteY50" fmla="*/ 272159 h 607004"/>
              <a:gd name="connsiteX51" fmla="*/ 270011 w 540120"/>
              <a:gd name="connsiteY51" fmla="*/ 249872 h 607004"/>
              <a:gd name="connsiteX52" fmla="*/ 323795 w 540120"/>
              <a:gd name="connsiteY52" fmla="*/ 303453 h 607004"/>
              <a:gd name="connsiteX53" fmla="*/ 270011 w 540120"/>
              <a:gd name="connsiteY53" fmla="*/ 357131 h 607004"/>
              <a:gd name="connsiteX54" fmla="*/ 216324 w 540120"/>
              <a:gd name="connsiteY54" fmla="*/ 303453 h 607004"/>
              <a:gd name="connsiteX55" fmla="*/ 270011 w 540120"/>
              <a:gd name="connsiteY55" fmla="*/ 249872 h 607004"/>
              <a:gd name="connsiteX56" fmla="*/ 270011 w 540120"/>
              <a:gd name="connsiteY56" fmla="*/ 203756 h 607004"/>
              <a:gd name="connsiteX57" fmla="*/ 226052 w 540120"/>
              <a:gd name="connsiteY57" fmla="*/ 227396 h 607004"/>
              <a:gd name="connsiteX58" fmla="*/ 183547 w 540120"/>
              <a:gd name="connsiteY58" fmla="*/ 253653 h 607004"/>
              <a:gd name="connsiteX59" fmla="*/ 181995 w 540120"/>
              <a:gd name="connsiteY59" fmla="*/ 303454 h 607004"/>
              <a:gd name="connsiteX60" fmla="*/ 183547 w 540120"/>
              <a:gd name="connsiteY60" fmla="*/ 353351 h 607004"/>
              <a:gd name="connsiteX61" fmla="*/ 226052 w 540120"/>
              <a:gd name="connsiteY61" fmla="*/ 379608 h 607004"/>
              <a:gd name="connsiteX62" fmla="*/ 270011 w 540120"/>
              <a:gd name="connsiteY62" fmla="*/ 403248 h 607004"/>
              <a:gd name="connsiteX63" fmla="*/ 314068 w 540120"/>
              <a:gd name="connsiteY63" fmla="*/ 379608 h 607004"/>
              <a:gd name="connsiteX64" fmla="*/ 356573 w 540120"/>
              <a:gd name="connsiteY64" fmla="*/ 353351 h 607004"/>
              <a:gd name="connsiteX65" fmla="*/ 358028 w 540120"/>
              <a:gd name="connsiteY65" fmla="*/ 303454 h 607004"/>
              <a:gd name="connsiteX66" fmla="*/ 356573 w 540120"/>
              <a:gd name="connsiteY66" fmla="*/ 253653 h 607004"/>
              <a:gd name="connsiteX67" fmla="*/ 314068 w 540120"/>
              <a:gd name="connsiteY67" fmla="*/ 227396 h 607004"/>
              <a:gd name="connsiteX68" fmla="*/ 270011 w 540120"/>
              <a:gd name="connsiteY68" fmla="*/ 203756 h 607004"/>
              <a:gd name="connsiteX69" fmla="*/ 346771 w 540120"/>
              <a:gd name="connsiteY69" fmla="*/ 170814 h 607004"/>
              <a:gd name="connsiteX70" fmla="*/ 299512 w 540120"/>
              <a:gd name="connsiteY70" fmla="*/ 189804 h 607004"/>
              <a:gd name="connsiteX71" fmla="*/ 326975 w 540120"/>
              <a:gd name="connsiteY71" fmla="*/ 205015 h 607004"/>
              <a:gd name="connsiteX72" fmla="*/ 353952 w 540120"/>
              <a:gd name="connsiteY72" fmla="*/ 221196 h 607004"/>
              <a:gd name="connsiteX73" fmla="*/ 346771 w 540120"/>
              <a:gd name="connsiteY73" fmla="*/ 170814 h 607004"/>
              <a:gd name="connsiteX74" fmla="*/ 193349 w 540120"/>
              <a:gd name="connsiteY74" fmla="*/ 170814 h 607004"/>
              <a:gd name="connsiteX75" fmla="*/ 186168 w 540120"/>
              <a:gd name="connsiteY75" fmla="*/ 221196 h 607004"/>
              <a:gd name="connsiteX76" fmla="*/ 213145 w 540120"/>
              <a:gd name="connsiteY76" fmla="*/ 205015 h 607004"/>
              <a:gd name="connsiteX77" fmla="*/ 240608 w 540120"/>
              <a:gd name="connsiteY77" fmla="*/ 189804 h 607004"/>
              <a:gd name="connsiteX78" fmla="*/ 193349 w 540120"/>
              <a:gd name="connsiteY78" fmla="*/ 170814 h 607004"/>
              <a:gd name="connsiteX79" fmla="*/ 477814 w 540120"/>
              <a:gd name="connsiteY79" fmla="*/ 147972 h 607004"/>
              <a:gd name="connsiteX80" fmla="*/ 414992 w 540120"/>
              <a:gd name="connsiteY80" fmla="*/ 151727 h 607004"/>
              <a:gd name="connsiteX81" fmla="*/ 371517 w 540120"/>
              <a:gd name="connsiteY81" fmla="*/ 162578 h 607004"/>
              <a:gd name="connsiteX82" fmla="*/ 381512 w 540120"/>
              <a:gd name="connsiteY82" fmla="*/ 239217 h 607004"/>
              <a:gd name="connsiteX83" fmla="*/ 443037 w 540120"/>
              <a:gd name="connsiteY83" fmla="*/ 286207 h 607004"/>
              <a:gd name="connsiteX84" fmla="*/ 474187 w 540120"/>
              <a:gd name="connsiteY84" fmla="*/ 254041 h 607004"/>
              <a:gd name="connsiteX85" fmla="*/ 510869 w 540120"/>
              <a:gd name="connsiteY85" fmla="*/ 164710 h 607004"/>
              <a:gd name="connsiteX86" fmla="*/ 477814 w 540120"/>
              <a:gd name="connsiteY86" fmla="*/ 147972 h 607004"/>
              <a:gd name="connsiteX87" fmla="*/ 79810 w 540120"/>
              <a:gd name="connsiteY87" fmla="*/ 146882 h 607004"/>
              <a:gd name="connsiteX88" fmla="*/ 29251 w 540120"/>
              <a:gd name="connsiteY88" fmla="*/ 164710 h 607004"/>
              <a:gd name="connsiteX89" fmla="*/ 65933 w 540120"/>
              <a:gd name="connsiteY89" fmla="*/ 254041 h 607004"/>
              <a:gd name="connsiteX90" fmla="*/ 97084 w 540120"/>
              <a:gd name="connsiteY90" fmla="*/ 286207 h 607004"/>
              <a:gd name="connsiteX91" fmla="*/ 158608 w 540120"/>
              <a:gd name="connsiteY91" fmla="*/ 239217 h 607004"/>
              <a:gd name="connsiteX92" fmla="*/ 168506 w 540120"/>
              <a:gd name="connsiteY92" fmla="*/ 162578 h 607004"/>
              <a:gd name="connsiteX93" fmla="*/ 125128 w 540120"/>
              <a:gd name="connsiteY93" fmla="*/ 151727 h 607004"/>
              <a:gd name="connsiteX94" fmla="*/ 79810 w 540120"/>
              <a:gd name="connsiteY94" fmla="*/ 146882 h 607004"/>
              <a:gd name="connsiteX95" fmla="*/ 270011 w 540120"/>
              <a:gd name="connsiteY95" fmla="*/ 25869 h 607004"/>
              <a:gd name="connsiteX96" fmla="*/ 210913 w 540120"/>
              <a:gd name="connsiteY96" fmla="*/ 102217 h 607004"/>
              <a:gd name="connsiteX97" fmla="*/ 198589 w 540120"/>
              <a:gd name="connsiteY97" fmla="*/ 145332 h 607004"/>
              <a:gd name="connsiteX98" fmla="*/ 270011 w 540120"/>
              <a:gd name="connsiteY98" fmla="*/ 174980 h 607004"/>
              <a:gd name="connsiteX99" fmla="*/ 341531 w 540120"/>
              <a:gd name="connsiteY99" fmla="*/ 145332 h 607004"/>
              <a:gd name="connsiteX100" fmla="*/ 330759 w 540120"/>
              <a:gd name="connsiteY100" fmla="*/ 106868 h 607004"/>
              <a:gd name="connsiteX101" fmla="*/ 297474 w 540120"/>
              <a:gd name="connsiteY101" fmla="*/ 72860 h 607004"/>
              <a:gd name="connsiteX102" fmla="*/ 305043 w 540120"/>
              <a:gd name="connsiteY102" fmla="*/ 51544 h 607004"/>
              <a:gd name="connsiteX103" fmla="*/ 270011 w 540120"/>
              <a:gd name="connsiteY103" fmla="*/ 25869 h 607004"/>
              <a:gd name="connsiteX104" fmla="*/ 270011 w 540120"/>
              <a:gd name="connsiteY104" fmla="*/ 0 h 607004"/>
              <a:gd name="connsiteX105" fmla="*/ 319309 w 540120"/>
              <a:gd name="connsiteY105" fmla="*/ 27516 h 607004"/>
              <a:gd name="connsiteX106" fmla="*/ 327848 w 540120"/>
              <a:gd name="connsiteY106" fmla="*/ 39143 h 607004"/>
              <a:gd name="connsiteX107" fmla="*/ 331439 w 540120"/>
              <a:gd name="connsiteY107" fmla="*/ 38949 h 607004"/>
              <a:gd name="connsiteX108" fmla="*/ 365500 w 540120"/>
              <a:gd name="connsiteY108" fmla="*/ 72860 h 607004"/>
              <a:gd name="connsiteX109" fmla="*/ 354923 w 540120"/>
              <a:gd name="connsiteY109" fmla="*/ 97469 h 607004"/>
              <a:gd name="connsiteX110" fmla="*/ 366180 w 540120"/>
              <a:gd name="connsiteY110" fmla="*/ 137290 h 607004"/>
              <a:gd name="connsiteX111" fmla="*/ 410139 w 540120"/>
              <a:gd name="connsiteY111" fmla="*/ 126342 h 607004"/>
              <a:gd name="connsiteX112" fmla="*/ 484764 w 540120"/>
              <a:gd name="connsiteY112" fmla="*/ 122854 h 607004"/>
              <a:gd name="connsiteX113" fmla="*/ 533285 w 540120"/>
              <a:gd name="connsiteY113" fmla="*/ 151727 h 607004"/>
              <a:gd name="connsiteX114" fmla="*/ 534061 w 540120"/>
              <a:gd name="connsiteY114" fmla="*/ 208116 h 607004"/>
              <a:gd name="connsiteX115" fmla="*/ 493789 w 540120"/>
              <a:gd name="connsiteY115" fmla="*/ 270899 h 607004"/>
              <a:gd name="connsiteX116" fmla="*/ 462348 w 540120"/>
              <a:gd name="connsiteY116" fmla="*/ 303454 h 607004"/>
              <a:gd name="connsiteX117" fmla="*/ 493789 w 540120"/>
              <a:gd name="connsiteY117" fmla="*/ 336008 h 607004"/>
              <a:gd name="connsiteX118" fmla="*/ 534061 w 540120"/>
              <a:gd name="connsiteY118" fmla="*/ 398791 h 607004"/>
              <a:gd name="connsiteX119" fmla="*/ 533285 w 540120"/>
              <a:gd name="connsiteY119" fmla="*/ 455277 h 607004"/>
              <a:gd name="connsiteX120" fmla="*/ 484764 w 540120"/>
              <a:gd name="connsiteY120" fmla="*/ 484053 h 607004"/>
              <a:gd name="connsiteX121" fmla="*/ 469335 w 540120"/>
              <a:gd name="connsiteY121" fmla="*/ 485700 h 607004"/>
              <a:gd name="connsiteX122" fmla="*/ 438184 w 540120"/>
              <a:gd name="connsiteY122" fmla="*/ 505950 h 607004"/>
              <a:gd name="connsiteX123" fmla="*/ 405093 w 540120"/>
              <a:gd name="connsiteY123" fmla="*/ 479596 h 607004"/>
              <a:gd name="connsiteX124" fmla="*/ 366180 w 540120"/>
              <a:gd name="connsiteY124" fmla="*/ 469714 h 607004"/>
              <a:gd name="connsiteX125" fmla="*/ 353661 w 540120"/>
              <a:gd name="connsiteY125" fmla="*/ 513216 h 607004"/>
              <a:gd name="connsiteX126" fmla="*/ 319309 w 540120"/>
              <a:gd name="connsiteY126" fmla="*/ 579391 h 607004"/>
              <a:gd name="connsiteX127" fmla="*/ 270011 w 540120"/>
              <a:gd name="connsiteY127" fmla="*/ 607004 h 607004"/>
              <a:gd name="connsiteX128" fmla="*/ 220714 w 540120"/>
              <a:gd name="connsiteY128" fmla="*/ 579391 h 607004"/>
              <a:gd name="connsiteX129" fmla="*/ 186459 w 540120"/>
              <a:gd name="connsiteY129" fmla="*/ 513216 h 607004"/>
              <a:gd name="connsiteX130" fmla="*/ 173940 w 540120"/>
              <a:gd name="connsiteY130" fmla="*/ 469714 h 607004"/>
              <a:gd name="connsiteX131" fmla="*/ 129981 w 540120"/>
              <a:gd name="connsiteY131" fmla="*/ 480662 h 607004"/>
              <a:gd name="connsiteX132" fmla="*/ 79810 w 540120"/>
              <a:gd name="connsiteY132" fmla="*/ 485894 h 607004"/>
              <a:gd name="connsiteX133" fmla="*/ 55356 w 540120"/>
              <a:gd name="connsiteY133" fmla="*/ 484053 h 607004"/>
              <a:gd name="connsiteX134" fmla="*/ 6835 w 540120"/>
              <a:gd name="connsiteY134" fmla="*/ 455277 h 607004"/>
              <a:gd name="connsiteX135" fmla="*/ 6059 w 540120"/>
              <a:gd name="connsiteY135" fmla="*/ 398791 h 607004"/>
              <a:gd name="connsiteX136" fmla="*/ 18965 w 540120"/>
              <a:gd name="connsiteY136" fmla="*/ 372922 h 607004"/>
              <a:gd name="connsiteX137" fmla="*/ 14113 w 540120"/>
              <a:gd name="connsiteY137" fmla="*/ 355482 h 607004"/>
              <a:gd name="connsiteX138" fmla="*/ 48078 w 540120"/>
              <a:gd name="connsiteY138" fmla="*/ 321572 h 607004"/>
              <a:gd name="connsiteX139" fmla="*/ 58170 w 540120"/>
              <a:gd name="connsiteY139" fmla="*/ 323025 h 607004"/>
              <a:gd name="connsiteX140" fmla="*/ 77772 w 540120"/>
              <a:gd name="connsiteY140" fmla="*/ 303454 h 607004"/>
              <a:gd name="connsiteX141" fmla="*/ 46331 w 540120"/>
              <a:gd name="connsiteY141" fmla="*/ 270899 h 607004"/>
              <a:gd name="connsiteX142" fmla="*/ 6059 w 540120"/>
              <a:gd name="connsiteY142" fmla="*/ 208116 h 607004"/>
              <a:gd name="connsiteX143" fmla="*/ 6835 w 540120"/>
              <a:gd name="connsiteY143" fmla="*/ 151727 h 607004"/>
              <a:gd name="connsiteX144" fmla="*/ 55356 w 540120"/>
              <a:gd name="connsiteY144" fmla="*/ 122854 h 607004"/>
              <a:gd name="connsiteX145" fmla="*/ 129981 w 540120"/>
              <a:gd name="connsiteY145" fmla="*/ 126342 h 607004"/>
              <a:gd name="connsiteX146" fmla="*/ 173940 w 540120"/>
              <a:gd name="connsiteY146" fmla="*/ 137290 h 607004"/>
              <a:gd name="connsiteX147" fmla="*/ 186459 w 540120"/>
              <a:gd name="connsiteY147" fmla="*/ 93788 h 607004"/>
              <a:gd name="connsiteX148" fmla="*/ 220714 w 540120"/>
              <a:gd name="connsiteY148" fmla="*/ 27516 h 607004"/>
              <a:gd name="connsiteX149" fmla="*/ 270011 w 540120"/>
              <a:gd name="connsiteY149" fmla="*/ 0 h 60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540120" h="607004">
                <a:moveTo>
                  <a:pt x="270011" y="432024"/>
                </a:moveTo>
                <a:cubicBezTo>
                  <a:pt x="245751" y="443651"/>
                  <a:pt x="221782" y="453630"/>
                  <a:pt x="198589" y="461672"/>
                </a:cubicBezTo>
                <a:cubicBezTo>
                  <a:pt x="202179" y="476980"/>
                  <a:pt x="206255" y="491416"/>
                  <a:pt x="210913" y="504690"/>
                </a:cubicBezTo>
                <a:cubicBezTo>
                  <a:pt x="227507" y="552553"/>
                  <a:pt x="249633" y="581135"/>
                  <a:pt x="270011" y="581135"/>
                </a:cubicBezTo>
                <a:cubicBezTo>
                  <a:pt x="290487" y="581135"/>
                  <a:pt x="312613" y="552553"/>
                  <a:pt x="329207" y="504690"/>
                </a:cubicBezTo>
                <a:cubicBezTo>
                  <a:pt x="333865" y="491416"/>
                  <a:pt x="337941" y="476980"/>
                  <a:pt x="341531" y="461672"/>
                </a:cubicBezTo>
                <a:cubicBezTo>
                  <a:pt x="318338" y="453630"/>
                  <a:pt x="294369" y="443651"/>
                  <a:pt x="270011" y="432024"/>
                </a:cubicBezTo>
                <a:close/>
                <a:moveTo>
                  <a:pt x="353952" y="385808"/>
                </a:moveTo>
                <a:cubicBezTo>
                  <a:pt x="345122" y="391331"/>
                  <a:pt x="336194" y="396660"/>
                  <a:pt x="326975" y="401989"/>
                </a:cubicBezTo>
                <a:cubicBezTo>
                  <a:pt x="317853" y="407221"/>
                  <a:pt x="308634" y="412259"/>
                  <a:pt x="299512" y="417200"/>
                </a:cubicBezTo>
                <a:cubicBezTo>
                  <a:pt x="315524" y="424273"/>
                  <a:pt x="331342" y="430668"/>
                  <a:pt x="346771" y="436190"/>
                </a:cubicBezTo>
                <a:cubicBezTo>
                  <a:pt x="349683" y="420107"/>
                  <a:pt x="352109" y="403248"/>
                  <a:pt x="353952" y="385808"/>
                </a:cubicBezTo>
                <a:close/>
                <a:moveTo>
                  <a:pt x="186168" y="385808"/>
                </a:moveTo>
                <a:cubicBezTo>
                  <a:pt x="188011" y="403248"/>
                  <a:pt x="190437" y="420107"/>
                  <a:pt x="193349" y="436190"/>
                </a:cubicBezTo>
                <a:cubicBezTo>
                  <a:pt x="208778" y="430668"/>
                  <a:pt x="224596" y="424273"/>
                  <a:pt x="240608" y="417200"/>
                </a:cubicBezTo>
                <a:cubicBezTo>
                  <a:pt x="231389" y="412259"/>
                  <a:pt x="222267" y="407221"/>
                  <a:pt x="213145" y="401989"/>
                </a:cubicBezTo>
                <a:cubicBezTo>
                  <a:pt x="203926" y="396660"/>
                  <a:pt x="194998" y="391331"/>
                  <a:pt x="186168" y="385808"/>
                </a:cubicBezTo>
                <a:close/>
                <a:moveTo>
                  <a:pt x="443037" y="320797"/>
                </a:moveTo>
                <a:cubicBezTo>
                  <a:pt x="424405" y="336783"/>
                  <a:pt x="403735" y="352576"/>
                  <a:pt x="381512" y="367787"/>
                </a:cubicBezTo>
                <a:cubicBezTo>
                  <a:pt x="379474" y="394528"/>
                  <a:pt x="376078" y="420301"/>
                  <a:pt x="371517" y="444329"/>
                </a:cubicBezTo>
                <a:cubicBezTo>
                  <a:pt x="384520" y="448301"/>
                  <a:pt x="397233" y="451595"/>
                  <a:pt x="409363" y="454115"/>
                </a:cubicBezTo>
                <a:cubicBezTo>
                  <a:pt x="415283" y="444523"/>
                  <a:pt x="426054" y="438031"/>
                  <a:pt x="438184" y="438031"/>
                </a:cubicBezTo>
                <a:cubicBezTo>
                  <a:pt x="452644" y="438031"/>
                  <a:pt x="464968" y="447042"/>
                  <a:pt x="469917" y="459734"/>
                </a:cubicBezTo>
                <a:cubicBezTo>
                  <a:pt x="490587" y="458378"/>
                  <a:pt x="505046" y="452467"/>
                  <a:pt x="510869" y="442294"/>
                </a:cubicBezTo>
                <a:cubicBezTo>
                  <a:pt x="521058" y="424661"/>
                  <a:pt x="507375" y="391234"/>
                  <a:pt x="474187" y="352963"/>
                </a:cubicBezTo>
                <a:cubicBezTo>
                  <a:pt x="464968" y="342306"/>
                  <a:pt x="454487" y="331551"/>
                  <a:pt x="443037" y="320797"/>
                </a:cubicBezTo>
                <a:close/>
                <a:moveTo>
                  <a:pt x="97084" y="320797"/>
                </a:moveTo>
                <a:cubicBezTo>
                  <a:pt x="90388" y="327094"/>
                  <a:pt x="84080" y="333295"/>
                  <a:pt x="78160" y="339593"/>
                </a:cubicBezTo>
                <a:cubicBezTo>
                  <a:pt x="80683" y="344340"/>
                  <a:pt x="82139" y="349766"/>
                  <a:pt x="82139" y="355482"/>
                </a:cubicBezTo>
                <a:cubicBezTo>
                  <a:pt x="82139" y="374182"/>
                  <a:pt x="66904" y="389393"/>
                  <a:pt x="48078" y="389393"/>
                </a:cubicBezTo>
                <a:cubicBezTo>
                  <a:pt x="45263" y="389393"/>
                  <a:pt x="42546" y="389103"/>
                  <a:pt x="39829" y="388424"/>
                </a:cubicBezTo>
                <a:cubicBezTo>
                  <a:pt x="26340" y="411290"/>
                  <a:pt x="22362" y="430377"/>
                  <a:pt x="29251" y="442294"/>
                </a:cubicBezTo>
                <a:cubicBezTo>
                  <a:pt x="39441" y="460025"/>
                  <a:pt x="75249" y="464772"/>
                  <a:pt x="125128" y="455277"/>
                </a:cubicBezTo>
                <a:cubicBezTo>
                  <a:pt x="138908" y="452564"/>
                  <a:pt x="153465" y="448980"/>
                  <a:pt x="168506" y="444329"/>
                </a:cubicBezTo>
                <a:cubicBezTo>
                  <a:pt x="164042" y="420301"/>
                  <a:pt x="160646" y="394528"/>
                  <a:pt x="158608" y="367787"/>
                </a:cubicBezTo>
                <a:cubicBezTo>
                  <a:pt x="136385" y="352576"/>
                  <a:pt x="115715" y="336783"/>
                  <a:pt x="97084" y="320797"/>
                </a:cubicBezTo>
                <a:close/>
                <a:moveTo>
                  <a:pt x="270011" y="275742"/>
                </a:moveTo>
                <a:cubicBezTo>
                  <a:pt x="254672" y="275742"/>
                  <a:pt x="242245" y="288144"/>
                  <a:pt x="242245" y="303453"/>
                </a:cubicBezTo>
                <a:cubicBezTo>
                  <a:pt x="242245" y="318762"/>
                  <a:pt x="254672" y="331261"/>
                  <a:pt x="270011" y="331261"/>
                </a:cubicBezTo>
                <a:cubicBezTo>
                  <a:pt x="285350" y="331261"/>
                  <a:pt x="297874" y="318762"/>
                  <a:pt x="297874" y="303453"/>
                </a:cubicBezTo>
                <a:cubicBezTo>
                  <a:pt x="297874" y="288144"/>
                  <a:pt x="285350" y="275742"/>
                  <a:pt x="270011" y="275742"/>
                </a:cubicBezTo>
                <a:close/>
                <a:moveTo>
                  <a:pt x="383356" y="272159"/>
                </a:moveTo>
                <a:cubicBezTo>
                  <a:pt x="383744" y="282526"/>
                  <a:pt x="383938" y="292990"/>
                  <a:pt x="383938" y="303454"/>
                </a:cubicBezTo>
                <a:cubicBezTo>
                  <a:pt x="383938" y="314014"/>
                  <a:pt x="383744" y="324478"/>
                  <a:pt x="383356" y="334845"/>
                </a:cubicBezTo>
                <a:cubicBezTo>
                  <a:pt x="397621" y="324575"/>
                  <a:pt x="411013" y="314111"/>
                  <a:pt x="423531" y="303454"/>
                </a:cubicBezTo>
                <a:cubicBezTo>
                  <a:pt x="411013" y="292893"/>
                  <a:pt x="397621" y="282429"/>
                  <a:pt x="383356" y="272159"/>
                </a:cubicBezTo>
                <a:close/>
                <a:moveTo>
                  <a:pt x="156764" y="272159"/>
                </a:moveTo>
                <a:cubicBezTo>
                  <a:pt x="142499" y="282429"/>
                  <a:pt x="129107" y="292893"/>
                  <a:pt x="116589" y="303454"/>
                </a:cubicBezTo>
                <a:cubicBezTo>
                  <a:pt x="129107" y="314111"/>
                  <a:pt x="142499" y="324575"/>
                  <a:pt x="156764" y="334845"/>
                </a:cubicBezTo>
                <a:cubicBezTo>
                  <a:pt x="156376" y="324478"/>
                  <a:pt x="156182" y="314014"/>
                  <a:pt x="156182" y="303454"/>
                </a:cubicBezTo>
                <a:cubicBezTo>
                  <a:pt x="156182" y="292990"/>
                  <a:pt x="156376" y="282526"/>
                  <a:pt x="156764" y="272159"/>
                </a:cubicBezTo>
                <a:close/>
                <a:moveTo>
                  <a:pt x="270011" y="249872"/>
                </a:moveTo>
                <a:cubicBezTo>
                  <a:pt x="299718" y="249872"/>
                  <a:pt x="323795" y="273901"/>
                  <a:pt x="323795" y="303453"/>
                </a:cubicBezTo>
                <a:cubicBezTo>
                  <a:pt x="323795" y="333102"/>
                  <a:pt x="299718" y="357131"/>
                  <a:pt x="270011" y="357131"/>
                </a:cubicBezTo>
                <a:cubicBezTo>
                  <a:pt x="240401" y="357131"/>
                  <a:pt x="216324" y="333102"/>
                  <a:pt x="216324" y="303453"/>
                </a:cubicBezTo>
                <a:cubicBezTo>
                  <a:pt x="216324" y="273901"/>
                  <a:pt x="240401" y="249872"/>
                  <a:pt x="270011" y="249872"/>
                </a:cubicBezTo>
                <a:close/>
                <a:moveTo>
                  <a:pt x="270011" y="203756"/>
                </a:moveTo>
                <a:cubicBezTo>
                  <a:pt x="255455" y="211022"/>
                  <a:pt x="240705" y="218967"/>
                  <a:pt x="226052" y="227396"/>
                </a:cubicBezTo>
                <a:cubicBezTo>
                  <a:pt x="211398" y="235826"/>
                  <a:pt x="197133" y="244642"/>
                  <a:pt x="183547" y="253653"/>
                </a:cubicBezTo>
                <a:cubicBezTo>
                  <a:pt x="182577" y="269930"/>
                  <a:pt x="181995" y="286595"/>
                  <a:pt x="181995" y="303454"/>
                </a:cubicBezTo>
                <a:cubicBezTo>
                  <a:pt x="181995" y="320409"/>
                  <a:pt x="182577" y="337074"/>
                  <a:pt x="183547" y="353351"/>
                </a:cubicBezTo>
                <a:cubicBezTo>
                  <a:pt x="197133" y="362362"/>
                  <a:pt x="211398" y="371178"/>
                  <a:pt x="226052" y="379608"/>
                </a:cubicBezTo>
                <a:cubicBezTo>
                  <a:pt x="240705" y="388037"/>
                  <a:pt x="255455" y="395982"/>
                  <a:pt x="270011" y="403248"/>
                </a:cubicBezTo>
                <a:cubicBezTo>
                  <a:pt x="284665" y="395982"/>
                  <a:pt x="299415" y="388037"/>
                  <a:pt x="314068" y="379608"/>
                </a:cubicBezTo>
                <a:cubicBezTo>
                  <a:pt x="328722" y="371178"/>
                  <a:pt x="342890" y="362362"/>
                  <a:pt x="356573" y="353351"/>
                </a:cubicBezTo>
                <a:cubicBezTo>
                  <a:pt x="357543" y="337074"/>
                  <a:pt x="358028" y="320409"/>
                  <a:pt x="358028" y="303454"/>
                </a:cubicBezTo>
                <a:cubicBezTo>
                  <a:pt x="358028" y="286595"/>
                  <a:pt x="357543" y="269930"/>
                  <a:pt x="356573" y="253653"/>
                </a:cubicBezTo>
                <a:cubicBezTo>
                  <a:pt x="342890" y="244642"/>
                  <a:pt x="328722" y="235826"/>
                  <a:pt x="314068" y="227396"/>
                </a:cubicBezTo>
                <a:cubicBezTo>
                  <a:pt x="299415" y="218967"/>
                  <a:pt x="284665" y="211022"/>
                  <a:pt x="270011" y="203756"/>
                </a:cubicBezTo>
                <a:close/>
                <a:moveTo>
                  <a:pt x="346771" y="170814"/>
                </a:moveTo>
                <a:cubicBezTo>
                  <a:pt x="331342" y="176336"/>
                  <a:pt x="315524" y="182634"/>
                  <a:pt x="299512" y="189804"/>
                </a:cubicBezTo>
                <a:cubicBezTo>
                  <a:pt x="308634" y="194648"/>
                  <a:pt x="317853" y="199783"/>
                  <a:pt x="326975" y="205015"/>
                </a:cubicBezTo>
                <a:cubicBezTo>
                  <a:pt x="336194" y="210247"/>
                  <a:pt x="345122" y="215673"/>
                  <a:pt x="353952" y="221196"/>
                </a:cubicBezTo>
                <a:cubicBezTo>
                  <a:pt x="352109" y="203756"/>
                  <a:pt x="349683" y="186897"/>
                  <a:pt x="346771" y="170814"/>
                </a:cubicBezTo>
                <a:close/>
                <a:moveTo>
                  <a:pt x="193349" y="170814"/>
                </a:moveTo>
                <a:cubicBezTo>
                  <a:pt x="190437" y="186897"/>
                  <a:pt x="188011" y="203756"/>
                  <a:pt x="186168" y="221196"/>
                </a:cubicBezTo>
                <a:cubicBezTo>
                  <a:pt x="194998" y="215673"/>
                  <a:pt x="203926" y="210247"/>
                  <a:pt x="213145" y="205015"/>
                </a:cubicBezTo>
                <a:cubicBezTo>
                  <a:pt x="222267" y="199783"/>
                  <a:pt x="231389" y="194648"/>
                  <a:pt x="240608" y="189804"/>
                </a:cubicBezTo>
                <a:cubicBezTo>
                  <a:pt x="224596" y="182634"/>
                  <a:pt x="208778" y="176336"/>
                  <a:pt x="193349" y="170814"/>
                </a:cubicBezTo>
                <a:close/>
                <a:moveTo>
                  <a:pt x="477814" y="147972"/>
                </a:moveTo>
                <a:cubicBezTo>
                  <a:pt x="461353" y="145744"/>
                  <a:pt x="439931" y="146931"/>
                  <a:pt x="414992" y="151727"/>
                </a:cubicBezTo>
                <a:cubicBezTo>
                  <a:pt x="401212" y="154343"/>
                  <a:pt x="386655" y="158024"/>
                  <a:pt x="371517" y="162578"/>
                </a:cubicBezTo>
                <a:cubicBezTo>
                  <a:pt x="376078" y="186703"/>
                  <a:pt x="379474" y="212476"/>
                  <a:pt x="381512" y="239217"/>
                </a:cubicBezTo>
                <a:cubicBezTo>
                  <a:pt x="403735" y="254428"/>
                  <a:pt x="424405" y="270221"/>
                  <a:pt x="443037" y="286207"/>
                </a:cubicBezTo>
                <a:cubicBezTo>
                  <a:pt x="454487" y="275453"/>
                  <a:pt x="464968" y="264698"/>
                  <a:pt x="474187" y="254041"/>
                </a:cubicBezTo>
                <a:cubicBezTo>
                  <a:pt x="507375" y="215770"/>
                  <a:pt x="521058" y="182343"/>
                  <a:pt x="510869" y="164710"/>
                </a:cubicBezTo>
                <a:cubicBezTo>
                  <a:pt x="505774" y="155845"/>
                  <a:pt x="494274" y="150201"/>
                  <a:pt x="477814" y="147972"/>
                </a:cubicBezTo>
                <a:close/>
                <a:moveTo>
                  <a:pt x="79810" y="146882"/>
                </a:moveTo>
                <a:cubicBezTo>
                  <a:pt x="53997" y="146882"/>
                  <a:pt x="35947" y="152986"/>
                  <a:pt x="29251" y="164710"/>
                </a:cubicBezTo>
                <a:cubicBezTo>
                  <a:pt x="18965" y="182343"/>
                  <a:pt x="32745" y="215770"/>
                  <a:pt x="65933" y="254041"/>
                </a:cubicBezTo>
                <a:cubicBezTo>
                  <a:pt x="75152" y="264698"/>
                  <a:pt x="85633" y="275453"/>
                  <a:pt x="97084" y="286207"/>
                </a:cubicBezTo>
                <a:cubicBezTo>
                  <a:pt x="115715" y="270221"/>
                  <a:pt x="136385" y="254428"/>
                  <a:pt x="158608" y="239217"/>
                </a:cubicBezTo>
                <a:cubicBezTo>
                  <a:pt x="160646" y="212476"/>
                  <a:pt x="164042" y="186703"/>
                  <a:pt x="168506" y="162578"/>
                </a:cubicBezTo>
                <a:cubicBezTo>
                  <a:pt x="153465" y="158024"/>
                  <a:pt x="138908" y="154343"/>
                  <a:pt x="125128" y="151727"/>
                </a:cubicBezTo>
                <a:cubicBezTo>
                  <a:pt x="108243" y="148529"/>
                  <a:pt x="93008" y="146882"/>
                  <a:pt x="79810" y="146882"/>
                </a:cubicBezTo>
                <a:close/>
                <a:moveTo>
                  <a:pt x="270011" y="25869"/>
                </a:moveTo>
                <a:cubicBezTo>
                  <a:pt x="249633" y="25869"/>
                  <a:pt x="227507" y="54451"/>
                  <a:pt x="210913" y="102217"/>
                </a:cubicBezTo>
                <a:cubicBezTo>
                  <a:pt x="206255" y="115588"/>
                  <a:pt x="202179" y="130024"/>
                  <a:pt x="198589" y="145332"/>
                </a:cubicBezTo>
                <a:cubicBezTo>
                  <a:pt x="221782" y="153374"/>
                  <a:pt x="245751" y="163353"/>
                  <a:pt x="270011" y="174980"/>
                </a:cubicBezTo>
                <a:cubicBezTo>
                  <a:pt x="294369" y="163353"/>
                  <a:pt x="318338" y="153374"/>
                  <a:pt x="341531" y="145332"/>
                </a:cubicBezTo>
                <a:cubicBezTo>
                  <a:pt x="338329" y="131671"/>
                  <a:pt x="334738" y="118882"/>
                  <a:pt x="330759" y="106868"/>
                </a:cubicBezTo>
                <a:cubicBezTo>
                  <a:pt x="312322" y="106480"/>
                  <a:pt x="297474" y="91365"/>
                  <a:pt x="297474" y="72860"/>
                </a:cubicBezTo>
                <a:cubicBezTo>
                  <a:pt x="297474" y="64818"/>
                  <a:pt x="300288" y="57455"/>
                  <a:pt x="305043" y="51544"/>
                </a:cubicBezTo>
                <a:cubicBezTo>
                  <a:pt x="293690" y="34977"/>
                  <a:pt x="281559" y="25869"/>
                  <a:pt x="270011" y="25869"/>
                </a:cubicBezTo>
                <a:close/>
                <a:moveTo>
                  <a:pt x="270011" y="0"/>
                </a:moveTo>
                <a:cubicBezTo>
                  <a:pt x="287770" y="0"/>
                  <a:pt x="304364" y="9301"/>
                  <a:pt x="319309" y="27516"/>
                </a:cubicBezTo>
                <a:cubicBezTo>
                  <a:pt x="322220" y="31101"/>
                  <a:pt x="325034" y="34977"/>
                  <a:pt x="327848" y="39143"/>
                </a:cubicBezTo>
                <a:cubicBezTo>
                  <a:pt x="329013" y="39046"/>
                  <a:pt x="330274" y="38949"/>
                  <a:pt x="331439" y="38949"/>
                </a:cubicBezTo>
                <a:cubicBezTo>
                  <a:pt x="350265" y="38949"/>
                  <a:pt x="365500" y="54160"/>
                  <a:pt x="365500" y="72860"/>
                </a:cubicBezTo>
                <a:cubicBezTo>
                  <a:pt x="365500" y="82549"/>
                  <a:pt x="361425" y="91269"/>
                  <a:pt x="354923" y="97469"/>
                </a:cubicBezTo>
                <a:cubicBezTo>
                  <a:pt x="359096" y="109871"/>
                  <a:pt x="362880" y="123242"/>
                  <a:pt x="366180" y="137290"/>
                </a:cubicBezTo>
                <a:cubicBezTo>
                  <a:pt x="381415" y="132737"/>
                  <a:pt x="396068" y="129055"/>
                  <a:pt x="410139" y="126342"/>
                </a:cubicBezTo>
                <a:cubicBezTo>
                  <a:pt x="439446" y="120723"/>
                  <a:pt x="464483" y="119560"/>
                  <a:pt x="484764" y="122854"/>
                </a:cubicBezTo>
                <a:cubicBezTo>
                  <a:pt x="508151" y="126730"/>
                  <a:pt x="524454" y="136418"/>
                  <a:pt x="533285" y="151727"/>
                </a:cubicBezTo>
                <a:cubicBezTo>
                  <a:pt x="542116" y="167035"/>
                  <a:pt x="542407" y="186025"/>
                  <a:pt x="534061" y="208116"/>
                </a:cubicBezTo>
                <a:cubicBezTo>
                  <a:pt x="526783" y="227300"/>
                  <a:pt x="513295" y="248421"/>
                  <a:pt x="493789" y="270899"/>
                </a:cubicBezTo>
                <a:cubicBezTo>
                  <a:pt x="484376" y="281751"/>
                  <a:pt x="473799" y="292602"/>
                  <a:pt x="462348" y="303454"/>
                </a:cubicBezTo>
                <a:cubicBezTo>
                  <a:pt x="473799" y="314402"/>
                  <a:pt x="484376" y="325253"/>
                  <a:pt x="493789" y="336008"/>
                </a:cubicBezTo>
                <a:cubicBezTo>
                  <a:pt x="513295" y="358583"/>
                  <a:pt x="526783" y="379704"/>
                  <a:pt x="534061" y="398791"/>
                </a:cubicBezTo>
                <a:cubicBezTo>
                  <a:pt x="542407" y="420979"/>
                  <a:pt x="542116" y="439969"/>
                  <a:pt x="533285" y="455277"/>
                </a:cubicBezTo>
                <a:cubicBezTo>
                  <a:pt x="524454" y="470586"/>
                  <a:pt x="508151" y="480274"/>
                  <a:pt x="484764" y="484053"/>
                </a:cubicBezTo>
                <a:cubicBezTo>
                  <a:pt x="479912" y="484925"/>
                  <a:pt x="474769" y="485409"/>
                  <a:pt x="469335" y="485700"/>
                </a:cubicBezTo>
                <a:cubicBezTo>
                  <a:pt x="463997" y="497617"/>
                  <a:pt x="452061" y="505950"/>
                  <a:pt x="438184" y="505950"/>
                </a:cubicBezTo>
                <a:cubicBezTo>
                  <a:pt x="422076" y="505950"/>
                  <a:pt x="408587" y="494711"/>
                  <a:pt x="405093" y="479596"/>
                </a:cubicBezTo>
                <a:cubicBezTo>
                  <a:pt x="392575" y="477077"/>
                  <a:pt x="379571" y="473686"/>
                  <a:pt x="366180" y="469714"/>
                </a:cubicBezTo>
                <a:cubicBezTo>
                  <a:pt x="362492" y="485119"/>
                  <a:pt x="358319" y="499652"/>
                  <a:pt x="353661" y="513216"/>
                </a:cubicBezTo>
                <a:cubicBezTo>
                  <a:pt x="343860" y="541314"/>
                  <a:pt x="332312" y="563598"/>
                  <a:pt x="319309" y="579391"/>
                </a:cubicBezTo>
                <a:cubicBezTo>
                  <a:pt x="304364" y="597703"/>
                  <a:pt x="287770" y="607004"/>
                  <a:pt x="270011" y="607004"/>
                </a:cubicBezTo>
                <a:cubicBezTo>
                  <a:pt x="252350" y="607004"/>
                  <a:pt x="235756" y="597703"/>
                  <a:pt x="220714" y="579391"/>
                </a:cubicBezTo>
                <a:cubicBezTo>
                  <a:pt x="207808" y="563598"/>
                  <a:pt x="196260" y="541314"/>
                  <a:pt x="186459" y="513216"/>
                </a:cubicBezTo>
                <a:cubicBezTo>
                  <a:pt x="181801" y="499652"/>
                  <a:pt x="177531" y="485119"/>
                  <a:pt x="173940" y="469714"/>
                </a:cubicBezTo>
                <a:cubicBezTo>
                  <a:pt x="158705" y="474267"/>
                  <a:pt x="144052" y="477949"/>
                  <a:pt x="129981" y="480662"/>
                </a:cubicBezTo>
                <a:cubicBezTo>
                  <a:pt x="111543" y="484150"/>
                  <a:pt x="94755" y="485894"/>
                  <a:pt x="79810" y="485894"/>
                </a:cubicBezTo>
                <a:cubicBezTo>
                  <a:pt x="71076" y="485894"/>
                  <a:pt x="62828" y="485313"/>
                  <a:pt x="55356" y="484053"/>
                </a:cubicBezTo>
                <a:cubicBezTo>
                  <a:pt x="31969" y="480274"/>
                  <a:pt x="15666" y="470586"/>
                  <a:pt x="6835" y="455277"/>
                </a:cubicBezTo>
                <a:cubicBezTo>
                  <a:pt x="-1996" y="439969"/>
                  <a:pt x="-2287" y="420979"/>
                  <a:pt x="6059" y="398791"/>
                </a:cubicBezTo>
                <a:cubicBezTo>
                  <a:pt x="9164" y="390556"/>
                  <a:pt x="13531" y="381933"/>
                  <a:pt x="18965" y="372922"/>
                </a:cubicBezTo>
                <a:cubicBezTo>
                  <a:pt x="15860" y="367787"/>
                  <a:pt x="14113" y="361877"/>
                  <a:pt x="14113" y="355482"/>
                </a:cubicBezTo>
                <a:cubicBezTo>
                  <a:pt x="14113" y="336783"/>
                  <a:pt x="29349" y="321572"/>
                  <a:pt x="48078" y="321572"/>
                </a:cubicBezTo>
                <a:cubicBezTo>
                  <a:pt x="51571" y="321572"/>
                  <a:pt x="54967" y="322056"/>
                  <a:pt x="58170" y="323025"/>
                </a:cubicBezTo>
                <a:cubicBezTo>
                  <a:pt x="64283" y="316533"/>
                  <a:pt x="70882" y="310042"/>
                  <a:pt x="77772" y="303454"/>
                </a:cubicBezTo>
                <a:cubicBezTo>
                  <a:pt x="66224" y="292602"/>
                  <a:pt x="55744" y="281751"/>
                  <a:pt x="46331" y="270899"/>
                </a:cubicBezTo>
                <a:cubicBezTo>
                  <a:pt x="26825" y="248421"/>
                  <a:pt x="13240" y="227300"/>
                  <a:pt x="6059" y="208116"/>
                </a:cubicBezTo>
                <a:cubicBezTo>
                  <a:pt x="-2287" y="186025"/>
                  <a:pt x="-1996" y="167035"/>
                  <a:pt x="6835" y="151727"/>
                </a:cubicBezTo>
                <a:cubicBezTo>
                  <a:pt x="15666" y="136418"/>
                  <a:pt x="31969" y="126730"/>
                  <a:pt x="55356" y="122854"/>
                </a:cubicBezTo>
                <a:cubicBezTo>
                  <a:pt x="75540" y="119560"/>
                  <a:pt x="100674" y="120723"/>
                  <a:pt x="129981" y="126342"/>
                </a:cubicBezTo>
                <a:cubicBezTo>
                  <a:pt x="144052" y="129055"/>
                  <a:pt x="158705" y="132737"/>
                  <a:pt x="173940" y="137290"/>
                </a:cubicBezTo>
                <a:cubicBezTo>
                  <a:pt x="177531" y="121885"/>
                  <a:pt x="181801" y="107255"/>
                  <a:pt x="186459" y="93788"/>
                </a:cubicBezTo>
                <a:cubicBezTo>
                  <a:pt x="196260" y="65690"/>
                  <a:pt x="207808" y="43406"/>
                  <a:pt x="220714" y="27516"/>
                </a:cubicBezTo>
                <a:cubicBezTo>
                  <a:pt x="235756" y="9301"/>
                  <a:pt x="252350" y="0"/>
                  <a:pt x="270011" y="0"/>
                </a:cubicBezTo>
                <a:close/>
              </a:path>
            </a:pathLst>
          </a:custGeom>
          <a:solidFill>
            <a:schemeClr val="accent1"/>
          </a:solidFill>
          <a:ln>
            <a:noFill/>
          </a:ln>
        </p:spPr>
      </p:sp>
      <p:sp>
        <p:nvSpPr>
          <p:cNvPr id="56" name="positive_99053">
            <a:extLst>
              <a:ext uri="{FF2B5EF4-FFF2-40B4-BE49-F238E27FC236}">
                <a16:creationId xmlns:a16="http://schemas.microsoft.com/office/drawing/2014/main" id="{567663C1-5565-4027-B1F2-9309043B2C53}"/>
              </a:ext>
            </a:extLst>
          </p:cNvPr>
          <p:cNvSpPr>
            <a:spLocks noChangeAspect="1"/>
          </p:cNvSpPr>
          <p:nvPr/>
        </p:nvSpPr>
        <p:spPr bwMode="auto">
          <a:xfrm>
            <a:off x="8199364" y="3449310"/>
            <a:ext cx="609685" cy="608759"/>
          </a:xfrm>
          <a:custGeom>
            <a:avLst/>
            <a:gdLst>
              <a:gd name="connsiteX0" fmla="*/ 302189 w 604393"/>
              <a:gd name="connsiteY0" fmla="*/ 183427 h 603476"/>
              <a:gd name="connsiteX1" fmla="*/ 275903 w 604393"/>
              <a:gd name="connsiteY1" fmla="*/ 209515 h 603476"/>
              <a:gd name="connsiteX2" fmla="*/ 275903 w 604393"/>
              <a:gd name="connsiteY2" fmla="*/ 275521 h 603476"/>
              <a:gd name="connsiteX3" fmla="*/ 209794 w 604393"/>
              <a:gd name="connsiteY3" fmla="*/ 275521 h 603476"/>
              <a:gd name="connsiteX4" fmla="*/ 183666 w 604393"/>
              <a:gd name="connsiteY4" fmla="*/ 301766 h 603476"/>
              <a:gd name="connsiteX5" fmla="*/ 209794 w 604393"/>
              <a:gd name="connsiteY5" fmla="*/ 328011 h 603476"/>
              <a:gd name="connsiteX6" fmla="*/ 275903 w 604393"/>
              <a:gd name="connsiteY6" fmla="*/ 328011 h 603476"/>
              <a:gd name="connsiteX7" fmla="*/ 275903 w 604393"/>
              <a:gd name="connsiteY7" fmla="*/ 394016 h 603476"/>
              <a:gd name="connsiteX8" fmla="*/ 302189 w 604393"/>
              <a:gd name="connsiteY8" fmla="*/ 420104 h 603476"/>
              <a:gd name="connsiteX9" fmla="*/ 328475 w 604393"/>
              <a:gd name="connsiteY9" fmla="*/ 394016 h 603476"/>
              <a:gd name="connsiteX10" fmla="*/ 328475 w 604393"/>
              <a:gd name="connsiteY10" fmla="*/ 328011 h 603476"/>
              <a:gd name="connsiteX11" fmla="*/ 394583 w 604393"/>
              <a:gd name="connsiteY11" fmla="*/ 328011 h 603476"/>
              <a:gd name="connsiteX12" fmla="*/ 420712 w 604393"/>
              <a:gd name="connsiteY12" fmla="*/ 301766 h 603476"/>
              <a:gd name="connsiteX13" fmla="*/ 394583 w 604393"/>
              <a:gd name="connsiteY13" fmla="*/ 275521 h 603476"/>
              <a:gd name="connsiteX14" fmla="*/ 328475 w 604393"/>
              <a:gd name="connsiteY14" fmla="*/ 275521 h 603476"/>
              <a:gd name="connsiteX15" fmla="*/ 328475 w 604393"/>
              <a:gd name="connsiteY15" fmla="*/ 209515 h 603476"/>
              <a:gd name="connsiteX16" fmla="*/ 302189 w 604393"/>
              <a:gd name="connsiteY16" fmla="*/ 183427 h 603476"/>
              <a:gd name="connsiteX17" fmla="*/ 302189 w 604393"/>
              <a:gd name="connsiteY17" fmla="*/ 120879 h 603476"/>
              <a:gd name="connsiteX18" fmla="*/ 483515 w 604393"/>
              <a:gd name="connsiteY18" fmla="*/ 301766 h 603476"/>
              <a:gd name="connsiteX19" fmla="*/ 302189 w 604393"/>
              <a:gd name="connsiteY19" fmla="*/ 482809 h 603476"/>
              <a:gd name="connsiteX20" fmla="*/ 121020 w 604393"/>
              <a:gd name="connsiteY20" fmla="*/ 301766 h 603476"/>
              <a:gd name="connsiteX21" fmla="*/ 302189 w 604393"/>
              <a:gd name="connsiteY21" fmla="*/ 120879 h 603476"/>
              <a:gd name="connsiteX22" fmla="*/ 131428 w 604393"/>
              <a:gd name="connsiteY22" fmla="*/ 34295 h 603476"/>
              <a:gd name="connsiteX23" fmla="*/ 181494 w 604393"/>
              <a:gd name="connsiteY23" fmla="*/ 84185 h 603476"/>
              <a:gd name="connsiteX24" fmla="*/ 131428 w 604393"/>
              <a:gd name="connsiteY24" fmla="*/ 134075 h 603476"/>
              <a:gd name="connsiteX25" fmla="*/ 81362 w 604393"/>
              <a:gd name="connsiteY25" fmla="*/ 84185 h 603476"/>
              <a:gd name="connsiteX26" fmla="*/ 131428 w 604393"/>
              <a:gd name="connsiteY26" fmla="*/ 34295 h 603476"/>
              <a:gd name="connsiteX27" fmla="*/ 302197 w 604393"/>
              <a:gd name="connsiteY27" fmla="*/ 0 h 603476"/>
              <a:gd name="connsiteX28" fmla="*/ 604393 w 604393"/>
              <a:gd name="connsiteY28" fmla="*/ 301738 h 603476"/>
              <a:gd name="connsiteX29" fmla="*/ 302197 w 604393"/>
              <a:gd name="connsiteY29" fmla="*/ 603476 h 603476"/>
              <a:gd name="connsiteX30" fmla="*/ 0 w 604393"/>
              <a:gd name="connsiteY30" fmla="*/ 301738 h 603476"/>
              <a:gd name="connsiteX31" fmla="*/ 52727 w 604393"/>
              <a:gd name="connsiteY31" fmla="*/ 131696 h 603476"/>
              <a:gd name="connsiteX32" fmla="*/ 92075 w 604393"/>
              <a:gd name="connsiteY32" fmla="*/ 167213 h 603476"/>
              <a:gd name="connsiteX33" fmla="*/ 52412 w 604393"/>
              <a:gd name="connsiteY33" fmla="*/ 301738 h 603476"/>
              <a:gd name="connsiteX34" fmla="*/ 302197 w 604393"/>
              <a:gd name="connsiteY34" fmla="*/ 551144 h 603476"/>
              <a:gd name="connsiteX35" fmla="*/ 551981 w 604393"/>
              <a:gd name="connsiteY35" fmla="*/ 301738 h 603476"/>
              <a:gd name="connsiteX36" fmla="*/ 302197 w 604393"/>
              <a:gd name="connsiteY36" fmla="*/ 52333 h 603476"/>
              <a:gd name="connsiteX37" fmla="*/ 221453 w 604393"/>
              <a:gd name="connsiteY37" fmla="*/ 65691 h 603476"/>
              <a:gd name="connsiteX38" fmla="*/ 196270 w 604393"/>
              <a:gd name="connsiteY38" fmla="*/ 19173 h 603476"/>
              <a:gd name="connsiteX39" fmla="*/ 302197 w 604393"/>
              <a:gd name="connsiteY39" fmla="*/ 0 h 603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4393" h="603476">
                <a:moveTo>
                  <a:pt x="302189" y="183427"/>
                </a:moveTo>
                <a:cubicBezTo>
                  <a:pt x="287708" y="183427"/>
                  <a:pt x="275903" y="195057"/>
                  <a:pt x="275903" y="209515"/>
                </a:cubicBezTo>
                <a:lnTo>
                  <a:pt x="275903" y="275521"/>
                </a:lnTo>
                <a:lnTo>
                  <a:pt x="209794" y="275521"/>
                </a:lnTo>
                <a:cubicBezTo>
                  <a:pt x="195313" y="275521"/>
                  <a:pt x="183666" y="287307"/>
                  <a:pt x="183666" y="301766"/>
                </a:cubicBezTo>
                <a:cubicBezTo>
                  <a:pt x="183666" y="316224"/>
                  <a:pt x="195313" y="328011"/>
                  <a:pt x="209794" y="328011"/>
                </a:cubicBezTo>
                <a:lnTo>
                  <a:pt x="275903" y="328011"/>
                </a:lnTo>
                <a:lnTo>
                  <a:pt x="275903" y="394016"/>
                </a:lnTo>
                <a:cubicBezTo>
                  <a:pt x="275903" y="408475"/>
                  <a:pt x="287708" y="420104"/>
                  <a:pt x="302189" y="420104"/>
                </a:cubicBezTo>
                <a:cubicBezTo>
                  <a:pt x="316670" y="420104"/>
                  <a:pt x="328475" y="408475"/>
                  <a:pt x="328475" y="394016"/>
                </a:cubicBezTo>
                <a:lnTo>
                  <a:pt x="328475" y="328011"/>
                </a:lnTo>
                <a:lnTo>
                  <a:pt x="394583" y="328011"/>
                </a:lnTo>
                <a:cubicBezTo>
                  <a:pt x="409064" y="328011"/>
                  <a:pt x="420712" y="316224"/>
                  <a:pt x="420712" y="301766"/>
                </a:cubicBezTo>
                <a:cubicBezTo>
                  <a:pt x="420712" y="287307"/>
                  <a:pt x="409064" y="275521"/>
                  <a:pt x="394583" y="275521"/>
                </a:cubicBezTo>
                <a:lnTo>
                  <a:pt x="328475" y="275521"/>
                </a:lnTo>
                <a:lnTo>
                  <a:pt x="328475" y="209515"/>
                </a:lnTo>
                <a:cubicBezTo>
                  <a:pt x="328475" y="195057"/>
                  <a:pt x="316670" y="183427"/>
                  <a:pt x="302189" y="183427"/>
                </a:cubicBezTo>
                <a:close/>
                <a:moveTo>
                  <a:pt x="302189" y="120879"/>
                </a:moveTo>
                <a:cubicBezTo>
                  <a:pt x="402139" y="120879"/>
                  <a:pt x="483515" y="201972"/>
                  <a:pt x="483515" y="301766"/>
                </a:cubicBezTo>
                <a:cubicBezTo>
                  <a:pt x="483515" y="401560"/>
                  <a:pt x="402139" y="482809"/>
                  <a:pt x="302189" y="482809"/>
                </a:cubicBezTo>
                <a:cubicBezTo>
                  <a:pt x="202239" y="482809"/>
                  <a:pt x="121020" y="401560"/>
                  <a:pt x="121020" y="301766"/>
                </a:cubicBezTo>
                <a:cubicBezTo>
                  <a:pt x="121020" y="201972"/>
                  <a:pt x="202239" y="120879"/>
                  <a:pt x="302189" y="120879"/>
                </a:cubicBezTo>
                <a:close/>
                <a:moveTo>
                  <a:pt x="131428" y="34295"/>
                </a:moveTo>
                <a:cubicBezTo>
                  <a:pt x="159079" y="34295"/>
                  <a:pt x="181494" y="56632"/>
                  <a:pt x="181494" y="84185"/>
                </a:cubicBezTo>
                <a:cubicBezTo>
                  <a:pt x="181494" y="111738"/>
                  <a:pt x="159079" y="134075"/>
                  <a:pt x="131428" y="134075"/>
                </a:cubicBezTo>
                <a:cubicBezTo>
                  <a:pt x="103777" y="134075"/>
                  <a:pt x="81362" y="111738"/>
                  <a:pt x="81362" y="84185"/>
                </a:cubicBezTo>
                <a:cubicBezTo>
                  <a:pt x="81362" y="56632"/>
                  <a:pt x="103777" y="34295"/>
                  <a:pt x="131428" y="34295"/>
                </a:cubicBezTo>
                <a:close/>
                <a:moveTo>
                  <a:pt x="302197" y="0"/>
                </a:moveTo>
                <a:cubicBezTo>
                  <a:pt x="468877" y="0"/>
                  <a:pt x="604393" y="135311"/>
                  <a:pt x="604393" y="301738"/>
                </a:cubicBezTo>
                <a:cubicBezTo>
                  <a:pt x="604393" y="468166"/>
                  <a:pt x="468877" y="603476"/>
                  <a:pt x="302197" y="603476"/>
                </a:cubicBezTo>
                <a:cubicBezTo>
                  <a:pt x="135516" y="603476"/>
                  <a:pt x="0" y="468166"/>
                  <a:pt x="0" y="301738"/>
                </a:cubicBezTo>
                <a:cubicBezTo>
                  <a:pt x="0" y="238719"/>
                  <a:pt x="19517" y="180100"/>
                  <a:pt x="52727" y="131696"/>
                </a:cubicBezTo>
                <a:cubicBezTo>
                  <a:pt x="62013" y="147098"/>
                  <a:pt x="75707" y="159513"/>
                  <a:pt x="92075" y="167213"/>
                </a:cubicBezTo>
                <a:cubicBezTo>
                  <a:pt x="67050" y="206031"/>
                  <a:pt x="52412" y="252234"/>
                  <a:pt x="52412" y="301738"/>
                </a:cubicBezTo>
                <a:cubicBezTo>
                  <a:pt x="52412" y="439249"/>
                  <a:pt x="164477" y="551144"/>
                  <a:pt x="302197" y="551144"/>
                </a:cubicBezTo>
                <a:cubicBezTo>
                  <a:pt x="439916" y="551144"/>
                  <a:pt x="551981" y="439249"/>
                  <a:pt x="551981" y="301738"/>
                </a:cubicBezTo>
                <a:cubicBezTo>
                  <a:pt x="551981" y="164227"/>
                  <a:pt x="439916" y="52333"/>
                  <a:pt x="302197" y="52333"/>
                </a:cubicBezTo>
                <a:cubicBezTo>
                  <a:pt x="274023" y="52333"/>
                  <a:pt x="246794" y="57048"/>
                  <a:pt x="221453" y="65691"/>
                </a:cubicBezTo>
                <a:cubicBezTo>
                  <a:pt x="217833" y="47775"/>
                  <a:pt x="208862" y="31588"/>
                  <a:pt x="196270" y="19173"/>
                </a:cubicBezTo>
                <a:cubicBezTo>
                  <a:pt x="229323" y="6757"/>
                  <a:pt x="264894" y="0"/>
                  <a:pt x="302197" y="0"/>
                </a:cubicBezTo>
                <a:close/>
              </a:path>
            </a:pathLst>
          </a:custGeom>
          <a:solidFill>
            <a:schemeClr val="accent1"/>
          </a:solidFill>
          <a:ln>
            <a:noFill/>
          </a:ln>
        </p:spPr>
      </p:sp>
      <p:sp>
        <p:nvSpPr>
          <p:cNvPr id="57" name="newtons-cradle_192519">
            <a:extLst>
              <a:ext uri="{FF2B5EF4-FFF2-40B4-BE49-F238E27FC236}">
                <a16:creationId xmlns:a16="http://schemas.microsoft.com/office/drawing/2014/main" id="{2474A155-A11F-40F2-82B3-7A7C7283EFC2}"/>
              </a:ext>
            </a:extLst>
          </p:cNvPr>
          <p:cNvSpPr>
            <a:spLocks noChangeAspect="1"/>
          </p:cNvSpPr>
          <p:nvPr/>
        </p:nvSpPr>
        <p:spPr bwMode="auto">
          <a:xfrm>
            <a:off x="934635" y="3473747"/>
            <a:ext cx="609685" cy="514271"/>
          </a:xfrm>
          <a:custGeom>
            <a:avLst/>
            <a:gdLst>
              <a:gd name="T0" fmla="*/ 6777 w 6951"/>
              <a:gd name="T1" fmla="*/ 4463 h 5872"/>
              <a:gd name="T2" fmla="*/ 6269 w 6951"/>
              <a:gd name="T3" fmla="*/ 3868 h 5872"/>
              <a:gd name="T4" fmla="*/ 5772 w 6951"/>
              <a:gd name="T5" fmla="*/ 3757 h 5872"/>
              <a:gd name="T6" fmla="*/ 5012 w 6951"/>
              <a:gd name="T7" fmla="*/ 1414 h 5872"/>
              <a:gd name="T8" fmla="*/ 6089 w 6951"/>
              <a:gd name="T9" fmla="*/ 281 h 5872"/>
              <a:gd name="T10" fmla="*/ 5805 w 6951"/>
              <a:gd name="T11" fmla="*/ 0 h 5872"/>
              <a:gd name="T12" fmla="*/ 284 w 6951"/>
              <a:gd name="T13" fmla="*/ 0 h 5872"/>
              <a:gd name="T14" fmla="*/ 0 w 6951"/>
              <a:gd name="T15" fmla="*/ 281 h 5872"/>
              <a:gd name="T16" fmla="*/ 992 w 6951"/>
              <a:gd name="T17" fmla="*/ 1406 h 5872"/>
              <a:gd name="T18" fmla="*/ 992 w 6951"/>
              <a:gd name="T19" fmla="*/ 3870 h 5872"/>
              <a:gd name="T20" fmla="*/ 255 w 6951"/>
              <a:gd name="T21" fmla="*/ 4851 h 5872"/>
              <a:gd name="T22" fmla="*/ 1277 w 6951"/>
              <a:gd name="T23" fmla="*/ 5872 h 5872"/>
              <a:gd name="T24" fmla="*/ 2176 w 6951"/>
              <a:gd name="T25" fmla="*/ 5336 h 5872"/>
              <a:gd name="T26" fmla="*/ 3075 w 6951"/>
              <a:gd name="T27" fmla="*/ 5872 h 5872"/>
              <a:gd name="T28" fmla="*/ 4096 w 6951"/>
              <a:gd name="T29" fmla="*/ 4851 h 5872"/>
              <a:gd name="T30" fmla="*/ 3357 w 6951"/>
              <a:gd name="T31" fmla="*/ 3869 h 5872"/>
              <a:gd name="T32" fmla="*/ 3357 w 6951"/>
              <a:gd name="T33" fmla="*/ 1419 h 5872"/>
              <a:gd name="T34" fmla="*/ 4416 w 6951"/>
              <a:gd name="T35" fmla="*/ 1419 h 5872"/>
              <a:gd name="T36" fmla="*/ 5232 w 6951"/>
              <a:gd name="T37" fmla="*/ 3934 h 5872"/>
              <a:gd name="T38" fmla="*/ 4833 w 6951"/>
              <a:gd name="T39" fmla="*/ 5094 h 5872"/>
              <a:gd name="T40" fmla="*/ 5806 w 6951"/>
              <a:gd name="T41" fmla="*/ 5800 h 5872"/>
              <a:gd name="T42" fmla="*/ 6120 w 6951"/>
              <a:gd name="T43" fmla="*/ 5750 h 5872"/>
              <a:gd name="T44" fmla="*/ 6777 w 6951"/>
              <a:gd name="T45" fmla="*/ 4463 h 5872"/>
              <a:gd name="T46" fmla="*/ 1277 w 6951"/>
              <a:gd name="T47" fmla="*/ 5305 h 5872"/>
              <a:gd name="T48" fmla="*/ 823 w 6951"/>
              <a:gd name="T49" fmla="*/ 4851 h 5872"/>
              <a:gd name="T50" fmla="*/ 1277 w 6951"/>
              <a:gd name="T51" fmla="*/ 4397 h 5872"/>
              <a:gd name="T52" fmla="*/ 1731 w 6951"/>
              <a:gd name="T53" fmla="*/ 4851 h 5872"/>
              <a:gd name="T54" fmla="*/ 1277 w 6951"/>
              <a:gd name="T55" fmla="*/ 5305 h 5872"/>
              <a:gd name="T56" fmla="*/ 2176 w 6951"/>
              <a:gd name="T57" fmla="*/ 4365 h 5872"/>
              <a:gd name="T58" fmla="*/ 1559 w 6951"/>
              <a:gd name="T59" fmla="*/ 3869 h 5872"/>
              <a:gd name="T60" fmla="*/ 1559 w 6951"/>
              <a:gd name="T61" fmla="*/ 1419 h 5872"/>
              <a:gd name="T62" fmla="*/ 2789 w 6951"/>
              <a:gd name="T63" fmla="*/ 1419 h 5872"/>
              <a:gd name="T64" fmla="*/ 2789 w 6951"/>
              <a:gd name="T65" fmla="*/ 3870 h 5872"/>
              <a:gd name="T66" fmla="*/ 2176 w 6951"/>
              <a:gd name="T67" fmla="*/ 4365 h 5872"/>
              <a:gd name="T68" fmla="*/ 3529 w 6951"/>
              <a:gd name="T69" fmla="*/ 4851 h 5872"/>
              <a:gd name="T70" fmla="*/ 3075 w 6951"/>
              <a:gd name="T71" fmla="*/ 5305 h 5872"/>
              <a:gd name="T72" fmla="*/ 2620 w 6951"/>
              <a:gd name="T73" fmla="*/ 4851 h 5872"/>
              <a:gd name="T74" fmla="*/ 3075 w 6951"/>
              <a:gd name="T75" fmla="*/ 4397 h 5872"/>
              <a:gd name="T76" fmla="*/ 3529 w 6951"/>
              <a:gd name="T77" fmla="*/ 4851 h 5872"/>
              <a:gd name="T78" fmla="*/ 1138 w 6951"/>
              <a:gd name="T79" fmla="*/ 852 h 5872"/>
              <a:gd name="T80" fmla="*/ 643 w 6951"/>
              <a:gd name="T81" fmla="*/ 568 h 5872"/>
              <a:gd name="T82" fmla="*/ 5445 w 6951"/>
              <a:gd name="T83" fmla="*/ 568 h 5872"/>
              <a:gd name="T84" fmla="*/ 4951 w 6951"/>
              <a:gd name="T85" fmla="*/ 852 h 5872"/>
              <a:gd name="T86" fmla="*/ 1138 w 6951"/>
              <a:gd name="T87" fmla="*/ 852 h 5872"/>
              <a:gd name="T88" fmla="*/ 5945 w 6951"/>
              <a:gd name="T89" fmla="*/ 5210 h 5872"/>
              <a:gd name="T90" fmla="*/ 5599 w 6951"/>
              <a:gd name="T91" fmla="*/ 5182 h 5872"/>
              <a:gd name="T92" fmla="*/ 5373 w 6951"/>
              <a:gd name="T93" fmla="*/ 4918 h 5872"/>
              <a:gd name="T94" fmla="*/ 5665 w 6951"/>
              <a:gd name="T95" fmla="*/ 4346 h 5872"/>
              <a:gd name="T96" fmla="*/ 5805 w 6951"/>
              <a:gd name="T97" fmla="*/ 4324 h 5872"/>
              <a:gd name="T98" fmla="*/ 6011 w 6951"/>
              <a:gd name="T99" fmla="*/ 4373 h 5872"/>
              <a:gd name="T100" fmla="*/ 6237 w 6951"/>
              <a:gd name="T101" fmla="*/ 4638 h 5872"/>
              <a:gd name="T102" fmla="*/ 5945 w 6951"/>
              <a:gd name="T103" fmla="*/ 5210 h 58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951" h="5872">
                <a:moveTo>
                  <a:pt x="6777" y="4463"/>
                </a:moveTo>
                <a:cubicBezTo>
                  <a:pt x="6693" y="4203"/>
                  <a:pt x="6512" y="3992"/>
                  <a:pt x="6269" y="3868"/>
                </a:cubicBezTo>
                <a:cubicBezTo>
                  <a:pt x="6113" y="3788"/>
                  <a:pt x="5943" y="3751"/>
                  <a:pt x="5772" y="3757"/>
                </a:cubicBezTo>
                <a:lnTo>
                  <a:pt x="5012" y="1414"/>
                </a:lnTo>
                <a:cubicBezTo>
                  <a:pt x="5611" y="1382"/>
                  <a:pt x="6089" y="888"/>
                  <a:pt x="6089" y="281"/>
                </a:cubicBezTo>
                <a:cubicBezTo>
                  <a:pt x="6089" y="124"/>
                  <a:pt x="5962" y="0"/>
                  <a:pt x="5805" y="0"/>
                </a:cubicBezTo>
                <a:lnTo>
                  <a:pt x="284" y="0"/>
                </a:lnTo>
                <a:cubicBezTo>
                  <a:pt x="127" y="0"/>
                  <a:pt x="0" y="124"/>
                  <a:pt x="0" y="281"/>
                </a:cubicBezTo>
                <a:cubicBezTo>
                  <a:pt x="0" y="859"/>
                  <a:pt x="433" y="1334"/>
                  <a:pt x="992" y="1406"/>
                </a:cubicBezTo>
                <a:lnTo>
                  <a:pt x="992" y="3870"/>
                </a:lnTo>
                <a:cubicBezTo>
                  <a:pt x="567" y="3994"/>
                  <a:pt x="255" y="4386"/>
                  <a:pt x="255" y="4851"/>
                </a:cubicBezTo>
                <a:cubicBezTo>
                  <a:pt x="255" y="5414"/>
                  <a:pt x="714" y="5872"/>
                  <a:pt x="1277" y="5872"/>
                </a:cubicBezTo>
                <a:cubicBezTo>
                  <a:pt x="1665" y="5872"/>
                  <a:pt x="2003" y="5655"/>
                  <a:pt x="2176" y="5336"/>
                </a:cubicBezTo>
                <a:cubicBezTo>
                  <a:pt x="2349" y="5655"/>
                  <a:pt x="2687" y="5872"/>
                  <a:pt x="3075" y="5872"/>
                </a:cubicBezTo>
                <a:cubicBezTo>
                  <a:pt x="3638" y="5872"/>
                  <a:pt x="4096" y="5414"/>
                  <a:pt x="4096" y="4851"/>
                </a:cubicBezTo>
                <a:cubicBezTo>
                  <a:pt x="4096" y="4385"/>
                  <a:pt x="3783" y="3992"/>
                  <a:pt x="3357" y="3869"/>
                </a:cubicBezTo>
                <a:lnTo>
                  <a:pt x="3357" y="1419"/>
                </a:lnTo>
                <a:lnTo>
                  <a:pt x="4416" y="1419"/>
                </a:lnTo>
                <a:lnTo>
                  <a:pt x="5232" y="3934"/>
                </a:lnTo>
                <a:cubicBezTo>
                  <a:pt x="4865" y="4183"/>
                  <a:pt x="4690" y="4652"/>
                  <a:pt x="4833" y="5094"/>
                </a:cubicBezTo>
                <a:cubicBezTo>
                  <a:pt x="4973" y="5526"/>
                  <a:pt x="5375" y="5800"/>
                  <a:pt x="5806" y="5800"/>
                </a:cubicBezTo>
                <a:cubicBezTo>
                  <a:pt x="5910" y="5800"/>
                  <a:pt x="6016" y="5784"/>
                  <a:pt x="6120" y="5750"/>
                </a:cubicBezTo>
                <a:cubicBezTo>
                  <a:pt x="6656" y="5576"/>
                  <a:pt x="6951" y="4999"/>
                  <a:pt x="6777" y="4463"/>
                </a:cubicBezTo>
                <a:close/>
                <a:moveTo>
                  <a:pt x="1277" y="5305"/>
                </a:moveTo>
                <a:cubicBezTo>
                  <a:pt x="1027" y="5305"/>
                  <a:pt x="823" y="5101"/>
                  <a:pt x="823" y="4851"/>
                </a:cubicBezTo>
                <a:cubicBezTo>
                  <a:pt x="823" y="4600"/>
                  <a:pt x="1027" y="4397"/>
                  <a:pt x="1277" y="4397"/>
                </a:cubicBezTo>
                <a:cubicBezTo>
                  <a:pt x="1527" y="4397"/>
                  <a:pt x="1731" y="4600"/>
                  <a:pt x="1731" y="4851"/>
                </a:cubicBezTo>
                <a:cubicBezTo>
                  <a:pt x="1731" y="5101"/>
                  <a:pt x="1527" y="5305"/>
                  <a:pt x="1277" y="5305"/>
                </a:cubicBezTo>
                <a:close/>
                <a:moveTo>
                  <a:pt x="2176" y="4365"/>
                </a:moveTo>
                <a:cubicBezTo>
                  <a:pt x="2046" y="4127"/>
                  <a:pt x="1825" y="3945"/>
                  <a:pt x="1559" y="3869"/>
                </a:cubicBezTo>
                <a:lnTo>
                  <a:pt x="1559" y="1419"/>
                </a:lnTo>
                <a:lnTo>
                  <a:pt x="2789" y="1419"/>
                </a:lnTo>
                <a:lnTo>
                  <a:pt x="2789" y="3870"/>
                </a:lnTo>
                <a:cubicBezTo>
                  <a:pt x="2525" y="3947"/>
                  <a:pt x="2305" y="4128"/>
                  <a:pt x="2176" y="4365"/>
                </a:cubicBezTo>
                <a:close/>
                <a:moveTo>
                  <a:pt x="3529" y="4851"/>
                </a:moveTo>
                <a:cubicBezTo>
                  <a:pt x="3529" y="5101"/>
                  <a:pt x="3325" y="5305"/>
                  <a:pt x="3075" y="5305"/>
                </a:cubicBezTo>
                <a:cubicBezTo>
                  <a:pt x="2824" y="5305"/>
                  <a:pt x="2620" y="5101"/>
                  <a:pt x="2620" y="4851"/>
                </a:cubicBezTo>
                <a:cubicBezTo>
                  <a:pt x="2620" y="4600"/>
                  <a:pt x="2824" y="4397"/>
                  <a:pt x="3075" y="4397"/>
                </a:cubicBezTo>
                <a:cubicBezTo>
                  <a:pt x="3325" y="4397"/>
                  <a:pt x="3529" y="4600"/>
                  <a:pt x="3529" y="4851"/>
                </a:cubicBezTo>
                <a:close/>
                <a:moveTo>
                  <a:pt x="1138" y="852"/>
                </a:moveTo>
                <a:cubicBezTo>
                  <a:pt x="927" y="852"/>
                  <a:pt x="742" y="738"/>
                  <a:pt x="643" y="568"/>
                </a:cubicBezTo>
                <a:lnTo>
                  <a:pt x="5445" y="568"/>
                </a:lnTo>
                <a:cubicBezTo>
                  <a:pt x="5347" y="738"/>
                  <a:pt x="5162" y="852"/>
                  <a:pt x="4951" y="852"/>
                </a:cubicBezTo>
                <a:lnTo>
                  <a:pt x="1138" y="852"/>
                </a:lnTo>
                <a:close/>
                <a:moveTo>
                  <a:pt x="5945" y="5210"/>
                </a:moveTo>
                <a:cubicBezTo>
                  <a:pt x="5830" y="5247"/>
                  <a:pt x="5707" y="5238"/>
                  <a:pt x="5599" y="5182"/>
                </a:cubicBezTo>
                <a:cubicBezTo>
                  <a:pt x="5491" y="5127"/>
                  <a:pt x="5410" y="5033"/>
                  <a:pt x="5373" y="4918"/>
                </a:cubicBezTo>
                <a:cubicBezTo>
                  <a:pt x="5296" y="4680"/>
                  <a:pt x="5427" y="4423"/>
                  <a:pt x="5665" y="4346"/>
                </a:cubicBezTo>
                <a:cubicBezTo>
                  <a:pt x="5711" y="4331"/>
                  <a:pt x="5758" y="4324"/>
                  <a:pt x="5805" y="4324"/>
                </a:cubicBezTo>
                <a:cubicBezTo>
                  <a:pt x="5876" y="4324"/>
                  <a:pt x="5946" y="4340"/>
                  <a:pt x="6011" y="4373"/>
                </a:cubicBezTo>
                <a:cubicBezTo>
                  <a:pt x="6119" y="4429"/>
                  <a:pt x="6199" y="4522"/>
                  <a:pt x="6237" y="4638"/>
                </a:cubicBezTo>
                <a:cubicBezTo>
                  <a:pt x="6314" y="4876"/>
                  <a:pt x="6183" y="5133"/>
                  <a:pt x="5945" y="5210"/>
                </a:cubicBezTo>
                <a:close/>
              </a:path>
            </a:pathLst>
          </a:custGeom>
          <a:solidFill>
            <a:schemeClr val="accent1"/>
          </a:solidFill>
          <a:ln>
            <a:noFill/>
          </a:ln>
        </p:spPr>
      </p:sp>
      <p:sp>
        <p:nvSpPr>
          <p:cNvPr id="58" name="telescope_110621">
            <a:extLst>
              <a:ext uri="{FF2B5EF4-FFF2-40B4-BE49-F238E27FC236}">
                <a16:creationId xmlns:a16="http://schemas.microsoft.com/office/drawing/2014/main" id="{EE5457BF-473C-4A45-A700-0188F6161E3F}"/>
              </a:ext>
            </a:extLst>
          </p:cNvPr>
          <p:cNvSpPr>
            <a:spLocks noChangeAspect="1"/>
          </p:cNvSpPr>
          <p:nvPr/>
        </p:nvSpPr>
        <p:spPr bwMode="auto">
          <a:xfrm>
            <a:off x="2141135" y="5461000"/>
            <a:ext cx="609685" cy="509350"/>
          </a:xfrm>
          <a:custGeom>
            <a:avLst/>
            <a:gdLst>
              <a:gd name="T0" fmla="*/ 4153 w 4691"/>
              <a:gd name="T1" fmla="*/ 0 h 3925"/>
              <a:gd name="T2" fmla="*/ 3790 w 4691"/>
              <a:gd name="T3" fmla="*/ 114 h 3925"/>
              <a:gd name="T4" fmla="*/ 3398 w 4691"/>
              <a:gd name="T5" fmla="*/ 414 h 3925"/>
              <a:gd name="T6" fmla="*/ 3312 w 4691"/>
              <a:gd name="T7" fmla="*/ 667 h 3925"/>
              <a:gd name="T8" fmla="*/ 1884 w 4691"/>
              <a:gd name="T9" fmla="*/ 1115 h 3925"/>
              <a:gd name="T10" fmla="*/ 1955 w 4691"/>
              <a:gd name="T11" fmla="*/ 1341 h 3925"/>
              <a:gd name="T12" fmla="*/ 683 w 4691"/>
              <a:gd name="T13" fmla="*/ 1741 h 3925"/>
              <a:gd name="T14" fmla="*/ 612 w 4691"/>
              <a:gd name="T15" fmla="*/ 1515 h 3925"/>
              <a:gd name="T16" fmla="*/ 0 w 4691"/>
              <a:gd name="T17" fmla="*/ 1708 h 3925"/>
              <a:gd name="T18" fmla="*/ 300 w 4691"/>
              <a:gd name="T19" fmla="*/ 2662 h 3925"/>
              <a:gd name="T20" fmla="*/ 912 w 4691"/>
              <a:gd name="T21" fmla="*/ 2470 h 3925"/>
              <a:gd name="T22" fmla="*/ 842 w 4691"/>
              <a:gd name="T23" fmla="*/ 2245 h 3925"/>
              <a:gd name="T24" fmla="*/ 2113 w 4691"/>
              <a:gd name="T25" fmla="*/ 1845 h 3925"/>
              <a:gd name="T26" fmla="*/ 2184 w 4691"/>
              <a:gd name="T27" fmla="*/ 2070 h 3925"/>
              <a:gd name="T28" fmla="*/ 2278 w 4691"/>
              <a:gd name="T29" fmla="*/ 2041 h 3925"/>
              <a:gd name="T30" fmla="*/ 1468 w 4691"/>
              <a:gd name="T31" fmla="*/ 3811 h 3925"/>
              <a:gd name="T32" fmla="*/ 1650 w 4691"/>
              <a:gd name="T33" fmla="*/ 3894 h 3925"/>
              <a:gd name="T34" fmla="*/ 2347 w 4691"/>
              <a:gd name="T35" fmla="*/ 2371 h 3925"/>
              <a:gd name="T36" fmla="*/ 2347 w 4691"/>
              <a:gd name="T37" fmla="*/ 3925 h 3925"/>
              <a:gd name="T38" fmla="*/ 2547 w 4691"/>
              <a:gd name="T39" fmla="*/ 3925 h 3925"/>
              <a:gd name="T40" fmla="*/ 2547 w 4691"/>
              <a:gd name="T41" fmla="*/ 2342 h 3925"/>
              <a:gd name="T42" fmla="*/ 3257 w 4691"/>
              <a:gd name="T43" fmla="*/ 3894 h 3925"/>
              <a:gd name="T44" fmla="*/ 3439 w 4691"/>
              <a:gd name="T45" fmla="*/ 3811 h 3925"/>
              <a:gd name="T46" fmla="*/ 2585 w 4691"/>
              <a:gd name="T47" fmla="*/ 1944 h 3925"/>
              <a:gd name="T48" fmla="*/ 3603 w 4691"/>
              <a:gd name="T49" fmla="*/ 1624 h 3925"/>
              <a:gd name="T50" fmla="*/ 4107 w 4691"/>
              <a:gd name="T51" fmla="*/ 1861 h 3925"/>
              <a:gd name="T52" fmla="*/ 4329 w 4691"/>
              <a:gd name="T53" fmla="*/ 1826 h 3925"/>
              <a:gd name="T54" fmla="*/ 4691 w 4691"/>
              <a:gd name="T55" fmla="*/ 1712 h 3925"/>
              <a:gd name="T56" fmla="*/ 4153 w 4691"/>
              <a:gd name="T57" fmla="*/ 0 h 3925"/>
              <a:gd name="T58" fmla="*/ 431 w 4691"/>
              <a:gd name="T59" fmla="*/ 2412 h 3925"/>
              <a:gd name="T60" fmla="*/ 251 w 4691"/>
              <a:gd name="T61" fmla="*/ 1839 h 3925"/>
              <a:gd name="T62" fmla="*/ 481 w 4691"/>
              <a:gd name="T63" fmla="*/ 1766 h 3925"/>
              <a:gd name="T64" fmla="*/ 492 w 4691"/>
              <a:gd name="T65" fmla="*/ 1801 h 3925"/>
              <a:gd name="T66" fmla="*/ 492 w 4691"/>
              <a:gd name="T67" fmla="*/ 1801 h 3925"/>
              <a:gd name="T68" fmla="*/ 565 w 4691"/>
              <a:gd name="T69" fmla="*/ 2031 h 3925"/>
              <a:gd name="T70" fmla="*/ 662 w 4691"/>
              <a:gd name="T71" fmla="*/ 2339 h 3925"/>
              <a:gd name="T72" fmla="*/ 431 w 4691"/>
              <a:gd name="T73" fmla="*/ 2412 h 3925"/>
              <a:gd name="T74" fmla="*/ 782 w 4691"/>
              <a:gd name="T75" fmla="*/ 2054 h 3925"/>
              <a:gd name="T76" fmla="*/ 762 w 4691"/>
              <a:gd name="T77" fmla="*/ 1993 h 3925"/>
              <a:gd name="T78" fmla="*/ 743 w 4691"/>
              <a:gd name="T79" fmla="*/ 1932 h 3925"/>
              <a:gd name="T80" fmla="*/ 2015 w 4691"/>
              <a:gd name="T81" fmla="*/ 1532 h 3925"/>
              <a:gd name="T82" fmla="*/ 2053 w 4691"/>
              <a:gd name="T83" fmla="*/ 1654 h 3925"/>
              <a:gd name="T84" fmla="*/ 782 w 4691"/>
              <a:gd name="T85" fmla="*/ 2054 h 3925"/>
              <a:gd name="T86" fmla="*/ 2135 w 4691"/>
              <a:gd name="T87" fmla="*/ 1246 h 3925"/>
              <a:gd name="T88" fmla="*/ 3333 w 4691"/>
              <a:gd name="T89" fmla="*/ 870 h 3925"/>
              <a:gd name="T90" fmla="*/ 3335 w 4691"/>
              <a:gd name="T91" fmla="*/ 876 h 3925"/>
              <a:gd name="T92" fmla="*/ 3335 w 4691"/>
              <a:gd name="T93" fmla="*/ 876 h 3925"/>
              <a:gd name="T94" fmla="*/ 3513 w 4691"/>
              <a:gd name="T95" fmla="*/ 1443 h 3925"/>
              <a:gd name="T96" fmla="*/ 2315 w 4691"/>
              <a:gd name="T97" fmla="*/ 1819 h 3925"/>
              <a:gd name="T98" fmla="*/ 2231 w 4691"/>
              <a:gd name="T99" fmla="*/ 1552 h 3925"/>
              <a:gd name="T100" fmla="*/ 2146 w 4691"/>
              <a:gd name="T101" fmla="*/ 1281 h 3925"/>
              <a:gd name="T102" fmla="*/ 2146 w 4691"/>
              <a:gd name="T103" fmla="*/ 1281 h 3925"/>
              <a:gd name="T104" fmla="*/ 2135 w 4691"/>
              <a:gd name="T105" fmla="*/ 1246 h 3925"/>
              <a:gd name="T106" fmla="*/ 4269 w 4691"/>
              <a:gd name="T107" fmla="*/ 1635 h 3925"/>
              <a:gd name="T108" fmla="*/ 4107 w 4691"/>
              <a:gd name="T109" fmla="*/ 1661 h 3925"/>
              <a:gd name="T110" fmla="*/ 3710 w 4691"/>
              <a:gd name="T111" fmla="*/ 1403 h 3925"/>
              <a:gd name="T112" fmla="*/ 3630 w 4691"/>
              <a:gd name="T113" fmla="*/ 1149 h 3925"/>
              <a:gd name="T114" fmla="*/ 3525 w 4691"/>
              <a:gd name="T115" fmla="*/ 816 h 3925"/>
              <a:gd name="T116" fmla="*/ 3569 w 4691"/>
              <a:gd name="T117" fmla="*/ 518 h 3925"/>
              <a:gd name="T118" fmla="*/ 3850 w 4691"/>
              <a:gd name="T119" fmla="*/ 305 h 3925"/>
              <a:gd name="T120" fmla="*/ 4022 w 4691"/>
              <a:gd name="T121" fmla="*/ 251 h 3925"/>
              <a:gd name="T122" fmla="*/ 4440 w 4691"/>
              <a:gd name="T123" fmla="*/ 1581 h 3925"/>
              <a:gd name="T124" fmla="*/ 4269 w 4691"/>
              <a:gd name="T125" fmla="*/ 1635 h 3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91" h="3925">
                <a:moveTo>
                  <a:pt x="4153" y="0"/>
                </a:moveTo>
                <a:lnTo>
                  <a:pt x="3790" y="114"/>
                </a:lnTo>
                <a:cubicBezTo>
                  <a:pt x="3624" y="167"/>
                  <a:pt x="3485" y="273"/>
                  <a:pt x="3398" y="414"/>
                </a:cubicBezTo>
                <a:cubicBezTo>
                  <a:pt x="3349" y="494"/>
                  <a:pt x="3320" y="580"/>
                  <a:pt x="3312" y="667"/>
                </a:cubicBezTo>
                <a:lnTo>
                  <a:pt x="1884" y="1115"/>
                </a:lnTo>
                <a:lnTo>
                  <a:pt x="1955" y="1341"/>
                </a:lnTo>
                <a:lnTo>
                  <a:pt x="683" y="1741"/>
                </a:lnTo>
                <a:lnTo>
                  <a:pt x="612" y="1515"/>
                </a:lnTo>
                <a:lnTo>
                  <a:pt x="0" y="1708"/>
                </a:lnTo>
                <a:lnTo>
                  <a:pt x="300" y="2662"/>
                </a:lnTo>
                <a:lnTo>
                  <a:pt x="912" y="2470"/>
                </a:lnTo>
                <a:lnTo>
                  <a:pt x="842" y="2245"/>
                </a:lnTo>
                <a:lnTo>
                  <a:pt x="2113" y="1845"/>
                </a:lnTo>
                <a:lnTo>
                  <a:pt x="2184" y="2070"/>
                </a:lnTo>
                <a:lnTo>
                  <a:pt x="2278" y="2041"/>
                </a:lnTo>
                <a:lnTo>
                  <a:pt x="1468" y="3811"/>
                </a:lnTo>
                <a:lnTo>
                  <a:pt x="1650" y="3894"/>
                </a:lnTo>
                <a:lnTo>
                  <a:pt x="2347" y="2371"/>
                </a:lnTo>
                <a:lnTo>
                  <a:pt x="2347" y="3925"/>
                </a:lnTo>
                <a:lnTo>
                  <a:pt x="2547" y="3925"/>
                </a:lnTo>
                <a:lnTo>
                  <a:pt x="2547" y="2342"/>
                </a:lnTo>
                <a:lnTo>
                  <a:pt x="3257" y="3894"/>
                </a:lnTo>
                <a:lnTo>
                  <a:pt x="3439" y="3811"/>
                </a:lnTo>
                <a:lnTo>
                  <a:pt x="2585" y="1944"/>
                </a:lnTo>
                <a:lnTo>
                  <a:pt x="3603" y="1624"/>
                </a:lnTo>
                <a:cubicBezTo>
                  <a:pt x="3714" y="1770"/>
                  <a:pt x="3899" y="1861"/>
                  <a:pt x="4107" y="1861"/>
                </a:cubicBezTo>
                <a:cubicBezTo>
                  <a:pt x="4182" y="1861"/>
                  <a:pt x="4256" y="1849"/>
                  <a:pt x="4329" y="1826"/>
                </a:cubicBezTo>
                <a:lnTo>
                  <a:pt x="4691" y="1712"/>
                </a:lnTo>
                <a:lnTo>
                  <a:pt x="4153" y="0"/>
                </a:lnTo>
                <a:close/>
                <a:moveTo>
                  <a:pt x="431" y="2412"/>
                </a:moveTo>
                <a:lnTo>
                  <a:pt x="251" y="1839"/>
                </a:lnTo>
                <a:lnTo>
                  <a:pt x="481" y="1766"/>
                </a:lnTo>
                <a:lnTo>
                  <a:pt x="492" y="1801"/>
                </a:lnTo>
                <a:lnTo>
                  <a:pt x="492" y="1801"/>
                </a:lnTo>
                <a:lnTo>
                  <a:pt x="565" y="2031"/>
                </a:lnTo>
                <a:lnTo>
                  <a:pt x="662" y="2339"/>
                </a:lnTo>
                <a:lnTo>
                  <a:pt x="431" y="2412"/>
                </a:lnTo>
                <a:close/>
                <a:moveTo>
                  <a:pt x="782" y="2054"/>
                </a:moveTo>
                <a:lnTo>
                  <a:pt x="762" y="1993"/>
                </a:lnTo>
                <a:lnTo>
                  <a:pt x="743" y="1932"/>
                </a:lnTo>
                <a:lnTo>
                  <a:pt x="2015" y="1532"/>
                </a:lnTo>
                <a:lnTo>
                  <a:pt x="2053" y="1654"/>
                </a:lnTo>
                <a:lnTo>
                  <a:pt x="782" y="2054"/>
                </a:lnTo>
                <a:close/>
                <a:moveTo>
                  <a:pt x="2135" y="1246"/>
                </a:moveTo>
                <a:lnTo>
                  <a:pt x="3333" y="870"/>
                </a:lnTo>
                <a:lnTo>
                  <a:pt x="3335" y="876"/>
                </a:lnTo>
                <a:cubicBezTo>
                  <a:pt x="3335" y="876"/>
                  <a:pt x="3335" y="876"/>
                  <a:pt x="3335" y="876"/>
                </a:cubicBezTo>
                <a:lnTo>
                  <a:pt x="3513" y="1443"/>
                </a:lnTo>
                <a:lnTo>
                  <a:pt x="2315" y="1819"/>
                </a:lnTo>
                <a:lnTo>
                  <a:pt x="2231" y="1552"/>
                </a:lnTo>
                <a:lnTo>
                  <a:pt x="2146" y="1281"/>
                </a:lnTo>
                <a:lnTo>
                  <a:pt x="2146" y="1281"/>
                </a:lnTo>
                <a:lnTo>
                  <a:pt x="2135" y="1246"/>
                </a:lnTo>
                <a:close/>
                <a:moveTo>
                  <a:pt x="4269" y="1635"/>
                </a:moveTo>
                <a:cubicBezTo>
                  <a:pt x="4216" y="1652"/>
                  <a:pt x="4161" y="1661"/>
                  <a:pt x="4107" y="1661"/>
                </a:cubicBezTo>
                <a:cubicBezTo>
                  <a:pt x="3918" y="1661"/>
                  <a:pt x="3758" y="1557"/>
                  <a:pt x="3710" y="1403"/>
                </a:cubicBezTo>
                <a:lnTo>
                  <a:pt x="3630" y="1149"/>
                </a:lnTo>
                <a:lnTo>
                  <a:pt x="3525" y="816"/>
                </a:lnTo>
                <a:cubicBezTo>
                  <a:pt x="3495" y="719"/>
                  <a:pt x="3510" y="613"/>
                  <a:pt x="3569" y="518"/>
                </a:cubicBezTo>
                <a:cubicBezTo>
                  <a:pt x="3630" y="419"/>
                  <a:pt x="3730" y="343"/>
                  <a:pt x="3850" y="305"/>
                </a:cubicBezTo>
                <a:lnTo>
                  <a:pt x="4022" y="251"/>
                </a:lnTo>
                <a:lnTo>
                  <a:pt x="4440" y="1581"/>
                </a:lnTo>
                <a:lnTo>
                  <a:pt x="4269" y="1635"/>
                </a:lnTo>
                <a:close/>
              </a:path>
            </a:pathLst>
          </a:custGeom>
          <a:solidFill>
            <a:schemeClr val="accent1"/>
          </a:solidFill>
          <a:ln>
            <a:noFill/>
          </a:ln>
        </p:spPr>
      </p:sp>
      <p:sp>
        <p:nvSpPr>
          <p:cNvPr id="59" name="physics_124675">
            <a:extLst>
              <a:ext uri="{FF2B5EF4-FFF2-40B4-BE49-F238E27FC236}">
                <a16:creationId xmlns:a16="http://schemas.microsoft.com/office/drawing/2014/main" id="{78AB4684-AC9B-495C-B6A7-AF8B9B5B7B6E}"/>
              </a:ext>
            </a:extLst>
          </p:cNvPr>
          <p:cNvSpPr>
            <a:spLocks noChangeAspect="1"/>
          </p:cNvSpPr>
          <p:nvPr/>
        </p:nvSpPr>
        <p:spPr bwMode="auto">
          <a:xfrm>
            <a:off x="3347635" y="5461000"/>
            <a:ext cx="609685" cy="608765"/>
          </a:xfrm>
          <a:custGeom>
            <a:avLst/>
            <a:gdLst>
              <a:gd name="T0" fmla="*/ 100 w 6267"/>
              <a:gd name="T1" fmla="*/ 0 h 6267"/>
              <a:gd name="T2" fmla="*/ 100 w 6267"/>
              <a:gd name="T3" fmla="*/ 200 h 6267"/>
              <a:gd name="T4" fmla="*/ 2033 w 6267"/>
              <a:gd name="T5" fmla="*/ 405 h 6267"/>
              <a:gd name="T6" fmla="*/ 1033 w 6267"/>
              <a:gd name="T7" fmla="*/ 4279 h 6267"/>
              <a:gd name="T8" fmla="*/ 761 w 6267"/>
              <a:gd name="T9" fmla="*/ 4091 h 6267"/>
              <a:gd name="T10" fmla="*/ 1054 w 6267"/>
              <a:gd name="T11" fmla="*/ 4631 h 6267"/>
              <a:gd name="T12" fmla="*/ 1061 w 6267"/>
              <a:gd name="T13" fmla="*/ 4639 h 6267"/>
              <a:gd name="T14" fmla="*/ 1070 w 6267"/>
              <a:gd name="T15" fmla="*/ 4648 h 6267"/>
              <a:gd name="T16" fmla="*/ 1079 w 6267"/>
              <a:gd name="T17" fmla="*/ 4654 h 6267"/>
              <a:gd name="T18" fmla="*/ 1088 w 6267"/>
              <a:gd name="T19" fmla="*/ 4659 h 6267"/>
              <a:gd name="T20" fmla="*/ 1098 w 6267"/>
              <a:gd name="T21" fmla="*/ 4664 h 6267"/>
              <a:gd name="T22" fmla="*/ 1109 w 6267"/>
              <a:gd name="T23" fmla="*/ 4667 h 6267"/>
              <a:gd name="T24" fmla="*/ 1120 w 6267"/>
              <a:gd name="T25" fmla="*/ 4669 h 6267"/>
              <a:gd name="T26" fmla="*/ 1133 w 6267"/>
              <a:gd name="T27" fmla="*/ 4670 h 6267"/>
              <a:gd name="T28" fmla="*/ 1147 w 6267"/>
              <a:gd name="T29" fmla="*/ 4669 h 6267"/>
              <a:gd name="T30" fmla="*/ 1158 w 6267"/>
              <a:gd name="T31" fmla="*/ 4667 h 6267"/>
              <a:gd name="T32" fmla="*/ 1169 w 6267"/>
              <a:gd name="T33" fmla="*/ 4664 h 6267"/>
              <a:gd name="T34" fmla="*/ 1179 w 6267"/>
              <a:gd name="T35" fmla="*/ 4659 h 6267"/>
              <a:gd name="T36" fmla="*/ 1188 w 6267"/>
              <a:gd name="T37" fmla="*/ 4654 h 6267"/>
              <a:gd name="T38" fmla="*/ 1197 w 6267"/>
              <a:gd name="T39" fmla="*/ 4647 h 6267"/>
              <a:gd name="T40" fmla="*/ 1207 w 6267"/>
              <a:gd name="T41" fmla="*/ 4638 h 6267"/>
              <a:gd name="T42" fmla="*/ 1212 w 6267"/>
              <a:gd name="T43" fmla="*/ 4631 h 6267"/>
              <a:gd name="T44" fmla="*/ 1506 w 6267"/>
              <a:gd name="T45" fmla="*/ 4091 h 6267"/>
              <a:gd name="T46" fmla="*/ 1233 w 6267"/>
              <a:gd name="T47" fmla="*/ 4279 h 6267"/>
              <a:gd name="T48" fmla="*/ 2133 w 6267"/>
              <a:gd name="T49" fmla="*/ 2600 h 6267"/>
              <a:gd name="T50" fmla="*/ 3033 w 6267"/>
              <a:gd name="T51" fmla="*/ 3570 h 6267"/>
              <a:gd name="T52" fmla="*/ 4033 w 6267"/>
              <a:gd name="T53" fmla="*/ 4870 h 6267"/>
              <a:gd name="T54" fmla="*/ 3501 w 6267"/>
              <a:gd name="T55" fmla="*/ 4959 h 6267"/>
              <a:gd name="T56" fmla="*/ 3392 w 6267"/>
              <a:gd name="T57" fmla="*/ 6233 h 6267"/>
              <a:gd name="T58" fmla="*/ 4800 w 6267"/>
              <a:gd name="T59" fmla="*/ 6267 h 6267"/>
              <a:gd name="T60" fmla="*/ 4899 w 6267"/>
              <a:gd name="T61" fmla="*/ 6148 h 6267"/>
              <a:gd name="T62" fmla="*/ 4667 w 6267"/>
              <a:gd name="T63" fmla="*/ 4870 h 6267"/>
              <a:gd name="T64" fmla="*/ 4233 w 6267"/>
              <a:gd name="T65" fmla="*/ 4665 h 6267"/>
              <a:gd name="T66" fmla="*/ 5233 w 6267"/>
              <a:gd name="T67" fmla="*/ 200 h 6267"/>
              <a:gd name="T68" fmla="*/ 6267 w 6267"/>
              <a:gd name="T69" fmla="*/ 100 h 6267"/>
              <a:gd name="T70" fmla="*/ 4688 w 6267"/>
              <a:gd name="T71" fmla="*/ 6067 h 6267"/>
              <a:gd name="T72" fmla="*/ 3689 w 6267"/>
              <a:gd name="T73" fmla="*/ 5070 h 6267"/>
              <a:gd name="T74" fmla="*/ 4688 w 6267"/>
              <a:gd name="T75" fmla="*/ 6067 h 6267"/>
              <a:gd name="T76" fmla="*/ 1233 w 6267"/>
              <a:gd name="T77" fmla="*/ 1500 h 6267"/>
              <a:gd name="T78" fmla="*/ 2033 w 6267"/>
              <a:gd name="T79" fmla="*/ 807 h 6267"/>
              <a:gd name="T80" fmla="*/ 2133 w 6267"/>
              <a:gd name="T81" fmla="*/ 2200 h 6267"/>
              <a:gd name="T82" fmla="*/ 2732 w 6267"/>
              <a:gd name="T83" fmla="*/ 1606 h 6267"/>
              <a:gd name="T84" fmla="*/ 2133 w 6267"/>
              <a:gd name="T85" fmla="*/ 2000 h 6267"/>
              <a:gd name="T86" fmla="*/ 2133 w 6267"/>
              <a:gd name="T87" fmla="*/ 1000 h 6267"/>
              <a:gd name="T88" fmla="*/ 2732 w 6267"/>
              <a:gd name="T89" fmla="*/ 1394 h 6267"/>
              <a:gd name="T90" fmla="*/ 2233 w 6267"/>
              <a:gd name="T91" fmla="*/ 807 h 6267"/>
              <a:gd name="T92" fmla="*/ 3033 w 6267"/>
              <a:gd name="T93" fmla="*/ 1500 h 6267"/>
              <a:gd name="T94" fmla="*/ 4233 w 6267"/>
              <a:gd name="T95" fmla="*/ 4464 h 6267"/>
              <a:gd name="T96" fmla="*/ 4793 w 6267"/>
              <a:gd name="T97" fmla="*/ 3804 h 6267"/>
              <a:gd name="T98" fmla="*/ 4605 w 6267"/>
              <a:gd name="T99" fmla="*/ 3737 h 6267"/>
              <a:gd name="T100" fmla="*/ 3633 w 6267"/>
              <a:gd name="T101" fmla="*/ 3570 h 6267"/>
              <a:gd name="T102" fmla="*/ 4605 w 6267"/>
              <a:gd name="T103" fmla="*/ 3404 h 6267"/>
              <a:gd name="T104" fmla="*/ 4793 w 6267"/>
              <a:gd name="T105" fmla="*/ 3337 h 6267"/>
              <a:gd name="T106" fmla="*/ 3433 w 6267"/>
              <a:gd name="T107" fmla="*/ 3570 h 6267"/>
              <a:gd name="T108" fmla="*/ 4033 w 6267"/>
              <a:gd name="T109" fmla="*/ 4464 h 6267"/>
              <a:gd name="T110" fmla="*/ 4133 w 6267"/>
              <a:gd name="T111" fmla="*/ 2670 h 6267"/>
              <a:gd name="T112" fmla="*/ 4233 w 6267"/>
              <a:gd name="T113" fmla="*/ 4464 h 6267"/>
              <a:gd name="T114" fmla="*/ 4133 w 6267"/>
              <a:gd name="T115" fmla="*/ 2470 h 6267"/>
              <a:gd name="T116" fmla="*/ 3233 w 6267"/>
              <a:gd name="T117" fmla="*/ 1500 h 6267"/>
              <a:gd name="T118" fmla="*/ 2233 w 6267"/>
              <a:gd name="T119" fmla="*/ 200 h 6267"/>
              <a:gd name="T120" fmla="*/ 5033 w 6267"/>
              <a:gd name="T121" fmla="*/ 2939 h 6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267" h="6267">
                <a:moveTo>
                  <a:pt x="6167" y="0"/>
                </a:moveTo>
                <a:lnTo>
                  <a:pt x="100" y="0"/>
                </a:lnTo>
                <a:cubicBezTo>
                  <a:pt x="45" y="0"/>
                  <a:pt x="0" y="45"/>
                  <a:pt x="0" y="100"/>
                </a:cubicBezTo>
                <a:cubicBezTo>
                  <a:pt x="0" y="155"/>
                  <a:pt x="45" y="200"/>
                  <a:pt x="100" y="200"/>
                </a:cubicBezTo>
                <a:lnTo>
                  <a:pt x="2033" y="200"/>
                </a:lnTo>
                <a:lnTo>
                  <a:pt x="2033" y="405"/>
                </a:lnTo>
                <a:cubicBezTo>
                  <a:pt x="1474" y="455"/>
                  <a:pt x="1033" y="927"/>
                  <a:pt x="1033" y="1500"/>
                </a:cubicBezTo>
                <a:lnTo>
                  <a:pt x="1033" y="4279"/>
                </a:lnTo>
                <a:lnTo>
                  <a:pt x="901" y="4109"/>
                </a:lnTo>
                <a:cubicBezTo>
                  <a:pt x="867" y="4065"/>
                  <a:pt x="804" y="4057"/>
                  <a:pt x="761" y="4091"/>
                </a:cubicBezTo>
                <a:cubicBezTo>
                  <a:pt x="717" y="4125"/>
                  <a:pt x="709" y="4188"/>
                  <a:pt x="743" y="4231"/>
                </a:cubicBezTo>
                <a:lnTo>
                  <a:pt x="1054" y="4631"/>
                </a:lnTo>
                <a:cubicBezTo>
                  <a:pt x="1055" y="4632"/>
                  <a:pt x="1055" y="4632"/>
                  <a:pt x="1055" y="4632"/>
                </a:cubicBezTo>
                <a:cubicBezTo>
                  <a:pt x="1057" y="4635"/>
                  <a:pt x="1059" y="4637"/>
                  <a:pt x="1061" y="4639"/>
                </a:cubicBezTo>
                <a:cubicBezTo>
                  <a:pt x="1062" y="4640"/>
                  <a:pt x="1062" y="4640"/>
                  <a:pt x="1062" y="4640"/>
                </a:cubicBezTo>
                <a:cubicBezTo>
                  <a:pt x="1065" y="4643"/>
                  <a:pt x="1067" y="4645"/>
                  <a:pt x="1070" y="4648"/>
                </a:cubicBezTo>
                <a:cubicBezTo>
                  <a:pt x="1071" y="4648"/>
                  <a:pt x="1071" y="4648"/>
                  <a:pt x="1071" y="4648"/>
                </a:cubicBezTo>
                <a:cubicBezTo>
                  <a:pt x="1074" y="4650"/>
                  <a:pt x="1076" y="4652"/>
                  <a:pt x="1079" y="4654"/>
                </a:cubicBezTo>
                <a:cubicBezTo>
                  <a:pt x="1080" y="4654"/>
                  <a:pt x="1080" y="4655"/>
                  <a:pt x="1081" y="4655"/>
                </a:cubicBezTo>
                <a:cubicBezTo>
                  <a:pt x="1084" y="4657"/>
                  <a:pt x="1086" y="4658"/>
                  <a:pt x="1088" y="4659"/>
                </a:cubicBezTo>
                <a:cubicBezTo>
                  <a:pt x="1089" y="4660"/>
                  <a:pt x="1090" y="4660"/>
                  <a:pt x="1091" y="4661"/>
                </a:cubicBezTo>
                <a:cubicBezTo>
                  <a:pt x="1093" y="4662"/>
                  <a:pt x="1096" y="4663"/>
                  <a:pt x="1098" y="4664"/>
                </a:cubicBezTo>
                <a:cubicBezTo>
                  <a:pt x="1099" y="4664"/>
                  <a:pt x="1100" y="4664"/>
                  <a:pt x="1101" y="4665"/>
                </a:cubicBezTo>
                <a:cubicBezTo>
                  <a:pt x="1104" y="4666"/>
                  <a:pt x="1106" y="4666"/>
                  <a:pt x="1109" y="4667"/>
                </a:cubicBezTo>
                <a:cubicBezTo>
                  <a:pt x="1110" y="4667"/>
                  <a:pt x="1111" y="4667"/>
                  <a:pt x="1112" y="4668"/>
                </a:cubicBezTo>
                <a:cubicBezTo>
                  <a:pt x="1114" y="4668"/>
                  <a:pt x="1117" y="4669"/>
                  <a:pt x="1120" y="4669"/>
                </a:cubicBezTo>
                <a:cubicBezTo>
                  <a:pt x="1121" y="4669"/>
                  <a:pt x="1122" y="4669"/>
                  <a:pt x="1122" y="4669"/>
                </a:cubicBezTo>
                <a:cubicBezTo>
                  <a:pt x="1126" y="4670"/>
                  <a:pt x="1130" y="4670"/>
                  <a:pt x="1133" y="4670"/>
                </a:cubicBezTo>
                <a:cubicBezTo>
                  <a:pt x="1137" y="4670"/>
                  <a:pt x="1141" y="4670"/>
                  <a:pt x="1144" y="4669"/>
                </a:cubicBezTo>
                <a:cubicBezTo>
                  <a:pt x="1145" y="4669"/>
                  <a:pt x="1146" y="4669"/>
                  <a:pt x="1147" y="4669"/>
                </a:cubicBezTo>
                <a:cubicBezTo>
                  <a:pt x="1150" y="4669"/>
                  <a:pt x="1153" y="4668"/>
                  <a:pt x="1155" y="4668"/>
                </a:cubicBezTo>
                <a:cubicBezTo>
                  <a:pt x="1156" y="4667"/>
                  <a:pt x="1157" y="4667"/>
                  <a:pt x="1158" y="4667"/>
                </a:cubicBezTo>
                <a:cubicBezTo>
                  <a:pt x="1161" y="4666"/>
                  <a:pt x="1163" y="4666"/>
                  <a:pt x="1165" y="4665"/>
                </a:cubicBezTo>
                <a:cubicBezTo>
                  <a:pt x="1167" y="4664"/>
                  <a:pt x="1168" y="4664"/>
                  <a:pt x="1169" y="4664"/>
                </a:cubicBezTo>
                <a:cubicBezTo>
                  <a:pt x="1171" y="4663"/>
                  <a:pt x="1173" y="4662"/>
                  <a:pt x="1175" y="4661"/>
                </a:cubicBezTo>
                <a:cubicBezTo>
                  <a:pt x="1177" y="4660"/>
                  <a:pt x="1178" y="4660"/>
                  <a:pt x="1179" y="4659"/>
                </a:cubicBezTo>
                <a:cubicBezTo>
                  <a:pt x="1181" y="4658"/>
                  <a:pt x="1183" y="4657"/>
                  <a:pt x="1185" y="4656"/>
                </a:cubicBezTo>
                <a:cubicBezTo>
                  <a:pt x="1186" y="4655"/>
                  <a:pt x="1187" y="4654"/>
                  <a:pt x="1188" y="4654"/>
                </a:cubicBezTo>
                <a:cubicBezTo>
                  <a:pt x="1190" y="4652"/>
                  <a:pt x="1192" y="4651"/>
                  <a:pt x="1194" y="4649"/>
                </a:cubicBezTo>
                <a:cubicBezTo>
                  <a:pt x="1195" y="4649"/>
                  <a:pt x="1196" y="4648"/>
                  <a:pt x="1197" y="4647"/>
                </a:cubicBezTo>
                <a:cubicBezTo>
                  <a:pt x="1199" y="4645"/>
                  <a:pt x="1202" y="4643"/>
                  <a:pt x="1204" y="4641"/>
                </a:cubicBezTo>
                <a:cubicBezTo>
                  <a:pt x="1205" y="4640"/>
                  <a:pt x="1206" y="4639"/>
                  <a:pt x="1207" y="4638"/>
                </a:cubicBezTo>
                <a:cubicBezTo>
                  <a:pt x="1208" y="4636"/>
                  <a:pt x="1210" y="4634"/>
                  <a:pt x="1211" y="4633"/>
                </a:cubicBezTo>
                <a:cubicBezTo>
                  <a:pt x="1212" y="4632"/>
                  <a:pt x="1212" y="4632"/>
                  <a:pt x="1212" y="4631"/>
                </a:cubicBezTo>
                <a:lnTo>
                  <a:pt x="1523" y="4231"/>
                </a:lnTo>
                <a:cubicBezTo>
                  <a:pt x="1557" y="4188"/>
                  <a:pt x="1549" y="4125"/>
                  <a:pt x="1506" y="4091"/>
                </a:cubicBezTo>
                <a:cubicBezTo>
                  <a:pt x="1462" y="4057"/>
                  <a:pt x="1399" y="4065"/>
                  <a:pt x="1366" y="4109"/>
                </a:cubicBezTo>
                <a:lnTo>
                  <a:pt x="1233" y="4279"/>
                </a:lnTo>
                <a:lnTo>
                  <a:pt x="1233" y="2131"/>
                </a:lnTo>
                <a:cubicBezTo>
                  <a:pt x="1433" y="2414"/>
                  <a:pt x="1762" y="2600"/>
                  <a:pt x="2133" y="2600"/>
                </a:cubicBezTo>
                <a:cubicBezTo>
                  <a:pt x="2505" y="2600"/>
                  <a:pt x="2834" y="2414"/>
                  <a:pt x="3033" y="2131"/>
                </a:cubicBezTo>
                <a:lnTo>
                  <a:pt x="3033" y="3570"/>
                </a:lnTo>
                <a:cubicBezTo>
                  <a:pt x="3033" y="4143"/>
                  <a:pt x="3474" y="4615"/>
                  <a:pt x="4033" y="4665"/>
                </a:cubicBezTo>
                <a:lnTo>
                  <a:pt x="4033" y="4870"/>
                </a:lnTo>
                <a:lnTo>
                  <a:pt x="3600" y="4870"/>
                </a:lnTo>
                <a:cubicBezTo>
                  <a:pt x="3549" y="4870"/>
                  <a:pt x="3506" y="4908"/>
                  <a:pt x="3501" y="4959"/>
                </a:cubicBezTo>
                <a:lnTo>
                  <a:pt x="3367" y="6156"/>
                </a:lnTo>
                <a:cubicBezTo>
                  <a:pt x="3364" y="6184"/>
                  <a:pt x="3373" y="6212"/>
                  <a:pt x="3392" y="6233"/>
                </a:cubicBezTo>
                <a:cubicBezTo>
                  <a:pt x="3411" y="6255"/>
                  <a:pt x="3438" y="6267"/>
                  <a:pt x="3467" y="6267"/>
                </a:cubicBezTo>
                <a:lnTo>
                  <a:pt x="4800" y="6267"/>
                </a:lnTo>
                <a:cubicBezTo>
                  <a:pt x="4856" y="6267"/>
                  <a:pt x="4900" y="6222"/>
                  <a:pt x="4900" y="6167"/>
                </a:cubicBezTo>
                <a:cubicBezTo>
                  <a:pt x="4900" y="6160"/>
                  <a:pt x="4900" y="6154"/>
                  <a:pt x="4899" y="6148"/>
                </a:cubicBezTo>
                <a:lnTo>
                  <a:pt x="4766" y="4959"/>
                </a:lnTo>
                <a:cubicBezTo>
                  <a:pt x="4760" y="4908"/>
                  <a:pt x="4718" y="4870"/>
                  <a:pt x="4667" y="4870"/>
                </a:cubicBezTo>
                <a:lnTo>
                  <a:pt x="4233" y="4870"/>
                </a:lnTo>
                <a:lnTo>
                  <a:pt x="4233" y="4665"/>
                </a:lnTo>
                <a:cubicBezTo>
                  <a:pt x="4793" y="4615"/>
                  <a:pt x="5233" y="4143"/>
                  <a:pt x="5233" y="3570"/>
                </a:cubicBezTo>
                <a:lnTo>
                  <a:pt x="5233" y="200"/>
                </a:lnTo>
                <a:lnTo>
                  <a:pt x="6167" y="200"/>
                </a:lnTo>
                <a:cubicBezTo>
                  <a:pt x="6222" y="200"/>
                  <a:pt x="6267" y="155"/>
                  <a:pt x="6267" y="100"/>
                </a:cubicBezTo>
                <a:cubicBezTo>
                  <a:pt x="6267" y="45"/>
                  <a:pt x="6222" y="0"/>
                  <a:pt x="6167" y="0"/>
                </a:cubicBezTo>
                <a:close/>
                <a:moveTo>
                  <a:pt x="4688" y="6067"/>
                </a:moveTo>
                <a:lnTo>
                  <a:pt x="3578" y="6067"/>
                </a:lnTo>
                <a:lnTo>
                  <a:pt x="3689" y="5070"/>
                </a:lnTo>
                <a:lnTo>
                  <a:pt x="4577" y="5070"/>
                </a:lnTo>
                <a:lnTo>
                  <a:pt x="4688" y="6067"/>
                </a:lnTo>
                <a:close/>
                <a:moveTo>
                  <a:pt x="2133" y="2400"/>
                </a:moveTo>
                <a:cubicBezTo>
                  <a:pt x="1637" y="2400"/>
                  <a:pt x="1233" y="1996"/>
                  <a:pt x="1233" y="1500"/>
                </a:cubicBezTo>
                <a:cubicBezTo>
                  <a:pt x="1233" y="1038"/>
                  <a:pt x="1584" y="656"/>
                  <a:pt x="2033" y="606"/>
                </a:cubicBezTo>
                <a:lnTo>
                  <a:pt x="2033" y="807"/>
                </a:lnTo>
                <a:cubicBezTo>
                  <a:pt x="1695" y="856"/>
                  <a:pt x="1433" y="1148"/>
                  <a:pt x="1433" y="1500"/>
                </a:cubicBezTo>
                <a:cubicBezTo>
                  <a:pt x="1433" y="1886"/>
                  <a:pt x="1747" y="2200"/>
                  <a:pt x="2133" y="2200"/>
                </a:cubicBezTo>
                <a:cubicBezTo>
                  <a:pt x="2429" y="2200"/>
                  <a:pt x="2694" y="2012"/>
                  <a:pt x="2793" y="1733"/>
                </a:cubicBezTo>
                <a:cubicBezTo>
                  <a:pt x="2812" y="1681"/>
                  <a:pt x="2784" y="1624"/>
                  <a:pt x="2732" y="1606"/>
                </a:cubicBezTo>
                <a:cubicBezTo>
                  <a:pt x="2680" y="1587"/>
                  <a:pt x="2623" y="1615"/>
                  <a:pt x="2605" y="1667"/>
                </a:cubicBezTo>
                <a:cubicBezTo>
                  <a:pt x="2534" y="1866"/>
                  <a:pt x="2345" y="2000"/>
                  <a:pt x="2133" y="2000"/>
                </a:cubicBezTo>
                <a:cubicBezTo>
                  <a:pt x="1858" y="2000"/>
                  <a:pt x="1633" y="1776"/>
                  <a:pt x="1633" y="1500"/>
                </a:cubicBezTo>
                <a:cubicBezTo>
                  <a:pt x="1633" y="1224"/>
                  <a:pt x="1858" y="1000"/>
                  <a:pt x="2133" y="1000"/>
                </a:cubicBezTo>
                <a:cubicBezTo>
                  <a:pt x="2345" y="1000"/>
                  <a:pt x="2534" y="1134"/>
                  <a:pt x="2605" y="1333"/>
                </a:cubicBezTo>
                <a:cubicBezTo>
                  <a:pt x="2623" y="1385"/>
                  <a:pt x="2680" y="1413"/>
                  <a:pt x="2732" y="1394"/>
                </a:cubicBezTo>
                <a:cubicBezTo>
                  <a:pt x="2784" y="1376"/>
                  <a:pt x="2812" y="1319"/>
                  <a:pt x="2793" y="1267"/>
                </a:cubicBezTo>
                <a:cubicBezTo>
                  <a:pt x="2706" y="1019"/>
                  <a:pt x="2487" y="844"/>
                  <a:pt x="2233" y="807"/>
                </a:cubicBezTo>
                <a:lnTo>
                  <a:pt x="2233" y="606"/>
                </a:lnTo>
                <a:cubicBezTo>
                  <a:pt x="2683" y="656"/>
                  <a:pt x="3033" y="1038"/>
                  <a:pt x="3033" y="1500"/>
                </a:cubicBezTo>
                <a:cubicBezTo>
                  <a:pt x="3033" y="1996"/>
                  <a:pt x="2630" y="2400"/>
                  <a:pt x="2133" y="2400"/>
                </a:cubicBezTo>
                <a:close/>
                <a:moveTo>
                  <a:pt x="4233" y="4464"/>
                </a:moveTo>
                <a:lnTo>
                  <a:pt x="4233" y="4263"/>
                </a:lnTo>
                <a:cubicBezTo>
                  <a:pt x="4487" y="4226"/>
                  <a:pt x="4706" y="4051"/>
                  <a:pt x="4793" y="3804"/>
                </a:cubicBezTo>
                <a:cubicBezTo>
                  <a:pt x="4812" y="3751"/>
                  <a:pt x="4784" y="3694"/>
                  <a:pt x="4732" y="3676"/>
                </a:cubicBezTo>
                <a:cubicBezTo>
                  <a:pt x="4680" y="3657"/>
                  <a:pt x="4623" y="3685"/>
                  <a:pt x="4605" y="3737"/>
                </a:cubicBezTo>
                <a:cubicBezTo>
                  <a:pt x="4534" y="3936"/>
                  <a:pt x="4345" y="4070"/>
                  <a:pt x="4133" y="4070"/>
                </a:cubicBezTo>
                <a:cubicBezTo>
                  <a:pt x="3858" y="4070"/>
                  <a:pt x="3633" y="3846"/>
                  <a:pt x="3633" y="3570"/>
                </a:cubicBezTo>
                <a:cubicBezTo>
                  <a:pt x="3633" y="3294"/>
                  <a:pt x="3858" y="3070"/>
                  <a:pt x="4133" y="3070"/>
                </a:cubicBezTo>
                <a:cubicBezTo>
                  <a:pt x="4345" y="3070"/>
                  <a:pt x="4534" y="3204"/>
                  <a:pt x="4605" y="3404"/>
                </a:cubicBezTo>
                <a:cubicBezTo>
                  <a:pt x="4623" y="3456"/>
                  <a:pt x="4680" y="3483"/>
                  <a:pt x="4732" y="3464"/>
                </a:cubicBezTo>
                <a:cubicBezTo>
                  <a:pt x="4784" y="3446"/>
                  <a:pt x="4812" y="3389"/>
                  <a:pt x="4793" y="3337"/>
                </a:cubicBezTo>
                <a:cubicBezTo>
                  <a:pt x="4694" y="3058"/>
                  <a:pt x="4429" y="2870"/>
                  <a:pt x="4133" y="2870"/>
                </a:cubicBezTo>
                <a:cubicBezTo>
                  <a:pt x="3747" y="2870"/>
                  <a:pt x="3433" y="3184"/>
                  <a:pt x="3433" y="3570"/>
                </a:cubicBezTo>
                <a:cubicBezTo>
                  <a:pt x="3433" y="3922"/>
                  <a:pt x="3695" y="4214"/>
                  <a:pt x="4033" y="4263"/>
                </a:cubicBezTo>
                <a:lnTo>
                  <a:pt x="4033" y="4464"/>
                </a:lnTo>
                <a:cubicBezTo>
                  <a:pt x="3584" y="4414"/>
                  <a:pt x="3233" y="4033"/>
                  <a:pt x="3233" y="3570"/>
                </a:cubicBezTo>
                <a:cubicBezTo>
                  <a:pt x="3233" y="3074"/>
                  <a:pt x="3637" y="2670"/>
                  <a:pt x="4133" y="2670"/>
                </a:cubicBezTo>
                <a:cubicBezTo>
                  <a:pt x="4630" y="2670"/>
                  <a:pt x="5033" y="3074"/>
                  <a:pt x="5033" y="3570"/>
                </a:cubicBezTo>
                <a:cubicBezTo>
                  <a:pt x="5033" y="4033"/>
                  <a:pt x="4683" y="4414"/>
                  <a:pt x="4233" y="4464"/>
                </a:cubicBezTo>
                <a:close/>
                <a:moveTo>
                  <a:pt x="5033" y="2939"/>
                </a:moveTo>
                <a:cubicBezTo>
                  <a:pt x="4834" y="2656"/>
                  <a:pt x="4505" y="2470"/>
                  <a:pt x="4133" y="2470"/>
                </a:cubicBezTo>
                <a:cubicBezTo>
                  <a:pt x="3762" y="2470"/>
                  <a:pt x="3433" y="2656"/>
                  <a:pt x="3233" y="2939"/>
                </a:cubicBezTo>
                <a:lnTo>
                  <a:pt x="3233" y="1500"/>
                </a:lnTo>
                <a:cubicBezTo>
                  <a:pt x="3233" y="927"/>
                  <a:pt x="2793" y="455"/>
                  <a:pt x="2233" y="405"/>
                </a:cubicBezTo>
                <a:lnTo>
                  <a:pt x="2233" y="200"/>
                </a:lnTo>
                <a:lnTo>
                  <a:pt x="5033" y="200"/>
                </a:lnTo>
                <a:lnTo>
                  <a:pt x="5033" y="2939"/>
                </a:lnTo>
                <a:close/>
              </a:path>
            </a:pathLst>
          </a:custGeom>
          <a:solidFill>
            <a:schemeClr val="accent1"/>
          </a:solidFill>
          <a:ln>
            <a:noFill/>
          </a:ln>
        </p:spPr>
      </p:sp>
      <p:sp>
        <p:nvSpPr>
          <p:cNvPr id="60" name="physics-balls_71390">
            <a:extLst>
              <a:ext uri="{FF2B5EF4-FFF2-40B4-BE49-F238E27FC236}">
                <a16:creationId xmlns:a16="http://schemas.microsoft.com/office/drawing/2014/main" id="{3DF628AD-AC00-4A22-9CFA-CDF1C2D306C6}"/>
              </a:ext>
            </a:extLst>
          </p:cNvPr>
          <p:cNvSpPr>
            <a:spLocks noChangeAspect="1"/>
          </p:cNvSpPr>
          <p:nvPr/>
        </p:nvSpPr>
        <p:spPr bwMode="auto">
          <a:xfrm>
            <a:off x="2158152" y="3434755"/>
            <a:ext cx="609685" cy="543589"/>
          </a:xfrm>
          <a:custGeom>
            <a:avLst/>
            <a:gdLst>
              <a:gd name="connsiteX0" fmla="*/ 18873 w 608709"/>
              <a:gd name="connsiteY0" fmla="*/ 369834 h 542719"/>
              <a:gd name="connsiteX1" fmla="*/ 43266 w 608709"/>
              <a:gd name="connsiteY1" fmla="*/ 369834 h 542719"/>
              <a:gd name="connsiteX2" fmla="*/ 90337 w 608709"/>
              <a:gd name="connsiteY2" fmla="*/ 369834 h 542719"/>
              <a:gd name="connsiteX3" fmla="*/ 459221 w 608709"/>
              <a:gd name="connsiteY3" fmla="*/ 369834 h 542719"/>
              <a:gd name="connsiteX4" fmla="*/ 506367 w 608709"/>
              <a:gd name="connsiteY4" fmla="*/ 369834 h 542719"/>
              <a:gd name="connsiteX5" fmla="*/ 530760 w 608709"/>
              <a:gd name="connsiteY5" fmla="*/ 369834 h 542719"/>
              <a:gd name="connsiteX6" fmla="*/ 549633 w 608709"/>
              <a:gd name="connsiteY6" fmla="*/ 388680 h 542719"/>
              <a:gd name="connsiteX7" fmla="*/ 549633 w 608709"/>
              <a:gd name="connsiteY7" fmla="*/ 481640 h 542719"/>
              <a:gd name="connsiteX8" fmla="*/ 530760 w 608709"/>
              <a:gd name="connsiteY8" fmla="*/ 500485 h 542719"/>
              <a:gd name="connsiteX9" fmla="*/ 509873 w 608709"/>
              <a:gd name="connsiteY9" fmla="*/ 500485 h 542719"/>
              <a:gd name="connsiteX10" fmla="*/ 509873 w 608709"/>
              <a:gd name="connsiteY10" fmla="*/ 509870 h 542719"/>
              <a:gd name="connsiteX11" fmla="*/ 509873 w 608709"/>
              <a:gd name="connsiteY11" fmla="*/ 519330 h 542719"/>
              <a:gd name="connsiteX12" fmla="*/ 509873 w 608709"/>
              <a:gd name="connsiteY12" fmla="*/ 523874 h 542719"/>
              <a:gd name="connsiteX13" fmla="*/ 491074 w 608709"/>
              <a:gd name="connsiteY13" fmla="*/ 542719 h 542719"/>
              <a:gd name="connsiteX14" fmla="*/ 474961 w 608709"/>
              <a:gd name="connsiteY14" fmla="*/ 542719 h 542719"/>
              <a:gd name="connsiteX15" fmla="*/ 456163 w 608709"/>
              <a:gd name="connsiteY15" fmla="*/ 523874 h 542719"/>
              <a:gd name="connsiteX16" fmla="*/ 456163 w 608709"/>
              <a:gd name="connsiteY16" fmla="*/ 519330 h 542719"/>
              <a:gd name="connsiteX17" fmla="*/ 456163 w 608709"/>
              <a:gd name="connsiteY17" fmla="*/ 509870 h 542719"/>
              <a:gd name="connsiteX18" fmla="*/ 456163 w 608709"/>
              <a:gd name="connsiteY18" fmla="*/ 500485 h 542719"/>
              <a:gd name="connsiteX19" fmla="*/ 95186 w 608709"/>
              <a:gd name="connsiteY19" fmla="*/ 500485 h 542719"/>
              <a:gd name="connsiteX20" fmla="*/ 95186 w 608709"/>
              <a:gd name="connsiteY20" fmla="*/ 509870 h 542719"/>
              <a:gd name="connsiteX21" fmla="*/ 95186 w 608709"/>
              <a:gd name="connsiteY21" fmla="*/ 519330 h 542719"/>
              <a:gd name="connsiteX22" fmla="*/ 95186 w 608709"/>
              <a:gd name="connsiteY22" fmla="*/ 523874 h 542719"/>
              <a:gd name="connsiteX23" fmla="*/ 76313 w 608709"/>
              <a:gd name="connsiteY23" fmla="*/ 542719 h 542719"/>
              <a:gd name="connsiteX24" fmla="*/ 60275 w 608709"/>
              <a:gd name="connsiteY24" fmla="*/ 542719 h 542719"/>
              <a:gd name="connsiteX25" fmla="*/ 41402 w 608709"/>
              <a:gd name="connsiteY25" fmla="*/ 523874 h 542719"/>
              <a:gd name="connsiteX26" fmla="*/ 41402 w 608709"/>
              <a:gd name="connsiteY26" fmla="*/ 519330 h 542719"/>
              <a:gd name="connsiteX27" fmla="*/ 41402 w 608709"/>
              <a:gd name="connsiteY27" fmla="*/ 509870 h 542719"/>
              <a:gd name="connsiteX28" fmla="*/ 41402 w 608709"/>
              <a:gd name="connsiteY28" fmla="*/ 500485 h 542719"/>
              <a:gd name="connsiteX29" fmla="*/ 18873 w 608709"/>
              <a:gd name="connsiteY29" fmla="*/ 500485 h 542719"/>
              <a:gd name="connsiteX30" fmla="*/ 0 w 608709"/>
              <a:gd name="connsiteY30" fmla="*/ 481640 h 542719"/>
              <a:gd name="connsiteX31" fmla="*/ 0 w 608709"/>
              <a:gd name="connsiteY31" fmla="*/ 388680 h 542719"/>
              <a:gd name="connsiteX32" fmla="*/ 18873 w 608709"/>
              <a:gd name="connsiteY32" fmla="*/ 369834 h 542719"/>
              <a:gd name="connsiteX33" fmla="*/ 430732 w 608709"/>
              <a:gd name="connsiteY33" fmla="*/ 47076 h 542719"/>
              <a:gd name="connsiteX34" fmla="*/ 459229 w 608709"/>
              <a:gd name="connsiteY34" fmla="*/ 77989 h 542719"/>
              <a:gd name="connsiteX35" fmla="*/ 459229 w 608709"/>
              <a:gd name="connsiteY35" fmla="*/ 47076 h 542719"/>
              <a:gd name="connsiteX36" fmla="*/ 248707 w 608709"/>
              <a:gd name="connsiteY36" fmla="*/ 47076 h 542719"/>
              <a:gd name="connsiteX37" fmla="*/ 248707 w 608709"/>
              <a:gd name="connsiteY37" fmla="*/ 241118 h 542719"/>
              <a:gd name="connsiteX38" fmla="*/ 274817 w 608709"/>
              <a:gd name="connsiteY38" fmla="*/ 264805 h 542719"/>
              <a:gd name="connsiteX39" fmla="*/ 300853 w 608709"/>
              <a:gd name="connsiteY39" fmla="*/ 241118 h 542719"/>
              <a:gd name="connsiteX40" fmla="*/ 300853 w 608709"/>
              <a:gd name="connsiteY40" fmla="*/ 47076 h 542719"/>
              <a:gd name="connsiteX41" fmla="*/ 170898 w 608709"/>
              <a:gd name="connsiteY41" fmla="*/ 47076 h 542719"/>
              <a:gd name="connsiteX42" fmla="*/ 170898 w 608709"/>
              <a:gd name="connsiteY42" fmla="*/ 241416 h 542719"/>
              <a:gd name="connsiteX43" fmla="*/ 196561 w 608709"/>
              <a:gd name="connsiteY43" fmla="*/ 265923 h 542719"/>
              <a:gd name="connsiteX44" fmla="*/ 223044 w 608709"/>
              <a:gd name="connsiteY44" fmla="*/ 241118 h 542719"/>
              <a:gd name="connsiteX45" fmla="*/ 223044 w 608709"/>
              <a:gd name="connsiteY45" fmla="*/ 47076 h 542719"/>
              <a:gd name="connsiteX46" fmla="*/ 62131 w 608709"/>
              <a:gd name="connsiteY46" fmla="*/ 0 h 542719"/>
              <a:gd name="connsiteX47" fmla="*/ 487503 w 608709"/>
              <a:gd name="connsiteY47" fmla="*/ 0 h 542719"/>
              <a:gd name="connsiteX48" fmla="*/ 506377 w 608709"/>
              <a:gd name="connsiteY48" fmla="*/ 18845 h 542719"/>
              <a:gd name="connsiteX49" fmla="*/ 506377 w 608709"/>
              <a:gd name="connsiteY49" fmla="*/ 129013 h 542719"/>
              <a:gd name="connsiteX50" fmla="*/ 548601 w 608709"/>
              <a:gd name="connsiteY50" fmla="*/ 174898 h 542719"/>
              <a:gd name="connsiteX51" fmla="*/ 597539 w 608709"/>
              <a:gd name="connsiteY51" fmla="*/ 184582 h 542719"/>
              <a:gd name="connsiteX52" fmla="*/ 595077 w 608709"/>
              <a:gd name="connsiteY52" fmla="*/ 244172 h 542719"/>
              <a:gd name="connsiteX53" fmla="*/ 535396 w 608709"/>
              <a:gd name="connsiteY53" fmla="*/ 241714 h 542719"/>
              <a:gd name="connsiteX54" fmla="*/ 529727 w 608709"/>
              <a:gd name="connsiteY54" fmla="*/ 192254 h 542719"/>
              <a:gd name="connsiteX55" fmla="*/ 506377 w 608709"/>
              <a:gd name="connsiteY55" fmla="*/ 166928 h 542719"/>
              <a:gd name="connsiteX56" fmla="*/ 506377 w 608709"/>
              <a:gd name="connsiteY56" fmla="*/ 351063 h 542719"/>
              <a:gd name="connsiteX57" fmla="*/ 459229 w 608709"/>
              <a:gd name="connsiteY57" fmla="*/ 351063 h 542719"/>
              <a:gd name="connsiteX58" fmla="*/ 459229 w 608709"/>
              <a:gd name="connsiteY58" fmla="*/ 115829 h 542719"/>
              <a:gd name="connsiteX59" fmla="*/ 395819 w 608709"/>
              <a:gd name="connsiteY59" fmla="*/ 47076 h 542719"/>
              <a:gd name="connsiteX60" fmla="*/ 326590 w 608709"/>
              <a:gd name="connsiteY60" fmla="*/ 47076 h 542719"/>
              <a:gd name="connsiteX61" fmla="*/ 326590 w 608709"/>
              <a:gd name="connsiteY61" fmla="*/ 241118 h 542719"/>
              <a:gd name="connsiteX62" fmla="*/ 355982 w 608709"/>
              <a:gd name="connsiteY62" fmla="*/ 281267 h 542719"/>
              <a:gd name="connsiteX63" fmla="*/ 313758 w 608709"/>
              <a:gd name="connsiteY63" fmla="*/ 323502 h 542719"/>
              <a:gd name="connsiteX64" fmla="*/ 274817 w 608709"/>
              <a:gd name="connsiteY64" fmla="*/ 297804 h 542719"/>
              <a:gd name="connsiteX65" fmla="*/ 235875 w 608709"/>
              <a:gd name="connsiteY65" fmla="*/ 323502 h 542719"/>
              <a:gd name="connsiteX66" fmla="*/ 196561 w 608709"/>
              <a:gd name="connsiteY66" fmla="*/ 296686 h 542719"/>
              <a:gd name="connsiteX67" fmla="*/ 157172 w 608709"/>
              <a:gd name="connsiteY67" fmla="*/ 323502 h 542719"/>
              <a:gd name="connsiteX68" fmla="*/ 114873 w 608709"/>
              <a:gd name="connsiteY68" fmla="*/ 281267 h 542719"/>
              <a:gd name="connsiteX69" fmla="*/ 145161 w 608709"/>
              <a:gd name="connsiteY69" fmla="*/ 240820 h 542719"/>
              <a:gd name="connsiteX70" fmla="*/ 145161 w 608709"/>
              <a:gd name="connsiteY70" fmla="*/ 47076 h 542719"/>
              <a:gd name="connsiteX71" fmla="*/ 90330 w 608709"/>
              <a:gd name="connsiteY71" fmla="*/ 47076 h 542719"/>
              <a:gd name="connsiteX72" fmla="*/ 90330 w 608709"/>
              <a:gd name="connsiteY72" fmla="*/ 351063 h 542719"/>
              <a:gd name="connsiteX73" fmla="*/ 43257 w 608709"/>
              <a:gd name="connsiteY73" fmla="*/ 351063 h 542719"/>
              <a:gd name="connsiteX74" fmla="*/ 43257 w 608709"/>
              <a:gd name="connsiteY74" fmla="*/ 18845 h 542719"/>
              <a:gd name="connsiteX75" fmla="*/ 62131 w 608709"/>
              <a:gd name="connsiteY75" fmla="*/ 0 h 54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608709" h="542719">
                <a:moveTo>
                  <a:pt x="18873" y="369834"/>
                </a:moveTo>
                <a:lnTo>
                  <a:pt x="43266" y="369834"/>
                </a:lnTo>
                <a:lnTo>
                  <a:pt x="90337" y="369834"/>
                </a:lnTo>
                <a:lnTo>
                  <a:pt x="459221" y="369834"/>
                </a:lnTo>
                <a:lnTo>
                  <a:pt x="506367" y="369834"/>
                </a:lnTo>
                <a:lnTo>
                  <a:pt x="530760" y="369834"/>
                </a:lnTo>
                <a:cubicBezTo>
                  <a:pt x="541203" y="369834"/>
                  <a:pt x="549633" y="378251"/>
                  <a:pt x="549633" y="388680"/>
                </a:cubicBezTo>
                <a:lnTo>
                  <a:pt x="549633" y="481640"/>
                </a:lnTo>
                <a:cubicBezTo>
                  <a:pt x="549633" y="492068"/>
                  <a:pt x="541203" y="500485"/>
                  <a:pt x="530760" y="500485"/>
                </a:cubicBezTo>
                <a:lnTo>
                  <a:pt x="509873" y="500485"/>
                </a:lnTo>
                <a:lnTo>
                  <a:pt x="509873" y="509870"/>
                </a:lnTo>
                <a:lnTo>
                  <a:pt x="509873" y="519330"/>
                </a:lnTo>
                <a:lnTo>
                  <a:pt x="509873" y="523874"/>
                </a:lnTo>
                <a:cubicBezTo>
                  <a:pt x="509873" y="534302"/>
                  <a:pt x="501443" y="542719"/>
                  <a:pt x="491074" y="542719"/>
                </a:cubicBezTo>
                <a:lnTo>
                  <a:pt x="474961" y="542719"/>
                </a:lnTo>
                <a:cubicBezTo>
                  <a:pt x="464592" y="542719"/>
                  <a:pt x="456163" y="534302"/>
                  <a:pt x="456163" y="523874"/>
                </a:cubicBezTo>
                <a:lnTo>
                  <a:pt x="456163" y="519330"/>
                </a:lnTo>
                <a:lnTo>
                  <a:pt x="456163" y="509870"/>
                </a:lnTo>
                <a:lnTo>
                  <a:pt x="456163" y="500485"/>
                </a:lnTo>
                <a:lnTo>
                  <a:pt x="95186" y="500485"/>
                </a:lnTo>
                <a:lnTo>
                  <a:pt x="95186" y="509870"/>
                </a:lnTo>
                <a:lnTo>
                  <a:pt x="95186" y="519330"/>
                </a:lnTo>
                <a:lnTo>
                  <a:pt x="95186" y="523874"/>
                </a:lnTo>
                <a:cubicBezTo>
                  <a:pt x="95186" y="534302"/>
                  <a:pt x="86757" y="542719"/>
                  <a:pt x="76313" y="542719"/>
                </a:cubicBezTo>
                <a:lnTo>
                  <a:pt x="60275" y="542719"/>
                </a:lnTo>
                <a:cubicBezTo>
                  <a:pt x="49831" y="542719"/>
                  <a:pt x="41402" y="534302"/>
                  <a:pt x="41402" y="523874"/>
                </a:cubicBezTo>
                <a:lnTo>
                  <a:pt x="41402" y="519330"/>
                </a:lnTo>
                <a:lnTo>
                  <a:pt x="41402" y="509870"/>
                </a:lnTo>
                <a:lnTo>
                  <a:pt x="41402" y="500485"/>
                </a:lnTo>
                <a:lnTo>
                  <a:pt x="18873" y="500485"/>
                </a:lnTo>
                <a:cubicBezTo>
                  <a:pt x="8429" y="500485"/>
                  <a:pt x="0" y="492068"/>
                  <a:pt x="0" y="481640"/>
                </a:cubicBezTo>
                <a:lnTo>
                  <a:pt x="0" y="388680"/>
                </a:lnTo>
                <a:cubicBezTo>
                  <a:pt x="0" y="378251"/>
                  <a:pt x="8429" y="369834"/>
                  <a:pt x="18873" y="369834"/>
                </a:cubicBezTo>
                <a:close/>
                <a:moveTo>
                  <a:pt x="430732" y="47076"/>
                </a:moveTo>
                <a:lnTo>
                  <a:pt x="459229" y="77989"/>
                </a:lnTo>
                <a:lnTo>
                  <a:pt x="459229" y="47076"/>
                </a:lnTo>
                <a:close/>
                <a:moveTo>
                  <a:pt x="248707" y="47076"/>
                </a:moveTo>
                <a:lnTo>
                  <a:pt x="248707" y="241118"/>
                </a:lnTo>
                <a:cubicBezTo>
                  <a:pt x="260494" y="244843"/>
                  <a:pt x="270043" y="253558"/>
                  <a:pt x="274817" y="264805"/>
                </a:cubicBezTo>
                <a:cubicBezTo>
                  <a:pt x="279591" y="253558"/>
                  <a:pt x="289140" y="244843"/>
                  <a:pt x="300853" y="241118"/>
                </a:cubicBezTo>
                <a:lnTo>
                  <a:pt x="300853" y="47076"/>
                </a:lnTo>
                <a:close/>
                <a:moveTo>
                  <a:pt x="170898" y="47076"/>
                </a:moveTo>
                <a:lnTo>
                  <a:pt x="170898" y="241416"/>
                </a:lnTo>
                <a:cubicBezTo>
                  <a:pt x="182611" y="245438"/>
                  <a:pt x="192010" y="254452"/>
                  <a:pt x="196561" y="265923"/>
                </a:cubicBezTo>
                <a:cubicBezTo>
                  <a:pt x="201112" y="254154"/>
                  <a:pt x="210884" y="244992"/>
                  <a:pt x="223044" y="241118"/>
                </a:cubicBezTo>
                <a:lnTo>
                  <a:pt x="223044" y="47076"/>
                </a:lnTo>
                <a:close/>
                <a:moveTo>
                  <a:pt x="62131" y="0"/>
                </a:moveTo>
                <a:lnTo>
                  <a:pt x="487503" y="0"/>
                </a:lnTo>
                <a:cubicBezTo>
                  <a:pt x="497947" y="0"/>
                  <a:pt x="506377" y="8417"/>
                  <a:pt x="506377" y="18845"/>
                </a:cubicBezTo>
                <a:lnTo>
                  <a:pt x="506377" y="129013"/>
                </a:lnTo>
                <a:lnTo>
                  <a:pt x="548601" y="174898"/>
                </a:lnTo>
                <a:cubicBezTo>
                  <a:pt x="564864" y="167300"/>
                  <a:pt x="584782" y="170727"/>
                  <a:pt x="597539" y="184582"/>
                </a:cubicBezTo>
                <a:cubicBezTo>
                  <a:pt x="613354" y="201714"/>
                  <a:pt x="612235" y="228381"/>
                  <a:pt x="595077" y="244172"/>
                </a:cubicBezTo>
                <a:cubicBezTo>
                  <a:pt x="577919" y="259964"/>
                  <a:pt x="551212" y="258846"/>
                  <a:pt x="535396" y="241714"/>
                </a:cubicBezTo>
                <a:cubicBezTo>
                  <a:pt x="522565" y="227859"/>
                  <a:pt x="520849" y="207822"/>
                  <a:pt x="529727" y="192254"/>
                </a:cubicBezTo>
                <a:lnTo>
                  <a:pt x="506377" y="166928"/>
                </a:lnTo>
                <a:lnTo>
                  <a:pt x="506377" y="351063"/>
                </a:lnTo>
                <a:lnTo>
                  <a:pt x="459229" y="351063"/>
                </a:lnTo>
                <a:lnTo>
                  <a:pt x="459229" y="115829"/>
                </a:lnTo>
                <a:lnTo>
                  <a:pt x="395819" y="47076"/>
                </a:lnTo>
                <a:lnTo>
                  <a:pt x="326590" y="47076"/>
                </a:lnTo>
                <a:lnTo>
                  <a:pt x="326590" y="241118"/>
                </a:lnTo>
                <a:cubicBezTo>
                  <a:pt x="343673" y="246556"/>
                  <a:pt x="355982" y="262496"/>
                  <a:pt x="355982" y="281267"/>
                </a:cubicBezTo>
                <a:cubicBezTo>
                  <a:pt x="355982" y="304582"/>
                  <a:pt x="337108" y="323502"/>
                  <a:pt x="313758" y="323502"/>
                </a:cubicBezTo>
                <a:cubicBezTo>
                  <a:pt x="296227" y="323502"/>
                  <a:pt x="281233" y="312925"/>
                  <a:pt x="274817" y="297804"/>
                </a:cubicBezTo>
                <a:cubicBezTo>
                  <a:pt x="268401" y="312925"/>
                  <a:pt x="253407" y="323502"/>
                  <a:pt x="235875" y="323502"/>
                </a:cubicBezTo>
                <a:cubicBezTo>
                  <a:pt x="217971" y="323502"/>
                  <a:pt x="202678" y="312403"/>
                  <a:pt x="196561" y="296686"/>
                </a:cubicBezTo>
                <a:cubicBezTo>
                  <a:pt x="190369" y="312403"/>
                  <a:pt x="175076" y="323502"/>
                  <a:pt x="157172" y="323502"/>
                </a:cubicBezTo>
                <a:cubicBezTo>
                  <a:pt x="133822" y="323502"/>
                  <a:pt x="114873" y="304582"/>
                  <a:pt x="114873" y="281267"/>
                </a:cubicBezTo>
                <a:cubicBezTo>
                  <a:pt x="114873" y="262124"/>
                  <a:pt x="127705" y="245960"/>
                  <a:pt x="145161" y="240820"/>
                </a:cubicBezTo>
                <a:lnTo>
                  <a:pt x="145161" y="47076"/>
                </a:lnTo>
                <a:lnTo>
                  <a:pt x="90330" y="47076"/>
                </a:lnTo>
                <a:lnTo>
                  <a:pt x="90330" y="351063"/>
                </a:lnTo>
                <a:lnTo>
                  <a:pt x="43257" y="351063"/>
                </a:lnTo>
                <a:lnTo>
                  <a:pt x="43257" y="18845"/>
                </a:lnTo>
                <a:cubicBezTo>
                  <a:pt x="43257" y="8417"/>
                  <a:pt x="51687" y="0"/>
                  <a:pt x="62131" y="0"/>
                </a:cubicBezTo>
                <a:close/>
              </a:path>
            </a:pathLst>
          </a:custGeom>
          <a:solidFill>
            <a:schemeClr val="accent1"/>
          </a:solidFill>
          <a:ln>
            <a:noFill/>
          </a:ln>
        </p:spPr>
      </p:sp>
      <p:sp>
        <p:nvSpPr>
          <p:cNvPr id="61" name="magnet-with-bolt_67962">
            <a:extLst>
              <a:ext uri="{FF2B5EF4-FFF2-40B4-BE49-F238E27FC236}">
                <a16:creationId xmlns:a16="http://schemas.microsoft.com/office/drawing/2014/main" id="{C9DFFBEB-6F82-4BF3-85E6-5CC19908E88C}"/>
              </a:ext>
            </a:extLst>
          </p:cNvPr>
          <p:cNvSpPr>
            <a:spLocks noChangeAspect="1"/>
          </p:cNvSpPr>
          <p:nvPr/>
        </p:nvSpPr>
        <p:spPr bwMode="auto">
          <a:xfrm>
            <a:off x="5760635" y="3429000"/>
            <a:ext cx="609685" cy="534716"/>
          </a:xfrm>
          <a:custGeom>
            <a:avLst/>
            <a:gdLst>
              <a:gd name="connsiteX0" fmla="*/ 391366 w 604629"/>
              <a:gd name="connsiteY0" fmla="*/ 252339 h 530282"/>
              <a:gd name="connsiteX1" fmla="*/ 302535 w 604629"/>
              <a:gd name="connsiteY1" fmla="*/ 341040 h 530282"/>
              <a:gd name="connsiteX2" fmla="*/ 361601 w 604629"/>
              <a:gd name="connsiteY2" fmla="*/ 399902 h 530282"/>
              <a:gd name="connsiteX3" fmla="*/ 450315 w 604629"/>
              <a:gd name="connsiteY3" fmla="*/ 311318 h 530282"/>
              <a:gd name="connsiteX4" fmla="*/ 219227 w 604629"/>
              <a:gd name="connsiteY4" fmla="*/ 42315 h 530282"/>
              <a:gd name="connsiteX5" fmla="*/ 240330 w 604629"/>
              <a:gd name="connsiteY5" fmla="*/ 51022 h 530282"/>
              <a:gd name="connsiteX6" fmla="*/ 307767 w 604629"/>
              <a:gd name="connsiteY6" fmla="*/ 118476 h 530282"/>
              <a:gd name="connsiteX7" fmla="*/ 307767 w 604629"/>
              <a:gd name="connsiteY7" fmla="*/ 160504 h 530282"/>
              <a:gd name="connsiteX8" fmla="*/ 167894 w 604629"/>
              <a:gd name="connsiteY8" fmla="*/ 300289 h 530282"/>
              <a:gd name="connsiteX9" fmla="*/ 167894 w 604629"/>
              <a:gd name="connsiteY9" fmla="*/ 362634 h 530282"/>
              <a:gd name="connsiteX10" fmla="*/ 230331 w 604629"/>
              <a:gd name="connsiteY10" fmla="*/ 362634 h 530282"/>
              <a:gd name="connsiteX11" fmla="*/ 370205 w 604629"/>
              <a:gd name="connsiteY11" fmla="*/ 222850 h 530282"/>
              <a:gd name="connsiteX12" fmla="*/ 412411 w 604629"/>
              <a:gd name="connsiteY12" fmla="*/ 222850 h 530282"/>
              <a:gd name="connsiteX13" fmla="*/ 479848 w 604629"/>
              <a:gd name="connsiteY13" fmla="*/ 290188 h 530282"/>
              <a:gd name="connsiteX14" fmla="*/ 479848 w 604629"/>
              <a:gd name="connsiteY14" fmla="*/ 332332 h 530282"/>
              <a:gd name="connsiteX15" fmla="*/ 339974 w 604629"/>
              <a:gd name="connsiteY15" fmla="*/ 472116 h 530282"/>
              <a:gd name="connsiteX16" fmla="*/ 58251 w 604629"/>
              <a:gd name="connsiteY16" fmla="*/ 472116 h 530282"/>
              <a:gd name="connsiteX17" fmla="*/ 58251 w 604629"/>
              <a:gd name="connsiteY17" fmla="*/ 190806 h 530282"/>
              <a:gd name="connsiteX18" fmla="*/ 198124 w 604629"/>
              <a:gd name="connsiteY18" fmla="*/ 51022 h 530282"/>
              <a:gd name="connsiteX19" fmla="*/ 219227 w 604629"/>
              <a:gd name="connsiteY19" fmla="*/ 42315 h 530282"/>
              <a:gd name="connsiteX20" fmla="*/ 596810 w 604629"/>
              <a:gd name="connsiteY20" fmla="*/ 169 h 530282"/>
              <a:gd name="connsiteX21" fmla="*/ 604135 w 604629"/>
              <a:gd name="connsiteY21" fmla="*/ 3768 h 530282"/>
              <a:gd name="connsiteX22" fmla="*/ 601809 w 604629"/>
              <a:gd name="connsiteY22" fmla="*/ 11432 h 530282"/>
              <a:gd name="connsiteX23" fmla="*/ 508912 w 604629"/>
              <a:gd name="connsiteY23" fmla="*/ 71346 h 530282"/>
              <a:gd name="connsiteX24" fmla="*/ 543094 w 604629"/>
              <a:gd name="connsiteY24" fmla="*/ 105832 h 530282"/>
              <a:gd name="connsiteX25" fmla="*/ 544722 w 604629"/>
              <a:gd name="connsiteY25" fmla="*/ 111637 h 530282"/>
              <a:gd name="connsiteX26" fmla="*/ 540536 w 604629"/>
              <a:gd name="connsiteY26" fmla="*/ 116166 h 530282"/>
              <a:gd name="connsiteX27" fmla="*/ 361252 w 604629"/>
              <a:gd name="connsiteY27" fmla="*/ 170390 h 530282"/>
              <a:gd name="connsiteX28" fmla="*/ 355090 w 604629"/>
              <a:gd name="connsiteY28" fmla="*/ 168765 h 530282"/>
              <a:gd name="connsiteX29" fmla="*/ 353811 w 604629"/>
              <a:gd name="connsiteY29" fmla="*/ 167023 h 530282"/>
              <a:gd name="connsiteX30" fmla="*/ 356137 w 604629"/>
              <a:gd name="connsiteY30" fmla="*/ 159244 h 530282"/>
              <a:gd name="connsiteX31" fmla="*/ 450429 w 604629"/>
              <a:gd name="connsiteY31" fmla="*/ 98168 h 530282"/>
              <a:gd name="connsiteX32" fmla="*/ 409619 w 604629"/>
              <a:gd name="connsiteY32" fmla="*/ 57412 h 530282"/>
              <a:gd name="connsiteX33" fmla="*/ 407992 w 604629"/>
              <a:gd name="connsiteY33" fmla="*/ 51491 h 530282"/>
              <a:gd name="connsiteX34" fmla="*/ 412526 w 604629"/>
              <a:gd name="connsiteY34" fmla="*/ 47078 h 530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4629" h="530282">
                <a:moveTo>
                  <a:pt x="391366" y="252339"/>
                </a:moveTo>
                <a:lnTo>
                  <a:pt x="302535" y="341040"/>
                </a:lnTo>
                <a:lnTo>
                  <a:pt x="361601" y="399902"/>
                </a:lnTo>
                <a:lnTo>
                  <a:pt x="450315" y="311318"/>
                </a:lnTo>
                <a:close/>
                <a:moveTo>
                  <a:pt x="219227" y="42315"/>
                </a:moveTo>
                <a:cubicBezTo>
                  <a:pt x="226872" y="42315"/>
                  <a:pt x="234517" y="45217"/>
                  <a:pt x="240330" y="51022"/>
                </a:cubicBezTo>
                <a:lnTo>
                  <a:pt x="307767" y="118476"/>
                </a:lnTo>
                <a:cubicBezTo>
                  <a:pt x="319394" y="130086"/>
                  <a:pt x="319394" y="148894"/>
                  <a:pt x="307767" y="160504"/>
                </a:cubicBezTo>
                <a:lnTo>
                  <a:pt x="167894" y="300289"/>
                </a:lnTo>
                <a:cubicBezTo>
                  <a:pt x="150686" y="317471"/>
                  <a:pt x="150686" y="345451"/>
                  <a:pt x="167894" y="362634"/>
                </a:cubicBezTo>
                <a:cubicBezTo>
                  <a:pt x="185102" y="379817"/>
                  <a:pt x="213123" y="379817"/>
                  <a:pt x="230331" y="362634"/>
                </a:cubicBezTo>
                <a:lnTo>
                  <a:pt x="370205" y="222850"/>
                </a:lnTo>
                <a:cubicBezTo>
                  <a:pt x="381832" y="211240"/>
                  <a:pt x="400784" y="211240"/>
                  <a:pt x="412411" y="222850"/>
                </a:cubicBezTo>
                <a:lnTo>
                  <a:pt x="479848" y="290188"/>
                </a:lnTo>
                <a:cubicBezTo>
                  <a:pt x="491475" y="301798"/>
                  <a:pt x="491475" y="320722"/>
                  <a:pt x="479848" y="332332"/>
                </a:cubicBezTo>
                <a:lnTo>
                  <a:pt x="339974" y="472116"/>
                </a:lnTo>
                <a:cubicBezTo>
                  <a:pt x="262305" y="549671"/>
                  <a:pt x="135919" y="549671"/>
                  <a:pt x="58251" y="472116"/>
                </a:cubicBezTo>
                <a:cubicBezTo>
                  <a:pt x="-19418" y="394562"/>
                  <a:pt x="-19418" y="268361"/>
                  <a:pt x="58251" y="190806"/>
                </a:cubicBezTo>
                <a:lnTo>
                  <a:pt x="198124" y="51022"/>
                </a:lnTo>
                <a:cubicBezTo>
                  <a:pt x="203938" y="45217"/>
                  <a:pt x="211583" y="42315"/>
                  <a:pt x="219227" y="42315"/>
                </a:cubicBezTo>
                <a:close/>
                <a:moveTo>
                  <a:pt x="596810" y="169"/>
                </a:moveTo>
                <a:cubicBezTo>
                  <a:pt x="599833" y="-528"/>
                  <a:pt x="602856" y="982"/>
                  <a:pt x="604135" y="3768"/>
                </a:cubicBezTo>
                <a:cubicBezTo>
                  <a:pt x="605297" y="6555"/>
                  <a:pt x="604367" y="9806"/>
                  <a:pt x="601809" y="11432"/>
                </a:cubicBezTo>
                <a:lnTo>
                  <a:pt x="508912" y="71346"/>
                </a:lnTo>
                <a:lnTo>
                  <a:pt x="543094" y="105832"/>
                </a:lnTo>
                <a:cubicBezTo>
                  <a:pt x="544606" y="107341"/>
                  <a:pt x="545303" y="109547"/>
                  <a:pt x="544722" y="111637"/>
                </a:cubicBezTo>
                <a:cubicBezTo>
                  <a:pt x="544141" y="113843"/>
                  <a:pt x="542629" y="115469"/>
                  <a:pt x="540536" y="116166"/>
                </a:cubicBezTo>
                <a:lnTo>
                  <a:pt x="361252" y="170390"/>
                </a:lnTo>
                <a:cubicBezTo>
                  <a:pt x="359043" y="171087"/>
                  <a:pt x="356718" y="170390"/>
                  <a:pt x="355090" y="168765"/>
                </a:cubicBezTo>
                <a:cubicBezTo>
                  <a:pt x="354625" y="168300"/>
                  <a:pt x="354160" y="167720"/>
                  <a:pt x="353811" y="167023"/>
                </a:cubicBezTo>
                <a:cubicBezTo>
                  <a:pt x="352532" y="164236"/>
                  <a:pt x="353462" y="160869"/>
                  <a:pt x="356137" y="159244"/>
                </a:cubicBezTo>
                <a:lnTo>
                  <a:pt x="450429" y="98168"/>
                </a:lnTo>
                <a:lnTo>
                  <a:pt x="409619" y="57412"/>
                </a:lnTo>
                <a:cubicBezTo>
                  <a:pt x="408108" y="55903"/>
                  <a:pt x="407410" y="53581"/>
                  <a:pt x="407992" y="51491"/>
                </a:cubicBezTo>
                <a:cubicBezTo>
                  <a:pt x="408689" y="49285"/>
                  <a:pt x="410317" y="47659"/>
                  <a:pt x="412526" y="47078"/>
                </a:cubicBezTo>
                <a:close/>
              </a:path>
            </a:pathLst>
          </a:custGeom>
          <a:solidFill>
            <a:schemeClr val="accent1"/>
          </a:solidFill>
          <a:ln>
            <a:noFill/>
          </a:ln>
        </p:spPr>
      </p:sp>
      <p:sp>
        <p:nvSpPr>
          <p:cNvPr id="62" name="mass-energy-equivalency_73318">
            <a:extLst>
              <a:ext uri="{FF2B5EF4-FFF2-40B4-BE49-F238E27FC236}">
                <a16:creationId xmlns:a16="http://schemas.microsoft.com/office/drawing/2014/main" id="{627C5FBB-7D01-4CF4-BD26-4522E436AA8B}"/>
              </a:ext>
            </a:extLst>
          </p:cNvPr>
          <p:cNvSpPr>
            <a:spLocks noChangeAspect="1"/>
          </p:cNvSpPr>
          <p:nvPr/>
        </p:nvSpPr>
        <p:spPr bwMode="auto">
          <a:xfrm>
            <a:off x="9486924" y="3551301"/>
            <a:ext cx="609685" cy="418842"/>
          </a:xfrm>
          <a:custGeom>
            <a:avLst/>
            <a:gdLst>
              <a:gd name="T0" fmla="*/ 446 w 2898"/>
              <a:gd name="T1" fmla="*/ 828 h 1994"/>
              <a:gd name="T2" fmla="*/ 610 w 2898"/>
              <a:gd name="T3" fmla="*/ 702 h 1994"/>
              <a:gd name="T4" fmla="*/ 699 w 2898"/>
              <a:gd name="T5" fmla="*/ 750 h 1994"/>
              <a:gd name="T6" fmla="*/ 2898 w 2898"/>
              <a:gd name="T7" fmla="*/ 1698 h 1994"/>
              <a:gd name="T8" fmla="*/ 2896 w 2898"/>
              <a:gd name="T9" fmla="*/ 1927 h 1994"/>
              <a:gd name="T10" fmla="*/ 69 w 2898"/>
              <a:gd name="T11" fmla="*/ 1994 h 1994"/>
              <a:gd name="T12" fmla="*/ 2 w 2898"/>
              <a:gd name="T13" fmla="*/ 1714 h 1994"/>
              <a:gd name="T14" fmla="*/ 0 w 2898"/>
              <a:gd name="T15" fmla="*/ 67 h 1994"/>
              <a:gd name="T16" fmla="*/ 2831 w 2898"/>
              <a:gd name="T17" fmla="*/ 0 h 1994"/>
              <a:gd name="T18" fmla="*/ 2292 w 2898"/>
              <a:gd name="T19" fmla="*/ 486 h 1994"/>
              <a:gd name="T20" fmla="*/ 2421 w 2898"/>
              <a:gd name="T21" fmla="*/ 505 h 1994"/>
              <a:gd name="T22" fmla="*/ 2341 w 2898"/>
              <a:gd name="T23" fmla="*/ 623 h 1994"/>
              <a:gd name="T24" fmla="*/ 2553 w 2898"/>
              <a:gd name="T25" fmla="*/ 693 h 1994"/>
              <a:gd name="T26" fmla="*/ 2625 w 2898"/>
              <a:gd name="T27" fmla="*/ 632 h 1994"/>
              <a:gd name="T28" fmla="*/ 2543 w 2898"/>
              <a:gd name="T29" fmla="*/ 558 h 1994"/>
              <a:gd name="T30" fmla="*/ 2522 w 2898"/>
              <a:gd name="T31" fmla="*/ 390 h 1994"/>
              <a:gd name="T32" fmla="*/ 2292 w 2898"/>
              <a:gd name="T33" fmla="*/ 486 h 1994"/>
              <a:gd name="T34" fmla="*/ 2226 w 2898"/>
              <a:gd name="T35" fmla="*/ 1188 h 1994"/>
              <a:gd name="T36" fmla="*/ 2384 w 2898"/>
              <a:gd name="T37" fmla="*/ 1092 h 1994"/>
              <a:gd name="T38" fmla="*/ 2142 w 2898"/>
              <a:gd name="T39" fmla="*/ 1033 h 1994"/>
              <a:gd name="T40" fmla="*/ 2159 w 2898"/>
              <a:gd name="T41" fmla="*/ 851 h 1994"/>
              <a:gd name="T42" fmla="*/ 2382 w 2898"/>
              <a:gd name="T43" fmla="*/ 819 h 1994"/>
              <a:gd name="T44" fmla="*/ 2090 w 2898"/>
              <a:gd name="T45" fmla="*/ 737 h 1994"/>
              <a:gd name="T46" fmla="*/ 2057 w 2898"/>
              <a:gd name="T47" fmla="*/ 1136 h 1994"/>
              <a:gd name="T48" fmla="*/ 1354 w 2898"/>
              <a:gd name="T49" fmla="*/ 1196 h 1994"/>
              <a:gd name="T50" fmla="*/ 1426 w 2898"/>
              <a:gd name="T51" fmla="*/ 950 h 1994"/>
              <a:gd name="T52" fmla="*/ 1499 w 2898"/>
              <a:gd name="T53" fmla="*/ 810 h 1994"/>
              <a:gd name="T54" fmla="*/ 1538 w 2898"/>
              <a:gd name="T55" fmla="*/ 1008 h 1994"/>
              <a:gd name="T56" fmla="*/ 1575 w 2898"/>
              <a:gd name="T57" fmla="*/ 1195 h 1994"/>
              <a:gd name="T58" fmla="*/ 1670 w 2898"/>
              <a:gd name="T59" fmla="*/ 1032 h 1994"/>
              <a:gd name="T60" fmla="*/ 1764 w 2898"/>
              <a:gd name="T61" fmla="*/ 814 h 1994"/>
              <a:gd name="T62" fmla="*/ 1813 w 2898"/>
              <a:gd name="T63" fmla="*/ 1204 h 1994"/>
              <a:gd name="T64" fmla="*/ 1892 w 2898"/>
              <a:gd name="T65" fmla="*/ 1154 h 1994"/>
              <a:gd name="T66" fmla="*/ 1758 w 2898"/>
              <a:gd name="T67" fmla="*/ 677 h 1994"/>
              <a:gd name="T68" fmla="*/ 1624 w 2898"/>
              <a:gd name="T69" fmla="*/ 737 h 1994"/>
              <a:gd name="T70" fmla="*/ 1433 w 2898"/>
              <a:gd name="T71" fmla="*/ 689 h 1994"/>
              <a:gd name="T72" fmla="*/ 1301 w 2898"/>
              <a:gd name="T73" fmla="*/ 699 h 1994"/>
              <a:gd name="T74" fmla="*/ 1286 w 2898"/>
              <a:gd name="T75" fmla="*/ 1134 h 1994"/>
              <a:gd name="T76" fmla="*/ 988 w 2898"/>
              <a:gd name="T77" fmla="*/ 888 h 1994"/>
              <a:gd name="T78" fmla="*/ 1178 w 2898"/>
              <a:gd name="T79" fmla="*/ 822 h 1994"/>
              <a:gd name="T80" fmla="*/ 988 w 2898"/>
              <a:gd name="T81" fmla="*/ 755 h 1994"/>
              <a:gd name="T82" fmla="*/ 921 w 2898"/>
              <a:gd name="T83" fmla="*/ 1017 h 1994"/>
              <a:gd name="T84" fmla="*/ 1112 w 2898"/>
              <a:gd name="T85" fmla="*/ 1083 h 1994"/>
              <a:gd name="T86" fmla="*/ 1112 w 2898"/>
              <a:gd name="T87" fmla="*/ 950 h 1994"/>
              <a:gd name="T88" fmla="*/ 921 w 2898"/>
              <a:gd name="T89" fmla="*/ 1017 h 1994"/>
              <a:gd name="T90" fmla="*/ 566 w 2898"/>
              <a:gd name="T91" fmla="*/ 1187 h 1994"/>
              <a:gd name="T92" fmla="*/ 834 w 2898"/>
              <a:gd name="T93" fmla="*/ 1063 h 1994"/>
              <a:gd name="T94" fmla="*/ 723 w 2898"/>
              <a:gd name="T95" fmla="*/ 989 h 1994"/>
              <a:gd name="T96" fmla="*/ 464 w 2898"/>
              <a:gd name="T97" fmla="*/ 970 h 1994"/>
              <a:gd name="T98" fmla="*/ 809 w 2898"/>
              <a:gd name="T99" fmla="*/ 827 h 1994"/>
              <a:gd name="T100" fmla="*/ 638 w 2898"/>
              <a:gd name="T101" fmla="*/ 570 h 1994"/>
              <a:gd name="T102" fmla="*/ 350 w 2898"/>
              <a:gd name="T103" fmla="*/ 1038 h 1994"/>
              <a:gd name="T104" fmla="*/ 136 w 2898"/>
              <a:gd name="T105" fmla="*/ 1765 h 1994"/>
              <a:gd name="T106" fmla="*/ 2762 w 2898"/>
              <a:gd name="T107" fmla="*/ 1860 h 1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898" h="1994">
                <a:moveTo>
                  <a:pt x="699" y="750"/>
                </a:moveTo>
                <a:cubicBezTo>
                  <a:pt x="670" y="776"/>
                  <a:pt x="561" y="809"/>
                  <a:pt x="446" y="828"/>
                </a:cubicBezTo>
                <a:cubicBezTo>
                  <a:pt x="447" y="823"/>
                  <a:pt x="448" y="819"/>
                  <a:pt x="450" y="815"/>
                </a:cubicBezTo>
                <a:cubicBezTo>
                  <a:pt x="476" y="739"/>
                  <a:pt x="548" y="702"/>
                  <a:pt x="610" y="702"/>
                </a:cubicBezTo>
                <a:cubicBezTo>
                  <a:pt x="615" y="702"/>
                  <a:pt x="620" y="702"/>
                  <a:pt x="625" y="702"/>
                </a:cubicBezTo>
                <a:cubicBezTo>
                  <a:pt x="644" y="704"/>
                  <a:pt x="688" y="713"/>
                  <a:pt x="699" y="750"/>
                </a:cubicBezTo>
                <a:close/>
                <a:moveTo>
                  <a:pt x="2898" y="67"/>
                </a:moveTo>
                <a:lnTo>
                  <a:pt x="2898" y="1698"/>
                </a:lnTo>
                <a:cubicBezTo>
                  <a:pt x="2898" y="1704"/>
                  <a:pt x="2897" y="1709"/>
                  <a:pt x="2896" y="1714"/>
                </a:cubicBezTo>
                <a:lnTo>
                  <a:pt x="2896" y="1927"/>
                </a:lnTo>
                <a:cubicBezTo>
                  <a:pt x="2896" y="1964"/>
                  <a:pt x="2866" y="1994"/>
                  <a:pt x="2829" y="1994"/>
                </a:cubicBezTo>
                <a:lnTo>
                  <a:pt x="69" y="1994"/>
                </a:lnTo>
                <a:cubicBezTo>
                  <a:pt x="32" y="1994"/>
                  <a:pt x="2" y="1964"/>
                  <a:pt x="2" y="1927"/>
                </a:cubicBezTo>
                <a:lnTo>
                  <a:pt x="2" y="1714"/>
                </a:lnTo>
                <a:cubicBezTo>
                  <a:pt x="1" y="1709"/>
                  <a:pt x="0" y="1704"/>
                  <a:pt x="0" y="1698"/>
                </a:cubicBezTo>
                <a:lnTo>
                  <a:pt x="0" y="67"/>
                </a:lnTo>
                <a:cubicBezTo>
                  <a:pt x="0" y="30"/>
                  <a:pt x="30" y="0"/>
                  <a:pt x="67" y="0"/>
                </a:cubicBezTo>
                <a:lnTo>
                  <a:pt x="2831" y="0"/>
                </a:lnTo>
                <a:cubicBezTo>
                  <a:pt x="2868" y="0"/>
                  <a:pt x="2898" y="30"/>
                  <a:pt x="2898" y="67"/>
                </a:cubicBezTo>
                <a:close/>
                <a:moveTo>
                  <a:pt x="2292" y="486"/>
                </a:moveTo>
                <a:cubicBezTo>
                  <a:pt x="2307" y="519"/>
                  <a:pt x="2347" y="534"/>
                  <a:pt x="2380" y="519"/>
                </a:cubicBezTo>
                <a:cubicBezTo>
                  <a:pt x="2393" y="514"/>
                  <a:pt x="2407" y="508"/>
                  <a:pt x="2421" y="505"/>
                </a:cubicBezTo>
                <a:cubicBezTo>
                  <a:pt x="2409" y="538"/>
                  <a:pt x="2390" y="550"/>
                  <a:pt x="2385" y="553"/>
                </a:cubicBezTo>
                <a:cubicBezTo>
                  <a:pt x="2355" y="562"/>
                  <a:pt x="2338" y="591"/>
                  <a:pt x="2341" y="623"/>
                </a:cubicBezTo>
                <a:cubicBezTo>
                  <a:pt x="2344" y="655"/>
                  <a:pt x="2373" y="679"/>
                  <a:pt x="2405" y="681"/>
                </a:cubicBezTo>
                <a:lnTo>
                  <a:pt x="2553" y="693"/>
                </a:lnTo>
                <a:cubicBezTo>
                  <a:pt x="2555" y="693"/>
                  <a:pt x="2557" y="693"/>
                  <a:pt x="2559" y="693"/>
                </a:cubicBezTo>
                <a:cubicBezTo>
                  <a:pt x="2593" y="693"/>
                  <a:pt x="2622" y="666"/>
                  <a:pt x="2625" y="632"/>
                </a:cubicBezTo>
                <a:cubicBezTo>
                  <a:pt x="2628" y="595"/>
                  <a:pt x="2600" y="563"/>
                  <a:pt x="2564" y="560"/>
                </a:cubicBezTo>
                <a:lnTo>
                  <a:pt x="2543" y="558"/>
                </a:lnTo>
                <a:cubicBezTo>
                  <a:pt x="2550" y="541"/>
                  <a:pt x="2555" y="521"/>
                  <a:pt x="2559" y="499"/>
                </a:cubicBezTo>
                <a:cubicBezTo>
                  <a:pt x="2569" y="437"/>
                  <a:pt x="2540" y="404"/>
                  <a:pt x="2522" y="390"/>
                </a:cubicBezTo>
                <a:cubicBezTo>
                  <a:pt x="2461" y="344"/>
                  <a:pt x="2364" y="380"/>
                  <a:pt x="2325" y="398"/>
                </a:cubicBezTo>
                <a:cubicBezTo>
                  <a:pt x="2292" y="413"/>
                  <a:pt x="2277" y="452"/>
                  <a:pt x="2292" y="486"/>
                </a:cubicBezTo>
                <a:close/>
                <a:moveTo>
                  <a:pt x="2057" y="1136"/>
                </a:moveTo>
                <a:cubicBezTo>
                  <a:pt x="2107" y="1177"/>
                  <a:pt x="2171" y="1188"/>
                  <a:pt x="2226" y="1188"/>
                </a:cubicBezTo>
                <a:cubicBezTo>
                  <a:pt x="2283" y="1188"/>
                  <a:pt x="2328" y="1177"/>
                  <a:pt x="2338" y="1174"/>
                </a:cubicBezTo>
                <a:cubicBezTo>
                  <a:pt x="2373" y="1165"/>
                  <a:pt x="2394" y="1128"/>
                  <a:pt x="2384" y="1092"/>
                </a:cubicBezTo>
                <a:cubicBezTo>
                  <a:pt x="2375" y="1057"/>
                  <a:pt x="2338" y="1036"/>
                  <a:pt x="2303" y="1046"/>
                </a:cubicBezTo>
                <a:cubicBezTo>
                  <a:pt x="2267" y="1055"/>
                  <a:pt x="2180" y="1065"/>
                  <a:pt x="2142" y="1033"/>
                </a:cubicBezTo>
                <a:cubicBezTo>
                  <a:pt x="2123" y="1017"/>
                  <a:pt x="2115" y="988"/>
                  <a:pt x="2118" y="945"/>
                </a:cubicBezTo>
                <a:cubicBezTo>
                  <a:pt x="2122" y="897"/>
                  <a:pt x="2136" y="865"/>
                  <a:pt x="2159" y="851"/>
                </a:cubicBezTo>
                <a:cubicBezTo>
                  <a:pt x="2200" y="826"/>
                  <a:pt x="2272" y="846"/>
                  <a:pt x="2295" y="855"/>
                </a:cubicBezTo>
                <a:cubicBezTo>
                  <a:pt x="2329" y="869"/>
                  <a:pt x="2367" y="853"/>
                  <a:pt x="2382" y="819"/>
                </a:cubicBezTo>
                <a:cubicBezTo>
                  <a:pt x="2396" y="785"/>
                  <a:pt x="2380" y="746"/>
                  <a:pt x="2346" y="732"/>
                </a:cubicBezTo>
                <a:cubicBezTo>
                  <a:pt x="2331" y="726"/>
                  <a:pt x="2196" y="673"/>
                  <a:pt x="2090" y="737"/>
                </a:cubicBezTo>
                <a:cubicBezTo>
                  <a:pt x="2048" y="763"/>
                  <a:pt x="1995" y="818"/>
                  <a:pt x="1986" y="934"/>
                </a:cubicBezTo>
                <a:cubicBezTo>
                  <a:pt x="1977" y="1044"/>
                  <a:pt x="2019" y="1105"/>
                  <a:pt x="2057" y="1136"/>
                </a:cubicBezTo>
                <a:close/>
                <a:moveTo>
                  <a:pt x="1286" y="1134"/>
                </a:moveTo>
                <a:cubicBezTo>
                  <a:pt x="1289" y="1170"/>
                  <a:pt x="1319" y="1197"/>
                  <a:pt x="1354" y="1196"/>
                </a:cubicBezTo>
                <a:cubicBezTo>
                  <a:pt x="1390" y="1195"/>
                  <a:pt x="1418" y="1167"/>
                  <a:pt x="1419" y="1132"/>
                </a:cubicBezTo>
                <a:lnTo>
                  <a:pt x="1426" y="950"/>
                </a:lnTo>
                <a:cubicBezTo>
                  <a:pt x="1433" y="897"/>
                  <a:pt x="1447" y="847"/>
                  <a:pt x="1471" y="822"/>
                </a:cubicBezTo>
                <a:cubicBezTo>
                  <a:pt x="1479" y="813"/>
                  <a:pt x="1487" y="810"/>
                  <a:pt x="1499" y="810"/>
                </a:cubicBezTo>
                <a:cubicBezTo>
                  <a:pt x="1510" y="810"/>
                  <a:pt x="1515" y="813"/>
                  <a:pt x="1519" y="819"/>
                </a:cubicBezTo>
                <a:cubicBezTo>
                  <a:pt x="1544" y="851"/>
                  <a:pt x="1546" y="931"/>
                  <a:pt x="1538" y="1008"/>
                </a:cubicBezTo>
                <a:cubicBezTo>
                  <a:pt x="1530" y="1051"/>
                  <a:pt x="1524" y="1091"/>
                  <a:pt x="1520" y="1121"/>
                </a:cubicBezTo>
                <a:cubicBezTo>
                  <a:pt x="1516" y="1156"/>
                  <a:pt x="1540" y="1189"/>
                  <a:pt x="1575" y="1195"/>
                </a:cubicBezTo>
                <a:cubicBezTo>
                  <a:pt x="1610" y="1201"/>
                  <a:pt x="1643" y="1179"/>
                  <a:pt x="1651" y="1145"/>
                </a:cubicBezTo>
                <a:cubicBezTo>
                  <a:pt x="1655" y="1127"/>
                  <a:pt x="1664" y="1085"/>
                  <a:pt x="1670" y="1032"/>
                </a:cubicBezTo>
                <a:cubicBezTo>
                  <a:pt x="1694" y="920"/>
                  <a:pt x="1730" y="825"/>
                  <a:pt x="1757" y="810"/>
                </a:cubicBezTo>
                <a:cubicBezTo>
                  <a:pt x="1761" y="810"/>
                  <a:pt x="1762" y="811"/>
                  <a:pt x="1764" y="814"/>
                </a:cubicBezTo>
                <a:cubicBezTo>
                  <a:pt x="1795" y="854"/>
                  <a:pt x="1788" y="1007"/>
                  <a:pt x="1762" y="1124"/>
                </a:cubicBezTo>
                <a:cubicBezTo>
                  <a:pt x="1754" y="1160"/>
                  <a:pt x="1777" y="1196"/>
                  <a:pt x="1813" y="1204"/>
                </a:cubicBezTo>
                <a:cubicBezTo>
                  <a:pt x="1818" y="1205"/>
                  <a:pt x="1822" y="1206"/>
                  <a:pt x="1827" y="1206"/>
                </a:cubicBezTo>
                <a:cubicBezTo>
                  <a:pt x="1858" y="1206"/>
                  <a:pt x="1885" y="1185"/>
                  <a:pt x="1892" y="1154"/>
                </a:cubicBezTo>
                <a:cubicBezTo>
                  <a:pt x="1904" y="1103"/>
                  <a:pt x="1956" y="843"/>
                  <a:pt x="1869" y="732"/>
                </a:cubicBezTo>
                <a:cubicBezTo>
                  <a:pt x="1841" y="697"/>
                  <a:pt x="1803" y="677"/>
                  <a:pt x="1758" y="677"/>
                </a:cubicBezTo>
                <a:cubicBezTo>
                  <a:pt x="1707" y="675"/>
                  <a:pt x="1666" y="705"/>
                  <a:pt x="1634" y="750"/>
                </a:cubicBezTo>
                <a:cubicBezTo>
                  <a:pt x="1631" y="746"/>
                  <a:pt x="1628" y="741"/>
                  <a:pt x="1624" y="737"/>
                </a:cubicBezTo>
                <a:cubicBezTo>
                  <a:pt x="1594" y="698"/>
                  <a:pt x="1551" y="677"/>
                  <a:pt x="1501" y="677"/>
                </a:cubicBezTo>
                <a:cubicBezTo>
                  <a:pt x="1477" y="676"/>
                  <a:pt x="1454" y="680"/>
                  <a:pt x="1433" y="689"/>
                </a:cubicBezTo>
                <a:cubicBezTo>
                  <a:pt x="1427" y="659"/>
                  <a:pt x="1401" y="636"/>
                  <a:pt x="1369" y="635"/>
                </a:cubicBezTo>
                <a:cubicBezTo>
                  <a:pt x="1333" y="633"/>
                  <a:pt x="1302" y="662"/>
                  <a:pt x="1301" y="699"/>
                </a:cubicBezTo>
                <a:lnTo>
                  <a:pt x="1292" y="939"/>
                </a:lnTo>
                <a:cubicBezTo>
                  <a:pt x="1280" y="1032"/>
                  <a:pt x="1285" y="1118"/>
                  <a:pt x="1286" y="1134"/>
                </a:cubicBezTo>
                <a:close/>
                <a:moveTo>
                  <a:pt x="921" y="822"/>
                </a:moveTo>
                <a:cubicBezTo>
                  <a:pt x="921" y="858"/>
                  <a:pt x="951" y="888"/>
                  <a:pt x="988" y="888"/>
                </a:cubicBezTo>
                <a:lnTo>
                  <a:pt x="1112" y="888"/>
                </a:lnTo>
                <a:cubicBezTo>
                  <a:pt x="1148" y="888"/>
                  <a:pt x="1178" y="858"/>
                  <a:pt x="1178" y="822"/>
                </a:cubicBezTo>
                <a:cubicBezTo>
                  <a:pt x="1178" y="785"/>
                  <a:pt x="1148" y="755"/>
                  <a:pt x="1112" y="755"/>
                </a:cubicBezTo>
                <a:lnTo>
                  <a:pt x="988" y="755"/>
                </a:lnTo>
                <a:cubicBezTo>
                  <a:pt x="951" y="755"/>
                  <a:pt x="921" y="785"/>
                  <a:pt x="921" y="822"/>
                </a:cubicBezTo>
                <a:close/>
                <a:moveTo>
                  <a:pt x="921" y="1017"/>
                </a:moveTo>
                <a:cubicBezTo>
                  <a:pt x="921" y="1053"/>
                  <a:pt x="951" y="1083"/>
                  <a:pt x="988" y="1083"/>
                </a:cubicBezTo>
                <a:lnTo>
                  <a:pt x="1112" y="1083"/>
                </a:lnTo>
                <a:cubicBezTo>
                  <a:pt x="1148" y="1083"/>
                  <a:pt x="1178" y="1053"/>
                  <a:pt x="1178" y="1017"/>
                </a:cubicBezTo>
                <a:cubicBezTo>
                  <a:pt x="1178" y="980"/>
                  <a:pt x="1148" y="950"/>
                  <a:pt x="1112" y="950"/>
                </a:cubicBezTo>
                <a:lnTo>
                  <a:pt x="988" y="950"/>
                </a:lnTo>
                <a:cubicBezTo>
                  <a:pt x="951" y="950"/>
                  <a:pt x="921" y="980"/>
                  <a:pt x="921" y="1017"/>
                </a:cubicBezTo>
                <a:close/>
                <a:moveTo>
                  <a:pt x="350" y="1038"/>
                </a:moveTo>
                <a:cubicBezTo>
                  <a:pt x="397" y="1118"/>
                  <a:pt x="476" y="1173"/>
                  <a:pt x="566" y="1187"/>
                </a:cubicBezTo>
                <a:cubicBezTo>
                  <a:pt x="580" y="1190"/>
                  <a:pt x="594" y="1191"/>
                  <a:pt x="607" y="1191"/>
                </a:cubicBezTo>
                <a:cubicBezTo>
                  <a:pt x="749" y="1191"/>
                  <a:pt x="831" y="1069"/>
                  <a:pt x="834" y="1063"/>
                </a:cubicBezTo>
                <a:cubicBezTo>
                  <a:pt x="855" y="1032"/>
                  <a:pt x="846" y="992"/>
                  <a:pt x="816" y="971"/>
                </a:cubicBezTo>
                <a:cubicBezTo>
                  <a:pt x="785" y="951"/>
                  <a:pt x="744" y="959"/>
                  <a:pt x="723" y="989"/>
                </a:cubicBezTo>
                <a:cubicBezTo>
                  <a:pt x="721" y="993"/>
                  <a:pt x="668" y="1069"/>
                  <a:pt x="587" y="1056"/>
                </a:cubicBezTo>
                <a:cubicBezTo>
                  <a:pt x="537" y="1047"/>
                  <a:pt x="492" y="1016"/>
                  <a:pt x="464" y="970"/>
                </a:cubicBezTo>
                <a:cubicBezTo>
                  <a:pt x="462" y="967"/>
                  <a:pt x="461" y="964"/>
                  <a:pt x="459" y="960"/>
                </a:cubicBezTo>
                <a:cubicBezTo>
                  <a:pt x="560" y="945"/>
                  <a:pt x="748" y="906"/>
                  <a:pt x="809" y="827"/>
                </a:cubicBezTo>
                <a:cubicBezTo>
                  <a:pt x="829" y="801"/>
                  <a:pt x="837" y="771"/>
                  <a:pt x="833" y="741"/>
                </a:cubicBezTo>
                <a:cubicBezTo>
                  <a:pt x="820" y="647"/>
                  <a:pt x="743" y="580"/>
                  <a:pt x="638" y="570"/>
                </a:cubicBezTo>
                <a:cubicBezTo>
                  <a:pt x="524" y="559"/>
                  <a:pt x="377" y="617"/>
                  <a:pt x="324" y="771"/>
                </a:cubicBezTo>
                <a:cubicBezTo>
                  <a:pt x="293" y="861"/>
                  <a:pt x="302" y="958"/>
                  <a:pt x="350" y="1038"/>
                </a:cubicBezTo>
                <a:close/>
                <a:moveTo>
                  <a:pt x="2762" y="1765"/>
                </a:moveTo>
                <a:lnTo>
                  <a:pt x="136" y="1765"/>
                </a:lnTo>
                <a:lnTo>
                  <a:pt x="136" y="1860"/>
                </a:lnTo>
                <a:lnTo>
                  <a:pt x="2762" y="1860"/>
                </a:lnTo>
                <a:lnTo>
                  <a:pt x="2762" y="1765"/>
                </a:lnTo>
                <a:close/>
              </a:path>
            </a:pathLst>
          </a:custGeom>
          <a:solidFill>
            <a:schemeClr val="accent1"/>
          </a:solidFill>
          <a:ln>
            <a:noFill/>
          </a:ln>
        </p:spPr>
      </p:sp>
      <p:sp>
        <p:nvSpPr>
          <p:cNvPr id="63" name="formula_250193">
            <a:extLst>
              <a:ext uri="{FF2B5EF4-FFF2-40B4-BE49-F238E27FC236}">
                <a16:creationId xmlns:a16="http://schemas.microsoft.com/office/drawing/2014/main" id="{05E8A8D0-D447-4494-8800-8C451BFBD905}"/>
              </a:ext>
            </a:extLst>
          </p:cNvPr>
          <p:cNvSpPr>
            <a:spLocks noChangeAspect="1"/>
          </p:cNvSpPr>
          <p:nvPr/>
        </p:nvSpPr>
        <p:spPr bwMode="auto">
          <a:xfrm>
            <a:off x="8257126" y="4433735"/>
            <a:ext cx="609685" cy="608767"/>
          </a:xfrm>
          <a:custGeom>
            <a:avLst/>
            <a:gdLst>
              <a:gd name="connsiteX0" fmla="*/ 334339 w 609614"/>
              <a:gd name="connsiteY0" fmla="*/ 510611 h 608697"/>
              <a:gd name="connsiteX1" fmla="*/ 353956 w 609614"/>
              <a:gd name="connsiteY1" fmla="*/ 510611 h 608697"/>
              <a:gd name="connsiteX2" fmla="*/ 353956 w 609614"/>
              <a:gd name="connsiteY2" fmla="*/ 530158 h 608697"/>
              <a:gd name="connsiteX3" fmla="*/ 334339 w 609614"/>
              <a:gd name="connsiteY3" fmla="*/ 530158 h 608697"/>
              <a:gd name="connsiteX4" fmla="*/ 235971 w 609614"/>
              <a:gd name="connsiteY4" fmla="*/ 510611 h 608697"/>
              <a:gd name="connsiteX5" fmla="*/ 314651 w 609614"/>
              <a:gd name="connsiteY5" fmla="*/ 510611 h 608697"/>
              <a:gd name="connsiteX6" fmla="*/ 314651 w 609614"/>
              <a:gd name="connsiteY6" fmla="*/ 530158 h 608697"/>
              <a:gd name="connsiteX7" fmla="*/ 235971 w 609614"/>
              <a:gd name="connsiteY7" fmla="*/ 530158 h 608697"/>
              <a:gd name="connsiteX8" fmla="*/ 235971 w 609614"/>
              <a:gd name="connsiteY8" fmla="*/ 471306 h 608697"/>
              <a:gd name="connsiteX9" fmla="*/ 353956 w 609614"/>
              <a:gd name="connsiteY9" fmla="*/ 471306 h 608697"/>
              <a:gd name="connsiteX10" fmla="*/ 353956 w 609614"/>
              <a:gd name="connsiteY10" fmla="*/ 490853 h 608697"/>
              <a:gd name="connsiteX11" fmla="*/ 235971 w 609614"/>
              <a:gd name="connsiteY11" fmla="*/ 490853 h 608697"/>
              <a:gd name="connsiteX12" fmla="*/ 235971 w 609614"/>
              <a:gd name="connsiteY12" fmla="*/ 432001 h 608697"/>
              <a:gd name="connsiteX13" fmla="*/ 353956 w 609614"/>
              <a:gd name="connsiteY13" fmla="*/ 432001 h 608697"/>
              <a:gd name="connsiteX14" fmla="*/ 353956 w 609614"/>
              <a:gd name="connsiteY14" fmla="*/ 451689 h 608697"/>
              <a:gd name="connsiteX15" fmla="*/ 235971 w 609614"/>
              <a:gd name="connsiteY15" fmla="*/ 451689 h 608697"/>
              <a:gd name="connsiteX16" fmla="*/ 235971 w 609614"/>
              <a:gd name="connsiteY16" fmla="*/ 392767 h 608697"/>
              <a:gd name="connsiteX17" fmla="*/ 353956 w 609614"/>
              <a:gd name="connsiteY17" fmla="*/ 392767 h 608697"/>
              <a:gd name="connsiteX18" fmla="*/ 353956 w 609614"/>
              <a:gd name="connsiteY18" fmla="*/ 412384 h 608697"/>
              <a:gd name="connsiteX19" fmla="*/ 235971 w 609614"/>
              <a:gd name="connsiteY19" fmla="*/ 412384 h 608697"/>
              <a:gd name="connsiteX20" fmla="*/ 98340 w 609614"/>
              <a:gd name="connsiteY20" fmla="*/ 373064 h 608697"/>
              <a:gd name="connsiteX21" fmla="*/ 98340 w 609614"/>
              <a:gd name="connsiteY21" fmla="*/ 510556 h 608697"/>
              <a:gd name="connsiteX22" fmla="*/ 196624 w 609614"/>
              <a:gd name="connsiteY22" fmla="*/ 510556 h 608697"/>
              <a:gd name="connsiteX23" fmla="*/ 196624 w 609614"/>
              <a:gd name="connsiteY23" fmla="*/ 373064 h 608697"/>
              <a:gd name="connsiteX24" fmla="*/ 235971 w 609614"/>
              <a:gd name="connsiteY24" fmla="*/ 353462 h 608697"/>
              <a:gd name="connsiteX25" fmla="*/ 353956 w 609614"/>
              <a:gd name="connsiteY25" fmla="*/ 353462 h 608697"/>
              <a:gd name="connsiteX26" fmla="*/ 353956 w 609614"/>
              <a:gd name="connsiteY26" fmla="*/ 373079 h 608697"/>
              <a:gd name="connsiteX27" fmla="*/ 235971 w 609614"/>
              <a:gd name="connsiteY27" fmla="*/ 373079 h 608697"/>
              <a:gd name="connsiteX28" fmla="*/ 78610 w 609614"/>
              <a:gd name="connsiteY28" fmla="*/ 353462 h 608697"/>
              <a:gd name="connsiteX29" fmla="*/ 216354 w 609614"/>
              <a:gd name="connsiteY29" fmla="*/ 353462 h 608697"/>
              <a:gd name="connsiteX30" fmla="*/ 216354 w 609614"/>
              <a:gd name="connsiteY30" fmla="*/ 530158 h 608697"/>
              <a:gd name="connsiteX31" fmla="*/ 78610 w 609614"/>
              <a:gd name="connsiteY31" fmla="*/ 530158 h 608697"/>
              <a:gd name="connsiteX32" fmla="*/ 497242 w 609614"/>
              <a:gd name="connsiteY32" fmla="*/ 324000 h 608697"/>
              <a:gd name="connsiteX33" fmla="*/ 473642 w 609614"/>
              <a:gd name="connsiteY33" fmla="*/ 363304 h 608697"/>
              <a:gd name="connsiteX34" fmla="*/ 497242 w 609614"/>
              <a:gd name="connsiteY34" fmla="*/ 402515 h 608697"/>
              <a:gd name="connsiteX35" fmla="*/ 545085 w 609614"/>
              <a:gd name="connsiteY35" fmla="*/ 402515 h 608697"/>
              <a:gd name="connsiteX36" fmla="*/ 560849 w 609614"/>
              <a:gd name="connsiteY36" fmla="*/ 376374 h 608697"/>
              <a:gd name="connsiteX37" fmla="*/ 568684 w 609614"/>
              <a:gd name="connsiteY37" fmla="*/ 363304 h 608697"/>
              <a:gd name="connsiteX38" fmla="*/ 545085 w 609614"/>
              <a:gd name="connsiteY38" fmla="*/ 324000 h 608697"/>
              <a:gd name="connsiteX39" fmla="*/ 275346 w 609614"/>
              <a:gd name="connsiteY39" fmla="*/ 255228 h 608697"/>
              <a:gd name="connsiteX40" fmla="*/ 265483 w 609614"/>
              <a:gd name="connsiteY40" fmla="*/ 265079 h 608697"/>
              <a:gd name="connsiteX41" fmla="*/ 275346 w 609614"/>
              <a:gd name="connsiteY41" fmla="*/ 274930 h 608697"/>
              <a:gd name="connsiteX42" fmla="*/ 285116 w 609614"/>
              <a:gd name="connsiteY42" fmla="*/ 265079 h 608697"/>
              <a:gd name="connsiteX43" fmla="*/ 275346 w 609614"/>
              <a:gd name="connsiteY43" fmla="*/ 255228 h 608697"/>
              <a:gd name="connsiteX44" fmla="*/ 157360 w 609614"/>
              <a:gd name="connsiteY44" fmla="*/ 255228 h 608697"/>
              <a:gd name="connsiteX45" fmla="*/ 147498 w 609614"/>
              <a:gd name="connsiteY45" fmla="*/ 265079 h 608697"/>
              <a:gd name="connsiteX46" fmla="*/ 157360 w 609614"/>
              <a:gd name="connsiteY46" fmla="*/ 274930 h 608697"/>
              <a:gd name="connsiteX47" fmla="*/ 167131 w 609614"/>
              <a:gd name="connsiteY47" fmla="*/ 265079 h 608697"/>
              <a:gd name="connsiteX48" fmla="*/ 157360 w 609614"/>
              <a:gd name="connsiteY48" fmla="*/ 255228 h 608697"/>
              <a:gd name="connsiteX49" fmla="*/ 203633 w 609614"/>
              <a:gd name="connsiteY49" fmla="*/ 232672 h 608697"/>
              <a:gd name="connsiteX50" fmla="*/ 183907 w 609614"/>
              <a:gd name="connsiteY50" fmla="*/ 252466 h 608697"/>
              <a:gd name="connsiteX51" fmla="*/ 185013 w 609614"/>
              <a:gd name="connsiteY51" fmla="*/ 255228 h 608697"/>
              <a:gd name="connsiteX52" fmla="*/ 247601 w 609614"/>
              <a:gd name="connsiteY52" fmla="*/ 255228 h 608697"/>
              <a:gd name="connsiteX53" fmla="*/ 248799 w 609614"/>
              <a:gd name="connsiteY53" fmla="*/ 252466 h 608697"/>
              <a:gd name="connsiteX54" fmla="*/ 228981 w 609614"/>
              <a:gd name="connsiteY54" fmla="*/ 232672 h 608697"/>
              <a:gd name="connsiteX55" fmla="*/ 216353 w 609614"/>
              <a:gd name="connsiteY55" fmla="*/ 235618 h 608697"/>
              <a:gd name="connsiteX56" fmla="*/ 203633 w 609614"/>
              <a:gd name="connsiteY56" fmla="*/ 232672 h 608697"/>
              <a:gd name="connsiteX57" fmla="*/ 216353 w 609614"/>
              <a:gd name="connsiteY57" fmla="*/ 196306 h 608697"/>
              <a:gd name="connsiteX58" fmla="*/ 206490 w 609614"/>
              <a:gd name="connsiteY58" fmla="*/ 206157 h 608697"/>
              <a:gd name="connsiteX59" fmla="*/ 216353 w 609614"/>
              <a:gd name="connsiteY59" fmla="*/ 216008 h 608697"/>
              <a:gd name="connsiteX60" fmla="*/ 226124 w 609614"/>
              <a:gd name="connsiteY60" fmla="*/ 206157 h 608697"/>
              <a:gd name="connsiteX61" fmla="*/ 216353 w 609614"/>
              <a:gd name="connsiteY61" fmla="*/ 196306 h 608697"/>
              <a:gd name="connsiteX62" fmla="*/ 432621 w 609614"/>
              <a:gd name="connsiteY62" fmla="*/ 176728 h 608697"/>
              <a:gd name="connsiteX63" fmla="*/ 432621 w 609614"/>
              <a:gd name="connsiteY63" fmla="*/ 353455 h 608697"/>
              <a:gd name="connsiteX64" fmla="*/ 456588 w 609614"/>
              <a:gd name="connsiteY64" fmla="*/ 353455 h 608697"/>
              <a:gd name="connsiteX65" fmla="*/ 480188 w 609614"/>
              <a:gd name="connsiteY65" fmla="*/ 314151 h 608697"/>
              <a:gd name="connsiteX66" fmla="*/ 453731 w 609614"/>
              <a:gd name="connsiteY66" fmla="*/ 270154 h 608697"/>
              <a:gd name="connsiteX67" fmla="*/ 470600 w 609614"/>
              <a:gd name="connsiteY67" fmla="*/ 260029 h 608697"/>
              <a:gd name="connsiteX68" fmla="*/ 497242 w 609614"/>
              <a:gd name="connsiteY68" fmla="*/ 304395 h 608697"/>
              <a:gd name="connsiteX69" fmla="*/ 545085 w 609614"/>
              <a:gd name="connsiteY69" fmla="*/ 304395 h 608697"/>
              <a:gd name="connsiteX70" fmla="*/ 568684 w 609614"/>
              <a:gd name="connsiteY70" fmla="*/ 265091 h 608697"/>
              <a:gd name="connsiteX71" fmla="*/ 545085 w 609614"/>
              <a:gd name="connsiteY71" fmla="*/ 225788 h 608697"/>
              <a:gd name="connsiteX72" fmla="*/ 486087 w 609614"/>
              <a:gd name="connsiteY72" fmla="*/ 225788 h 608697"/>
              <a:gd name="connsiteX73" fmla="*/ 456588 w 609614"/>
              <a:gd name="connsiteY73" fmla="*/ 176728 h 608697"/>
              <a:gd name="connsiteX74" fmla="*/ 216353 w 609614"/>
              <a:gd name="connsiteY74" fmla="*/ 176696 h 608697"/>
              <a:gd name="connsiteX75" fmla="*/ 245849 w 609614"/>
              <a:gd name="connsiteY75" fmla="*/ 206157 h 608697"/>
              <a:gd name="connsiteX76" fmla="*/ 242900 w 609614"/>
              <a:gd name="connsiteY76" fmla="*/ 218770 h 608697"/>
              <a:gd name="connsiteX77" fmla="*/ 262718 w 609614"/>
              <a:gd name="connsiteY77" fmla="*/ 238564 h 608697"/>
              <a:gd name="connsiteX78" fmla="*/ 275346 w 609614"/>
              <a:gd name="connsiteY78" fmla="*/ 235618 h 608697"/>
              <a:gd name="connsiteX79" fmla="*/ 304842 w 609614"/>
              <a:gd name="connsiteY79" fmla="*/ 265079 h 608697"/>
              <a:gd name="connsiteX80" fmla="*/ 275346 w 609614"/>
              <a:gd name="connsiteY80" fmla="*/ 294540 h 608697"/>
              <a:gd name="connsiteX81" fmla="*/ 247601 w 609614"/>
              <a:gd name="connsiteY81" fmla="*/ 274930 h 608697"/>
              <a:gd name="connsiteX82" fmla="*/ 185013 w 609614"/>
              <a:gd name="connsiteY82" fmla="*/ 274930 h 608697"/>
              <a:gd name="connsiteX83" fmla="*/ 157360 w 609614"/>
              <a:gd name="connsiteY83" fmla="*/ 294540 h 608697"/>
              <a:gd name="connsiteX84" fmla="*/ 127864 w 609614"/>
              <a:gd name="connsiteY84" fmla="*/ 265079 h 608697"/>
              <a:gd name="connsiteX85" fmla="*/ 157360 w 609614"/>
              <a:gd name="connsiteY85" fmla="*/ 235618 h 608697"/>
              <a:gd name="connsiteX86" fmla="*/ 169989 w 609614"/>
              <a:gd name="connsiteY86" fmla="*/ 238564 h 608697"/>
              <a:gd name="connsiteX87" fmla="*/ 189806 w 609614"/>
              <a:gd name="connsiteY87" fmla="*/ 218770 h 608697"/>
              <a:gd name="connsiteX88" fmla="*/ 186857 w 609614"/>
              <a:gd name="connsiteY88" fmla="*/ 206157 h 608697"/>
              <a:gd name="connsiteX89" fmla="*/ 216353 w 609614"/>
              <a:gd name="connsiteY89" fmla="*/ 176696 h 608697"/>
              <a:gd name="connsiteX90" fmla="*/ 98337 w 609614"/>
              <a:gd name="connsiteY90" fmla="*/ 157155 h 608697"/>
              <a:gd name="connsiteX91" fmla="*/ 98337 w 609614"/>
              <a:gd name="connsiteY91" fmla="*/ 314151 h 608697"/>
              <a:gd name="connsiteX92" fmla="*/ 334321 w 609614"/>
              <a:gd name="connsiteY92" fmla="*/ 314151 h 608697"/>
              <a:gd name="connsiteX93" fmla="*/ 334321 w 609614"/>
              <a:gd name="connsiteY93" fmla="*/ 157155 h 608697"/>
              <a:gd name="connsiteX94" fmla="*/ 78610 w 609614"/>
              <a:gd name="connsiteY94" fmla="*/ 137461 h 608697"/>
              <a:gd name="connsiteX95" fmla="*/ 353956 w 609614"/>
              <a:gd name="connsiteY95" fmla="*/ 137461 h 608697"/>
              <a:gd name="connsiteX96" fmla="*/ 353956 w 609614"/>
              <a:gd name="connsiteY96" fmla="*/ 333844 h 608697"/>
              <a:gd name="connsiteX97" fmla="*/ 78610 w 609614"/>
              <a:gd name="connsiteY97" fmla="*/ 333844 h 608697"/>
              <a:gd name="connsiteX98" fmla="*/ 58998 w 609614"/>
              <a:gd name="connsiteY98" fmla="*/ 98213 h 608697"/>
              <a:gd name="connsiteX99" fmla="*/ 58998 w 609614"/>
              <a:gd name="connsiteY99" fmla="*/ 549788 h 608697"/>
              <a:gd name="connsiteX100" fmla="*/ 373623 w 609614"/>
              <a:gd name="connsiteY100" fmla="*/ 549788 h 608697"/>
              <a:gd name="connsiteX101" fmla="*/ 373623 w 609614"/>
              <a:gd name="connsiteY101" fmla="*/ 98213 h 608697"/>
              <a:gd name="connsiteX102" fmla="*/ 324488 w 609614"/>
              <a:gd name="connsiteY102" fmla="*/ 98213 h 608697"/>
              <a:gd name="connsiteX103" fmla="*/ 324488 w 609614"/>
              <a:gd name="connsiteY103" fmla="*/ 117818 h 608697"/>
              <a:gd name="connsiteX104" fmla="*/ 108132 w 609614"/>
              <a:gd name="connsiteY104" fmla="*/ 117818 h 608697"/>
              <a:gd name="connsiteX105" fmla="*/ 108132 w 609614"/>
              <a:gd name="connsiteY105" fmla="*/ 98213 h 608697"/>
              <a:gd name="connsiteX106" fmla="*/ 19635 w 609614"/>
              <a:gd name="connsiteY106" fmla="*/ 58909 h 608697"/>
              <a:gd name="connsiteX107" fmla="*/ 19635 w 609614"/>
              <a:gd name="connsiteY107" fmla="*/ 589091 h 608697"/>
              <a:gd name="connsiteX108" fmla="*/ 412985 w 609614"/>
              <a:gd name="connsiteY108" fmla="*/ 589091 h 608697"/>
              <a:gd name="connsiteX109" fmla="*/ 412985 w 609614"/>
              <a:gd name="connsiteY109" fmla="*/ 58909 h 608697"/>
              <a:gd name="connsiteX110" fmla="*/ 324488 w 609614"/>
              <a:gd name="connsiteY110" fmla="*/ 58909 h 608697"/>
              <a:gd name="connsiteX111" fmla="*/ 324488 w 609614"/>
              <a:gd name="connsiteY111" fmla="*/ 78515 h 608697"/>
              <a:gd name="connsiteX112" fmla="*/ 393350 w 609614"/>
              <a:gd name="connsiteY112" fmla="*/ 78515 h 608697"/>
              <a:gd name="connsiteX113" fmla="*/ 393350 w 609614"/>
              <a:gd name="connsiteY113" fmla="*/ 569486 h 608697"/>
              <a:gd name="connsiteX114" fmla="*/ 39363 w 609614"/>
              <a:gd name="connsiteY114" fmla="*/ 569486 h 608697"/>
              <a:gd name="connsiteX115" fmla="*/ 39363 w 609614"/>
              <a:gd name="connsiteY115" fmla="*/ 78515 h 608697"/>
              <a:gd name="connsiteX116" fmla="*/ 108132 w 609614"/>
              <a:gd name="connsiteY116" fmla="*/ 78515 h 608697"/>
              <a:gd name="connsiteX117" fmla="*/ 108132 w 609614"/>
              <a:gd name="connsiteY117" fmla="*/ 58909 h 608697"/>
              <a:gd name="connsiteX118" fmla="*/ 216356 w 609614"/>
              <a:gd name="connsiteY118" fmla="*/ 19606 h 608697"/>
              <a:gd name="connsiteX119" fmla="*/ 170910 w 609614"/>
              <a:gd name="connsiteY119" fmla="*/ 36818 h 608697"/>
              <a:gd name="connsiteX120" fmla="*/ 168144 w 609614"/>
              <a:gd name="connsiteY120" fmla="*/ 39304 h 608697"/>
              <a:gd name="connsiteX121" fmla="*/ 127859 w 609614"/>
              <a:gd name="connsiteY121" fmla="*/ 39304 h 608697"/>
              <a:gd name="connsiteX122" fmla="*/ 127859 w 609614"/>
              <a:gd name="connsiteY122" fmla="*/ 98213 h 608697"/>
              <a:gd name="connsiteX123" fmla="*/ 304853 w 609614"/>
              <a:gd name="connsiteY123" fmla="*/ 98213 h 608697"/>
              <a:gd name="connsiteX124" fmla="*/ 304853 w 609614"/>
              <a:gd name="connsiteY124" fmla="*/ 39304 h 608697"/>
              <a:gd name="connsiteX125" fmla="*/ 264477 w 609614"/>
              <a:gd name="connsiteY125" fmla="*/ 39304 h 608697"/>
              <a:gd name="connsiteX126" fmla="*/ 261711 w 609614"/>
              <a:gd name="connsiteY126" fmla="*/ 36818 h 608697"/>
              <a:gd name="connsiteX127" fmla="*/ 216356 w 609614"/>
              <a:gd name="connsiteY127" fmla="*/ 19606 h 608697"/>
              <a:gd name="connsiteX128" fmla="*/ 216356 w 609614"/>
              <a:gd name="connsiteY128" fmla="*/ 0 h 608697"/>
              <a:gd name="connsiteX129" fmla="*/ 271851 w 609614"/>
              <a:gd name="connsiteY129" fmla="*/ 19606 h 608697"/>
              <a:gd name="connsiteX130" fmla="*/ 324488 w 609614"/>
              <a:gd name="connsiteY130" fmla="*/ 19606 h 608697"/>
              <a:gd name="connsiteX131" fmla="*/ 324488 w 609614"/>
              <a:gd name="connsiteY131" fmla="*/ 39304 h 608697"/>
              <a:gd name="connsiteX132" fmla="*/ 432621 w 609614"/>
              <a:gd name="connsiteY132" fmla="*/ 39304 h 608697"/>
              <a:gd name="connsiteX133" fmla="*/ 432621 w 609614"/>
              <a:gd name="connsiteY133" fmla="*/ 157122 h 608697"/>
              <a:gd name="connsiteX134" fmla="*/ 467743 w 609614"/>
              <a:gd name="connsiteY134" fmla="*/ 157122 h 608697"/>
              <a:gd name="connsiteX135" fmla="*/ 497242 w 609614"/>
              <a:gd name="connsiteY135" fmla="*/ 206182 h 608697"/>
              <a:gd name="connsiteX136" fmla="*/ 556240 w 609614"/>
              <a:gd name="connsiteY136" fmla="*/ 206182 h 608697"/>
              <a:gd name="connsiteX137" fmla="*/ 585738 w 609614"/>
              <a:gd name="connsiteY137" fmla="*/ 255242 h 608697"/>
              <a:gd name="connsiteX138" fmla="*/ 609614 w 609614"/>
              <a:gd name="connsiteY138" fmla="*/ 255242 h 608697"/>
              <a:gd name="connsiteX139" fmla="*/ 609614 w 609614"/>
              <a:gd name="connsiteY139" fmla="*/ 274940 h 608697"/>
              <a:gd name="connsiteX140" fmla="*/ 585738 w 609614"/>
              <a:gd name="connsiteY140" fmla="*/ 274940 h 608697"/>
              <a:gd name="connsiteX141" fmla="*/ 562139 w 609614"/>
              <a:gd name="connsiteY141" fmla="*/ 314151 h 608697"/>
              <a:gd name="connsiteX142" fmla="*/ 591638 w 609614"/>
              <a:gd name="connsiteY142" fmla="*/ 363304 h 608697"/>
              <a:gd name="connsiteX143" fmla="*/ 588596 w 609614"/>
              <a:gd name="connsiteY143" fmla="*/ 368366 h 608697"/>
              <a:gd name="connsiteX144" fmla="*/ 579746 w 609614"/>
              <a:gd name="connsiteY144" fmla="*/ 382909 h 608697"/>
              <a:gd name="connsiteX145" fmla="*/ 562139 w 609614"/>
              <a:gd name="connsiteY145" fmla="*/ 412364 h 608697"/>
              <a:gd name="connsiteX146" fmla="*/ 579746 w 609614"/>
              <a:gd name="connsiteY146" fmla="*/ 441818 h 608697"/>
              <a:gd name="connsiteX147" fmla="*/ 585738 w 609614"/>
              <a:gd name="connsiteY147" fmla="*/ 451667 h 608697"/>
              <a:gd name="connsiteX148" fmla="*/ 609614 w 609614"/>
              <a:gd name="connsiteY148" fmla="*/ 451667 h 608697"/>
              <a:gd name="connsiteX149" fmla="*/ 609614 w 609614"/>
              <a:gd name="connsiteY149" fmla="*/ 471273 h 608697"/>
              <a:gd name="connsiteX150" fmla="*/ 585738 w 609614"/>
              <a:gd name="connsiteY150" fmla="*/ 471273 h 608697"/>
              <a:gd name="connsiteX151" fmla="*/ 573939 w 609614"/>
              <a:gd name="connsiteY151" fmla="*/ 490879 h 608697"/>
              <a:gd name="connsiteX152" fmla="*/ 562139 w 609614"/>
              <a:gd name="connsiteY152" fmla="*/ 510576 h 608697"/>
              <a:gd name="connsiteX153" fmla="*/ 588596 w 609614"/>
              <a:gd name="connsiteY153" fmla="*/ 554574 h 608697"/>
              <a:gd name="connsiteX154" fmla="*/ 571726 w 609614"/>
              <a:gd name="connsiteY154" fmla="*/ 564699 h 608697"/>
              <a:gd name="connsiteX155" fmla="*/ 545085 w 609614"/>
              <a:gd name="connsiteY155" fmla="*/ 520333 h 608697"/>
              <a:gd name="connsiteX156" fmla="*/ 491618 w 609614"/>
              <a:gd name="connsiteY156" fmla="*/ 520333 h 608697"/>
              <a:gd name="connsiteX157" fmla="*/ 491618 w 609614"/>
              <a:gd name="connsiteY157" fmla="*/ 500728 h 608697"/>
              <a:gd name="connsiteX158" fmla="*/ 545085 w 609614"/>
              <a:gd name="connsiteY158" fmla="*/ 500728 h 608697"/>
              <a:gd name="connsiteX159" fmla="*/ 556885 w 609614"/>
              <a:gd name="connsiteY159" fmla="*/ 481122 h 608697"/>
              <a:gd name="connsiteX160" fmla="*/ 568684 w 609614"/>
              <a:gd name="connsiteY160" fmla="*/ 461424 h 608697"/>
              <a:gd name="connsiteX161" fmla="*/ 560849 w 609614"/>
              <a:gd name="connsiteY161" fmla="*/ 448354 h 608697"/>
              <a:gd name="connsiteX162" fmla="*/ 545085 w 609614"/>
              <a:gd name="connsiteY162" fmla="*/ 422213 h 608697"/>
              <a:gd name="connsiteX163" fmla="*/ 497242 w 609614"/>
              <a:gd name="connsiteY163" fmla="*/ 422213 h 608697"/>
              <a:gd name="connsiteX164" fmla="*/ 470600 w 609614"/>
              <a:gd name="connsiteY164" fmla="*/ 466487 h 608697"/>
              <a:gd name="connsiteX165" fmla="*/ 453731 w 609614"/>
              <a:gd name="connsiteY165" fmla="*/ 456362 h 608697"/>
              <a:gd name="connsiteX166" fmla="*/ 480188 w 609614"/>
              <a:gd name="connsiteY166" fmla="*/ 412364 h 608697"/>
              <a:gd name="connsiteX167" fmla="*/ 456588 w 609614"/>
              <a:gd name="connsiteY167" fmla="*/ 373060 h 608697"/>
              <a:gd name="connsiteX168" fmla="*/ 432621 w 609614"/>
              <a:gd name="connsiteY168" fmla="*/ 373060 h 608697"/>
              <a:gd name="connsiteX169" fmla="*/ 432621 w 609614"/>
              <a:gd name="connsiteY169" fmla="*/ 608697 h 608697"/>
              <a:gd name="connsiteX170" fmla="*/ 0 w 609614"/>
              <a:gd name="connsiteY170" fmla="*/ 608697 h 608697"/>
              <a:gd name="connsiteX171" fmla="*/ 0 w 609614"/>
              <a:gd name="connsiteY171" fmla="*/ 39304 h 608697"/>
              <a:gd name="connsiteX172" fmla="*/ 108132 w 609614"/>
              <a:gd name="connsiteY172" fmla="*/ 39304 h 608697"/>
              <a:gd name="connsiteX173" fmla="*/ 108132 w 609614"/>
              <a:gd name="connsiteY173" fmla="*/ 19606 h 608697"/>
              <a:gd name="connsiteX174" fmla="*/ 160862 w 609614"/>
              <a:gd name="connsiteY174" fmla="*/ 19606 h 608697"/>
              <a:gd name="connsiteX175" fmla="*/ 216356 w 609614"/>
              <a:gd name="connsiteY175" fmla="*/ 0 h 60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609614" h="608697">
                <a:moveTo>
                  <a:pt x="334339" y="510611"/>
                </a:moveTo>
                <a:lnTo>
                  <a:pt x="353956" y="510611"/>
                </a:lnTo>
                <a:lnTo>
                  <a:pt x="353956" y="530158"/>
                </a:lnTo>
                <a:lnTo>
                  <a:pt x="334339" y="530158"/>
                </a:lnTo>
                <a:close/>
                <a:moveTo>
                  <a:pt x="235971" y="510611"/>
                </a:moveTo>
                <a:lnTo>
                  <a:pt x="314651" y="510611"/>
                </a:lnTo>
                <a:lnTo>
                  <a:pt x="314651" y="530158"/>
                </a:lnTo>
                <a:lnTo>
                  <a:pt x="235971" y="530158"/>
                </a:lnTo>
                <a:close/>
                <a:moveTo>
                  <a:pt x="235971" y="471306"/>
                </a:moveTo>
                <a:lnTo>
                  <a:pt x="353956" y="471306"/>
                </a:lnTo>
                <a:lnTo>
                  <a:pt x="353956" y="490853"/>
                </a:lnTo>
                <a:lnTo>
                  <a:pt x="235971" y="490853"/>
                </a:lnTo>
                <a:close/>
                <a:moveTo>
                  <a:pt x="235971" y="432001"/>
                </a:moveTo>
                <a:lnTo>
                  <a:pt x="353956" y="432001"/>
                </a:lnTo>
                <a:lnTo>
                  <a:pt x="353956" y="451689"/>
                </a:lnTo>
                <a:lnTo>
                  <a:pt x="235971" y="451689"/>
                </a:lnTo>
                <a:close/>
                <a:moveTo>
                  <a:pt x="235971" y="392767"/>
                </a:moveTo>
                <a:lnTo>
                  <a:pt x="353956" y="392767"/>
                </a:lnTo>
                <a:lnTo>
                  <a:pt x="353956" y="412384"/>
                </a:lnTo>
                <a:lnTo>
                  <a:pt x="235971" y="412384"/>
                </a:lnTo>
                <a:close/>
                <a:moveTo>
                  <a:pt x="98340" y="373064"/>
                </a:moveTo>
                <a:lnTo>
                  <a:pt x="98340" y="510556"/>
                </a:lnTo>
                <a:lnTo>
                  <a:pt x="196624" y="510556"/>
                </a:lnTo>
                <a:lnTo>
                  <a:pt x="196624" y="373064"/>
                </a:lnTo>
                <a:close/>
                <a:moveTo>
                  <a:pt x="235971" y="353462"/>
                </a:moveTo>
                <a:lnTo>
                  <a:pt x="353956" y="353462"/>
                </a:lnTo>
                <a:lnTo>
                  <a:pt x="353956" y="373079"/>
                </a:lnTo>
                <a:lnTo>
                  <a:pt x="235971" y="373079"/>
                </a:lnTo>
                <a:close/>
                <a:moveTo>
                  <a:pt x="78610" y="353462"/>
                </a:moveTo>
                <a:lnTo>
                  <a:pt x="216354" y="353462"/>
                </a:lnTo>
                <a:lnTo>
                  <a:pt x="216354" y="530158"/>
                </a:lnTo>
                <a:lnTo>
                  <a:pt x="78610" y="530158"/>
                </a:lnTo>
                <a:close/>
                <a:moveTo>
                  <a:pt x="497242" y="324000"/>
                </a:moveTo>
                <a:lnTo>
                  <a:pt x="473642" y="363304"/>
                </a:lnTo>
                <a:lnTo>
                  <a:pt x="497242" y="402515"/>
                </a:lnTo>
                <a:lnTo>
                  <a:pt x="545085" y="402515"/>
                </a:lnTo>
                <a:lnTo>
                  <a:pt x="560849" y="376374"/>
                </a:lnTo>
                <a:lnTo>
                  <a:pt x="568684" y="363304"/>
                </a:lnTo>
                <a:lnTo>
                  <a:pt x="545085" y="324000"/>
                </a:lnTo>
                <a:close/>
                <a:moveTo>
                  <a:pt x="275346" y="255228"/>
                </a:moveTo>
                <a:cubicBezTo>
                  <a:pt x="269907" y="255228"/>
                  <a:pt x="265483" y="259647"/>
                  <a:pt x="265483" y="265079"/>
                </a:cubicBezTo>
                <a:cubicBezTo>
                  <a:pt x="265483" y="270511"/>
                  <a:pt x="269907" y="274930"/>
                  <a:pt x="275346" y="274930"/>
                </a:cubicBezTo>
                <a:cubicBezTo>
                  <a:pt x="280784" y="274930"/>
                  <a:pt x="285116" y="270511"/>
                  <a:pt x="285116" y="265079"/>
                </a:cubicBezTo>
                <a:cubicBezTo>
                  <a:pt x="285116" y="259647"/>
                  <a:pt x="280784" y="255228"/>
                  <a:pt x="275346" y="255228"/>
                </a:cubicBezTo>
                <a:close/>
                <a:moveTo>
                  <a:pt x="157360" y="255228"/>
                </a:moveTo>
                <a:cubicBezTo>
                  <a:pt x="151922" y="255228"/>
                  <a:pt x="147498" y="259647"/>
                  <a:pt x="147498" y="265079"/>
                </a:cubicBezTo>
                <a:cubicBezTo>
                  <a:pt x="147498" y="270511"/>
                  <a:pt x="151922" y="274930"/>
                  <a:pt x="157360" y="274930"/>
                </a:cubicBezTo>
                <a:cubicBezTo>
                  <a:pt x="162799" y="274930"/>
                  <a:pt x="167131" y="270511"/>
                  <a:pt x="167131" y="265079"/>
                </a:cubicBezTo>
                <a:cubicBezTo>
                  <a:pt x="167131" y="259647"/>
                  <a:pt x="162799" y="255228"/>
                  <a:pt x="157360" y="255228"/>
                </a:cubicBezTo>
                <a:close/>
                <a:moveTo>
                  <a:pt x="203633" y="232672"/>
                </a:moveTo>
                <a:lnTo>
                  <a:pt x="183907" y="252466"/>
                </a:lnTo>
                <a:cubicBezTo>
                  <a:pt x="184276" y="253387"/>
                  <a:pt x="184645" y="254307"/>
                  <a:pt x="185013" y="255228"/>
                </a:cubicBezTo>
                <a:lnTo>
                  <a:pt x="247601" y="255228"/>
                </a:lnTo>
                <a:cubicBezTo>
                  <a:pt x="247970" y="254307"/>
                  <a:pt x="248338" y="253387"/>
                  <a:pt x="248799" y="252466"/>
                </a:cubicBezTo>
                <a:lnTo>
                  <a:pt x="228981" y="232672"/>
                </a:lnTo>
                <a:cubicBezTo>
                  <a:pt x="225110" y="234513"/>
                  <a:pt x="220870" y="235618"/>
                  <a:pt x="216353" y="235618"/>
                </a:cubicBezTo>
                <a:cubicBezTo>
                  <a:pt x="211744" y="235618"/>
                  <a:pt x="207504" y="234513"/>
                  <a:pt x="203633" y="232672"/>
                </a:cubicBezTo>
                <a:close/>
                <a:moveTo>
                  <a:pt x="216353" y="196306"/>
                </a:moveTo>
                <a:cubicBezTo>
                  <a:pt x="210915" y="196306"/>
                  <a:pt x="206490" y="200725"/>
                  <a:pt x="206490" y="206157"/>
                </a:cubicBezTo>
                <a:cubicBezTo>
                  <a:pt x="206490" y="211589"/>
                  <a:pt x="210915" y="216008"/>
                  <a:pt x="216353" y="216008"/>
                </a:cubicBezTo>
                <a:cubicBezTo>
                  <a:pt x="221792" y="216008"/>
                  <a:pt x="226124" y="211589"/>
                  <a:pt x="226124" y="206157"/>
                </a:cubicBezTo>
                <a:cubicBezTo>
                  <a:pt x="226124" y="200725"/>
                  <a:pt x="221792" y="196306"/>
                  <a:pt x="216353" y="196306"/>
                </a:cubicBezTo>
                <a:close/>
                <a:moveTo>
                  <a:pt x="432621" y="176728"/>
                </a:moveTo>
                <a:lnTo>
                  <a:pt x="432621" y="353455"/>
                </a:lnTo>
                <a:lnTo>
                  <a:pt x="456588" y="353455"/>
                </a:lnTo>
                <a:lnTo>
                  <a:pt x="480188" y="314151"/>
                </a:lnTo>
                <a:lnTo>
                  <a:pt x="453731" y="270154"/>
                </a:lnTo>
                <a:lnTo>
                  <a:pt x="470600" y="260029"/>
                </a:lnTo>
                <a:lnTo>
                  <a:pt x="497242" y="304395"/>
                </a:lnTo>
                <a:lnTo>
                  <a:pt x="545085" y="304395"/>
                </a:lnTo>
                <a:lnTo>
                  <a:pt x="568684" y="265091"/>
                </a:lnTo>
                <a:lnTo>
                  <a:pt x="545085" y="225788"/>
                </a:lnTo>
                <a:lnTo>
                  <a:pt x="486087" y="225788"/>
                </a:lnTo>
                <a:lnTo>
                  <a:pt x="456588" y="176728"/>
                </a:lnTo>
                <a:close/>
                <a:moveTo>
                  <a:pt x="216353" y="176696"/>
                </a:moveTo>
                <a:cubicBezTo>
                  <a:pt x="232576" y="176696"/>
                  <a:pt x="245849" y="189954"/>
                  <a:pt x="245849" y="206157"/>
                </a:cubicBezTo>
                <a:cubicBezTo>
                  <a:pt x="245849" y="210668"/>
                  <a:pt x="244743" y="214903"/>
                  <a:pt x="242900" y="218770"/>
                </a:cubicBezTo>
                <a:lnTo>
                  <a:pt x="262718" y="238564"/>
                </a:lnTo>
                <a:cubicBezTo>
                  <a:pt x="266497" y="236723"/>
                  <a:pt x="270737" y="235618"/>
                  <a:pt x="275346" y="235618"/>
                </a:cubicBezTo>
                <a:cubicBezTo>
                  <a:pt x="291569" y="235618"/>
                  <a:pt x="304842" y="248876"/>
                  <a:pt x="304842" y="265079"/>
                </a:cubicBezTo>
                <a:cubicBezTo>
                  <a:pt x="304842" y="281283"/>
                  <a:pt x="291569" y="294540"/>
                  <a:pt x="275346" y="294540"/>
                </a:cubicBezTo>
                <a:cubicBezTo>
                  <a:pt x="262533" y="294540"/>
                  <a:pt x="251749" y="286346"/>
                  <a:pt x="247601" y="274930"/>
                </a:cubicBezTo>
                <a:lnTo>
                  <a:pt x="185013" y="274930"/>
                </a:lnTo>
                <a:cubicBezTo>
                  <a:pt x="180958" y="286346"/>
                  <a:pt x="170173" y="294540"/>
                  <a:pt x="157360" y="294540"/>
                </a:cubicBezTo>
                <a:cubicBezTo>
                  <a:pt x="141045" y="294540"/>
                  <a:pt x="127864" y="281283"/>
                  <a:pt x="127864" y="265079"/>
                </a:cubicBezTo>
                <a:cubicBezTo>
                  <a:pt x="127864" y="248876"/>
                  <a:pt x="141045" y="235618"/>
                  <a:pt x="157360" y="235618"/>
                </a:cubicBezTo>
                <a:cubicBezTo>
                  <a:pt x="161877" y="235618"/>
                  <a:pt x="166117" y="236723"/>
                  <a:pt x="169989" y="238564"/>
                </a:cubicBezTo>
                <a:lnTo>
                  <a:pt x="189806" y="218770"/>
                </a:lnTo>
                <a:cubicBezTo>
                  <a:pt x="187963" y="214903"/>
                  <a:pt x="186857" y="210668"/>
                  <a:pt x="186857" y="206157"/>
                </a:cubicBezTo>
                <a:cubicBezTo>
                  <a:pt x="186857" y="189954"/>
                  <a:pt x="200038" y="176696"/>
                  <a:pt x="216353" y="176696"/>
                </a:cubicBezTo>
                <a:close/>
                <a:moveTo>
                  <a:pt x="98337" y="157155"/>
                </a:moveTo>
                <a:lnTo>
                  <a:pt x="98337" y="314151"/>
                </a:lnTo>
                <a:lnTo>
                  <a:pt x="334321" y="314151"/>
                </a:lnTo>
                <a:lnTo>
                  <a:pt x="334321" y="157155"/>
                </a:lnTo>
                <a:close/>
                <a:moveTo>
                  <a:pt x="78610" y="137461"/>
                </a:moveTo>
                <a:lnTo>
                  <a:pt x="353956" y="137461"/>
                </a:lnTo>
                <a:lnTo>
                  <a:pt x="353956" y="333844"/>
                </a:lnTo>
                <a:lnTo>
                  <a:pt x="78610" y="333844"/>
                </a:lnTo>
                <a:close/>
                <a:moveTo>
                  <a:pt x="58998" y="98213"/>
                </a:moveTo>
                <a:lnTo>
                  <a:pt x="58998" y="549788"/>
                </a:lnTo>
                <a:lnTo>
                  <a:pt x="373623" y="549788"/>
                </a:lnTo>
                <a:lnTo>
                  <a:pt x="373623" y="98213"/>
                </a:lnTo>
                <a:lnTo>
                  <a:pt x="324488" y="98213"/>
                </a:lnTo>
                <a:lnTo>
                  <a:pt x="324488" y="117818"/>
                </a:lnTo>
                <a:lnTo>
                  <a:pt x="108132" y="117818"/>
                </a:lnTo>
                <a:lnTo>
                  <a:pt x="108132" y="98213"/>
                </a:lnTo>
                <a:close/>
                <a:moveTo>
                  <a:pt x="19635" y="58909"/>
                </a:moveTo>
                <a:lnTo>
                  <a:pt x="19635" y="589091"/>
                </a:lnTo>
                <a:lnTo>
                  <a:pt x="412985" y="589091"/>
                </a:lnTo>
                <a:lnTo>
                  <a:pt x="412985" y="58909"/>
                </a:lnTo>
                <a:lnTo>
                  <a:pt x="324488" y="58909"/>
                </a:lnTo>
                <a:lnTo>
                  <a:pt x="324488" y="78515"/>
                </a:lnTo>
                <a:lnTo>
                  <a:pt x="393350" y="78515"/>
                </a:lnTo>
                <a:lnTo>
                  <a:pt x="393350" y="569486"/>
                </a:lnTo>
                <a:lnTo>
                  <a:pt x="39363" y="569486"/>
                </a:lnTo>
                <a:lnTo>
                  <a:pt x="39363" y="78515"/>
                </a:lnTo>
                <a:lnTo>
                  <a:pt x="108132" y="78515"/>
                </a:lnTo>
                <a:lnTo>
                  <a:pt x="108132" y="58909"/>
                </a:lnTo>
                <a:close/>
                <a:moveTo>
                  <a:pt x="216356" y="19606"/>
                </a:moveTo>
                <a:cubicBezTo>
                  <a:pt x="199671" y="19606"/>
                  <a:pt x="183539" y="25773"/>
                  <a:pt x="170910" y="36818"/>
                </a:cubicBezTo>
                <a:lnTo>
                  <a:pt x="168144" y="39304"/>
                </a:lnTo>
                <a:lnTo>
                  <a:pt x="127859" y="39304"/>
                </a:lnTo>
                <a:lnTo>
                  <a:pt x="127859" y="98213"/>
                </a:lnTo>
                <a:lnTo>
                  <a:pt x="304853" y="98213"/>
                </a:lnTo>
                <a:lnTo>
                  <a:pt x="304853" y="39304"/>
                </a:lnTo>
                <a:lnTo>
                  <a:pt x="264477" y="39304"/>
                </a:lnTo>
                <a:lnTo>
                  <a:pt x="261711" y="36818"/>
                </a:lnTo>
                <a:cubicBezTo>
                  <a:pt x="249174" y="25773"/>
                  <a:pt x="233042" y="19606"/>
                  <a:pt x="216356" y="19606"/>
                </a:cubicBezTo>
                <a:close/>
                <a:moveTo>
                  <a:pt x="216356" y="0"/>
                </a:moveTo>
                <a:cubicBezTo>
                  <a:pt x="236545" y="0"/>
                  <a:pt x="256088" y="6903"/>
                  <a:pt x="271851" y="19606"/>
                </a:cubicBezTo>
                <a:lnTo>
                  <a:pt x="324488" y="19606"/>
                </a:lnTo>
                <a:lnTo>
                  <a:pt x="324488" y="39304"/>
                </a:lnTo>
                <a:lnTo>
                  <a:pt x="432621" y="39304"/>
                </a:lnTo>
                <a:lnTo>
                  <a:pt x="432621" y="157122"/>
                </a:lnTo>
                <a:lnTo>
                  <a:pt x="467743" y="157122"/>
                </a:lnTo>
                <a:lnTo>
                  <a:pt x="497242" y="206182"/>
                </a:lnTo>
                <a:lnTo>
                  <a:pt x="556240" y="206182"/>
                </a:lnTo>
                <a:lnTo>
                  <a:pt x="585738" y="255242"/>
                </a:lnTo>
                <a:lnTo>
                  <a:pt x="609614" y="255242"/>
                </a:lnTo>
                <a:lnTo>
                  <a:pt x="609614" y="274940"/>
                </a:lnTo>
                <a:lnTo>
                  <a:pt x="585738" y="274940"/>
                </a:lnTo>
                <a:lnTo>
                  <a:pt x="562139" y="314151"/>
                </a:lnTo>
                <a:lnTo>
                  <a:pt x="591638" y="363304"/>
                </a:lnTo>
                <a:lnTo>
                  <a:pt x="588596" y="368366"/>
                </a:lnTo>
                <a:lnTo>
                  <a:pt x="579746" y="382909"/>
                </a:lnTo>
                <a:lnTo>
                  <a:pt x="562139" y="412364"/>
                </a:lnTo>
                <a:lnTo>
                  <a:pt x="579746" y="441818"/>
                </a:lnTo>
                <a:lnTo>
                  <a:pt x="585738" y="451667"/>
                </a:lnTo>
                <a:lnTo>
                  <a:pt x="609614" y="451667"/>
                </a:lnTo>
                <a:lnTo>
                  <a:pt x="609614" y="471273"/>
                </a:lnTo>
                <a:lnTo>
                  <a:pt x="585738" y="471273"/>
                </a:lnTo>
                <a:lnTo>
                  <a:pt x="573939" y="490879"/>
                </a:lnTo>
                <a:lnTo>
                  <a:pt x="562139" y="510576"/>
                </a:lnTo>
                <a:lnTo>
                  <a:pt x="588596" y="554574"/>
                </a:lnTo>
                <a:lnTo>
                  <a:pt x="571726" y="564699"/>
                </a:lnTo>
                <a:lnTo>
                  <a:pt x="545085" y="520333"/>
                </a:lnTo>
                <a:lnTo>
                  <a:pt x="491618" y="520333"/>
                </a:lnTo>
                <a:lnTo>
                  <a:pt x="491618" y="500728"/>
                </a:lnTo>
                <a:lnTo>
                  <a:pt x="545085" y="500728"/>
                </a:lnTo>
                <a:lnTo>
                  <a:pt x="556885" y="481122"/>
                </a:lnTo>
                <a:lnTo>
                  <a:pt x="568684" y="461424"/>
                </a:lnTo>
                <a:lnTo>
                  <a:pt x="560849" y="448354"/>
                </a:lnTo>
                <a:lnTo>
                  <a:pt x="545085" y="422213"/>
                </a:lnTo>
                <a:lnTo>
                  <a:pt x="497242" y="422213"/>
                </a:lnTo>
                <a:lnTo>
                  <a:pt x="470600" y="466487"/>
                </a:lnTo>
                <a:lnTo>
                  <a:pt x="453731" y="456362"/>
                </a:lnTo>
                <a:lnTo>
                  <a:pt x="480188" y="412364"/>
                </a:lnTo>
                <a:lnTo>
                  <a:pt x="456588" y="373060"/>
                </a:lnTo>
                <a:lnTo>
                  <a:pt x="432621" y="373060"/>
                </a:lnTo>
                <a:lnTo>
                  <a:pt x="432621" y="608697"/>
                </a:lnTo>
                <a:lnTo>
                  <a:pt x="0" y="608697"/>
                </a:lnTo>
                <a:lnTo>
                  <a:pt x="0" y="39304"/>
                </a:lnTo>
                <a:lnTo>
                  <a:pt x="108132" y="39304"/>
                </a:lnTo>
                <a:lnTo>
                  <a:pt x="108132" y="19606"/>
                </a:lnTo>
                <a:lnTo>
                  <a:pt x="160862" y="19606"/>
                </a:lnTo>
                <a:cubicBezTo>
                  <a:pt x="176533" y="6903"/>
                  <a:pt x="196076" y="0"/>
                  <a:pt x="216356" y="0"/>
                </a:cubicBezTo>
                <a:close/>
              </a:path>
            </a:pathLst>
          </a:custGeom>
          <a:solidFill>
            <a:schemeClr val="accent1"/>
          </a:solidFill>
          <a:ln>
            <a:noFill/>
          </a:ln>
        </p:spPr>
      </p:sp>
      <p:sp>
        <p:nvSpPr>
          <p:cNvPr id="64" name="barbell_177576">
            <a:extLst>
              <a:ext uri="{FF2B5EF4-FFF2-40B4-BE49-F238E27FC236}">
                <a16:creationId xmlns:a16="http://schemas.microsoft.com/office/drawing/2014/main" id="{010F6DAA-346F-49F4-BE1A-A67AA3FD9924}"/>
              </a:ext>
            </a:extLst>
          </p:cNvPr>
          <p:cNvSpPr>
            <a:spLocks noChangeAspect="1"/>
          </p:cNvSpPr>
          <p:nvPr/>
        </p:nvSpPr>
        <p:spPr bwMode="auto">
          <a:xfrm>
            <a:off x="9486924" y="5648456"/>
            <a:ext cx="609684" cy="261039"/>
          </a:xfrm>
          <a:custGeom>
            <a:avLst/>
            <a:gdLst>
              <a:gd name="T0" fmla="*/ 5103 w 5597"/>
              <a:gd name="T1" fmla="*/ 900 h 2400"/>
              <a:gd name="T2" fmla="*/ 4803 w 5597"/>
              <a:gd name="T3" fmla="*/ 0 h 2400"/>
              <a:gd name="T4" fmla="*/ 4308 w 5597"/>
              <a:gd name="T5" fmla="*/ 300 h 2400"/>
              <a:gd name="T6" fmla="*/ 1305 w 5597"/>
              <a:gd name="T7" fmla="*/ 900 h 2400"/>
              <a:gd name="T8" fmla="*/ 1005 w 5597"/>
              <a:gd name="T9" fmla="*/ 0 h 2400"/>
              <a:gd name="T10" fmla="*/ 495 w 5597"/>
              <a:gd name="T11" fmla="*/ 300 h 2400"/>
              <a:gd name="T12" fmla="*/ 300 w 5597"/>
              <a:gd name="T13" fmla="*/ 900 h 2400"/>
              <a:gd name="T14" fmla="*/ 300 w 5597"/>
              <a:gd name="T15" fmla="*/ 1500 h 2400"/>
              <a:gd name="T16" fmla="*/ 495 w 5597"/>
              <a:gd name="T17" fmla="*/ 2100 h 2400"/>
              <a:gd name="T18" fmla="*/ 1005 w 5597"/>
              <a:gd name="T19" fmla="*/ 2400 h 2400"/>
              <a:gd name="T20" fmla="*/ 1305 w 5597"/>
              <a:gd name="T21" fmla="*/ 1500 h 2400"/>
              <a:gd name="T22" fmla="*/ 4308 w 5597"/>
              <a:gd name="T23" fmla="*/ 2100 h 2400"/>
              <a:gd name="T24" fmla="*/ 4803 w 5597"/>
              <a:gd name="T25" fmla="*/ 2400 h 2400"/>
              <a:gd name="T26" fmla="*/ 5103 w 5597"/>
              <a:gd name="T27" fmla="*/ 1500 h 2400"/>
              <a:gd name="T28" fmla="*/ 5597 w 5597"/>
              <a:gd name="T29" fmla="*/ 1200 h 2400"/>
              <a:gd name="T30" fmla="*/ 493 w 5597"/>
              <a:gd name="T31" fmla="*/ 1305 h 2400"/>
              <a:gd name="T32" fmla="*/ 193 w 5597"/>
              <a:gd name="T33" fmla="*/ 1200 h 2400"/>
              <a:gd name="T34" fmla="*/ 493 w 5597"/>
              <a:gd name="T35" fmla="*/ 1094 h 2400"/>
              <a:gd name="T36" fmla="*/ 1096 w 5597"/>
              <a:gd name="T37" fmla="*/ 2100 h 2400"/>
              <a:gd name="T38" fmla="*/ 795 w 5597"/>
              <a:gd name="T39" fmla="*/ 2205 h 2400"/>
              <a:gd name="T40" fmla="*/ 704 w 5597"/>
              <a:gd name="T41" fmla="*/ 300 h 2400"/>
              <a:gd name="T42" fmla="*/ 1005 w 5597"/>
              <a:gd name="T43" fmla="*/ 194 h 2400"/>
              <a:gd name="T44" fmla="*/ 1096 w 5597"/>
              <a:gd name="T45" fmla="*/ 2100 h 2400"/>
              <a:gd name="T46" fmla="*/ 1305 w 5597"/>
              <a:gd name="T47" fmla="*/ 1305 h 2400"/>
              <a:gd name="T48" fmla="*/ 4308 w 5597"/>
              <a:gd name="T49" fmla="*/ 1094 h 2400"/>
              <a:gd name="T50" fmla="*/ 4908 w 5597"/>
              <a:gd name="T51" fmla="*/ 2100 h 2400"/>
              <a:gd name="T52" fmla="*/ 4608 w 5597"/>
              <a:gd name="T53" fmla="*/ 2205 h 2400"/>
              <a:gd name="T54" fmla="*/ 4503 w 5597"/>
              <a:gd name="T55" fmla="*/ 300 h 2400"/>
              <a:gd name="T56" fmla="*/ 4803 w 5597"/>
              <a:gd name="T57" fmla="*/ 194 h 2400"/>
              <a:gd name="T58" fmla="*/ 4908 w 5597"/>
              <a:gd name="T59" fmla="*/ 2100 h 2400"/>
              <a:gd name="T60" fmla="*/ 5103 w 5597"/>
              <a:gd name="T61" fmla="*/ 1305 h 2400"/>
              <a:gd name="T62" fmla="*/ 5297 w 5597"/>
              <a:gd name="T63" fmla="*/ 1094 h 2400"/>
              <a:gd name="T64" fmla="*/ 5297 w 5597"/>
              <a:gd name="T65" fmla="*/ 1305 h 2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597" h="2400">
                <a:moveTo>
                  <a:pt x="5297" y="900"/>
                </a:moveTo>
                <a:lnTo>
                  <a:pt x="5103" y="900"/>
                </a:lnTo>
                <a:lnTo>
                  <a:pt x="5103" y="300"/>
                </a:lnTo>
                <a:cubicBezTo>
                  <a:pt x="5103" y="134"/>
                  <a:pt x="4968" y="0"/>
                  <a:pt x="4803" y="0"/>
                </a:cubicBezTo>
                <a:lnTo>
                  <a:pt x="4608" y="0"/>
                </a:lnTo>
                <a:cubicBezTo>
                  <a:pt x="4443" y="0"/>
                  <a:pt x="4308" y="134"/>
                  <a:pt x="4308" y="300"/>
                </a:cubicBezTo>
                <a:lnTo>
                  <a:pt x="4308" y="900"/>
                </a:lnTo>
                <a:lnTo>
                  <a:pt x="1305" y="900"/>
                </a:lnTo>
                <a:lnTo>
                  <a:pt x="1305" y="300"/>
                </a:lnTo>
                <a:cubicBezTo>
                  <a:pt x="1305" y="134"/>
                  <a:pt x="1171" y="0"/>
                  <a:pt x="1005" y="0"/>
                </a:cubicBezTo>
                <a:lnTo>
                  <a:pt x="795" y="0"/>
                </a:lnTo>
                <a:cubicBezTo>
                  <a:pt x="629" y="0"/>
                  <a:pt x="495" y="134"/>
                  <a:pt x="495" y="300"/>
                </a:cubicBezTo>
                <a:lnTo>
                  <a:pt x="495" y="900"/>
                </a:lnTo>
                <a:lnTo>
                  <a:pt x="300" y="900"/>
                </a:lnTo>
                <a:cubicBezTo>
                  <a:pt x="135" y="900"/>
                  <a:pt x="0" y="1034"/>
                  <a:pt x="0" y="1200"/>
                </a:cubicBezTo>
                <a:cubicBezTo>
                  <a:pt x="0" y="1365"/>
                  <a:pt x="135" y="1500"/>
                  <a:pt x="300" y="1500"/>
                </a:cubicBezTo>
                <a:lnTo>
                  <a:pt x="495" y="1500"/>
                </a:lnTo>
                <a:lnTo>
                  <a:pt x="495" y="2100"/>
                </a:lnTo>
                <a:cubicBezTo>
                  <a:pt x="495" y="2265"/>
                  <a:pt x="629" y="2400"/>
                  <a:pt x="795" y="2400"/>
                </a:cubicBezTo>
                <a:lnTo>
                  <a:pt x="1005" y="2400"/>
                </a:lnTo>
                <a:cubicBezTo>
                  <a:pt x="1171" y="2400"/>
                  <a:pt x="1305" y="2265"/>
                  <a:pt x="1305" y="2100"/>
                </a:cubicBezTo>
                <a:lnTo>
                  <a:pt x="1305" y="1500"/>
                </a:lnTo>
                <a:lnTo>
                  <a:pt x="4308" y="1500"/>
                </a:lnTo>
                <a:lnTo>
                  <a:pt x="4308" y="2100"/>
                </a:lnTo>
                <a:cubicBezTo>
                  <a:pt x="4308" y="2265"/>
                  <a:pt x="4443" y="2400"/>
                  <a:pt x="4608" y="2400"/>
                </a:cubicBezTo>
                <a:lnTo>
                  <a:pt x="4803" y="2400"/>
                </a:lnTo>
                <a:cubicBezTo>
                  <a:pt x="4968" y="2400"/>
                  <a:pt x="5103" y="2265"/>
                  <a:pt x="5103" y="2100"/>
                </a:cubicBezTo>
                <a:lnTo>
                  <a:pt x="5103" y="1500"/>
                </a:lnTo>
                <a:lnTo>
                  <a:pt x="5297" y="1500"/>
                </a:lnTo>
                <a:cubicBezTo>
                  <a:pt x="5463" y="1500"/>
                  <a:pt x="5597" y="1365"/>
                  <a:pt x="5597" y="1200"/>
                </a:cubicBezTo>
                <a:cubicBezTo>
                  <a:pt x="5597" y="1034"/>
                  <a:pt x="5463" y="900"/>
                  <a:pt x="5297" y="900"/>
                </a:cubicBezTo>
                <a:close/>
                <a:moveTo>
                  <a:pt x="493" y="1305"/>
                </a:moveTo>
                <a:lnTo>
                  <a:pt x="299" y="1305"/>
                </a:lnTo>
                <a:cubicBezTo>
                  <a:pt x="239" y="1305"/>
                  <a:pt x="193" y="1260"/>
                  <a:pt x="193" y="1200"/>
                </a:cubicBezTo>
                <a:cubicBezTo>
                  <a:pt x="193" y="1140"/>
                  <a:pt x="239" y="1094"/>
                  <a:pt x="299" y="1094"/>
                </a:cubicBezTo>
                <a:lnTo>
                  <a:pt x="493" y="1094"/>
                </a:lnTo>
                <a:lnTo>
                  <a:pt x="493" y="1305"/>
                </a:lnTo>
                <a:close/>
                <a:moveTo>
                  <a:pt x="1096" y="2100"/>
                </a:moveTo>
                <a:cubicBezTo>
                  <a:pt x="1096" y="2160"/>
                  <a:pt x="1051" y="2205"/>
                  <a:pt x="1005" y="2205"/>
                </a:cubicBezTo>
                <a:lnTo>
                  <a:pt x="795" y="2205"/>
                </a:lnTo>
                <a:cubicBezTo>
                  <a:pt x="749" y="2205"/>
                  <a:pt x="704" y="2160"/>
                  <a:pt x="704" y="2100"/>
                </a:cubicBezTo>
                <a:lnTo>
                  <a:pt x="704" y="300"/>
                </a:lnTo>
                <a:cubicBezTo>
                  <a:pt x="704" y="240"/>
                  <a:pt x="749" y="194"/>
                  <a:pt x="795" y="194"/>
                </a:cubicBezTo>
                <a:lnTo>
                  <a:pt x="1005" y="194"/>
                </a:lnTo>
                <a:cubicBezTo>
                  <a:pt x="1051" y="194"/>
                  <a:pt x="1096" y="240"/>
                  <a:pt x="1096" y="300"/>
                </a:cubicBezTo>
                <a:lnTo>
                  <a:pt x="1096" y="2100"/>
                </a:lnTo>
                <a:close/>
                <a:moveTo>
                  <a:pt x="4308" y="1305"/>
                </a:moveTo>
                <a:lnTo>
                  <a:pt x="1305" y="1305"/>
                </a:lnTo>
                <a:lnTo>
                  <a:pt x="1305" y="1094"/>
                </a:lnTo>
                <a:lnTo>
                  <a:pt x="4308" y="1094"/>
                </a:lnTo>
                <a:lnTo>
                  <a:pt x="4308" y="1305"/>
                </a:lnTo>
                <a:close/>
                <a:moveTo>
                  <a:pt x="4908" y="2100"/>
                </a:moveTo>
                <a:cubicBezTo>
                  <a:pt x="4908" y="2160"/>
                  <a:pt x="4863" y="2205"/>
                  <a:pt x="4803" y="2205"/>
                </a:cubicBezTo>
                <a:lnTo>
                  <a:pt x="4608" y="2205"/>
                </a:lnTo>
                <a:cubicBezTo>
                  <a:pt x="4548" y="2205"/>
                  <a:pt x="4503" y="2160"/>
                  <a:pt x="4503" y="2100"/>
                </a:cubicBezTo>
                <a:lnTo>
                  <a:pt x="4503" y="300"/>
                </a:lnTo>
                <a:cubicBezTo>
                  <a:pt x="4503" y="240"/>
                  <a:pt x="4548" y="194"/>
                  <a:pt x="4608" y="194"/>
                </a:cubicBezTo>
                <a:lnTo>
                  <a:pt x="4803" y="194"/>
                </a:lnTo>
                <a:cubicBezTo>
                  <a:pt x="4863" y="194"/>
                  <a:pt x="4908" y="240"/>
                  <a:pt x="4908" y="300"/>
                </a:cubicBezTo>
                <a:lnTo>
                  <a:pt x="4908" y="2100"/>
                </a:lnTo>
                <a:close/>
                <a:moveTo>
                  <a:pt x="5297" y="1305"/>
                </a:moveTo>
                <a:lnTo>
                  <a:pt x="5103" y="1305"/>
                </a:lnTo>
                <a:lnTo>
                  <a:pt x="5103" y="1094"/>
                </a:lnTo>
                <a:lnTo>
                  <a:pt x="5297" y="1094"/>
                </a:lnTo>
                <a:cubicBezTo>
                  <a:pt x="5357" y="1094"/>
                  <a:pt x="5403" y="1140"/>
                  <a:pt x="5403" y="1200"/>
                </a:cubicBezTo>
                <a:cubicBezTo>
                  <a:pt x="5403" y="1260"/>
                  <a:pt x="5357" y="1305"/>
                  <a:pt x="5297" y="1305"/>
                </a:cubicBezTo>
                <a:close/>
              </a:path>
            </a:pathLst>
          </a:custGeom>
          <a:solidFill>
            <a:schemeClr val="accent1"/>
          </a:solidFill>
          <a:ln>
            <a:noFill/>
          </a:ln>
        </p:spPr>
      </p:sp>
      <p:sp>
        <p:nvSpPr>
          <p:cNvPr id="65" name="benzene_246080">
            <a:extLst>
              <a:ext uri="{FF2B5EF4-FFF2-40B4-BE49-F238E27FC236}">
                <a16:creationId xmlns:a16="http://schemas.microsoft.com/office/drawing/2014/main" id="{0B8CA39D-4057-4CFB-9A3D-5918B3D1D2E6}"/>
              </a:ext>
            </a:extLst>
          </p:cNvPr>
          <p:cNvSpPr>
            <a:spLocks noChangeAspect="1"/>
          </p:cNvSpPr>
          <p:nvPr/>
        </p:nvSpPr>
        <p:spPr bwMode="auto">
          <a:xfrm>
            <a:off x="10713393" y="5461000"/>
            <a:ext cx="528775" cy="609685"/>
          </a:xfrm>
          <a:custGeom>
            <a:avLst/>
            <a:gdLst>
              <a:gd name="connsiteX0" fmla="*/ 263129 w 526206"/>
              <a:gd name="connsiteY0" fmla="*/ 167176 h 606722"/>
              <a:gd name="connsiteX1" fmla="*/ 126797 w 526206"/>
              <a:gd name="connsiteY1" fmla="*/ 303316 h 606722"/>
              <a:gd name="connsiteX2" fmla="*/ 263129 w 526206"/>
              <a:gd name="connsiteY2" fmla="*/ 439456 h 606722"/>
              <a:gd name="connsiteX3" fmla="*/ 399461 w 526206"/>
              <a:gd name="connsiteY3" fmla="*/ 303316 h 606722"/>
              <a:gd name="connsiteX4" fmla="*/ 263129 w 526206"/>
              <a:gd name="connsiteY4" fmla="*/ 167176 h 606722"/>
              <a:gd name="connsiteX5" fmla="*/ 263129 w 526206"/>
              <a:gd name="connsiteY5" fmla="*/ 128076 h 606722"/>
              <a:gd name="connsiteX6" fmla="*/ 438705 w 526206"/>
              <a:gd name="connsiteY6" fmla="*/ 303316 h 606722"/>
              <a:gd name="connsiteX7" fmla="*/ 263129 w 526206"/>
              <a:gd name="connsiteY7" fmla="*/ 478645 h 606722"/>
              <a:gd name="connsiteX8" fmla="*/ 87642 w 526206"/>
              <a:gd name="connsiteY8" fmla="*/ 303316 h 606722"/>
              <a:gd name="connsiteX9" fmla="*/ 263129 w 526206"/>
              <a:gd name="connsiteY9" fmla="*/ 128076 h 606722"/>
              <a:gd name="connsiteX10" fmla="*/ 263103 w 526206"/>
              <a:gd name="connsiteY10" fmla="*/ 45235 h 606722"/>
              <a:gd name="connsiteX11" fmla="*/ 39252 w 526206"/>
              <a:gd name="connsiteY11" fmla="*/ 174276 h 606722"/>
              <a:gd name="connsiteX12" fmla="*/ 39252 w 526206"/>
              <a:gd name="connsiteY12" fmla="*/ 432446 h 606722"/>
              <a:gd name="connsiteX13" fmla="*/ 263103 w 526206"/>
              <a:gd name="connsiteY13" fmla="*/ 561487 h 606722"/>
              <a:gd name="connsiteX14" fmla="*/ 487043 w 526206"/>
              <a:gd name="connsiteY14" fmla="*/ 432446 h 606722"/>
              <a:gd name="connsiteX15" fmla="*/ 487043 w 526206"/>
              <a:gd name="connsiteY15" fmla="*/ 174276 h 606722"/>
              <a:gd name="connsiteX16" fmla="*/ 263103 w 526206"/>
              <a:gd name="connsiteY16" fmla="*/ 0 h 606722"/>
              <a:gd name="connsiteX17" fmla="*/ 526206 w 526206"/>
              <a:gd name="connsiteY17" fmla="*/ 151703 h 606722"/>
              <a:gd name="connsiteX18" fmla="*/ 526206 w 526206"/>
              <a:gd name="connsiteY18" fmla="*/ 455019 h 606722"/>
              <a:gd name="connsiteX19" fmla="*/ 263103 w 526206"/>
              <a:gd name="connsiteY19" fmla="*/ 606722 h 606722"/>
              <a:gd name="connsiteX20" fmla="*/ 0 w 526206"/>
              <a:gd name="connsiteY20" fmla="*/ 455019 h 606722"/>
              <a:gd name="connsiteX21" fmla="*/ 0 w 526206"/>
              <a:gd name="connsiteY21" fmla="*/ 151703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26206" h="606722">
                <a:moveTo>
                  <a:pt x="263129" y="167176"/>
                </a:moveTo>
                <a:cubicBezTo>
                  <a:pt x="188022" y="167176"/>
                  <a:pt x="126797" y="228315"/>
                  <a:pt x="126797" y="303316"/>
                </a:cubicBezTo>
                <a:cubicBezTo>
                  <a:pt x="126797" y="378406"/>
                  <a:pt x="188022" y="439456"/>
                  <a:pt x="263129" y="439456"/>
                </a:cubicBezTo>
                <a:cubicBezTo>
                  <a:pt x="338325" y="439456"/>
                  <a:pt x="399461" y="378406"/>
                  <a:pt x="399461" y="303316"/>
                </a:cubicBezTo>
                <a:cubicBezTo>
                  <a:pt x="399461" y="228315"/>
                  <a:pt x="338325" y="167176"/>
                  <a:pt x="263129" y="167176"/>
                </a:cubicBezTo>
                <a:close/>
                <a:moveTo>
                  <a:pt x="263129" y="128076"/>
                </a:moveTo>
                <a:cubicBezTo>
                  <a:pt x="359949" y="128076"/>
                  <a:pt x="438705" y="206721"/>
                  <a:pt x="438705" y="303316"/>
                </a:cubicBezTo>
                <a:cubicBezTo>
                  <a:pt x="438705" y="400000"/>
                  <a:pt x="359949" y="478645"/>
                  <a:pt x="263129" y="478645"/>
                </a:cubicBezTo>
                <a:cubicBezTo>
                  <a:pt x="166398" y="478645"/>
                  <a:pt x="87642" y="400000"/>
                  <a:pt x="87642" y="303316"/>
                </a:cubicBezTo>
                <a:cubicBezTo>
                  <a:pt x="87642" y="206721"/>
                  <a:pt x="166398" y="128076"/>
                  <a:pt x="263129" y="128076"/>
                </a:cubicBezTo>
                <a:close/>
                <a:moveTo>
                  <a:pt x="263103" y="45235"/>
                </a:moveTo>
                <a:lnTo>
                  <a:pt x="39252" y="174276"/>
                </a:lnTo>
                <a:lnTo>
                  <a:pt x="39252" y="432446"/>
                </a:lnTo>
                <a:lnTo>
                  <a:pt x="263103" y="561487"/>
                </a:lnTo>
                <a:lnTo>
                  <a:pt x="487043" y="432446"/>
                </a:lnTo>
                <a:lnTo>
                  <a:pt x="487043" y="174276"/>
                </a:lnTo>
                <a:close/>
                <a:moveTo>
                  <a:pt x="263103" y="0"/>
                </a:moveTo>
                <a:lnTo>
                  <a:pt x="526206" y="151703"/>
                </a:lnTo>
                <a:lnTo>
                  <a:pt x="526206" y="455019"/>
                </a:lnTo>
                <a:lnTo>
                  <a:pt x="263103" y="606722"/>
                </a:lnTo>
                <a:lnTo>
                  <a:pt x="0" y="455019"/>
                </a:lnTo>
                <a:lnTo>
                  <a:pt x="0" y="151703"/>
                </a:lnTo>
                <a:close/>
              </a:path>
            </a:pathLst>
          </a:custGeom>
          <a:solidFill>
            <a:schemeClr val="accent1"/>
          </a:solidFill>
          <a:ln>
            <a:noFill/>
          </a:ln>
        </p:spPr>
      </p:sp>
    </p:spTree>
    <p:custDataLst>
      <p:tags r:id="rId1"/>
    </p:custDataLst>
    <p:extLst>
      <p:ext uri="{BB962C8B-B14F-4D97-AF65-F5344CB8AC3E}">
        <p14:creationId xmlns:p14="http://schemas.microsoft.com/office/powerpoint/2010/main" val="39532780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C74B2B-C6E6-48EA-81A7-1E9E44ECB550}"/>
              </a:ext>
            </a:extLst>
          </p:cNvPr>
          <p:cNvSpPr txBox="1"/>
          <p:nvPr/>
        </p:nvSpPr>
        <p:spPr>
          <a:xfrm>
            <a:off x="1361440" y="467360"/>
            <a:ext cx="1544320" cy="430567"/>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latin typeface="思源宋体 CN Heavy" panose="02020900000000000000" pitchFamily="18" charset="-122"/>
                <a:ea typeface="思源宋体 CN Heavy" panose="02020900000000000000" pitchFamily="18" charset="-122"/>
              </a:rPr>
              <a:t>图标素材</a:t>
            </a:r>
          </a:p>
        </p:txBody>
      </p:sp>
      <p:sp>
        <p:nvSpPr>
          <p:cNvPr id="52" name="athlete_39472">
            <a:extLst>
              <a:ext uri="{FF2B5EF4-FFF2-40B4-BE49-F238E27FC236}">
                <a16:creationId xmlns:a16="http://schemas.microsoft.com/office/drawing/2014/main" id="{127483D2-0C28-4A8D-B81D-37FC6C628030}"/>
              </a:ext>
            </a:extLst>
          </p:cNvPr>
          <p:cNvSpPr>
            <a:spLocks noChangeAspect="1"/>
          </p:cNvSpPr>
          <p:nvPr/>
        </p:nvSpPr>
        <p:spPr bwMode="auto">
          <a:xfrm>
            <a:off x="698500" y="1742398"/>
            <a:ext cx="503062" cy="609684"/>
          </a:xfrm>
          <a:custGeom>
            <a:avLst/>
            <a:gdLst>
              <a:gd name="connsiteX0" fmla="*/ 260643 w 502073"/>
              <a:gd name="connsiteY0" fmla="*/ 145435 h 608486"/>
              <a:gd name="connsiteX1" fmla="*/ 338565 w 502073"/>
              <a:gd name="connsiteY1" fmla="*/ 145435 h 608486"/>
              <a:gd name="connsiteX2" fmla="*/ 348171 w 502073"/>
              <a:gd name="connsiteY2" fmla="*/ 147276 h 608486"/>
              <a:gd name="connsiteX3" fmla="*/ 360301 w 502073"/>
              <a:gd name="connsiteY3" fmla="*/ 151345 h 608486"/>
              <a:gd name="connsiteX4" fmla="*/ 464229 w 502073"/>
              <a:gd name="connsiteY4" fmla="*/ 222271 h 608486"/>
              <a:gd name="connsiteX5" fmla="*/ 474612 w 502073"/>
              <a:gd name="connsiteY5" fmla="*/ 238452 h 608486"/>
              <a:gd name="connsiteX6" fmla="*/ 493631 w 502073"/>
              <a:gd name="connsiteY6" fmla="*/ 349104 h 608486"/>
              <a:gd name="connsiteX7" fmla="*/ 473447 w 502073"/>
              <a:gd name="connsiteY7" fmla="*/ 377590 h 608486"/>
              <a:gd name="connsiteX8" fmla="*/ 469274 w 502073"/>
              <a:gd name="connsiteY8" fmla="*/ 377978 h 608486"/>
              <a:gd name="connsiteX9" fmla="*/ 444918 w 502073"/>
              <a:gd name="connsiteY9" fmla="*/ 357437 h 608486"/>
              <a:gd name="connsiteX10" fmla="*/ 427645 w 502073"/>
              <a:gd name="connsiteY10" fmla="*/ 257152 h 608486"/>
              <a:gd name="connsiteX11" fmla="*/ 366220 w 502073"/>
              <a:gd name="connsiteY11" fmla="*/ 215295 h 608486"/>
              <a:gd name="connsiteX12" fmla="*/ 366220 w 502073"/>
              <a:gd name="connsiteY12" fmla="*/ 319164 h 608486"/>
              <a:gd name="connsiteX13" fmla="*/ 363406 w 502073"/>
              <a:gd name="connsiteY13" fmla="*/ 331082 h 608486"/>
              <a:gd name="connsiteX14" fmla="*/ 362145 w 502073"/>
              <a:gd name="connsiteY14" fmla="*/ 339221 h 608486"/>
              <a:gd name="connsiteX15" fmla="*/ 323136 w 502073"/>
              <a:gd name="connsiteY15" fmla="*/ 461500 h 608486"/>
              <a:gd name="connsiteX16" fmla="*/ 489652 w 502073"/>
              <a:gd name="connsiteY16" fmla="*/ 461500 h 608486"/>
              <a:gd name="connsiteX17" fmla="*/ 502073 w 502073"/>
              <a:gd name="connsiteY17" fmla="*/ 473902 h 608486"/>
              <a:gd name="connsiteX18" fmla="*/ 502073 w 502073"/>
              <a:gd name="connsiteY18" fmla="*/ 487176 h 608486"/>
              <a:gd name="connsiteX19" fmla="*/ 489652 w 502073"/>
              <a:gd name="connsiteY19" fmla="*/ 499578 h 608486"/>
              <a:gd name="connsiteX20" fmla="*/ 311006 w 502073"/>
              <a:gd name="connsiteY20" fmla="*/ 499578 h 608486"/>
              <a:gd name="connsiteX21" fmla="*/ 283156 w 502073"/>
              <a:gd name="connsiteY21" fmla="*/ 586976 h 608486"/>
              <a:gd name="connsiteX22" fmla="*/ 253754 w 502073"/>
              <a:gd name="connsiteY22" fmla="*/ 608486 h 608486"/>
              <a:gd name="connsiteX23" fmla="*/ 244341 w 502073"/>
              <a:gd name="connsiteY23" fmla="*/ 607033 h 608486"/>
              <a:gd name="connsiteX24" fmla="*/ 224254 w 502073"/>
              <a:gd name="connsiteY24" fmla="*/ 568179 h 608486"/>
              <a:gd name="connsiteX25" fmla="*/ 246088 w 502073"/>
              <a:gd name="connsiteY25" fmla="*/ 499482 h 608486"/>
              <a:gd name="connsiteX26" fmla="*/ 12421 w 502073"/>
              <a:gd name="connsiteY26" fmla="*/ 499482 h 608486"/>
              <a:gd name="connsiteX27" fmla="*/ 0 w 502073"/>
              <a:gd name="connsiteY27" fmla="*/ 487176 h 608486"/>
              <a:gd name="connsiteX28" fmla="*/ 0 w 502073"/>
              <a:gd name="connsiteY28" fmla="*/ 473805 h 608486"/>
              <a:gd name="connsiteX29" fmla="*/ 12421 w 502073"/>
              <a:gd name="connsiteY29" fmla="*/ 461500 h 608486"/>
              <a:gd name="connsiteX30" fmla="*/ 258218 w 502073"/>
              <a:gd name="connsiteY30" fmla="*/ 461500 h 608486"/>
              <a:gd name="connsiteX31" fmla="*/ 294801 w 502073"/>
              <a:gd name="connsiteY31" fmla="*/ 346778 h 608486"/>
              <a:gd name="connsiteX32" fmla="*/ 284903 w 502073"/>
              <a:gd name="connsiteY32" fmla="*/ 346778 h 608486"/>
              <a:gd name="connsiteX33" fmla="*/ 139831 w 502073"/>
              <a:gd name="connsiteY33" fmla="*/ 444156 h 608486"/>
              <a:gd name="connsiteX34" fmla="*/ 122558 w 502073"/>
              <a:gd name="connsiteY34" fmla="*/ 449388 h 608486"/>
              <a:gd name="connsiteX35" fmla="*/ 100725 w 502073"/>
              <a:gd name="connsiteY35" fmla="*/ 440474 h 608486"/>
              <a:gd name="connsiteX36" fmla="*/ 96746 w 502073"/>
              <a:gd name="connsiteY36" fmla="*/ 401523 h 608486"/>
              <a:gd name="connsiteX37" fmla="*/ 144198 w 502073"/>
              <a:gd name="connsiteY37" fmla="*/ 329725 h 608486"/>
              <a:gd name="connsiteX38" fmla="*/ 186991 w 502073"/>
              <a:gd name="connsiteY38" fmla="*/ 321005 h 608486"/>
              <a:gd name="connsiteX39" fmla="*/ 196889 w 502073"/>
              <a:gd name="connsiteY39" fmla="*/ 331469 h 608486"/>
              <a:gd name="connsiteX40" fmla="*/ 232987 w 502073"/>
              <a:gd name="connsiteY40" fmla="*/ 307246 h 608486"/>
              <a:gd name="connsiteX41" fmla="*/ 232987 w 502073"/>
              <a:gd name="connsiteY41" fmla="*/ 200083 h 608486"/>
              <a:gd name="connsiteX42" fmla="*/ 52109 w 502073"/>
              <a:gd name="connsiteY42" fmla="*/ 228957 h 608486"/>
              <a:gd name="connsiteX43" fmla="*/ 48227 w 502073"/>
              <a:gd name="connsiteY43" fmla="*/ 229344 h 608486"/>
              <a:gd name="connsiteX44" fmla="*/ 23774 w 502073"/>
              <a:gd name="connsiteY44" fmla="*/ 208512 h 608486"/>
              <a:gd name="connsiteX45" fmla="*/ 44346 w 502073"/>
              <a:gd name="connsiteY45" fmla="*/ 180220 h 608486"/>
              <a:gd name="connsiteX46" fmla="*/ 249775 w 502073"/>
              <a:gd name="connsiteY46" fmla="*/ 147373 h 608486"/>
              <a:gd name="connsiteX47" fmla="*/ 250746 w 502073"/>
              <a:gd name="connsiteY47" fmla="*/ 147276 h 608486"/>
              <a:gd name="connsiteX48" fmla="*/ 260643 w 502073"/>
              <a:gd name="connsiteY48" fmla="*/ 145435 h 608486"/>
              <a:gd name="connsiteX49" fmla="*/ 299657 w 502073"/>
              <a:gd name="connsiteY49" fmla="*/ 0 h 608486"/>
              <a:gd name="connsiteX50" fmla="*/ 357980 w 502073"/>
              <a:gd name="connsiteY50" fmla="*/ 58217 h 608486"/>
              <a:gd name="connsiteX51" fmla="*/ 299657 w 502073"/>
              <a:gd name="connsiteY51" fmla="*/ 116434 h 608486"/>
              <a:gd name="connsiteX52" fmla="*/ 241334 w 502073"/>
              <a:gd name="connsiteY52" fmla="*/ 58217 h 608486"/>
              <a:gd name="connsiteX53" fmla="*/ 299657 w 502073"/>
              <a:gd name="connsiteY53" fmla="*/ 0 h 608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02073" h="608486">
                <a:moveTo>
                  <a:pt x="260643" y="145435"/>
                </a:moveTo>
                <a:lnTo>
                  <a:pt x="338565" y="145435"/>
                </a:lnTo>
                <a:cubicBezTo>
                  <a:pt x="341961" y="145435"/>
                  <a:pt x="345163" y="146113"/>
                  <a:pt x="348171" y="147276"/>
                </a:cubicBezTo>
                <a:cubicBezTo>
                  <a:pt x="352344" y="147567"/>
                  <a:pt x="356614" y="148826"/>
                  <a:pt x="360301" y="151345"/>
                </a:cubicBezTo>
                <a:lnTo>
                  <a:pt x="464229" y="222271"/>
                </a:lnTo>
                <a:cubicBezTo>
                  <a:pt x="469760" y="226050"/>
                  <a:pt x="473544" y="231863"/>
                  <a:pt x="474612" y="238452"/>
                </a:cubicBezTo>
                <a:lnTo>
                  <a:pt x="493631" y="349104"/>
                </a:lnTo>
                <a:cubicBezTo>
                  <a:pt x="495960" y="362572"/>
                  <a:pt x="486935" y="375265"/>
                  <a:pt x="473447" y="377590"/>
                </a:cubicBezTo>
                <a:cubicBezTo>
                  <a:pt x="472089" y="377881"/>
                  <a:pt x="470633" y="377978"/>
                  <a:pt x="469274" y="377978"/>
                </a:cubicBezTo>
                <a:cubicBezTo>
                  <a:pt x="457436" y="377978"/>
                  <a:pt x="446956" y="369451"/>
                  <a:pt x="444918" y="357437"/>
                </a:cubicBezTo>
                <a:lnTo>
                  <a:pt x="427645" y="257152"/>
                </a:lnTo>
                <a:lnTo>
                  <a:pt x="366220" y="215295"/>
                </a:lnTo>
                <a:lnTo>
                  <a:pt x="366220" y="319164"/>
                </a:lnTo>
                <a:cubicBezTo>
                  <a:pt x="366220" y="323427"/>
                  <a:pt x="365153" y="327497"/>
                  <a:pt x="363406" y="331082"/>
                </a:cubicBezTo>
                <a:cubicBezTo>
                  <a:pt x="363309" y="333795"/>
                  <a:pt x="363018" y="336508"/>
                  <a:pt x="362145" y="339221"/>
                </a:cubicBezTo>
                <a:lnTo>
                  <a:pt x="323136" y="461500"/>
                </a:lnTo>
                <a:lnTo>
                  <a:pt x="489652" y="461500"/>
                </a:lnTo>
                <a:cubicBezTo>
                  <a:pt x="496542" y="461500"/>
                  <a:pt x="502073" y="467022"/>
                  <a:pt x="502073" y="473902"/>
                </a:cubicBezTo>
                <a:lnTo>
                  <a:pt x="502073" y="487176"/>
                </a:lnTo>
                <a:cubicBezTo>
                  <a:pt x="502073" y="494056"/>
                  <a:pt x="496542" y="499578"/>
                  <a:pt x="489652" y="499578"/>
                </a:cubicBezTo>
                <a:lnTo>
                  <a:pt x="311006" y="499578"/>
                </a:lnTo>
                <a:lnTo>
                  <a:pt x="283156" y="586976"/>
                </a:lnTo>
                <a:cubicBezTo>
                  <a:pt x="278984" y="600056"/>
                  <a:pt x="266854" y="608486"/>
                  <a:pt x="253754" y="608486"/>
                </a:cubicBezTo>
                <a:cubicBezTo>
                  <a:pt x="250649" y="608486"/>
                  <a:pt x="247446" y="608002"/>
                  <a:pt x="244341" y="607033"/>
                </a:cubicBezTo>
                <a:cubicBezTo>
                  <a:pt x="228038" y="601800"/>
                  <a:pt x="219111" y="584457"/>
                  <a:pt x="224254" y="568179"/>
                </a:cubicBezTo>
                <a:lnTo>
                  <a:pt x="246088" y="499482"/>
                </a:lnTo>
                <a:lnTo>
                  <a:pt x="12421" y="499482"/>
                </a:lnTo>
                <a:cubicBezTo>
                  <a:pt x="5531" y="499482"/>
                  <a:pt x="0" y="493959"/>
                  <a:pt x="0" y="487176"/>
                </a:cubicBezTo>
                <a:lnTo>
                  <a:pt x="0" y="473805"/>
                </a:lnTo>
                <a:cubicBezTo>
                  <a:pt x="0" y="467022"/>
                  <a:pt x="5531" y="461500"/>
                  <a:pt x="12421" y="461500"/>
                </a:cubicBezTo>
                <a:lnTo>
                  <a:pt x="258218" y="461500"/>
                </a:lnTo>
                <a:lnTo>
                  <a:pt x="294801" y="346778"/>
                </a:lnTo>
                <a:lnTo>
                  <a:pt x="284903" y="346778"/>
                </a:lnTo>
                <a:lnTo>
                  <a:pt x="139831" y="444156"/>
                </a:lnTo>
                <a:cubicBezTo>
                  <a:pt x="134591" y="447644"/>
                  <a:pt x="128575" y="449388"/>
                  <a:pt x="122558" y="449388"/>
                </a:cubicBezTo>
                <a:cubicBezTo>
                  <a:pt x="114601" y="449388"/>
                  <a:pt x="106741" y="446384"/>
                  <a:pt x="100725" y="440474"/>
                </a:cubicBezTo>
                <a:cubicBezTo>
                  <a:pt x="90342" y="430106"/>
                  <a:pt x="88595" y="413828"/>
                  <a:pt x="96746" y="401523"/>
                </a:cubicBezTo>
                <a:lnTo>
                  <a:pt x="144198" y="329725"/>
                </a:lnTo>
                <a:cubicBezTo>
                  <a:pt x="153610" y="315579"/>
                  <a:pt x="172727" y="311606"/>
                  <a:pt x="186991" y="321005"/>
                </a:cubicBezTo>
                <a:cubicBezTo>
                  <a:pt x="191164" y="323815"/>
                  <a:pt x="194560" y="327400"/>
                  <a:pt x="196889" y="331469"/>
                </a:cubicBezTo>
                <a:lnTo>
                  <a:pt x="232987" y="307246"/>
                </a:lnTo>
                <a:lnTo>
                  <a:pt x="232987" y="200083"/>
                </a:lnTo>
                <a:lnTo>
                  <a:pt x="52109" y="228957"/>
                </a:lnTo>
                <a:cubicBezTo>
                  <a:pt x="50750" y="229247"/>
                  <a:pt x="49489" y="229344"/>
                  <a:pt x="48227" y="229344"/>
                </a:cubicBezTo>
                <a:cubicBezTo>
                  <a:pt x="36195" y="229344"/>
                  <a:pt x="25715" y="220624"/>
                  <a:pt x="23774" y="208512"/>
                </a:cubicBezTo>
                <a:cubicBezTo>
                  <a:pt x="21639" y="195044"/>
                  <a:pt x="30761" y="182351"/>
                  <a:pt x="44346" y="180220"/>
                </a:cubicBezTo>
                <a:lnTo>
                  <a:pt x="249775" y="147373"/>
                </a:lnTo>
                <a:cubicBezTo>
                  <a:pt x="250163" y="147276"/>
                  <a:pt x="250455" y="147373"/>
                  <a:pt x="250746" y="147276"/>
                </a:cubicBezTo>
                <a:cubicBezTo>
                  <a:pt x="253851" y="146113"/>
                  <a:pt x="257150" y="145435"/>
                  <a:pt x="260643" y="145435"/>
                </a:cubicBezTo>
                <a:close/>
                <a:moveTo>
                  <a:pt x="299657" y="0"/>
                </a:moveTo>
                <a:cubicBezTo>
                  <a:pt x="331868" y="0"/>
                  <a:pt x="357980" y="26065"/>
                  <a:pt x="357980" y="58217"/>
                </a:cubicBezTo>
                <a:cubicBezTo>
                  <a:pt x="357980" y="90369"/>
                  <a:pt x="331868" y="116434"/>
                  <a:pt x="299657" y="116434"/>
                </a:cubicBezTo>
                <a:cubicBezTo>
                  <a:pt x="267446" y="116434"/>
                  <a:pt x="241334" y="90369"/>
                  <a:pt x="241334" y="58217"/>
                </a:cubicBezTo>
                <a:cubicBezTo>
                  <a:pt x="241334" y="26065"/>
                  <a:pt x="267446" y="0"/>
                  <a:pt x="299657" y="0"/>
                </a:cubicBezTo>
                <a:close/>
              </a:path>
            </a:pathLst>
          </a:custGeom>
          <a:solidFill>
            <a:schemeClr val="accent1"/>
          </a:solidFill>
          <a:ln>
            <a:noFill/>
          </a:ln>
        </p:spPr>
      </p:sp>
      <p:sp>
        <p:nvSpPr>
          <p:cNvPr id="66" name="basketball-paralympic-silhouette_38479">
            <a:extLst>
              <a:ext uri="{FF2B5EF4-FFF2-40B4-BE49-F238E27FC236}">
                <a16:creationId xmlns:a16="http://schemas.microsoft.com/office/drawing/2014/main" id="{48B5C0A2-27FA-4029-B17B-E6E55A30F158}"/>
              </a:ext>
            </a:extLst>
          </p:cNvPr>
          <p:cNvSpPr>
            <a:spLocks noChangeAspect="1"/>
          </p:cNvSpPr>
          <p:nvPr/>
        </p:nvSpPr>
        <p:spPr bwMode="auto">
          <a:xfrm>
            <a:off x="1905000" y="1742398"/>
            <a:ext cx="527294" cy="609685"/>
          </a:xfrm>
          <a:custGeom>
            <a:avLst/>
            <a:gdLst>
              <a:gd name="connsiteX0" fmla="*/ 57546 w 525403"/>
              <a:gd name="connsiteY0" fmla="*/ 448232 h 607498"/>
              <a:gd name="connsiteX1" fmla="*/ 102884 w 525403"/>
              <a:gd name="connsiteY1" fmla="*/ 493500 h 607498"/>
              <a:gd name="connsiteX2" fmla="*/ 57546 w 525403"/>
              <a:gd name="connsiteY2" fmla="*/ 538768 h 607498"/>
              <a:gd name="connsiteX3" fmla="*/ 12208 w 525403"/>
              <a:gd name="connsiteY3" fmla="*/ 493500 h 607498"/>
              <a:gd name="connsiteX4" fmla="*/ 57546 w 525403"/>
              <a:gd name="connsiteY4" fmla="*/ 448232 h 607498"/>
              <a:gd name="connsiteX5" fmla="*/ 113964 w 525403"/>
              <a:gd name="connsiteY5" fmla="*/ 386346 h 607498"/>
              <a:gd name="connsiteX6" fmla="*/ 121373 w 525403"/>
              <a:gd name="connsiteY6" fmla="*/ 393745 h 607498"/>
              <a:gd name="connsiteX7" fmla="*/ 121373 w 525403"/>
              <a:gd name="connsiteY7" fmla="*/ 439970 h 607498"/>
              <a:gd name="connsiteX8" fmla="*/ 113964 w 525403"/>
              <a:gd name="connsiteY8" fmla="*/ 447456 h 607498"/>
              <a:gd name="connsiteX9" fmla="*/ 106554 w 525403"/>
              <a:gd name="connsiteY9" fmla="*/ 439970 h 607498"/>
              <a:gd name="connsiteX10" fmla="*/ 106554 w 525403"/>
              <a:gd name="connsiteY10" fmla="*/ 393745 h 607498"/>
              <a:gd name="connsiteX11" fmla="*/ 113964 w 525403"/>
              <a:gd name="connsiteY11" fmla="*/ 386346 h 607498"/>
              <a:gd name="connsiteX12" fmla="*/ 33413 w 525403"/>
              <a:gd name="connsiteY12" fmla="*/ 328764 h 607498"/>
              <a:gd name="connsiteX13" fmla="*/ 40857 w 525403"/>
              <a:gd name="connsiteY13" fmla="*/ 336166 h 607498"/>
              <a:gd name="connsiteX14" fmla="*/ 40857 w 525403"/>
              <a:gd name="connsiteY14" fmla="*/ 404613 h 607498"/>
              <a:gd name="connsiteX15" fmla="*/ 33413 w 525403"/>
              <a:gd name="connsiteY15" fmla="*/ 412102 h 607498"/>
              <a:gd name="connsiteX16" fmla="*/ 25968 w 525403"/>
              <a:gd name="connsiteY16" fmla="*/ 404613 h 607498"/>
              <a:gd name="connsiteX17" fmla="*/ 25968 w 525403"/>
              <a:gd name="connsiteY17" fmla="*/ 336166 h 607498"/>
              <a:gd name="connsiteX18" fmla="*/ 33413 w 525403"/>
              <a:gd name="connsiteY18" fmla="*/ 328764 h 607498"/>
              <a:gd name="connsiteX19" fmla="*/ 7410 w 525403"/>
              <a:gd name="connsiteY19" fmla="*/ 282544 h 607498"/>
              <a:gd name="connsiteX20" fmla="*/ 14819 w 525403"/>
              <a:gd name="connsiteY20" fmla="*/ 289947 h 607498"/>
              <a:gd name="connsiteX21" fmla="*/ 14819 w 525403"/>
              <a:gd name="connsiteY21" fmla="*/ 358408 h 607498"/>
              <a:gd name="connsiteX22" fmla="*/ 7410 w 525403"/>
              <a:gd name="connsiteY22" fmla="*/ 365811 h 607498"/>
              <a:gd name="connsiteX23" fmla="*/ 0 w 525403"/>
              <a:gd name="connsiteY23" fmla="*/ 358408 h 607498"/>
              <a:gd name="connsiteX24" fmla="*/ 0 w 525403"/>
              <a:gd name="connsiteY24" fmla="*/ 289947 h 607498"/>
              <a:gd name="connsiteX25" fmla="*/ 7410 w 525403"/>
              <a:gd name="connsiteY25" fmla="*/ 282544 h 607498"/>
              <a:gd name="connsiteX26" fmla="*/ 382667 w 525403"/>
              <a:gd name="connsiteY26" fmla="*/ 179215 h 607498"/>
              <a:gd name="connsiteX27" fmla="*/ 382667 w 525403"/>
              <a:gd name="connsiteY27" fmla="*/ 311992 h 607498"/>
              <a:gd name="connsiteX28" fmla="*/ 382231 w 525403"/>
              <a:gd name="connsiteY28" fmla="*/ 311644 h 607498"/>
              <a:gd name="connsiteX29" fmla="*/ 382667 w 525403"/>
              <a:gd name="connsiteY29" fmla="*/ 315910 h 607498"/>
              <a:gd name="connsiteX30" fmla="*/ 382667 w 525403"/>
              <a:gd name="connsiteY30" fmla="*/ 389917 h 607498"/>
              <a:gd name="connsiteX31" fmla="*/ 424260 w 525403"/>
              <a:gd name="connsiteY31" fmla="*/ 389917 h 607498"/>
              <a:gd name="connsiteX32" fmla="*/ 403507 w 525403"/>
              <a:gd name="connsiteY32" fmla="*/ 298932 h 607498"/>
              <a:gd name="connsiteX33" fmla="*/ 424434 w 525403"/>
              <a:gd name="connsiteY33" fmla="*/ 265672 h 607498"/>
              <a:gd name="connsiteX34" fmla="*/ 453819 w 525403"/>
              <a:gd name="connsiteY34" fmla="*/ 277688 h 607498"/>
              <a:gd name="connsiteX35" fmla="*/ 474834 w 525403"/>
              <a:gd name="connsiteY35" fmla="*/ 226492 h 607498"/>
              <a:gd name="connsiteX36" fmla="*/ 281083 w 525403"/>
              <a:gd name="connsiteY36" fmla="*/ 125407 h 607498"/>
              <a:gd name="connsiteX37" fmla="*/ 359298 w 525403"/>
              <a:gd name="connsiteY37" fmla="*/ 125407 h 607498"/>
              <a:gd name="connsiteX38" fmla="*/ 377174 w 525403"/>
              <a:gd name="connsiteY38" fmla="*/ 126452 h 607498"/>
              <a:gd name="connsiteX39" fmla="*/ 513288 w 525403"/>
              <a:gd name="connsiteY39" fmla="*/ 196280 h 607498"/>
              <a:gd name="connsiteX40" fmla="*/ 523751 w 525403"/>
              <a:gd name="connsiteY40" fmla="*/ 224490 h 607498"/>
              <a:gd name="connsiteX41" fmla="*/ 481112 w 525403"/>
              <a:gd name="connsiteY41" fmla="*/ 328187 h 607498"/>
              <a:gd name="connsiteX42" fmla="*/ 469776 w 525403"/>
              <a:gd name="connsiteY42" fmla="*/ 339680 h 607498"/>
              <a:gd name="connsiteX43" fmla="*/ 523141 w 525403"/>
              <a:gd name="connsiteY43" fmla="*/ 573542 h 607498"/>
              <a:gd name="connsiteX44" fmla="*/ 502214 w 525403"/>
              <a:gd name="connsiteY44" fmla="*/ 606801 h 607498"/>
              <a:gd name="connsiteX45" fmla="*/ 496023 w 525403"/>
              <a:gd name="connsiteY45" fmla="*/ 607498 h 607498"/>
              <a:gd name="connsiteX46" fmla="*/ 468992 w 525403"/>
              <a:gd name="connsiteY46" fmla="*/ 585905 h 607498"/>
              <a:gd name="connsiteX47" fmla="*/ 436903 w 525403"/>
              <a:gd name="connsiteY47" fmla="*/ 445466 h 607498"/>
              <a:gd name="connsiteX48" fmla="*/ 382754 w 525403"/>
              <a:gd name="connsiteY48" fmla="*/ 445466 h 607498"/>
              <a:gd name="connsiteX49" fmla="*/ 382754 w 525403"/>
              <a:gd name="connsiteY49" fmla="*/ 471325 h 607498"/>
              <a:gd name="connsiteX50" fmla="*/ 349358 w 525403"/>
              <a:gd name="connsiteY50" fmla="*/ 504672 h 607498"/>
              <a:gd name="connsiteX51" fmla="*/ 321106 w 525403"/>
              <a:gd name="connsiteY51" fmla="*/ 488825 h 607498"/>
              <a:gd name="connsiteX52" fmla="*/ 292854 w 525403"/>
              <a:gd name="connsiteY52" fmla="*/ 504672 h 607498"/>
              <a:gd name="connsiteX53" fmla="*/ 259458 w 525403"/>
              <a:gd name="connsiteY53" fmla="*/ 471325 h 607498"/>
              <a:gd name="connsiteX54" fmla="*/ 259458 w 525403"/>
              <a:gd name="connsiteY54" fmla="*/ 445466 h 607498"/>
              <a:gd name="connsiteX55" fmla="*/ 218127 w 525403"/>
              <a:gd name="connsiteY55" fmla="*/ 445466 h 607498"/>
              <a:gd name="connsiteX56" fmla="*/ 211936 w 525403"/>
              <a:gd name="connsiteY56" fmla="*/ 444682 h 607498"/>
              <a:gd name="connsiteX57" fmla="*/ 179760 w 525403"/>
              <a:gd name="connsiteY57" fmla="*/ 585905 h 607498"/>
              <a:gd name="connsiteX58" fmla="*/ 152642 w 525403"/>
              <a:gd name="connsiteY58" fmla="*/ 607498 h 607498"/>
              <a:gd name="connsiteX59" fmla="*/ 146451 w 525403"/>
              <a:gd name="connsiteY59" fmla="*/ 606801 h 607498"/>
              <a:gd name="connsiteX60" fmla="*/ 125524 w 525403"/>
              <a:gd name="connsiteY60" fmla="*/ 573542 h 607498"/>
              <a:gd name="connsiteX61" fmla="*/ 191009 w 525403"/>
              <a:gd name="connsiteY61" fmla="*/ 286569 h 607498"/>
              <a:gd name="connsiteX62" fmla="*/ 224318 w 525403"/>
              <a:gd name="connsiteY62" fmla="*/ 265672 h 607498"/>
              <a:gd name="connsiteX63" fmla="*/ 245245 w 525403"/>
              <a:gd name="connsiteY63" fmla="*/ 298932 h 607498"/>
              <a:gd name="connsiteX64" fmla="*/ 224405 w 525403"/>
              <a:gd name="connsiteY64" fmla="*/ 389917 h 607498"/>
              <a:gd name="connsiteX65" fmla="*/ 259458 w 525403"/>
              <a:gd name="connsiteY65" fmla="*/ 389917 h 607498"/>
              <a:gd name="connsiteX66" fmla="*/ 259458 w 525403"/>
              <a:gd name="connsiteY66" fmla="*/ 315910 h 607498"/>
              <a:gd name="connsiteX67" fmla="*/ 259720 w 525403"/>
              <a:gd name="connsiteY67" fmla="*/ 313821 h 607498"/>
              <a:gd name="connsiteX68" fmla="*/ 259458 w 525403"/>
              <a:gd name="connsiteY68" fmla="*/ 313995 h 607498"/>
              <a:gd name="connsiteX69" fmla="*/ 259458 w 525403"/>
              <a:gd name="connsiteY69" fmla="*/ 195061 h 607498"/>
              <a:gd name="connsiteX70" fmla="*/ 194584 w 525403"/>
              <a:gd name="connsiteY70" fmla="*/ 267849 h 607498"/>
              <a:gd name="connsiteX71" fmla="*/ 183074 w 525403"/>
              <a:gd name="connsiteY71" fmla="*/ 274640 h 607498"/>
              <a:gd name="connsiteX72" fmla="*/ 88553 w 525403"/>
              <a:gd name="connsiteY72" fmla="*/ 296843 h 607498"/>
              <a:gd name="connsiteX73" fmla="*/ 83408 w 525403"/>
              <a:gd name="connsiteY73" fmla="*/ 297452 h 607498"/>
              <a:gd name="connsiteX74" fmla="*/ 61871 w 525403"/>
              <a:gd name="connsiteY74" fmla="*/ 280300 h 607498"/>
              <a:gd name="connsiteX75" fmla="*/ 78351 w 525403"/>
              <a:gd name="connsiteY75" fmla="*/ 253657 h 607498"/>
              <a:gd name="connsiteX76" fmla="*/ 166071 w 525403"/>
              <a:gd name="connsiteY76" fmla="*/ 233022 h 607498"/>
              <a:gd name="connsiteX77" fmla="*/ 256842 w 525403"/>
              <a:gd name="connsiteY77" fmla="*/ 131415 h 607498"/>
              <a:gd name="connsiteX78" fmla="*/ 281083 w 525403"/>
              <a:gd name="connsiteY78" fmla="*/ 125407 h 607498"/>
              <a:gd name="connsiteX79" fmla="*/ 321072 w 525403"/>
              <a:gd name="connsiteY79" fmla="*/ 0 h 607498"/>
              <a:gd name="connsiteX80" fmla="*/ 374349 w 525403"/>
              <a:gd name="connsiteY80" fmla="*/ 53171 h 607498"/>
              <a:gd name="connsiteX81" fmla="*/ 321072 w 525403"/>
              <a:gd name="connsiteY81" fmla="*/ 106342 h 607498"/>
              <a:gd name="connsiteX82" fmla="*/ 267795 w 525403"/>
              <a:gd name="connsiteY82" fmla="*/ 53171 h 607498"/>
              <a:gd name="connsiteX83" fmla="*/ 321072 w 525403"/>
              <a:gd name="connsiteY83" fmla="*/ 0 h 607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25403" h="607498">
                <a:moveTo>
                  <a:pt x="57546" y="448232"/>
                </a:moveTo>
                <a:cubicBezTo>
                  <a:pt x="82585" y="448232"/>
                  <a:pt x="102884" y="468499"/>
                  <a:pt x="102884" y="493500"/>
                </a:cubicBezTo>
                <a:cubicBezTo>
                  <a:pt x="102884" y="518501"/>
                  <a:pt x="82585" y="538768"/>
                  <a:pt x="57546" y="538768"/>
                </a:cubicBezTo>
                <a:cubicBezTo>
                  <a:pt x="32507" y="538768"/>
                  <a:pt x="12208" y="518501"/>
                  <a:pt x="12208" y="493500"/>
                </a:cubicBezTo>
                <a:cubicBezTo>
                  <a:pt x="12208" y="468499"/>
                  <a:pt x="32507" y="448232"/>
                  <a:pt x="57546" y="448232"/>
                </a:cubicBezTo>
                <a:close/>
                <a:moveTo>
                  <a:pt x="113964" y="386346"/>
                </a:moveTo>
                <a:cubicBezTo>
                  <a:pt x="118061" y="386346"/>
                  <a:pt x="121373" y="389654"/>
                  <a:pt x="121373" y="393745"/>
                </a:cubicBezTo>
                <a:lnTo>
                  <a:pt x="121373" y="439970"/>
                </a:lnTo>
                <a:cubicBezTo>
                  <a:pt x="121373" y="444148"/>
                  <a:pt x="118061" y="447456"/>
                  <a:pt x="113964" y="447456"/>
                </a:cubicBezTo>
                <a:cubicBezTo>
                  <a:pt x="109867" y="447456"/>
                  <a:pt x="106554" y="444148"/>
                  <a:pt x="106554" y="439970"/>
                </a:cubicBezTo>
                <a:lnTo>
                  <a:pt x="106554" y="393745"/>
                </a:lnTo>
                <a:cubicBezTo>
                  <a:pt x="106554" y="389654"/>
                  <a:pt x="109867" y="386346"/>
                  <a:pt x="113964" y="386346"/>
                </a:cubicBezTo>
                <a:close/>
                <a:moveTo>
                  <a:pt x="33413" y="328764"/>
                </a:moveTo>
                <a:cubicBezTo>
                  <a:pt x="37529" y="328764"/>
                  <a:pt x="40857" y="332073"/>
                  <a:pt x="40857" y="336166"/>
                </a:cubicBezTo>
                <a:lnTo>
                  <a:pt x="40857" y="404613"/>
                </a:lnTo>
                <a:cubicBezTo>
                  <a:pt x="40857" y="408793"/>
                  <a:pt x="37529" y="412102"/>
                  <a:pt x="33413" y="412102"/>
                </a:cubicBezTo>
                <a:cubicBezTo>
                  <a:pt x="29296" y="412102"/>
                  <a:pt x="25968" y="408793"/>
                  <a:pt x="25968" y="404613"/>
                </a:cubicBezTo>
                <a:lnTo>
                  <a:pt x="25968" y="336166"/>
                </a:lnTo>
                <a:cubicBezTo>
                  <a:pt x="25968" y="332073"/>
                  <a:pt x="29296" y="328764"/>
                  <a:pt x="33413" y="328764"/>
                </a:cubicBezTo>
                <a:close/>
                <a:moveTo>
                  <a:pt x="7410" y="282544"/>
                </a:moveTo>
                <a:cubicBezTo>
                  <a:pt x="11507" y="282544"/>
                  <a:pt x="14819" y="285854"/>
                  <a:pt x="14819" y="289947"/>
                </a:cubicBezTo>
                <a:lnTo>
                  <a:pt x="14819" y="358408"/>
                </a:lnTo>
                <a:cubicBezTo>
                  <a:pt x="14819" y="362501"/>
                  <a:pt x="11507" y="365811"/>
                  <a:pt x="7410" y="365811"/>
                </a:cubicBezTo>
                <a:cubicBezTo>
                  <a:pt x="3313" y="365811"/>
                  <a:pt x="0" y="362501"/>
                  <a:pt x="0" y="358408"/>
                </a:cubicBezTo>
                <a:lnTo>
                  <a:pt x="0" y="289947"/>
                </a:lnTo>
                <a:cubicBezTo>
                  <a:pt x="0" y="285854"/>
                  <a:pt x="3313" y="282544"/>
                  <a:pt x="7410" y="282544"/>
                </a:cubicBezTo>
                <a:close/>
                <a:moveTo>
                  <a:pt x="382667" y="179215"/>
                </a:moveTo>
                <a:lnTo>
                  <a:pt x="382667" y="311992"/>
                </a:lnTo>
                <a:cubicBezTo>
                  <a:pt x="382580" y="311905"/>
                  <a:pt x="382405" y="311818"/>
                  <a:pt x="382231" y="311644"/>
                </a:cubicBezTo>
                <a:cubicBezTo>
                  <a:pt x="382405" y="313124"/>
                  <a:pt x="382667" y="314430"/>
                  <a:pt x="382667" y="315910"/>
                </a:cubicBezTo>
                <a:lnTo>
                  <a:pt x="382667" y="389917"/>
                </a:lnTo>
                <a:lnTo>
                  <a:pt x="424260" y="389917"/>
                </a:lnTo>
                <a:lnTo>
                  <a:pt x="403507" y="298932"/>
                </a:lnTo>
                <a:cubicBezTo>
                  <a:pt x="400019" y="283957"/>
                  <a:pt x="409436" y="269068"/>
                  <a:pt x="424434" y="265672"/>
                </a:cubicBezTo>
                <a:cubicBezTo>
                  <a:pt x="436031" y="262973"/>
                  <a:pt x="447629" y="268197"/>
                  <a:pt x="453819" y="277688"/>
                </a:cubicBezTo>
                <a:lnTo>
                  <a:pt x="474834" y="226492"/>
                </a:lnTo>
                <a:close/>
                <a:moveTo>
                  <a:pt x="281083" y="125407"/>
                </a:moveTo>
                <a:lnTo>
                  <a:pt x="359298" y="125407"/>
                </a:lnTo>
                <a:cubicBezTo>
                  <a:pt x="364966" y="123318"/>
                  <a:pt x="371331" y="123492"/>
                  <a:pt x="377174" y="126452"/>
                </a:cubicBezTo>
                <a:lnTo>
                  <a:pt x="513288" y="196280"/>
                </a:lnTo>
                <a:cubicBezTo>
                  <a:pt x="523577" y="201591"/>
                  <a:pt x="528111" y="213780"/>
                  <a:pt x="523751" y="224490"/>
                </a:cubicBezTo>
                <a:lnTo>
                  <a:pt x="481112" y="328187"/>
                </a:lnTo>
                <a:cubicBezTo>
                  <a:pt x="478932" y="333585"/>
                  <a:pt x="474659" y="337416"/>
                  <a:pt x="469776" y="339680"/>
                </a:cubicBezTo>
                <a:lnTo>
                  <a:pt x="523141" y="573542"/>
                </a:lnTo>
                <a:cubicBezTo>
                  <a:pt x="526629" y="588517"/>
                  <a:pt x="517211" y="603319"/>
                  <a:pt x="502214" y="606801"/>
                </a:cubicBezTo>
                <a:cubicBezTo>
                  <a:pt x="500208" y="607237"/>
                  <a:pt x="498115" y="607498"/>
                  <a:pt x="496023" y="607498"/>
                </a:cubicBezTo>
                <a:cubicBezTo>
                  <a:pt x="483379" y="607498"/>
                  <a:pt x="471869" y="598791"/>
                  <a:pt x="468992" y="585905"/>
                </a:cubicBezTo>
                <a:lnTo>
                  <a:pt x="436903" y="445466"/>
                </a:lnTo>
                <a:lnTo>
                  <a:pt x="382754" y="445466"/>
                </a:lnTo>
                <a:lnTo>
                  <a:pt x="382754" y="471325"/>
                </a:lnTo>
                <a:cubicBezTo>
                  <a:pt x="382754" y="489696"/>
                  <a:pt x="367756" y="504672"/>
                  <a:pt x="349358" y="504672"/>
                </a:cubicBezTo>
                <a:cubicBezTo>
                  <a:pt x="337412" y="504672"/>
                  <a:pt x="326948" y="498316"/>
                  <a:pt x="321106" y="488825"/>
                </a:cubicBezTo>
                <a:cubicBezTo>
                  <a:pt x="315177" y="498316"/>
                  <a:pt x="304800" y="504672"/>
                  <a:pt x="292854" y="504672"/>
                </a:cubicBezTo>
                <a:cubicBezTo>
                  <a:pt x="274456" y="504672"/>
                  <a:pt x="259458" y="489696"/>
                  <a:pt x="259458" y="471325"/>
                </a:cubicBezTo>
                <a:lnTo>
                  <a:pt x="259458" y="445466"/>
                </a:lnTo>
                <a:lnTo>
                  <a:pt x="218127" y="445466"/>
                </a:lnTo>
                <a:cubicBezTo>
                  <a:pt x="216034" y="445466"/>
                  <a:pt x="213941" y="445118"/>
                  <a:pt x="211936" y="444682"/>
                </a:cubicBezTo>
                <a:lnTo>
                  <a:pt x="179760" y="585905"/>
                </a:lnTo>
                <a:cubicBezTo>
                  <a:pt x="176796" y="598791"/>
                  <a:pt x="165373" y="607498"/>
                  <a:pt x="152642" y="607498"/>
                </a:cubicBezTo>
                <a:cubicBezTo>
                  <a:pt x="150637" y="607498"/>
                  <a:pt x="148544" y="607237"/>
                  <a:pt x="146451" y="606801"/>
                </a:cubicBezTo>
                <a:cubicBezTo>
                  <a:pt x="131453" y="603406"/>
                  <a:pt x="122123" y="588517"/>
                  <a:pt x="125524" y="573542"/>
                </a:cubicBezTo>
                <a:lnTo>
                  <a:pt x="191009" y="286569"/>
                </a:lnTo>
                <a:cubicBezTo>
                  <a:pt x="194409" y="271680"/>
                  <a:pt x="209320" y="262277"/>
                  <a:pt x="224318" y="265672"/>
                </a:cubicBezTo>
                <a:cubicBezTo>
                  <a:pt x="239228" y="269068"/>
                  <a:pt x="248646" y="283957"/>
                  <a:pt x="245245" y="298932"/>
                </a:cubicBezTo>
                <a:lnTo>
                  <a:pt x="224405" y="389917"/>
                </a:lnTo>
                <a:lnTo>
                  <a:pt x="259458" y="389917"/>
                </a:lnTo>
                <a:lnTo>
                  <a:pt x="259458" y="315910"/>
                </a:lnTo>
                <a:cubicBezTo>
                  <a:pt x="259458" y="315214"/>
                  <a:pt x="259632" y="314517"/>
                  <a:pt x="259720" y="313821"/>
                </a:cubicBezTo>
                <a:cubicBezTo>
                  <a:pt x="259632" y="313908"/>
                  <a:pt x="259545" y="313995"/>
                  <a:pt x="259458" y="313995"/>
                </a:cubicBezTo>
                <a:lnTo>
                  <a:pt x="259458" y="195061"/>
                </a:lnTo>
                <a:lnTo>
                  <a:pt x="194584" y="267849"/>
                </a:lnTo>
                <a:cubicBezTo>
                  <a:pt x="191532" y="271245"/>
                  <a:pt x="187521" y="273596"/>
                  <a:pt x="183074" y="274640"/>
                </a:cubicBezTo>
                <a:lnTo>
                  <a:pt x="88553" y="296843"/>
                </a:lnTo>
                <a:cubicBezTo>
                  <a:pt x="86809" y="297278"/>
                  <a:pt x="85152" y="297452"/>
                  <a:pt x="83408" y="297452"/>
                </a:cubicBezTo>
                <a:cubicBezTo>
                  <a:pt x="73380" y="297452"/>
                  <a:pt x="64225" y="290574"/>
                  <a:pt x="61871" y="280300"/>
                </a:cubicBezTo>
                <a:cubicBezTo>
                  <a:pt x="58993" y="268372"/>
                  <a:pt x="66405" y="256443"/>
                  <a:pt x="78351" y="253657"/>
                </a:cubicBezTo>
                <a:lnTo>
                  <a:pt x="166071" y="233022"/>
                </a:lnTo>
                <a:lnTo>
                  <a:pt x="256842" y="131415"/>
                </a:lnTo>
                <a:cubicBezTo>
                  <a:pt x="263120" y="124363"/>
                  <a:pt x="272799" y="122360"/>
                  <a:pt x="281083" y="125407"/>
                </a:cubicBezTo>
                <a:close/>
                <a:moveTo>
                  <a:pt x="321072" y="0"/>
                </a:moveTo>
                <a:cubicBezTo>
                  <a:pt x="350496" y="0"/>
                  <a:pt x="374349" y="23805"/>
                  <a:pt x="374349" y="53171"/>
                </a:cubicBezTo>
                <a:cubicBezTo>
                  <a:pt x="374349" y="82537"/>
                  <a:pt x="350496" y="106342"/>
                  <a:pt x="321072" y="106342"/>
                </a:cubicBezTo>
                <a:cubicBezTo>
                  <a:pt x="291648" y="106342"/>
                  <a:pt x="267795" y="82537"/>
                  <a:pt x="267795" y="53171"/>
                </a:cubicBezTo>
                <a:cubicBezTo>
                  <a:pt x="267795" y="23805"/>
                  <a:pt x="291648" y="0"/>
                  <a:pt x="321072" y="0"/>
                </a:cubicBezTo>
                <a:close/>
              </a:path>
            </a:pathLst>
          </a:custGeom>
          <a:solidFill>
            <a:schemeClr val="accent1"/>
          </a:solidFill>
          <a:ln>
            <a:noFill/>
          </a:ln>
        </p:spPr>
      </p:sp>
      <p:sp>
        <p:nvSpPr>
          <p:cNvPr id="67" name="baseball-player_37747">
            <a:extLst>
              <a:ext uri="{FF2B5EF4-FFF2-40B4-BE49-F238E27FC236}">
                <a16:creationId xmlns:a16="http://schemas.microsoft.com/office/drawing/2014/main" id="{9ABC10C1-0388-4222-8EA4-D38B7C9DF67A}"/>
              </a:ext>
            </a:extLst>
          </p:cNvPr>
          <p:cNvSpPr>
            <a:spLocks noChangeAspect="1"/>
          </p:cNvSpPr>
          <p:nvPr/>
        </p:nvSpPr>
        <p:spPr bwMode="auto">
          <a:xfrm>
            <a:off x="3111500" y="1742398"/>
            <a:ext cx="357416" cy="609685"/>
          </a:xfrm>
          <a:custGeom>
            <a:avLst/>
            <a:gdLst>
              <a:gd name="connsiteX0" fmla="*/ 2613 w 355412"/>
              <a:gd name="connsiteY0" fmla="*/ 188885 h 606265"/>
              <a:gd name="connsiteX1" fmla="*/ 11287 w 355412"/>
              <a:gd name="connsiteY1" fmla="*/ 188968 h 606265"/>
              <a:gd name="connsiteX2" fmla="*/ 24504 w 355412"/>
              <a:gd name="connsiteY2" fmla="*/ 202544 h 606265"/>
              <a:gd name="connsiteX3" fmla="*/ 24504 w 355412"/>
              <a:gd name="connsiteY3" fmla="*/ 211236 h 606265"/>
              <a:gd name="connsiteX4" fmla="*/ 23678 w 355412"/>
              <a:gd name="connsiteY4" fmla="*/ 211899 h 606265"/>
              <a:gd name="connsiteX5" fmla="*/ 15087 w 355412"/>
              <a:gd name="connsiteY5" fmla="*/ 211899 h 606265"/>
              <a:gd name="connsiteX6" fmla="*/ 1787 w 355412"/>
              <a:gd name="connsiteY6" fmla="*/ 198240 h 606265"/>
              <a:gd name="connsiteX7" fmla="*/ 1870 w 355412"/>
              <a:gd name="connsiteY7" fmla="*/ 189630 h 606265"/>
              <a:gd name="connsiteX8" fmla="*/ 47060 w 355412"/>
              <a:gd name="connsiteY8" fmla="*/ 148747 h 606265"/>
              <a:gd name="connsiteX9" fmla="*/ 63510 w 355412"/>
              <a:gd name="connsiteY9" fmla="*/ 157369 h 606265"/>
              <a:gd name="connsiteX10" fmla="*/ 116446 w 355412"/>
              <a:gd name="connsiteY10" fmla="*/ 210319 h 606265"/>
              <a:gd name="connsiteX11" fmla="*/ 167148 w 355412"/>
              <a:gd name="connsiteY11" fmla="*/ 180746 h 606265"/>
              <a:gd name="connsiteX12" fmla="*/ 178231 w 355412"/>
              <a:gd name="connsiteY12" fmla="*/ 175129 h 606265"/>
              <a:gd name="connsiteX13" fmla="*/ 196511 w 355412"/>
              <a:gd name="connsiteY13" fmla="*/ 175129 h 606265"/>
              <a:gd name="connsiteX14" fmla="*/ 265410 w 355412"/>
              <a:gd name="connsiteY14" fmla="*/ 175129 h 606265"/>
              <a:gd name="connsiteX15" fmla="*/ 286832 w 355412"/>
              <a:gd name="connsiteY15" fmla="*/ 195615 h 606265"/>
              <a:gd name="connsiteX16" fmla="*/ 286832 w 355412"/>
              <a:gd name="connsiteY16" fmla="*/ 359172 h 606265"/>
              <a:gd name="connsiteX17" fmla="*/ 354242 w 355412"/>
              <a:gd name="connsiteY17" fmla="*/ 563618 h 606265"/>
              <a:gd name="connsiteX18" fmla="*/ 330256 w 355412"/>
              <a:gd name="connsiteY18" fmla="*/ 605086 h 606265"/>
              <a:gd name="connsiteX19" fmla="*/ 288734 w 355412"/>
              <a:gd name="connsiteY19" fmla="*/ 581130 h 606265"/>
              <a:gd name="connsiteX20" fmla="*/ 228189 w 355412"/>
              <a:gd name="connsiteY20" fmla="*/ 401465 h 606265"/>
              <a:gd name="connsiteX21" fmla="*/ 168720 w 355412"/>
              <a:gd name="connsiteY21" fmla="*/ 580717 h 606265"/>
              <a:gd name="connsiteX22" fmla="*/ 127281 w 355412"/>
              <a:gd name="connsiteY22" fmla="*/ 604673 h 606265"/>
              <a:gd name="connsiteX23" fmla="*/ 103295 w 355412"/>
              <a:gd name="connsiteY23" fmla="*/ 563205 h 606265"/>
              <a:gd name="connsiteX24" fmla="*/ 171284 w 355412"/>
              <a:gd name="connsiteY24" fmla="*/ 355537 h 606265"/>
              <a:gd name="connsiteX25" fmla="*/ 171284 w 355412"/>
              <a:gd name="connsiteY25" fmla="*/ 235596 h 606265"/>
              <a:gd name="connsiteX26" fmla="*/ 126785 w 355412"/>
              <a:gd name="connsiteY26" fmla="*/ 260047 h 606265"/>
              <a:gd name="connsiteX27" fmla="*/ 112641 w 355412"/>
              <a:gd name="connsiteY27" fmla="*/ 264507 h 606265"/>
              <a:gd name="connsiteX28" fmla="*/ 94610 w 355412"/>
              <a:gd name="connsiteY28" fmla="*/ 256329 h 606265"/>
              <a:gd name="connsiteX29" fmla="*/ 27034 w 355412"/>
              <a:gd name="connsiteY29" fmla="*/ 188841 h 606265"/>
              <a:gd name="connsiteX30" fmla="*/ 29432 w 355412"/>
              <a:gd name="connsiteY30" fmla="*/ 154313 h 606265"/>
              <a:gd name="connsiteX31" fmla="*/ 47060 w 355412"/>
              <a:gd name="connsiteY31" fmla="*/ 148747 h 606265"/>
              <a:gd name="connsiteX32" fmla="*/ 230093 w 355412"/>
              <a:gd name="connsiteY32" fmla="*/ 73732 h 606265"/>
              <a:gd name="connsiteX33" fmla="*/ 275855 w 355412"/>
              <a:gd name="connsiteY33" fmla="*/ 119388 h 606265"/>
              <a:gd name="connsiteX34" fmla="*/ 230093 w 355412"/>
              <a:gd name="connsiteY34" fmla="*/ 165044 h 606265"/>
              <a:gd name="connsiteX35" fmla="*/ 184331 w 355412"/>
              <a:gd name="connsiteY35" fmla="*/ 119388 h 606265"/>
              <a:gd name="connsiteX36" fmla="*/ 230093 w 355412"/>
              <a:gd name="connsiteY36" fmla="*/ 73732 h 606265"/>
              <a:gd name="connsiteX37" fmla="*/ 207199 w 355412"/>
              <a:gd name="connsiteY37" fmla="*/ 4 h 606265"/>
              <a:gd name="connsiteX38" fmla="*/ 221591 w 355412"/>
              <a:gd name="connsiteY38" fmla="*/ 14707 h 606265"/>
              <a:gd name="connsiteX39" fmla="*/ 217869 w 355412"/>
              <a:gd name="connsiteY39" fmla="*/ 24288 h 606265"/>
              <a:gd name="connsiteX40" fmla="*/ 159969 w 355412"/>
              <a:gd name="connsiteY40" fmla="*/ 77565 h 606265"/>
              <a:gd name="connsiteX41" fmla="*/ 72954 w 355412"/>
              <a:gd name="connsiteY41" fmla="*/ 152483 h 606265"/>
              <a:gd name="connsiteX42" fmla="*/ 63524 w 355412"/>
              <a:gd name="connsiteY42" fmla="*/ 142902 h 606265"/>
              <a:gd name="connsiteX43" fmla="*/ 141524 w 355412"/>
              <a:gd name="connsiteY43" fmla="*/ 58650 h 606265"/>
              <a:gd name="connsiteX44" fmla="*/ 197191 w 355412"/>
              <a:gd name="connsiteY44" fmla="*/ 3721 h 606265"/>
              <a:gd name="connsiteX45" fmla="*/ 207199 w 355412"/>
              <a:gd name="connsiteY45" fmla="*/ 4 h 6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55412" h="606265">
                <a:moveTo>
                  <a:pt x="2613" y="188885"/>
                </a:moveTo>
                <a:cubicBezTo>
                  <a:pt x="5009" y="186567"/>
                  <a:pt x="8891" y="186567"/>
                  <a:pt x="11287" y="188968"/>
                </a:cubicBezTo>
                <a:lnTo>
                  <a:pt x="24504" y="202544"/>
                </a:lnTo>
                <a:cubicBezTo>
                  <a:pt x="26900" y="204862"/>
                  <a:pt x="26817" y="208753"/>
                  <a:pt x="24504" y="211236"/>
                </a:cubicBezTo>
                <a:lnTo>
                  <a:pt x="23678" y="211899"/>
                </a:lnTo>
                <a:cubicBezTo>
                  <a:pt x="21282" y="214299"/>
                  <a:pt x="17400" y="214216"/>
                  <a:pt x="15087" y="211899"/>
                </a:cubicBezTo>
                <a:lnTo>
                  <a:pt x="1787" y="198240"/>
                </a:lnTo>
                <a:cubicBezTo>
                  <a:pt x="-691" y="195922"/>
                  <a:pt x="-526" y="192114"/>
                  <a:pt x="1870" y="189630"/>
                </a:cubicBezTo>
                <a:close/>
                <a:moveTo>
                  <a:pt x="47060" y="148747"/>
                </a:moveTo>
                <a:cubicBezTo>
                  <a:pt x="53233" y="149315"/>
                  <a:pt x="59209" y="152248"/>
                  <a:pt x="63510" y="157369"/>
                </a:cubicBezTo>
                <a:lnTo>
                  <a:pt x="116446" y="210319"/>
                </a:lnTo>
                <a:lnTo>
                  <a:pt x="167148" y="180746"/>
                </a:lnTo>
                <a:cubicBezTo>
                  <a:pt x="174675" y="174551"/>
                  <a:pt x="178231" y="175129"/>
                  <a:pt x="178231" y="175129"/>
                </a:cubicBezTo>
                <a:lnTo>
                  <a:pt x="196511" y="175129"/>
                </a:lnTo>
                <a:lnTo>
                  <a:pt x="265410" y="175129"/>
                </a:lnTo>
                <a:cubicBezTo>
                  <a:pt x="265410" y="175129"/>
                  <a:pt x="286832" y="174138"/>
                  <a:pt x="286832" y="195615"/>
                </a:cubicBezTo>
                <a:lnTo>
                  <a:pt x="286832" y="359172"/>
                </a:lnTo>
                <a:lnTo>
                  <a:pt x="354242" y="563618"/>
                </a:lnTo>
                <a:cubicBezTo>
                  <a:pt x="359122" y="581626"/>
                  <a:pt x="348287" y="600212"/>
                  <a:pt x="330256" y="605086"/>
                </a:cubicBezTo>
                <a:cubicBezTo>
                  <a:pt x="312225" y="609959"/>
                  <a:pt x="293532" y="599303"/>
                  <a:pt x="288734" y="581130"/>
                </a:cubicBezTo>
                <a:lnTo>
                  <a:pt x="228189" y="401465"/>
                </a:lnTo>
                <a:lnTo>
                  <a:pt x="168720" y="580717"/>
                </a:lnTo>
                <a:cubicBezTo>
                  <a:pt x="163922" y="598725"/>
                  <a:pt x="145312" y="609546"/>
                  <a:pt x="127281" y="604673"/>
                </a:cubicBezTo>
                <a:cubicBezTo>
                  <a:pt x="109002" y="599799"/>
                  <a:pt x="98249" y="581295"/>
                  <a:pt x="103295" y="563205"/>
                </a:cubicBezTo>
                <a:lnTo>
                  <a:pt x="171284" y="355537"/>
                </a:lnTo>
                <a:lnTo>
                  <a:pt x="171284" y="235596"/>
                </a:lnTo>
                <a:lnTo>
                  <a:pt x="126785" y="260047"/>
                </a:lnTo>
                <a:cubicBezTo>
                  <a:pt x="122815" y="262772"/>
                  <a:pt x="117935" y="264507"/>
                  <a:pt x="112641" y="264507"/>
                </a:cubicBezTo>
                <a:cubicBezTo>
                  <a:pt x="105528" y="264507"/>
                  <a:pt x="99159" y="261203"/>
                  <a:pt x="94610" y="256329"/>
                </a:cubicBezTo>
                <a:lnTo>
                  <a:pt x="27034" y="188841"/>
                </a:lnTo>
                <a:cubicBezTo>
                  <a:pt x="18432" y="178516"/>
                  <a:pt x="19011" y="162904"/>
                  <a:pt x="29432" y="154313"/>
                </a:cubicBezTo>
                <a:cubicBezTo>
                  <a:pt x="34519" y="149976"/>
                  <a:pt x="40888" y="148179"/>
                  <a:pt x="47060" y="148747"/>
                </a:cubicBezTo>
                <a:close/>
                <a:moveTo>
                  <a:pt x="230093" y="73732"/>
                </a:moveTo>
                <a:cubicBezTo>
                  <a:pt x="255367" y="73732"/>
                  <a:pt x="275855" y="94173"/>
                  <a:pt x="275855" y="119388"/>
                </a:cubicBezTo>
                <a:cubicBezTo>
                  <a:pt x="275855" y="144603"/>
                  <a:pt x="255367" y="165044"/>
                  <a:pt x="230093" y="165044"/>
                </a:cubicBezTo>
                <a:cubicBezTo>
                  <a:pt x="204819" y="165044"/>
                  <a:pt x="184331" y="144603"/>
                  <a:pt x="184331" y="119388"/>
                </a:cubicBezTo>
                <a:cubicBezTo>
                  <a:pt x="184331" y="94173"/>
                  <a:pt x="204819" y="73732"/>
                  <a:pt x="230093" y="73732"/>
                </a:cubicBezTo>
                <a:close/>
                <a:moveTo>
                  <a:pt x="207199" y="4"/>
                </a:moveTo>
                <a:cubicBezTo>
                  <a:pt x="215140" y="86"/>
                  <a:pt x="221591" y="6694"/>
                  <a:pt x="221591" y="14707"/>
                </a:cubicBezTo>
                <a:cubicBezTo>
                  <a:pt x="221591" y="18424"/>
                  <a:pt x="220102" y="21728"/>
                  <a:pt x="217869" y="24288"/>
                </a:cubicBezTo>
                <a:lnTo>
                  <a:pt x="159969" y="77565"/>
                </a:lnTo>
                <a:lnTo>
                  <a:pt x="72954" y="152483"/>
                </a:lnTo>
                <a:lnTo>
                  <a:pt x="63524" y="142902"/>
                </a:lnTo>
                <a:lnTo>
                  <a:pt x="141524" y="58650"/>
                </a:lnTo>
                <a:lnTo>
                  <a:pt x="197191" y="3721"/>
                </a:lnTo>
                <a:cubicBezTo>
                  <a:pt x="199837" y="1408"/>
                  <a:pt x="203229" y="-79"/>
                  <a:pt x="207199" y="4"/>
                </a:cubicBezTo>
                <a:close/>
              </a:path>
            </a:pathLst>
          </a:custGeom>
          <a:solidFill>
            <a:schemeClr val="accent1"/>
          </a:solidFill>
          <a:ln>
            <a:noFill/>
          </a:ln>
        </p:spPr>
      </p:sp>
      <p:sp>
        <p:nvSpPr>
          <p:cNvPr id="68" name="windsurf-silhouette_38458">
            <a:extLst>
              <a:ext uri="{FF2B5EF4-FFF2-40B4-BE49-F238E27FC236}">
                <a16:creationId xmlns:a16="http://schemas.microsoft.com/office/drawing/2014/main" id="{69F43F5B-C38A-4723-8BEA-77FA0EEEA9BD}"/>
              </a:ext>
            </a:extLst>
          </p:cNvPr>
          <p:cNvSpPr>
            <a:spLocks noChangeAspect="1"/>
          </p:cNvSpPr>
          <p:nvPr/>
        </p:nvSpPr>
        <p:spPr bwMode="auto">
          <a:xfrm>
            <a:off x="4318000" y="1742398"/>
            <a:ext cx="609685" cy="519161"/>
          </a:xfrm>
          <a:custGeom>
            <a:avLst/>
            <a:gdLst>
              <a:gd name="connsiteX0" fmla="*/ 595387 w 607920"/>
              <a:gd name="connsiteY0" fmla="*/ 430871 h 517659"/>
              <a:gd name="connsiteX1" fmla="*/ 605025 w 607920"/>
              <a:gd name="connsiteY1" fmla="*/ 436710 h 517659"/>
              <a:gd name="connsiteX2" fmla="*/ 601984 w 607920"/>
              <a:gd name="connsiteY2" fmla="*/ 457317 h 517659"/>
              <a:gd name="connsiteX3" fmla="*/ 540004 w 607920"/>
              <a:gd name="connsiteY3" fmla="*/ 503046 h 517659"/>
              <a:gd name="connsiteX4" fmla="*/ 490848 w 607920"/>
              <a:gd name="connsiteY4" fmla="*/ 504359 h 517659"/>
              <a:gd name="connsiteX5" fmla="*/ 436595 w 607920"/>
              <a:gd name="connsiteY5" fmla="*/ 468647 h 517659"/>
              <a:gd name="connsiteX6" fmla="*/ 419825 w 607920"/>
              <a:gd name="connsiteY6" fmla="*/ 468564 h 517659"/>
              <a:gd name="connsiteX7" fmla="*/ 364175 w 607920"/>
              <a:gd name="connsiteY7" fmla="*/ 504523 h 517659"/>
              <a:gd name="connsiteX8" fmla="*/ 315101 w 607920"/>
              <a:gd name="connsiteY8" fmla="*/ 504852 h 517659"/>
              <a:gd name="connsiteX9" fmla="*/ 257395 w 607920"/>
              <a:gd name="connsiteY9" fmla="*/ 468400 h 517659"/>
              <a:gd name="connsiteX10" fmla="*/ 241777 w 607920"/>
              <a:gd name="connsiteY10" fmla="*/ 469057 h 517659"/>
              <a:gd name="connsiteX11" fmla="*/ 196895 w 607920"/>
              <a:gd name="connsiteY11" fmla="*/ 502799 h 517659"/>
              <a:gd name="connsiteX12" fmla="*/ 147739 w 607920"/>
              <a:gd name="connsiteY12" fmla="*/ 504523 h 517659"/>
              <a:gd name="connsiteX13" fmla="*/ 92171 w 607920"/>
              <a:gd name="connsiteY13" fmla="*/ 468564 h 517659"/>
              <a:gd name="connsiteX14" fmla="*/ 78032 w 607920"/>
              <a:gd name="connsiteY14" fmla="*/ 469385 h 517659"/>
              <a:gd name="connsiteX15" fmla="*/ 24272 w 607920"/>
              <a:gd name="connsiteY15" fmla="*/ 514211 h 517659"/>
              <a:gd name="connsiteX16" fmla="*/ 14818 w 607920"/>
              <a:gd name="connsiteY16" fmla="*/ 517659 h 517659"/>
              <a:gd name="connsiteX17" fmla="*/ 3392 w 607920"/>
              <a:gd name="connsiteY17" fmla="*/ 512323 h 517659"/>
              <a:gd name="connsiteX18" fmla="*/ 5365 w 607920"/>
              <a:gd name="connsiteY18" fmla="*/ 491552 h 517659"/>
              <a:gd name="connsiteX19" fmla="*/ 59125 w 607920"/>
              <a:gd name="connsiteY19" fmla="*/ 446726 h 517659"/>
              <a:gd name="connsiteX20" fmla="*/ 108282 w 607920"/>
              <a:gd name="connsiteY20" fmla="*/ 443771 h 517659"/>
              <a:gd name="connsiteX21" fmla="*/ 163850 w 607920"/>
              <a:gd name="connsiteY21" fmla="*/ 479812 h 517659"/>
              <a:gd name="connsiteX22" fmla="*/ 179140 w 607920"/>
              <a:gd name="connsiteY22" fmla="*/ 479237 h 517659"/>
              <a:gd name="connsiteX23" fmla="*/ 224022 w 607920"/>
              <a:gd name="connsiteY23" fmla="*/ 445495 h 517659"/>
              <a:gd name="connsiteX24" fmla="*/ 273178 w 607920"/>
              <a:gd name="connsiteY24" fmla="*/ 443525 h 517659"/>
              <a:gd name="connsiteX25" fmla="*/ 330884 w 607920"/>
              <a:gd name="connsiteY25" fmla="*/ 479894 h 517659"/>
              <a:gd name="connsiteX26" fmla="*/ 348146 w 607920"/>
              <a:gd name="connsiteY26" fmla="*/ 479812 h 517659"/>
              <a:gd name="connsiteX27" fmla="*/ 403714 w 607920"/>
              <a:gd name="connsiteY27" fmla="*/ 443771 h 517659"/>
              <a:gd name="connsiteX28" fmla="*/ 452870 w 607920"/>
              <a:gd name="connsiteY28" fmla="*/ 444017 h 517659"/>
              <a:gd name="connsiteX29" fmla="*/ 507123 w 607920"/>
              <a:gd name="connsiteY29" fmla="*/ 479730 h 517659"/>
              <a:gd name="connsiteX30" fmla="*/ 522495 w 607920"/>
              <a:gd name="connsiteY30" fmla="*/ 479319 h 517659"/>
              <a:gd name="connsiteX31" fmla="*/ 584393 w 607920"/>
              <a:gd name="connsiteY31" fmla="*/ 433591 h 517659"/>
              <a:gd name="connsiteX32" fmla="*/ 595387 w 607920"/>
              <a:gd name="connsiteY32" fmla="*/ 430871 h 517659"/>
              <a:gd name="connsiteX33" fmla="*/ 231213 w 607920"/>
              <a:gd name="connsiteY33" fmla="*/ 215357 h 517659"/>
              <a:gd name="connsiteX34" fmla="*/ 245517 w 607920"/>
              <a:gd name="connsiteY34" fmla="*/ 229636 h 517659"/>
              <a:gd name="connsiteX35" fmla="*/ 239352 w 607920"/>
              <a:gd name="connsiteY35" fmla="*/ 241453 h 517659"/>
              <a:gd name="connsiteX36" fmla="*/ 189452 w 607920"/>
              <a:gd name="connsiteY36" fmla="*/ 263857 h 517659"/>
              <a:gd name="connsiteX37" fmla="*/ 179752 w 607920"/>
              <a:gd name="connsiteY37" fmla="*/ 266893 h 517659"/>
              <a:gd name="connsiteX38" fmla="*/ 149664 w 607920"/>
              <a:gd name="connsiteY38" fmla="*/ 266893 h 517659"/>
              <a:gd name="connsiteX39" fmla="*/ 174901 w 607920"/>
              <a:gd name="connsiteY39" fmla="*/ 322779 h 517659"/>
              <a:gd name="connsiteX40" fmla="*/ 230638 w 607920"/>
              <a:gd name="connsiteY40" fmla="*/ 322779 h 517659"/>
              <a:gd name="connsiteX41" fmla="*/ 243380 w 607920"/>
              <a:gd name="connsiteY41" fmla="*/ 327621 h 517659"/>
              <a:gd name="connsiteX42" fmla="*/ 298047 w 607920"/>
              <a:gd name="connsiteY42" fmla="*/ 379404 h 517659"/>
              <a:gd name="connsiteX43" fmla="*/ 298951 w 607920"/>
              <a:gd name="connsiteY43" fmla="*/ 406157 h 517659"/>
              <a:gd name="connsiteX44" fmla="*/ 272234 w 607920"/>
              <a:gd name="connsiteY44" fmla="*/ 407141 h 517659"/>
              <a:gd name="connsiteX45" fmla="*/ 224801 w 607920"/>
              <a:gd name="connsiteY45" fmla="*/ 361596 h 517659"/>
              <a:gd name="connsiteX46" fmla="*/ 142265 w 607920"/>
              <a:gd name="connsiteY46" fmla="*/ 361596 h 517659"/>
              <a:gd name="connsiteX47" fmla="*/ 114891 w 607920"/>
              <a:gd name="connsiteY47" fmla="*/ 344034 h 517659"/>
              <a:gd name="connsiteX48" fmla="*/ 84392 w 607920"/>
              <a:gd name="connsiteY48" fmla="*/ 274525 h 517659"/>
              <a:gd name="connsiteX49" fmla="*/ 76253 w 607920"/>
              <a:gd name="connsiteY49" fmla="*/ 255979 h 517659"/>
              <a:gd name="connsiteX50" fmla="*/ 99682 w 607920"/>
              <a:gd name="connsiteY50" fmla="*/ 237268 h 517659"/>
              <a:gd name="connsiteX51" fmla="*/ 180574 w 607920"/>
              <a:gd name="connsiteY51" fmla="*/ 237104 h 517659"/>
              <a:gd name="connsiteX52" fmla="*/ 226610 w 607920"/>
              <a:gd name="connsiteY52" fmla="*/ 216260 h 517659"/>
              <a:gd name="connsiteX53" fmla="*/ 231213 w 607920"/>
              <a:gd name="connsiteY53" fmla="*/ 215357 h 517659"/>
              <a:gd name="connsiteX54" fmla="*/ 101134 w 607920"/>
              <a:gd name="connsiteY54" fmla="*/ 170971 h 517659"/>
              <a:gd name="connsiteX55" fmla="*/ 129960 w 607920"/>
              <a:gd name="connsiteY55" fmla="*/ 199691 h 517659"/>
              <a:gd name="connsiteX56" fmla="*/ 101134 w 607920"/>
              <a:gd name="connsiteY56" fmla="*/ 228411 h 517659"/>
              <a:gd name="connsiteX57" fmla="*/ 72308 w 607920"/>
              <a:gd name="connsiteY57" fmla="*/ 199691 h 517659"/>
              <a:gd name="connsiteX58" fmla="*/ 101134 w 607920"/>
              <a:gd name="connsiteY58" fmla="*/ 170971 h 517659"/>
              <a:gd name="connsiteX59" fmla="*/ 215107 w 607920"/>
              <a:gd name="connsiteY59" fmla="*/ 361 h 517659"/>
              <a:gd name="connsiteX60" fmla="*/ 525588 w 607920"/>
              <a:gd name="connsiteY60" fmla="*/ 271510 h 517659"/>
              <a:gd name="connsiteX61" fmla="*/ 510052 w 607920"/>
              <a:gd name="connsiteY61" fmla="*/ 303525 h 517659"/>
              <a:gd name="connsiteX62" fmla="*/ 371046 w 607920"/>
              <a:gd name="connsiteY62" fmla="*/ 391117 h 517659"/>
              <a:gd name="connsiteX63" fmla="*/ 345645 w 607920"/>
              <a:gd name="connsiteY63" fmla="*/ 382744 h 517659"/>
              <a:gd name="connsiteX64" fmla="*/ 202037 w 607920"/>
              <a:gd name="connsiteY64" fmla="*/ 16533 h 517659"/>
              <a:gd name="connsiteX65" fmla="*/ 215107 w 607920"/>
              <a:gd name="connsiteY65" fmla="*/ 361 h 517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7920" h="517659">
                <a:moveTo>
                  <a:pt x="595387" y="430871"/>
                </a:moveTo>
                <a:cubicBezTo>
                  <a:pt x="599127" y="431436"/>
                  <a:pt x="602641" y="433426"/>
                  <a:pt x="605025" y="436710"/>
                </a:cubicBezTo>
                <a:cubicBezTo>
                  <a:pt x="609875" y="443278"/>
                  <a:pt x="608478" y="452473"/>
                  <a:pt x="601984" y="457317"/>
                </a:cubicBezTo>
                <a:lnTo>
                  <a:pt x="540004" y="503046"/>
                </a:lnTo>
                <a:cubicBezTo>
                  <a:pt x="526276" y="513226"/>
                  <a:pt x="505068" y="513800"/>
                  <a:pt x="490848" y="504359"/>
                </a:cubicBezTo>
                <a:lnTo>
                  <a:pt x="436595" y="468647"/>
                </a:lnTo>
                <a:cubicBezTo>
                  <a:pt x="432402" y="465855"/>
                  <a:pt x="424018" y="465855"/>
                  <a:pt x="419825" y="468564"/>
                </a:cubicBezTo>
                <a:lnTo>
                  <a:pt x="364175" y="504523"/>
                </a:lnTo>
                <a:cubicBezTo>
                  <a:pt x="350283" y="513554"/>
                  <a:pt x="329157" y="513718"/>
                  <a:pt x="315101" y="504852"/>
                </a:cubicBezTo>
                <a:lnTo>
                  <a:pt x="257395" y="468400"/>
                </a:lnTo>
                <a:cubicBezTo>
                  <a:pt x="253368" y="465937"/>
                  <a:pt x="245476" y="466266"/>
                  <a:pt x="241777" y="469057"/>
                </a:cubicBezTo>
                <a:lnTo>
                  <a:pt x="196895" y="502799"/>
                </a:lnTo>
                <a:cubicBezTo>
                  <a:pt x="183250" y="513144"/>
                  <a:pt x="162124" y="513882"/>
                  <a:pt x="147739" y="504523"/>
                </a:cubicBezTo>
                <a:lnTo>
                  <a:pt x="92171" y="468564"/>
                </a:lnTo>
                <a:cubicBezTo>
                  <a:pt x="88471" y="466102"/>
                  <a:pt x="81484" y="466512"/>
                  <a:pt x="78032" y="469385"/>
                </a:cubicBezTo>
                <a:lnTo>
                  <a:pt x="24272" y="514211"/>
                </a:lnTo>
                <a:cubicBezTo>
                  <a:pt x="21477" y="516510"/>
                  <a:pt x="18107" y="517659"/>
                  <a:pt x="14818" y="517659"/>
                </a:cubicBezTo>
                <a:cubicBezTo>
                  <a:pt x="10544" y="517659"/>
                  <a:pt x="6352" y="515853"/>
                  <a:pt x="3392" y="512323"/>
                </a:cubicBezTo>
                <a:cubicBezTo>
                  <a:pt x="-1786" y="506083"/>
                  <a:pt x="-964" y="496724"/>
                  <a:pt x="5365" y="491552"/>
                </a:cubicBezTo>
                <a:lnTo>
                  <a:pt x="59125" y="446726"/>
                </a:lnTo>
                <a:cubicBezTo>
                  <a:pt x="72524" y="435561"/>
                  <a:pt x="93650" y="434330"/>
                  <a:pt x="108282" y="443771"/>
                </a:cubicBezTo>
                <a:lnTo>
                  <a:pt x="163850" y="479812"/>
                </a:lnTo>
                <a:cubicBezTo>
                  <a:pt x="167714" y="482357"/>
                  <a:pt x="175441" y="482029"/>
                  <a:pt x="179140" y="479237"/>
                </a:cubicBezTo>
                <a:lnTo>
                  <a:pt x="224022" y="445495"/>
                </a:lnTo>
                <a:cubicBezTo>
                  <a:pt x="237585" y="435315"/>
                  <a:pt x="258711" y="434412"/>
                  <a:pt x="273178" y="443525"/>
                </a:cubicBezTo>
                <a:lnTo>
                  <a:pt x="330884" y="479894"/>
                </a:lnTo>
                <a:cubicBezTo>
                  <a:pt x="335240" y="482603"/>
                  <a:pt x="343871" y="482521"/>
                  <a:pt x="348146" y="479812"/>
                </a:cubicBezTo>
                <a:lnTo>
                  <a:pt x="403714" y="443771"/>
                </a:lnTo>
                <a:cubicBezTo>
                  <a:pt x="417770" y="434658"/>
                  <a:pt x="438896" y="434740"/>
                  <a:pt x="452870" y="444017"/>
                </a:cubicBezTo>
                <a:lnTo>
                  <a:pt x="507123" y="479730"/>
                </a:lnTo>
                <a:cubicBezTo>
                  <a:pt x="510987" y="482275"/>
                  <a:pt x="518796" y="482029"/>
                  <a:pt x="522495" y="479319"/>
                </a:cubicBezTo>
                <a:lnTo>
                  <a:pt x="584393" y="433591"/>
                </a:lnTo>
                <a:cubicBezTo>
                  <a:pt x="587681" y="431169"/>
                  <a:pt x="591647" y="430307"/>
                  <a:pt x="595387" y="430871"/>
                </a:cubicBezTo>
                <a:close/>
                <a:moveTo>
                  <a:pt x="231213" y="215357"/>
                </a:moveTo>
                <a:cubicBezTo>
                  <a:pt x="239105" y="215357"/>
                  <a:pt x="245517" y="221840"/>
                  <a:pt x="245517" y="229636"/>
                </a:cubicBezTo>
                <a:cubicBezTo>
                  <a:pt x="245517" y="234478"/>
                  <a:pt x="243051" y="238827"/>
                  <a:pt x="239352" y="241453"/>
                </a:cubicBezTo>
                <a:lnTo>
                  <a:pt x="189452" y="263857"/>
                </a:lnTo>
                <a:cubicBezTo>
                  <a:pt x="186082" y="266483"/>
                  <a:pt x="179752" y="266893"/>
                  <a:pt x="179752" y="266893"/>
                </a:cubicBezTo>
                <a:lnTo>
                  <a:pt x="149664" y="266893"/>
                </a:lnTo>
                <a:lnTo>
                  <a:pt x="174901" y="322779"/>
                </a:lnTo>
                <a:lnTo>
                  <a:pt x="230638" y="322779"/>
                </a:lnTo>
                <a:cubicBezTo>
                  <a:pt x="236146" y="322779"/>
                  <a:pt x="240091" y="324667"/>
                  <a:pt x="243380" y="327621"/>
                </a:cubicBezTo>
                <a:lnTo>
                  <a:pt x="298047" y="379404"/>
                </a:lnTo>
                <a:cubicBezTo>
                  <a:pt x="305692" y="386543"/>
                  <a:pt x="306021" y="398525"/>
                  <a:pt x="298951" y="406157"/>
                </a:cubicBezTo>
                <a:cubicBezTo>
                  <a:pt x="291799" y="413789"/>
                  <a:pt x="279879" y="414281"/>
                  <a:pt x="272234" y="407141"/>
                </a:cubicBezTo>
                <a:lnTo>
                  <a:pt x="224801" y="361596"/>
                </a:lnTo>
                <a:lnTo>
                  <a:pt x="142265" y="361596"/>
                </a:lnTo>
                <a:cubicBezTo>
                  <a:pt x="130181" y="361596"/>
                  <a:pt x="119576" y="354374"/>
                  <a:pt x="114891" y="344034"/>
                </a:cubicBezTo>
                <a:lnTo>
                  <a:pt x="84392" y="274525"/>
                </a:lnTo>
                <a:cubicBezTo>
                  <a:pt x="84392" y="274525"/>
                  <a:pt x="80775" y="266237"/>
                  <a:pt x="76253" y="255979"/>
                </a:cubicBezTo>
                <a:cubicBezTo>
                  <a:pt x="71814" y="245721"/>
                  <a:pt x="82255" y="237350"/>
                  <a:pt x="99682" y="237268"/>
                </a:cubicBezTo>
                <a:lnTo>
                  <a:pt x="180574" y="237104"/>
                </a:lnTo>
                <a:lnTo>
                  <a:pt x="226610" y="216260"/>
                </a:lnTo>
                <a:cubicBezTo>
                  <a:pt x="227349" y="215767"/>
                  <a:pt x="229240" y="215357"/>
                  <a:pt x="231213" y="215357"/>
                </a:cubicBezTo>
                <a:close/>
                <a:moveTo>
                  <a:pt x="101134" y="170971"/>
                </a:moveTo>
                <a:cubicBezTo>
                  <a:pt x="117054" y="170971"/>
                  <a:pt x="129960" y="183829"/>
                  <a:pt x="129960" y="199691"/>
                </a:cubicBezTo>
                <a:cubicBezTo>
                  <a:pt x="129960" y="215553"/>
                  <a:pt x="117054" y="228411"/>
                  <a:pt x="101134" y="228411"/>
                </a:cubicBezTo>
                <a:cubicBezTo>
                  <a:pt x="85214" y="228411"/>
                  <a:pt x="72308" y="215553"/>
                  <a:pt x="72308" y="199691"/>
                </a:cubicBezTo>
                <a:cubicBezTo>
                  <a:pt x="72308" y="183829"/>
                  <a:pt x="85214" y="170971"/>
                  <a:pt x="101134" y="170971"/>
                </a:cubicBezTo>
                <a:close/>
                <a:moveTo>
                  <a:pt x="215107" y="361"/>
                </a:moveTo>
                <a:cubicBezTo>
                  <a:pt x="347289" y="25399"/>
                  <a:pt x="503311" y="124648"/>
                  <a:pt x="525588" y="271510"/>
                </a:cubicBezTo>
                <a:cubicBezTo>
                  <a:pt x="527314" y="282920"/>
                  <a:pt x="519834" y="297286"/>
                  <a:pt x="510052" y="303525"/>
                </a:cubicBezTo>
                <a:lnTo>
                  <a:pt x="371046" y="391117"/>
                </a:lnTo>
                <a:cubicBezTo>
                  <a:pt x="361264" y="397274"/>
                  <a:pt x="349838" y="393498"/>
                  <a:pt x="345645" y="382744"/>
                </a:cubicBezTo>
                <a:lnTo>
                  <a:pt x="202037" y="16533"/>
                </a:lnTo>
                <a:cubicBezTo>
                  <a:pt x="197844" y="5779"/>
                  <a:pt x="203681" y="-1773"/>
                  <a:pt x="215107" y="361"/>
                </a:cubicBezTo>
                <a:close/>
              </a:path>
            </a:pathLst>
          </a:custGeom>
          <a:solidFill>
            <a:schemeClr val="accent1"/>
          </a:solidFill>
          <a:ln>
            <a:noFill/>
          </a:ln>
        </p:spPr>
      </p:sp>
      <p:sp>
        <p:nvSpPr>
          <p:cNvPr id="69" name="pentathlon-silhouette_38601">
            <a:extLst>
              <a:ext uri="{FF2B5EF4-FFF2-40B4-BE49-F238E27FC236}">
                <a16:creationId xmlns:a16="http://schemas.microsoft.com/office/drawing/2014/main" id="{1854F3A1-FDE3-49DD-B4DA-E4BBB8036AC0}"/>
              </a:ext>
            </a:extLst>
          </p:cNvPr>
          <p:cNvSpPr>
            <a:spLocks noChangeAspect="1"/>
          </p:cNvSpPr>
          <p:nvPr/>
        </p:nvSpPr>
        <p:spPr bwMode="auto">
          <a:xfrm>
            <a:off x="5524500" y="1742398"/>
            <a:ext cx="590679" cy="609685"/>
          </a:xfrm>
          <a:custGeom>
            <a:avLst/>
            <a:gdLst>
              <a:gd name="connsiteX0" fmla="*/ 425794 w 587877"/>
              <a:gd name="connsiteY0" fmla="*/ 329540 h 606792"/>
              <a:gd name="connsiteX1" fmla="*/ 575995 w 587877"/>
              <a:gd name="connsiteY1" fmla="*/ 329540 h 606792"/>
              <a:gd name="connsiteX2" fmla="*/ 587877 w 587877"/>
              <a:gd name="connsiteY2" fmla="*/ 341313 h 606792"/>
              <a:gd name="connsiteX3" fmla="*/ 575995 w 587877"/>
              <a:gd name="connsiteY3" fmla="*/ 353179 h 606792"/>
              <a:gd name="connsiteX4" fmla="*/ 425794 w 587877"/>
              <a:gd name="connsiteY4" fmla="*/ 353179 h 606792"/>
              <a:gd name="connsiteX5" fmla="*/ 414004 w 587877"/>
              <a:gd name="connsiteY5" fmla="*/ 341313 h 606792"/>
              <a:gd name="connsiteX6" fmla="*/ 425794 w 587877"/>
              <a:gd name="connsiteY6" fmla="*/ 329540 h 606792"/>
              <a:gd name="connsiteX7" fmla="*/ 52750 w 587877"/>
              <a:gd name="connsiteY7" fmla="*/ 295870 h 606792"/>
              <a:gd name="connsiteX8" fmla="*/ 67976 w 587877"/>
              <a:gd name="connsiteY8" fmla="*/ 302731 h 606792"/>
              <a:gd name="connsiteX9" fmla="*/ 163608 w 587877"/>
              <a:gd name="connsiteY9" fmla="*/ 351411 h 606792"/>
              <a:gd name="connsiteX10" fmla="*/ 163701 w 587877"/>
              <a:gd name="connsiteY10" fmla="*/ 351411 h 606792"/>
              <a:gd name="connsiteX11" fmla="*/ 175493 w 587877"/>
              <a:gd name="connsiteY11" fmla="*/ 363187 h 606792"/>
              <a:gd name="connsiteX12" fmla="*/ 163701 w 587877"/>
              <a:gd name="connsiteY12" fmla="*/ 375055 h 606792"/>
              <a:gd name="connsiteX13" fmla="*/ 163516 w 587877"/>
              <a:gd name="connsiteY13" fmla="*/ 375055 h 606792"/>
              <a:gd name="connsiteX14" fmla="*/ 45786 w 587877"/>
              <a:gd name="connsiteY14" fmla="*/ 311076 h 606792"/>
              <a:gd name="connsiteX15" fmla="*/ 52750 w 587877"/>
              <a:gd name="connsiteY15" fmla="*/ 295870 h 606792"/>
              <a:gd name="connsiteX16" fmla="*/ 396156 w 587877"/>
              <a:gd name="connsiteY16" fmla="*/ 289671 h 606792"/>
              <a:gd name="connsiteX17" fmla="*/ 510886 w 587877"/>
              <a:gd name="connsiteY17" fmla="*/ 289671 h 606792"/>
              <a:gd name="connsiteX18" fmla="*/ 522675 w 587877"/>
              <a:gd name="connsiteY18" fmla="*/ 301444 h 606792"/>
              <a:gd name="connsiteX19" fmla="*/ 510886 w 587877"/>
              <a:gd name="connsiteY19" fmla="*/ 313310 h 606792"/>
              <a:gd name="connsiteX20" fmla="*/ 396156 w 587877"/>
              <a:gd name="connsiteY20" fmla="*/ 313310 h 606792"/>
              <a:gd name="connsiteX21" fmla="*/ 384367 w 587877"/>
              <a:gd name="connsiteY21" fmla="*/ 301444 h 606792"/>
              <a:gd name="connsiteX22" fmla="*/ 396156 w 587877"/>
              <a:gd name="connsiteY22" fmla="*/ 289671 h 606792"/>
              <a:gd name="connsiteX23" fmla="*/ 61829 w 587877"/>
              <a:gd name="connsiteY23" fmla="*/ 232753 h 606792"/>
              <a:gd name="connsiteX24" fmla="*/ 75657 w 587877"/>
              <a:gd name="connsiteY24" fmla="*/ 242120 h 606792"/>
              <a:gd name="connsiteX25" fmla="*/ 137463 w 587877"/>
              <a:gd name="connsiteY25" fmla="*/ 309078 h 606792"/>
              <a:gd name="connsiteX26" fmla="*/ 143680 w 587877"/>
              <a:gd name="connsiteY26" fmla="*/ 324565 h 606792"/>
              <a:gd name="connsiteX27" fmla="*/ 132823 w 587877"/>
              <a:gd name="connsiteY27" fmla="*/ 331799 h 606792"/>
              <a:gd name="connsiteX28" fmla="*/ 128182 w 587877"/>
              <a:gd name="connsiteY28" fmla="*/ 330779 h 606792"/>
              <a:gd name="connsiteX29" fmla="*/ 52363 w 587877"/>
              <a:gd name="connsiteY29" fmla="*/ 246571 h 606792"/>
              <a:gd name="connsiteX30" fmla="*/ 61829 w 587877"/>
              <a:gd name="connsiteY30" fmla="*/ 232753 h 606792"/>
              <a:gd name="connsiteX31" fmla="*/ 383985 w 587877"/>
              <a:gd name="connsiteY31" fmla="*/ 82190 h 606792"/>
              <a:gd name="connsiteX32" fmla="*/ 501442 w 587877"/>
              <a:gd name="connsiteY32" fmla="*/ 123720 h 606792"/>
              <a:gd name="connsiteX33" fmla="*/ 519455 w 587877"/>
              <a:gd name="connsiteY33" fmla="*/ 161357 h 606792"/>
              <a:gd name="connsiteX34" fmla="*/ 491600 w 587877"/>
              <a:gd name="connsiteY34" fmla="*/ 181103 h 606792"/>
              <a:gd name="connsiteX35" fmla="*/ 481664 w 587877"/>
              <a:gd name="connsiteY35" fmla="*/ 179434 h 606792"/>
              <a:gd name="connsiteX36" fmla="*/ 377021 w 587877"/>
              <a:gd name="connsiteY36" fmla="*/ 142446 h 606792"/>
              <a:gd name="connsiteX37" fmla="*/ 315368 w 587877"/>
              <a:gd name="connsiteY37" fmla="*/ 177302 h 606792"/>
              <a:gd name="connsiteX38" fmla="*/ 308125 w 587877"/>
              <a:gd name="connsiteY38" fmla="*/ 179990 h 606792"/>
              <a:gd name="connsiteX39" fmla="*/ 308125 w 587877"/>
              <a:gd name="connsiteY39" fmla="*/ 276215 h 606792"/>
              <a:gd name="connsiteX40" fmla="*/ 308682 w 587877"/>
              <a:gd name="connsiteY40" fmla="*/ 277142 h 606792"/>
              <a:gd name="connsiteX41" fmla="*/ 376464 w 587877"/>
              <a:gd name="connsiteY41" fmla="*/ 414991 h 606792"/>
              <a:gd name="connsiteX42" fmla="*/ 374235 w 587877"/>
              <a:gd name="connsiteY42" fmla="*/ 450033 h 606792"/>
              <a:gd name="connsiteX43" fmla="*/ 281941 w 587877"/>
              <a:gd name="connsiteY43" fmla="*/ 590755 h 606792"/>
              <a:gd name="connsiteX44" fmla="*/ 252229 w 587877"/>
              <a:gd name="connsiteY44" fmla="*/ 606792 h 606792"/>
              <a:gd name="connsiteX45" fmla="*/ 232730 w 587877"/>
              <a:gd name="connsiteY45" fmla="*/ 601045 h 606792"/>
              <a:gd name="connsiteX46" fmla="*/ 222517 w 587877"/>
              <a:gd name="connsiteY46" fmla="*/ 551912 h 606792"/>
              <a:gd name="connsiteX47" fmla="*/ 303761 w 587877"/>
              <a:gd name="connsiteY47" fmla="*/ 428062 h 606792"/>
              <a:gd name="connsiteX48" fmla="*/ 272378 w 587877"/>
              <a:gd name="connsiteY48" fmla="*/ 364283 h 606792"/>
              <a:gd name="connsiteX49" fmla="*/ 276277 w 587877"/>
              <a:gd name="connsiteY49" fmla="*/ 401457 h 606792"/>
              <a:gd name="connsiteX50" fmla="*/ 272099 w 587877"/>
              <a:gd name="connsiteY50" fmla="*/ 422222 h 606792"/>
              <a:gd name="connsiteX51" fmla="*/ 192061 w 587877"/>
              <a:gd name="connsiteY51" fmla="*/ 567672 h 606792"/>
              <a:gd name="connsiteX52" fmla="*/ 160956 w 587877"/>
              <a:gd name="connsiteY52" fmla="*/ 586027 h 606792"/>
              <a:gd name="connsiteX53" fmla="*/ 143872 w 587877"/>
              <a:gd name="connsiteY53" fmla="*/ 581670 h 606792"/>
              <a:gd name="connsiteX54" fmla="*/ 129851 w 587877"/>
              <a:gd name="connsiteY54" fmla="*/ 533465 h 606792"/>
              <a:gd name="connsiteX55" fmla="*/ 204503 w 587877"/>
              <a:gd name="connsiteY55" fmla="*/ 397749 h 606792"/>
              <a:gd name="connsiteX56" fmla="*/ 196333 w 587877"/>
              <a:gd name="connsiteY56" fmla="*/ 319415 h 606792"/>
              <a:gd name="connsiteX57" fmla="*/ 195218 w 587877"/>
              <a:gd name="connsiteY57" fmla="*/ 319415 h 606792"/>
              <a:gd name="connsiteX58" fmla="*/ 195218 w 587877"/>
              <a:gd name="connsiteY58" fmla="*/ 189168 h 606792"/>
              <a:gd name="connsiteX59" fmla="*/ 93825 w 587877"/>
              <a:gd name="connsiteY59" fmla="*/ 189168 h 606792"/>
              <a:gd name="connsiteX60" fmla="*/ 94939 w 587877"/>
              <a:gd name="connsiteY60" fmla="*/ 204186 h 606792"/>
              <a:gd name="connsiteX61" fmla="*/ 49256 w 587877"/>
              <a:gd name="connsiteY61" fmla="*/ 210768 h 606792"/>
              <a:gd name="connsiteX62" fmla="*/ 3295 w 587877"/>
              <a:gd name="connsiteY62" fmla="*/ 204371 h 606792"/>
              <a:gd name="connsiteX63" fmla="*/ 4502 w 587877"/>
              <a:gd name="connsiteY63" fmla="*/ 188983 h 606792"/>
              <a:gd name="connsiteX64" fmla="*/ 19822 w 587877"/>
              <a:gd name="connsiteY64" fmla="*/ 183328 h 606792"/>
              <a:gd name="connsiteX65" fmla="*/ 7752 w 587877"/>
              <a:gd name="connsiteY65" fmla="*/ 159596 h 606792"/>
              <a:gd name="connsiteX66" fmla="*/ 37371 w 587877"/>
              <a:gd name="connsiteY66" fmla="*/ 130024 h 606792"/>
              <a:gd name="connsiteX67" fmla="*/ 195218 w 587877"/>
              <a:gd name="connsiteY67" fmla="*/ 130024 h 606792"/>
              <a:gd name="connsiteX68" fmla="*/ 236630 w 587877"/>
              <a:gd name="connsiteY68" fmla="*/ 130024 h 606792"/>
              <a:gd name="connsiteX69" fmla="*/ 280549 w 587877"/>
              <a:gd name="connsiteY69" fmla="*/ 130024 h 606792"/>
              <a:gd name="connsiteX70" fmla="*/ 286120 w 587877"/>
              <a:gd name="connsiteY70" fmla="*/ 125852 h 606792"/>
              <a:gd name="connsiteX71" fmla="*/ 359565 w 587877"/>
              <a:gd name="connsiteY71" fmla="*/ 84322 h 606792"/>
              <a:gd name="connsiteX72" fmla="*/ 383985 w 587877"/>
              <a:gd name="connsiteY72" fmla="*/ 82190 h 606792"/>
              <a:gd name="connsiteX73" fmla="*/ 244118 w 587877"/>
              <a:gd name="connsiteY73" fmla="*/ 0 h 606792"/>
              <a:gd name="connsiteX74" fmla="*/ 301523 w 587877"/>
              <a:gd name="connsiteY74" fmla="*/ 57370 h 606792"/>
              <a:gd name="connsiteX75" fmla="*/ 244118 w 587877"/>
              <a:gd name="connsiteY75" fmla="*/ 114740 h 606792"/>
              <a:gd name="connsiteX76" fmla="*/ 186713 w 587877"/>
              <a:gd name="connsiteY76" fmla="*/ 57370 h 606792"/>
              <a:gd name="connsiteX77" fmla="*/ 244118 w 587877"/>
              <a:gd name="connsiteY77" fmla="*/ 0 h 60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87877" h="606792">
                <a:moveTo>
                  <a:pt x="425794" y="329540"/>
                </a:moveTo>
                <a:lnTo>
                  <a:pt x="575995" y="329540"/>
                </a:lnTo>
                <a:cubicBezTo>
                  <a:pt x="582586" y="329540"/>
                  <a:pt x="587877" y="334824"/>
                  <a:pt x="587877" y="341313"/>
                </a:cubicBezTo>
                <a:cubicBezTo>
                  <a:pt x="587877" y="347895"/>
                  <a:pt x="582586" y="353179"/>
                  <a:pt x="575995" y="353179"/>
                </a:cubicBezTo>
                <a:lnTo>
                  <a:pt x="425794" y="353179"/>
                </a:lnTo>
                <a:cubicBezTo>
                  <a:pt x="419296" y="353179"/>
                  <a:pt x="414004" y="347895"/>
                  <a:pt x="414004" y="341313"/>
                </a:cubicBezTo>
                <a:cubicBezTo>
                  <a:pt x="414004" y="334824"/>
                  <a:pt x="419296" y="329540"/>
                  <a:pt x="425794" y="329540"/>
                </a:cubicBezTo>
                <a:close/>
                <a:moveTo>
                  <a:pt x="52750" y="295870"/>
                </a:moveTo>
                <a:cubicBezTo>
                  <a:pt x="58877" y="293552"/>
                  <a:pt x="65655" y="296704"/>
                  <a:pt x="67976" y="302731"/>
                </a:cubicBezTo>
                <a:cubicBezTo>
                  <a:pt x="68719" y="304771"/>
                  <a:pt x="87846" y="351411"/>
                  <a:pt x="163608" y="351411"/>
                </a:cubicBezTo>
                <a:lnTo>
                  <a:pt x="163701" y="351411"/>
                </a:lnTo>
                <a:cubicBezTo>
                  <a:pt x="170201" y="351411"/>
                  <a:pt x="175493" y="356696"/>
                  <a:pt x="175493" y="363187"/>
                </a:cubicBezTo>
                <a:cubicBezTo>
                  <a:pt x="175493" y="369677"/>
                  <a:pt x="170201" y="375055"/>
                  <a:pt x="163701" y="375055"/>
                </a:cubicBezTo>
                <a:lnTo>
                  <a:pt x="163516" y="375055"/>
                </a:lnTo>
                <a:cubicBezTo>
                  <a:pt x="70576" y="375055"/>
                  <a:pt x="46715" y="313673"/>
                  <a:pt x="45786" y="311076"/>
                </a:cubicBezTo>
                <a:cubicBezTo>
                  <a:pt x="43465" y="304957"/>
                  <a:pt x="46622" y="298095"/>
                  <a:pt x="52750" y="295870"/>
                </a:cubicBezTo>
                <a:close/>
                <a:moveTo>
                  <a:pt x="396156" y="289671"/>
                </a:moveTo>
                <a:lnTo>
                  <a:pt x="510886" y="289671"/>
                </a:lnTo>
                <a:cubicBezTo>
                  <a:pt x="517384" y="289671"/>
                  <a:pt x="522675" y="294955"/>
                  <a:pt x="522675" y="301444"/>
                </a:cubicBezTo>
                <a:cubicBezTo>
                  <a:pt x="522675" y="308026"/>
                  <a:pt x="517384" y="313310"/>
                  <a:pt x="510886" y="313310"/>
                </a:cubicBezTo>
                <a:lnTo>
                  <a:pt x="396156" y="313310"/>
                </a:lnTo>
                <a:cubicBezTo>
                  <a:pt x="389658" y="313310"/>
                  <a:pt x="384367" y="308026"/>
                  <a:pt x="384367" y="301444"/>
                </a:cubicBezTo>
                <a:cubicBezTo>
                  <a:pt x="384367" y="294955"/>
                  <a:pt x="389658" y="289671"/>
                  <a:pt x="396156" y="289671"/>
                </a:cubicBezTo>
                <a:close/>
                <a:moveTo>
                  <a:pt x="61829" y="232753"/>
                </a:moveTo>
                <a:cubicBezTo>
                  <a:pt x="68232" y="231455"/>
                  <a:pt x="74450" y="235721"/>
                  <a:pt x="75657" y="242120"/>
                </a:cubicBezTo>
                <a:cubicBezTo>
                  <a:pt x="76028" y="243975"/>
                  <a:pt x="85215" y="286913"/>
                  <a:pt x="137463" y="309078"/>
                </a:cubicBezTo>
                <a:cubicBezTo>
                  <a:pt x="143402" y="311582"/>
                  <a:pt x="146279" y="318537"/>
                  <a:pt x="143680" y="324565"/>
                </a:cubicBezTo>
                <a:cubicBezTo>
                  <a:pt x="141732" y="329017"/>
                  <a:pt x="137370" y="331799"/>
                  <a:pt x="132823" y="331799"/>
                </a:cubicBezTo>
                <a:cubicBezTo>
                  <a:pt x="131245" y="331799"/>
                  <a:pt x="129667" y="331428"/>
                  <a:pt x="128182" y="330779"/>
                </a:cubicBezTo>
                <a:cubicBezTo>
                  <a:pt x="63778" y="303513"/>
                  <a:pt x="52827" y="248890"/>
                  <a:pt x="52363" y="246571"/>
                </a:cubicBezTo>
                <a:cubicBezTo>
                  <a:pt x="51157" y="240172"/>
                  <a:pt x="55426" y="233959"/>
                  <a:pt x="61829" y="232753"/>
                </a:cubicBezTo>
                <a:close/>
                <a:moveTo>
                  <a:pt x="383985" y="82190"/>
                </a:moveTo>
                <a:lnTo>
                  <a:pt x="501442" y="123720"/>
                </a:lnTo>
                <a:cubicBezTo>
                  <a:pt x="516855" y="129097"/>
                  <a:pt x="524933" y="145969"/>
                  <a:pt x="519455" y="161357"/>
                </a:cubicBezTo>
                <a:cubicBezTo>
                  <a:pt x="515184" y="173501"/>
                  <a:pt x="503763" y="181103"/>
                  <a:pt x="491600" y="181103"/>
                </a:cubicBezTo>
                <a:cubicBezTo>
                  <a:pt x="488350" y="181103"/>
                  <a:pt x="484914" y="180547"/>
                  <a:pt x="481664" y="179434"/>
                </a:cubicBezTo>
                <a:lnTo>
                  <a:pt x="377021" y="142446"/>
                </a:lnTo>
                <a:lnTo>
                  <a:pt x="315368" y="177302"/>
                </a:lnTo>
                <a:cubicBezTo>
                  <a:pt x="313046" y="178600"/>
                  <a:pt x="310632" y="179434"/>
                  <a:pt x="308125" y="179990"/>
                </a:cubicBezTo>
                <a:lnTo>
                  <a:pt x="308125" y="276215"/>
                </a:lnTo>
                <a:cubicBezTo>
                  <a:pt x="308311" y="276586"/>
                  <a:pt x="308590" y="276772"/>
                  <a:pt x="308682" y="277142"/>
                </a:cubicBezTo>
                <a:lnTo>
                  <a:pt x="376464" y="414991"/>
                </a:lnTo>
                <a:cubicBezTo>
                  <a:pt x="381942" y="426208"/>
                  <a:pt x="381106" y="439557"/>
                  <a:pt x="374235" y="450033"/>
                </a:cubicBezTo>
                <a:lnTo>
                  <a:pt x="281941" y="590755"/>
                </a:lnTo>
                <a:cubicBezTo>
                  <a:pt x="275163" y="601137"/>
                  <a:pt x="263743" y="606792"/>
                  <a:pt x="252229" y="606792"/>
                </a:cubicBezTo>
                <a:cubicBezTo>
                  <a:pt x="245544" y="606792"/>
                  <a:pt x="238766" y="604938"/>
                  <a:pt x="232730" y="601045"/>
                </a:cubicBezTo>
                <a:cubicBezTo>
                  <a:pt x="216388" y="590291"/>
                  <a:pt x="211746" y="568321"/>
                  <a:pt x="222517" y="551912"/>
                </a:cubicBezTo>
                <a:lnTo>
                  <a:pt x="303761" y="428062"/>
                </a:lnTo>
                <a:lnTo>
                  <a:pt x="272378" y="364283"/>
                </a:lnTo>
                <a:lnTo>
                  <a:pt x="276277" y="401457"/>
                </a:lnTo>
                <a:cubicBezTo>
                  <a:pt x="277020" y="408595"/>
                  <a:pt x="275627" y="415918"/>
                  <a:pt x="272099" y="422222"/>
                </a:cubicBezTo>
                <a:lnTo>
                  <a:pt x="192061" y="567672"/>
                </a:lnTo>
                <a:cubicBezTo>
                  <a:pt x="185655" y="579352"/>
                  <a:pt x="173491" y="586027"/>
                  <a:pt x="160956" y="586027"/>
                </a:cubicBezTo>
                <a:cubicBezTo>
                  <a:pt x="155107" y="586027"/>
                  <a:pt x="149257" y="584636"/>
                  <a:pt x="143872" y="581670"/>
                </a:cubicBezTo>
                <a:cubicBezTo>
                  <a:pt x="126694" y="572214"/>
                  <a:pt x="120380" y="550707"/>
                  <a:pt x="129851" y="533465"/>
                </a:cubicBezTo>
                <a:lnTo>
                  <a:pt x="204503" y="397749"/>
                </a:lnTo>
                <a:lnTo>
                  <a:pt x="196333" y="319415"/>
                </a:lnTo>
                <a:lnTo>
                  <a:pt x="195218" y="319415"/>
                </a:lnTo>
                <a:lnTo>
                  <a:pt x="195218" y="189168"/>
                </a:lnTo>
                <a:lnTo>
                  <a:pt x="93825" y="189168"/>
                </a:lnTo>
                <a:cubicBezTo>
                  <a:pt x="99303" y="192783"/>
                  <a:pt x="100046" y="200014"/>
                  <a:pt x="94939" y="204186"/>
                </a:cubicBezTo>
                <a:cubicBezTo>
                  <a:pt x="85747" y="211787"/>
                  <a:pt x="69684" y="210304"/>
                  <a:pt x="49256" y="210768"/>
                </a:cubicBezTo>
                <a:cubicBezTo>
                  <a:pt x="28736" y="211231"/>
                  <a:pt x="12487" y="212344"/>
                  <a:pt x="3295" y="204371"/>
                </a:cubicBezTo>
                <a:cubicBezTo>
                  <a:pt x="-1626" y="200107"/>
                  <a:pt x="-883" y="192691"/>
                  <a:pt x="4502" y="188983"/>
                </a:cubicBezTo>
                <a:cubicBezTo>
                  <a:pt x="8773" y="186016"/>
                  <a:pt x="14066" y="184347"/>
                  <a:pt x="19822" y="183328"/>
                </a:cubicBezTo>
                <a:cubicBezTo>
                  <a:pt x="12580" y="177951"/>
                  <a:pt x="7752" y="169330"/>
                  <a:pt x="7752" y="159596"/>
                </a:cubicBezTo>
                <a:cubicBezTo>
                  <a:pt x="7752" y="143280"/>
                  <a:pt x="21030" y="130024"/>
                  <a:pt x="37371" y="130024"/>
                </a:cubicBezTo>
                <a:lnTo>
                  <a:pt x="195218" y="130024"/>
                </a:lnTo>
                <a:lnTo>
                  <a:pt x="236630" y="130024"/>
                </a:lnTo>
                <a:lnTo>
                  <a:pt x="280549" y="130024"/>
                </a:lnTo>
                <a:cubicBezTo>
                  <a:pt x="282220" y="128448"/>
                  <a:pt x="284077" y="127057"/>
                  <a:pt x="286120" y="125852"/>
                </a:cubicBezTo>
                <a:lnTo>
                  <a:pt x="359565" y="84322"/>
                </a:lnTo>
                <a:cubicBezTo>
                  <a:pt x="366993" y="80057"/>
                  <a:pt x="375907" y="79316"/>
                  <a:pt x="383985" y="82190"/>
                </a:cubicBezTo>
                <a:close/>
                <a:moveTo>
                  <a:pt x="244118" y="0"/>
                </a:moveTo>
                <a:cubicBezTo>
                  <a:pt x="275822" y="0"/>
                  <a:pt x="301523" y="25685"/>
                  <a:pt x="301523" y="57370"/>
                </a:cubicBezTo>
                <a:cubicBezTo>
                  <a:pt x="301523" y="89055"/>
                  <a:pt x="275822" y="114740"/>
                  <a:pt x="244118" y="114740"/>
                </a:cubicBezTo>
                <a:cubicBezTo>
                  <a:pt x="212414" y="114740"/>
                  <a:pt x="186713" y="89055"/>
                  <a:pt x="186713" y="57370"/>
                </a:cubicBezTo>
                <a:cubicBezTo>
                  <a:pt x="186713" y="25685"/>
                  <a:pt x="212414" y="0"/>
                  <a:pt x="244118" y="0"/>
                </a:cubicBezTo>
                <a:close/>
              </a:path>
            </a:pathLst>
          </a:custGeom>
          <a:solidFill>
            <a:schemeClr val="accent1"/>
          </a:solidFill>
          <a:ln>
            <a:noFill/>
          </a:ln>
        </p:spPr>
      </p:sp>
      <p:sp>
        <p:nvSpPr>
          <p:cNvPr id="70" name="surf-silhouette_37811">
            <a:extLst>
              <a:ext uri="{FF2B5EF4-FFF2-40B4-BE49-F238E27FC236}">
                <a16:creationId xmlns:a16="http://schemas.microsoft.com/office/drawing/2014/main" id="{30FD042F-7969-4836-AFBD-C94484C6432F}"/>
              </a:ext>
            </a:extLst>
          </p:cNvPr>
          <p:cNvSpPr>
            <a:spLocks noChangeAspect="1"/>
          </p:cNvSpPr>
          <p:nvPr/>
        </p:nvSpPr>
        <p:spPr bwMode="auto">
          <a:xfrm>
            <a:off x="6731000" y="1742398"/>
            <a:ext cx="609685" cy="405030"/>
          </a:xfrm>
          <a:custGeom>
            <a:avLst/>
            <a:gdLst>
              <a:gd name="connsiteX0" fmla="*/ 345375 w 608965"/>
              <a:gd name="connsiteY0" fmla="*/ 201640 h 404552"/>
              <a:gd name="connsiteX1" fmla="*/ 290173 w 608965"/>
              <a:gd name="connsiteY1" fmla="*/ 221745 h 404552"/>
              <a:gd name="connsiteX2" fmla="*/ 290173 w 608965"/>
              <a:gd name="connsiteY2" fmla="*/ 306900 h 404552"/>
              <a:gd name="connsiteX3" fmla="*/ 418615 w 608965"/>
              <a:gd name="connsiteY3" fmla="*/ 306900 h 404552"/>
              <a:gd name="connsiteX4" fmla="*/ 350118 w 608965"/>
              <a:gd name="connsiteY4" fmla="*/ 274685 h 404552"/>
              <a:gd name="connsiteX5" fmla="*/ 338844 w 608965"/>
              <a:gd name="connsiteY5" fmla="*/ 254348 h 404552"/>
              <a:gd name="connsiteX6" fmla="*/ 462272 w 608965"/>
              <a:gd name="connsiteY6" fmla="*/ 28294 h 404552"/>
              <a:gd name="connsiteX7" fmla="*/ 474828 w 608965"/>
              <a:gd name="connsiteY7" fmla="*/ 36765 h 404552"/>
              <a:gd name="connsiteX8" fmla="*/ 469230 w 608965"/>
              <a:gd name="connsiteY8" fmla="*/ 64244 h 404552"/>
              <a:gd name="connsiteX9" fmla="*/ 407264 w 608965"/>
              <a:gd name="connsiteY9" fmla="*/ 105075 h 404552"/>
              <a:gd name="connsiteX10" fmla="*/ 396534 w 608965"/>
              <a:gd name="connsiteY10" fmla="*/ 108335 h 404552"/>
              <a:gd name="connsiteX11" fmla="*/ 353772 w 608965"/>
              <a:gd name="connsiteY11" fmla="*/ 108723 h 404552"/>
              <a:gd name="connsiteX12" fmla="*/ 387671 w 608965"/>
              <a:gd name="connsiteY12" fmla="*/ 164303 h 404552"/>
              <a:gd name="connsiteX13" fmla="*/ 387282 w 608965"/>
              <a:gd name="connsiteY13" fmla="*/ 164380 h 404552"/>
              <a:gd name="connsiteX14" fmla="*/ 387671 w 608965"/>
              <a:gd name="connsiteY14" fmla="*/ 165157 h 404552"/>
              <a:gd name="connsiteX15" fmla="*/ 387904 w 608965"/>
              <a:gd name="connsiteY15" fmla="*/ 165777 h 404552"/>
              <a:gd name="connsiteX16" fmla="*/ 388371 w 608965"/>
              <a:gd name="connsiteY16" fmla="*/ 167796 h 404552"/>
              <a:gd name="connsiteX17" fmla="*/ 388759 w 608965"/>
              <a:gd name="connsiteY17" fmla="*/ 169736 h 404552"/>
              <a:gd name="connsiteX18" fmla="*/ 388837 w 608965"/>
              <a:gd name="connsiteY18" fmla="*/ 171444 h 404552"/>
              <a:gd name="connsiteX19" fmla="*/ 388759 w 608965"/>
              <a:gd name="connsiteY19" fmla="*/ 173773 h 404552"/>
              <a:gd name="connsiteX20" fmla="*/ 388759 w 608965"/>
              <a:gd name="connsiteY20" fmla="*/ 174394 h 404552"/>
              <a:gd name="connsiteX21" fmla="*/ 379974 w 608965"/>
              <a:gd name="connsiteY21" fmla="*/ 244955 h 404552"/>
              <a:gd name="connsiteX22" fmla="*/ 451270 w 608965"/>
              <a:gd name="connsiteY22" fmla="*/ 278489 h 404552"/>
              <a:gd name="connsiteX23" fmla="*/ 460755 w 608965"/>
              <a:gd name="connsiteY23" fmla="*/ 304804 h 404552"/>
              <a:gd name="connsiteX24" fmla="*/ 459356 w 608965"/>
              <a:gd name="connsiteY24" fmla="*/ 306900 h 404552"/>
              <a:gd name="connsiteX25" fmla="*/ 595029 w 608965"/>
              <a:gd name="connsiteY25" fmla="*/ 306900 h 404552"/>
              <a:gd name="connsiteX26" fmla="*/ 607236 w 608965"/>
              <a:gd name="connsiteY26" fmla="*/ 312877 h 404552"/>
              <a:gd name="connsiteX27" fmla="*/ 607080 w 608965"/>
              <a:gd name="connsiteY27" fmla="*/ 326461 h 404552"/>
              <a:gd name="connsiteX28" fmla="*/ 600161 w 608965"/>
              <a:gd name="connsiteY28" fmla="*/ 340356 h 404552"/>
              <a:gd name="connsiteX29" fmla="*/ 575592 w 608965"/>
              <a:gd name="connsiteY29" fmla="*/ 355493 h 404552"/>
              <a:gd name="connsiteX30" fmla="*/ 556310 w 608965"/>
              <a:gd name="connsiteY30" fmla="*/ 355493 h 404552"/>
              <a:gd name="connsiteX31" fmla="*/ 549235 w 608965"/>
              <a:gd name="connsiteY31" fmla="*/ 358598 h 404552"/>
              <a:gd name="connsiteX32" fmla="*/ 547446 w 608965"/>
              <a:gd name="connsiteY32" fmla="*/ 363877 h 404552"/>
              <a:gd name="connsiteX33" fmla="*/ 561830 w 608965"/>
              <a:gd name="connsiteY33" fmla="*/ 389648 h 404552"/>
              <a:gd name="connsiteX34" fmla="*/ 569527 w 608965"/>
              <a:gd name="connsiteY34" fmla="*/ 399506 h 404552"/>
              <a:gd name="connsiteX35" fmla="*/ 559186 w 608965"/>
              <a:gd name="connsiteY35" fmla="*/ 404552 h 404552"/>
              <a:gd name="connsiteX36" fmla="*/ 559109 w 608965"/>
              <a:gd name="connsiteY36" fmla="*/ 404552 h 404552"/>
              <a:gd name="connsiteX37" fmla="*/ 504373 w 608965"/>
              <a:gd name="connsiteY37" fmla="*/ 365584 h 404552"/>
              <a:gd name="connsiteX38" fmla="*/ 489678 w 608965"/>
              <a:gd name="connsiteY38" fmla="*/ 355493 h 404552"/>
              <a:gd name="connsiteX39" fmla="*/ 205581 w 608965"/>
              <a:gd name="connsiteY39" fmla="*/ 355493 h 404552"/>
              <a:gd name="connsiteX40" fmla="*/ 170594 w 608965"/>
              <a:gd name="connsiteY40" fmla="*/ 356657 h 404552"/>
              <a:gd name="connsiteX41" fmla="*/ 244 w 608965"/>
              <a:gd name="connsiteY41" fmla="*/ 287726 h 404552"/>
              <a:gd name="connsiteX42" fmla="*/ 2421 w 608965"/>
              <a:gd name="connsiteY42" fmla="*/ 277557 h 404552"/>
              <a:gd name="connsiteX43" fmla="*/ 18593 w 608965"/>
              <a:gd name="connsiteY43" fmla="*/ 277014 h 404552"/>
              <a:gd name="connsiteX44" fmla="*/ 120990 w 608965"/>
              <a:gd name="connsiteY44" fmla="*/ 306900 h 404552"/>
              <a:gd name="connsiteX45" fmla="*/ 250443 w 608965"/>
              <a:gd name="connsiteY45" fmla="*/ 306900 h 404552"/>
              <a:gd name="connsiteX46" fmla="*/ 250443 w 608965"/>
              <a:gd name="connsiteY46" fmla="*/ 207928 h 404552"/>
              <a:gd name="connsiteX47" fmla="*/ 263505 w 608965"/>
              <a:gd name="connsiteY47" fmla="*/ 189298 h 404552"/>
              <a:gd name="connsiteX48" fmla="*/ 316063 w 608965"/>
              <a:gd name="connsiteY48" fmla="*/ 170125 h 404552"/>
              <a:gd name="connsiteX49" fmla="*/ 290095 w 608965"/>
              <a:gd name="connsiteY49" fmla="*/ 130303 h 404552"/>
              <a:gd name="connsiteX50" fmla="*/ 256274 w 608965"/>
              <a:gd name="connsiteY50" fmla="*/ 157161 h 404552"/>
              <a:gd name="connsiteX51" fmla="*/ 243912 w 608965"/>
              <a:gd name="connsiteY51" fmla="*/ 161508 h 404552"/>
              <a:gd name="connsiteX52" fmla="*/ 238003 w 608965"/>
              <a:gd name="connsiteY52" fmla="*/ 160577 h 404552"/>
              <a:gd name="connsiteX53" fmla="*/ 174792 w 608965"/>
              <a:gd name="connsiteY53" fmla="*/ 140782 h 404552"/>
              <a:gd name="connsiteX54" fmla="*/ 161808 w 608965"/>
              <a:gd name="connsiteY54" fmla="*/ 115942 h 404552"/>
              <a:gd name="connsiteX55" fmla="*/ 186610 w 608965"/>
              <a:gd name="connsiteY55" fmla="*/ 102979 h 404552"/>
              <a:gd name="connsiteX56" fmla="*/ 239791 w 608965"/>
              <a:gd name="connsiteY56" fmla="*/ 119668 h 404552"/>
              <a:gd name="connsiteX57" fmla="*/ 297404 w 608965"/>
              <a:gd name="connsiteY57" fmla="*/ 73869 h 404552"/>
              <a:gd name="connsiteX58" fmla="*/ 297948 w 608965"/>
              <a:gd name="connsiteY58" fmla="*/ 73481 h 404552"/>
              <a:gd name="connsiteX59" fmla="*/ 299814 w 608965"/>
              <a:gd name="connsiteY59" fmla="*/ 72317 h 404552"/>
              <a:gd name="connsiteX60" fmla="*/ 301369 w 608965"/>
              <a:gd name="connsiteY60" fmla="*/ 71463 h 404552"/>
              <a:gd name="connsiteX61" fmla="*/ 303157 w 608965"/>
              <a:gd name="connsiteY61" fmla="*/ 70765 h 404552"/>
              <a:gd name="connsiteX62" fmla="*/ 305023 w 608965"/>
              <a:gd name="connsiteY62" fmla="*/ 70143 h 404552"/>
              <a:gd name="connsiteX63" fmla="*/ 306811 w 608965"/>
              <a:gd name="connsiteY63" fmla="*/ 69833 h 404552"/>
              <a:gd name="connsiteX64" fmla="*/ 308910 w 608965"/>
              <a:gd name="connsiteY64" fmla="*/ 69600 h 404552"/>
              <a:gd name="connsiteX65" fmla="*/ 309610 w 608965"/>
              <a:gd name="connsiteY65" fmla="*/ 69523 h 404552"/>
              <a:gd name="connsiteX66" fmla="*/ 390314 w 608965"/>
              <a:gd name="connsiteY66" fmla="*/ 68746 h 404552"/>
              <a:gd name="connsiteX67" fmla="*/ 447383 w 608965"/>
              <a:gd name="connsiteY67" fmla="*/ 31176 h 404552"/>
              <a:gd name="connsiteX68" fmla="*/ 462272 w 608965"/>
              <a:gd name="connsiteY68" fmla="*/ 28294 h 404552"/>
              <a:gd name="connsiteX69" fmla="*/ 258259 w 608965"/>
              <a:gd name="connsiteY69" fmla="*/ 0 h 404552"/>
              <a:gd name="connsiteX70" fmla="*/ 297741 w 608965"/>
              <a:gd name="connsiteY70" fmla="*/ 39411 h 404552"/>
              <a:gd name="connsiteX71" fmla="*/ 258259 w 608965"/>
              <a:gd name="connsiteY71" fmla="*/ 78822 h 404552"/>
              <a:gd name="connsiteX72" fmla="*/ 218777 w 608965"/>
              <a:gd name="connsiteY72" fmla="*/ 39411 h 404552"/>
              <a:gd name="connsiteX73" fmla="*/ 258259 w 608965"/>
              <a:gd name="connsiteY73" fmla="*/ 0 h 404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608965" h="404552">
                <a:moveTo>
                  <a:pt x="345375" y="201640"/>
                </a:moveTo>
                <a:lnTo>
                  <a:pt x="290173" y="221745"/>
                </a:lnTo>
                <a:lnTo>
                  <a:pt x="290173" y="306900"/>
                </a:lnTo>
                <a:lnTo>
                  <a:pt x="418615" y="306900"/>
                </a:lnTo>
                <a:lnTo>
                  <a:pt x="350118" y="274685"/>
                </a:lnTo>
                <a:cubicBezTo>
                  <a:pt x="342343" y="271037"/>
                  <a:pt x="337833" y="262809"/>
                  <a:pt x="338844" y="254348"/>
                </a:cubicBezTo>
                <a:close/>
                <a:moveTo>
                  <a:pt x="462272" y="28294"/>
                </a:moveTo>
                <a:cubicBezTo>
                  <a:pt x="467247" y="29313"/>
                  <a:pt x="471835" y="32224"/>
                  <a:pt x="474828" y="36765"/>
                </a:cubicBezTo>
                <a:cubicBezTo>
                  <a:pt x="480893" y="45925"/>
                  <a:pt x="478327" y="58189"/>
                  <a:pt x="469230" y="64244"/>
                </a:cubicBezTo>
                <a:lnTo>
                  <a:pt x="407264" y="105075"/>
                </a:lnTo>
                <a:cubicBezTo>
                  <a:pt x="404076" y="107171"/>
                  <a:pt x="400344" y="108257"/>
                  <a:pt x="396534" y="108335"/>
                </a:cubicBezTo>
                <a:lnTo>
                  <a:pt x="353772" y="108723"/>
                </a:lnTo>
                <a:lnTo>
                  <a:pt x="387671" y="164303"/>
                </a:lnTo>
                <a:lnTo>
                  <a:pt x="387282" y="164380"/>
                </a:lnTo>
                <a:cubicBezTo>
                  <a:pt x="387438" y="164613"/>
                  <a:pt x="387593" y="164846"/>
                  <a:pt x="387671" y="165157"/>
                </a:cubicBezTo>
                <a:cubicBezTo>
                  <a:pt x="387749" y="165389"/>
                  <a:pt x="387826" y="165545"/>
                  <a:pt x="387904" y="165777"/>
                </a:cubicBezTo>
                <a:cubicBezTo>
                  <a:pt x="388060" y="166476"/>
                  <a:pt x="388215" y="167097"/>
                  <a:pt x="388371" y="167796"/>
                </a:cubicBezTo>
                <a:cubicBezTo>
                  <a:pt x="388526" y="168417"/>
                  <a:pt x="388682" y="169115"/>
                  <a:pt x="388759" y="169736"/>
                </a:cubicBezTo>
                <a:cubicBezTo>
                  <a:pt x="388759" y="170280"/>
                  <a:pt x="388837" y="170901"/>
                  <a:pt x="388837" y="171444"/>
                </a:cubicBezTo>
                <a:cubicBezTo>
                  <a:pt x="388837" y="172220"/>
                  <a:pt x="388837" y="172997"/>
                  <a:pt x="388759" y="173773"/>
                </a:cubicBezTo>
                <a:cubicBezTo>
                  <a:pt x="388759" y="173928"/>
                  <a:pt x="388759" y="174161"/>
                  <a:pt x="388759" y="174394"/>
                </a:cubicBezTo>
                <a:lnTo>
                  <a:pt x="379974" y="244955"/>
                </a:lnTo>
                <a:lnTo>
                  <a:pt x="451270" y="278489"/>
                </a:lnTo>
                <a:cubicBezTo>
                  <a:pt x="461144" y="283147"/>
                  <a:pt x="465420" y="294945"/>
                  <a:pt x="460755" y="304804"/>
                </a:cubicBezTo>
                <a:cubicBezTo>
                  <a:pt x="460367" y="305580"/>
                  <a:pt x="459822" y="306201"/>
                  <a:pt x="459356" y="306900"/>
                </a:cubicBezTo>
                <a:lnTo>
                  <a:pt x="595029" y="306900"/>
                </a:lnTo>
                <a:cubicBezTo>
                  <a:pt x="600394" y="306900"/>
                  <a:pt x="604903" y="309073"/>
                  <a:pt x="607236" y="312877"/>
                </a:cubicBezTo>
                <a:cubicBezTo>
                  <a:pt x="609568" y="316681"/>
                  <a:pt x="609568" y="321649"/>
                  <a:pt x="607080" y="326461"/>
                </a:cubicBezTo>
                <a:lnTo>
                  <a:pt x="600161" y="340356"/>
                </a:lnTo>
                <a:cubicBezTo>
                  <a:pt x="595884" y="348817"/>
                  <a:pt x="585077" y="355493"/>
                  <a:pt x="575592" y="355493"/>
                </a:cubicBezTo>
                <a:lnTo>
                  <a:pt x="556310" y="355493"/>
                </a:lnTo>
                <a:cubicBezTo>
                  <a:pt x="553588" y="355493"/>
                  <a:pt x="550945" y="356657"/>
                  <a:pt x="549235" y="358598"/>
                </a:cubicBezTo>
                <a:cubicBezTo>
                  <a:pt x="548224" y="359685"/>
                  <a:pt x="547135" y="361470"/>
                  <a:pt x="547446" y="363877"/>
                </a:cubicBezTo>
                <a:cubicBezTo>
                  <a:pt x="548379" y="372648"/>
                  <a:pt x="551723" y="384292"/>
                  <a:pt x="561830" y="389648"/>
                </a:cubicBezTo>
                <a:cubicBezTo>
                  <a:pt x="565018" y="391278"/>
                  <a:pt x="570849" y="394383"/>
                  <a:pt x="569527" y="399506"/>
                </a:cubicBezTo>
                <a:cubicBezTo>
                  <a:pt x="568283" y="404552"/>
                  <a:pt x="562141" y="404552"/>
                  <a:pt x="559186" y="404552"/>
                </a:cubicBezTo>
                <a:lnTo>
                  <a:pt x="559109" y="404552"/>
                </a:lnTo>
                <a:cubicBezTo>
                  <a:pt x="545814" y="404552"/>
                  <a:pt x="520856" y="399429"/>
                  <a:pt x="504373" y="365584"/>
                </a:cubicBezTo>
                <a:cubicBezTo>
                  <a:pt x="501730" y="359995"/>
                  <a:pt x="495121" y="355493"/>
                  <a:pt x="489678" y="355493"/>
                </a:cubicBezTo>
                <a:lnTo>
                  <a:pt x="205581" y="355493"/>
                </a:lnTo>
                <a:cubicBezTo>
                  <a:pt x="205348" y="355571"/>
                  <a:pt x="191353" y="356657"/>
                  <a:pt x="170594" y="356657"/>
                </a:cubicBezTo>
                <a:cubicBezTo>
                  <a:pt x="111426" y="356657"/>
                  <a:pt x="10663" y="347731"/>
                  <a:pt x="244" y="287726"/>
                </a:cubicBezTo>
                <a:cubicBezTo>
                  <a:pt x="-611" y="282525"/>
                  <a:pt x="944" y="279343"/>
                  <a:pt x="2421" y="277557"/>
                </a:cubicBezTo>
                <a:cubicBezTo>
                  <a:pt x="5920" y="273443"/>
                  <a:pt x="12529" y="273055"/>
                  <a:pt x="18593" y="277014"/>
                </a:cubicBezTo>
                <a:cubicBezTo>
                  <a:pt x="36009" y="288115"/>
                  <a:pt x="72474" y="306900"/>
                  <a:pt x="120990" y="306900"/>
                </a:cubicBezTo>
                <a:lnTo>
                  <a:pt x="250443" y="306900"/>
                </a:lnTo>
                <a:lnTo>
                  <a:pt x="250443" y="207928"/>
                </a:lnTo>
                <a:cubicBezTo>
                  <a:pt x="250443" y="199622"/>
                  <a:pt x="255652" y="192170"/>
                  <a:pt x="263505" y="189298"/>
                </a:cubicBezTo>
                <a:lnTo>
                  <a:pt x="316063" y="170125"/>
                </a:lnTo>
                <a:lnTo>
                  <a:pt x="290095" y="130303"/>
                </a:lnTo>
                <a:lnTo>
                  <a:pt x="256274" y="157161"/>
                </a:lnTo>
                <a:cubicBezTo>
                  <a:pt x="252697" y="160033"/>
                  <a:pt x="248344" y="161508"/>
                  <a:pt x="243912" y="161508"/>
                </a:cubicBezTo>
                <a:cubicBezTo>
                  <a:pt x="241890" y="161508"/>
                  <a:pt x="239947" y="161198"/>
                  <a:pt x="238003" y="160577"/>
                </a:cubicBezTo>
                <a:lnTo>
                  <a:pt x="174792" y="140782"/>
                </a:lnTo>
                <a:cubicBezTo>
                  <a:pt x="164296" y="137522"/>
                  <a:pt x="158465" y="126422"/>
                  <a:pt x="161808" y="115942"/>
                </a:cubicBezTo>
                <a:cubicBezTo>
                  <a:pt x="165074" y="105541"/>
                  <a:pt x="176192" y="99719"/>
                  <a:pt x="186610" y="102979"/>
                </a:cubicBezTo>
                <a:lnTo>
                  <a:pt x="239791" y="119668"/>
                </a:lnTo>
                <a:lnTo>
                  <a:pt x="297404" y="73869"/>
                </a:lnTo>
                <a:cubicBezTo>
                  <a:pt x="297637" y="73714"/>
                  <a:pt x="297792" y="73637"/>
                  <a:pt x="297948" y="73481"/>
                </a:cubicBezTo>
                <a:cubicBezTo>
                  <a:pt x="298570" y="73093"/>
                  <a:pt x="299192" y="72705"/>
                  <a:pt x="299814" y="72317"/>
                </a:cubicBezTo>
                <a:cubicBezTo>
                  <a:pt x="300280" y="72007"/>
                  <a:pt x="300825" y="71696"/>
                  <a:pt x="301369" y="71463"/>
                </a:cubicBezTo>
                <a:cubicBezTo>
                  <a:pt x="301913" y="71153"/>
                  <a:pt x="302535" y="70997"/>
                  <a:pt x="303157" y="70765"/>
                </a:cubicBezTo>
                <a:cubicBezTo>
                  <a:pt x="303779" y="70532"/>
                  <a:pt x="304401" y="70299"/>
                  <a:pt x="305023" y="70143"/>
                </a:cubicBezTo>
                <a:cubicBezTo>
                  <a:pt x="305645" y="69988"/>
                  <a:pt x="306189" y="69911"/>
                  <a:pt x="306811" y="69833"/>
                </a:cubicBezTo>
                <a:cubicBezTo>
                  <a:pt x="307511" y="69755"/>
                  <a:pt x="308211" y="69678"/>
                  <a:pt x="308910" y="69600"/>
                </a:cubicBezTo>
                <a:cubicBezTo>
                  <a:pt x="309144" y="69600"/>
                  <a:pt x="309377" y="69523"/>
                  <a:pt x="309610" y="69523"/>
                </a:cubicBezTo>
                <a:lnTo>
                  <a:pt x="390314" y="68746"/>
                </a:lnTo>
                <a:lnTo>
                  <a:pt x="447383" y="31176"/>
                </a:lnTo>
                <a:cubicBezTo>
                  <a:pt x="451931" y="28149"/>
                  <a:pt x="457296" y="27275"/>
                  <a:pt x="462272" y="28294"/>
                </a:cubicBezTo>
                <a:close/>
                <a:moveTo>
                  <a:pt x="258259" y="0"/>
                </a:moveTo>
                <a:cubicBezTo>
                  <a:pt x="280064" y="0"/>
                  <a:pt x="297741" y="17645"/>
                  <a:pt x="297741" y="39411"/>
                </a:cubicBezTo>
                <a:cubicBezTo>
                  <a:pt x="297741" y="61177"/>
                  <a:pt x="280064" y="78822"/>
                  <a:pt x="258259" y="78822"/>
                </a:cubicBezTo>
                <a:cubicBezTo>
                  <a:pt x="236454" y="78822"/>
                  <a:pt x="218777" y="61177"/>
                  <a:pt x="218777" y="39411"/>
                </a:cubicBezTo>
                <a:cubicBezTo>
                  <a:pt x="218777" y="17645"/>
                  <a:pt x="236454" y="0"/>
                  <a:pt x="258259" y="0"/>
                </a:cubicBezTo>
                <a:close/>
              </a:path>
            </a:pathLst>
          </a:custGeom>
          <a:solidFill>
            <a:schemeClr val="accent1"/>
          </a:solidFill>
          <a:ln>
            <a:noFill/>
          </a:ln>
        </p:spPr>
      </p:sp>
      <p:sp>
        <p:nvSpPr>
          <p:cNvPr id="71" name="person-throwing-bowling-ball_37734">
            <a:extLst>
              <a:ext uri="{FF2B5EF4-FFF2-40B4-BE49-F238E27FC236}">
                <a16:creationId xmlns:a16="http://schemas.microsoft.com/office/drawing/2014/main" id="{4AF9076C-32B8-4EA5-A2D7-6FD9CCA036B5}"/>
              </a:ext>
            </a:extLst>
          </p:cNvPr>
          <p:cNvSpPr>
            <a:spLocks noChangeAspect="1"/>
          </p:cNvSpPr>
          <p:nvPr/>
        </p:nvSpPr>
        <p:spPr bwMode="auto">
          <a:xfrm>
            <a:off x="7937499" y="1742398"/>
            <a:ext cx="609685" cy="508500"/>
          </a:xfrm>
          <a:custGeom>
            <a:avLst/>
            <a:gdLst>
              <a:gd name="connsiteX0" fmla="*/ 510310 w 606645"/>
              <a:gd name="connsiteY0" fmla="*/ 411702 h 505965"/>
              <a:gd name="connsiteX1" fmla="*/ 501679 w 606645"/>
              <a:gd name="connsiteY1" fmla="*/ 420236 h 505965"/>
              <a:gd name="connsiteX2" fmla="*/ 510310 w 606645"/>
              <a:gd name="connsiteY2" fmla="*/ 428771 h 505965"/>
              <a:gd name="connsiteX3" fmla="*/ 518853 w 606645"/>
              <a:gd name="connsiteY3" fmla="*/ 420236 h 505965"/>
              <a:gd name="connsiteX4" fmla="*/ 510310 w 606645"/>
              <a:gd name="connsiteY4" fmla="*/ 411702 h 505965"/>
              <a:gd name="connsiteX5" fmla="*/ 366857 w 606645"/>
              <a:gd name="connsiteY5" fmla="*/ 409390 h 505965"/>
              <a:gd name="connsiteX6" fmla="*/ 373224 w 606645"/>
              <a:gd name="connsiteY6" fmla="*/ 414005 h 505965"/>
              <a:gd name="connsiteX7" fmla="*/ 375229 w 606645"/>
              <a:gd name="connsiteY7" fmla="*/ 422365 h 505965"/>
              <a:gd name="connsiteX8" fmla="*/ 444823 w 606645"/>
              <a:gd name="connsiteY8" fmla="*/ 492380 h 505965"/>
              <a:gd name="connsiteX9" fmla="*/ 454067 w 606645"/>
              <a:gd name="connsiteY9" fmla="*/ 494993 h 505965"/>
              <a:gd name="connsiteX10" fmla="*/ 458253 w 606645"/>
              <a:gd name="connsiteY10" fmla="*/ 501698 h 505965"/>
              <a:gd name="connsiteX11" fmla="*/ 452846 w 606645"/>
              <a:gd name="connsiteY11" fmla="*/ 505965 h 505965"/>
              <a:gd name="connsiteX12" fmla="*/ 451538 w 606645"/>
              <a:gd name="connsiteY12" fmla="*/ 505878 h 505965"/>
              <a:gd name="connsiteX13" fmla="*/ 362235 w 606645"/>
              <a:gd name="connsiteY13" fmla="*/ 415660 h 505965"/>
              <a:gd name="connsiteX14" fmla="*/ 366857 w 606645"/>
              <a:gd name="connsiteY14" fmla="*/ 409390 h 505965"/>
              <a:gd name="connsiteX15" fmla="*/ 524607 w 606645"/>
              <a:gd name="connsiteY15" fmla="*/ 390714 h 505965"/>
              <a:gd name="connsiteX16" fmla="*/ 515976 w 606645"/>
              <a:gd name="connsiteY16" fmla="*/ 399248 h 505965"/>
              <a:gd name="connsiteX17" fmla="*/ 524607 w 606645"/>
              <a:gd name="connsiteY17" fmla="*/ 407783 h 505965"/>
              <a:gd name="connsiteX18" fmla="*/ 533151 w 606645"/>
              <a:gd name="connsiteY18" fmla="*/ 399248 h 505965"/>
              <a:gd name="connsiteX19" fmla="*/ 524607 w 606645"/>
              <a:gd name="connsiteY19" fmla="*/ 390714 h 505965"/>
              <a:gd name="connsiteX20" fmla="*/ 497145 w 606645"/>
              <a:gd name="connsiteY20" fmla="*/ 390714 h 505965"/>
              <a:gd name="connsiteX21" fmla="*/ 488601 w 606645"/>
              <a:gd name="connsiteY21" fmla="*/ 399248 h 505965"/>
              <a:gd name="connsiteX22" fmla="*/ 497145 w 606645"/>
              <a:gd name="connsiteY22" fmla="*/ 407783 h 505965"/>
              <a:gd name="connsiteX23" fmla="*/ 505689 w 606645"/>
              <a:gd name="connsiteY23" fmla="*/ 399248 h 505965"/>
              <a:gd name="connsiteX24" fmla="*/ 497145 w 606645"/>
              <a:gd name="connsiteY24" fmla="*/ 390714 h 505965"/>
              <a:gd name="connsiteX25" fmla="*/ 382521 w 606645"/>
              <a:gd name="connsiteY25" fmla="*/ 366316 h 505965"/>
              <a:gd name="connsiteX26" fmla="*/ 388279 w 606645"/>
              <a:gd name="connsiteY26" fmla="*/ 371626 h 505965"/>
              <a:gd name="connsiteX27" fmla="*/ 390024 w 606645"/>
              <a:gd name="connsiteY27" fmla="*/ 386599 h 505965"/>
              <a:gd name="connsiteX28" fmla="*/ 417504 w 606645"/>
              <a:gd name="connsiteY28" fmla="*/ 442571 h 505965"/>
              <a:gd name="connsiteX29" fmla="*/ 423611 w 606645"/>
              <a:gd name="connsiteY29" fmla="*/ 445792 h 505965"/>
              <a:gd name="connsiteX30" fmla="*/ 426839 w 606645"/>
              <a:gd name="connsiteY30" fmla="*/ 452930 h 505965"/>
              <a:gd name="connsiteX31" fmla="*/ 421692 w 606645"/>
              <a:gd name="connsiteY31" fmla="*/ 456499 h 505965"/>
              <a:gd name="connsiteX32" fmla="*/ 419685 w 606645"/>
              <a:gd name="connsiteY32" fmla="*/ 456151 h 505965"/>
              <a:gd name="connsiteX33" fmla="*/ 377200 w 606645"/>
              <a:gd name="connsiteY33" fmla="*/ 372061 h 505965"/>
              <a:gd name="connsiteX34" fmla="*/ 382521 w 606645"/>
              <a:gd name="connsiteY34" fmla="*/ 366316 h 505965"/>
              <a:gd name="connsiteX35" fmla="*/ 533151 w 606645"/>
              <a:gd name="connsiteY35" fmla="*/ 353614 h 505965"/>
              <a:gd name="connsiteX36" fmla="*/ 606645 w 606645"/>
              <a:gd name="connsiteY36" fmla="*/ 427029 h 505965"/>
              <a:gd name="connsiteX37" fmla="*/ 533151 w 606645"/>
              <a:gd name="connsiteY37" fmla="*/ 500531 h 505965"/>
              <a:gd name="connsiteX38" fmla="*/ 459657 w 606645"/>
              <a:gd name="connsiteY38" fmla="*/ 427029 h 505965"/>
              <a:gd name="connsiteX39" fmla="*/ 533151 w 606645"/>
              <a:gd name="connsiteY39" fmla="*/ 353614 h 505965"/>
              <a:gd name="connsiteX40" fmla="*/ 410262 w 606645"/>
              <a:gd name="connsiteY40" fmla="*/ 93016 h 505965"/>
              <a:gd name="connsiteX41" fmla="*/ 463257 w 606645"/>
              <a:gd name="connsiteY41" fmla="*/ 145905 h 505965"/>
              <a:gd name="connsiteX42" fmla="*/ 410262 w 606645"/>
              <a:gd name="connsiteY42" fmla="*/ 198794 h 505965"/>
              <a:gd name="connsiteX43" fmla="*/ 357267 w 606645"/>
              <a:gd name="connsiteY43" fmla="*/ 145905 h 505965"/>
              <a:gd name="connsiteX44" fmla="*/ 410262 w 606645"/>
              <a:gd name="connsiteY44" fmla="*/ 93016 h 505965"/>
              <a:gd name="connsiteX45" fmla="*/ 177138 w 606645"/>
              <a:gd name="connsiteY45" fmla="*/ 1206 h 505965"/>
              <a:gd name="connsiteX46" fmla="*/ 192780 w 606645"/>
              <a:gd name="connsiteY46" fmla="*/ 14224 h 505965"/>
              <a:gd name="connsiteX47" fmla="*/ 235685 w 606645"/>
              <a:gd name="connsiteY47" fmla="*/ 95374 h 505965"/>
              <a:gd name="connsiteX48" fmla="*/ 330216 w 606645"/>
              <a:gd name="connsiteY48" fmla="*/ 148314 h 505965"/>
              <a:gd name="connsiteX49" fmla="*/ 330914 w 606645"/>
              <a:gd name="connsiteY49" fmla="*/ 148749 h 505965"/>
              <a:gd name="connsiteX50" fmla="*/ 333355 w 606645"/>
              <a:gd name="connsiteY50" fmla="*/ 150403 h 505965"/>
              <a:gd name="connsiteX51" fmla="*/ 335187 w 606645"/>
              <a:gd name="connsiteY51" fmla="*/ 151971 h 505965"/>
              <a:gd name="connsiteX52" fmla="*/ 337018 w 606645"/>
              <a:gd name="connsiteY52" fmla="*/ 153799 h 505965"/>
              <a:gd name="connsiteX53" fmla="*/ 338675 w 606645"/>
              <a:gd name="connsiteY53" fmla="*/ 155889 h 505965"/>
              <a:gd name="connsiteX54" fmla="*/ 339983 w 606645"/>
              <a:gd name="connsiteY54" fmla="*/ 157891 h 505965"/>
              <a:gd name="connsiteX55" fmla="*/ 341378 w 606645"/>
              <a:gd name="connsiteY55" fmla="*/ 160416 h 505965"/>
              <a:gd name="connsiteX56" fmla="*/ 341727 w 606645"/>
              <a:gd name="connsiteY56" fmla="*/ 161200 h 505965"/>
              <a:gd name="connsiteX57" fmla="*/ 380010 w 606645"/>
              <a:gd name="connsiteY57" fmla="*/ 252364 h 505965"/>
              <a:gd name="connsiteX58" fmla="*/ 453350 w 606645"/>
              <a:gd name="connsiteY58" fmla="*/ 266992 h 505965"/>
              <a:gd name="connsiteX59" fmla="*/ 474279 w 606645"/>
              <a:gd name="connsiteY59" fmla="*/ 298338 h 505965"/>
              <a:gd name="connsiteX60" fmla="*/ 442885 w 606645"/>
              <a:gd name="connsiteY60" fmla="*/ 319148 h 505965"/>
              <a:gd name="connsiteX61" fmla="*/ 355680 w 606645"/>
              <a:gd name="connsiteY61" fmla="*/ 301733 h 505965"/>
              <a:gd name="connsiteX62" fmla="*/ 348093 w 606645"/>
              <a:gd name="connsiteY62" fmla="*/ 298947 h 505965"/>
              <a:gd name="connsiteX63" fmla="*/ 336320 w 606645"/>
              <a:gd name="connsiteY63" fmla="*/ 285886 h 505965"/>
              <a:gd name="connsiteX64" fmla="*/ 313909 w 606645"/>
              <a:gd name="connsiteY64" fmla="*/ 232425 h 505965"/>
              <a:gd name="connsiteX65" fmla="*/ 257574 w 606645"/>
              <a:gd name="connsiteY65" fmla="*/ 262638 h 505965"/>
              <a:gd name="connsiteX66" fmla="*/ 307019 w 606645"/>
              <a:gd name="connsiteY66" fmla="*/ 319061 h 505965"/>
              <a:gd name="connsiteX67" fmla="*/ 310333 w 606645"/>
              <a:gd name="connsiteY67" fmla="*/ 349361 h 505965"/>
              <a:gd name="connsiteX68" fmla="*/ 283387 w 606645"/>
              <a:gd name="connsiteY68" fmla="*/ 471088 h 505965"/>
              <a:gd name="connsiteX69" fmla="*/ 247284 w 606645"/>
              <a:gd name="connsiteY69" fmla="*/ 481623 h 505965"/>
              <a:gd name="connsiteX70" fmla="*/ 236732 w 606645"/>
              <a:gd name="connsiteY70" fmla="*/ 445489 h 505965"/>
              <a:gd name="connsiteX71" fmla="*/ 254609 w 606645"/>
              <a:gd name="connsiteY71" fmla="*/ 340132 h 505965"/>
              <a:gd name="connsiteX72" fmla="*/ 202635 w 606645"/>
              <a:gd name="connsiteY72" fmla="*/ 280749 h 505965"/>
              <a:gd name="connsiteX73" fmla="*/ 176211 w 606645"/>
              <a:gd name="connsiteY73" fmla="*/ 347098 h 505965"/>
              <a:gd name="connsiteX74" fmla="*/ 149788 w 606645"/>
              <a:gd name="connsiteY74" fmla="*/ 363728 h 505965"/>
              <a:gd name="connsiteX75" fmla="*/ 24997 w 606645"/>
              <a:gd name="connsiteY75" fmla="*/ 356066 h 505965"/>
              <a:gd name="connsiteX76" fmla="*/ 13835 w 606645"/>
              <a:gd name="connsiteY76" fmla="*/ 352844 h 505965"/>
              <a:gd name="connsiteX77" fmla="*/ 57 w 606645"/>
              <a:gd name="connsiteY77" fmla="*/ 327855 h 505965"/>
              <a:gd name="connsiteX78" fmla="*/ 28224 w 606645"/>
              <a:gd name="connsiteY78" fmla="*/ 302952 h 505965"/>
              <a:gd name="connsiteX79" fmla="*/ 133830 w 606645"/>
              <a:gd name="connsiteY79" fmla="*/ 309483 h 505965"/>
              <a:gd name="connsiteX80" fmla="*/ 169235 w 606645"/>
              <a:gd name="connsiteY80" fmla="*/ 220670 h 505965"/>
              <a:gd name="connsiteX81" fmla="*/ 169584 w 606645"/>
              <a:gd name="connsiteY81" fmla="*/ 219886 h 505965"/>
              <a:gd name="connsiteX82" fmla="*/ 170979 w 606645"/>
              <a:gd name="connsiteY82" fmla="*/ 217187 h 505965"/>
              <a:gd name="connsiteX83" fmla="*/ 172287 w 606645"/>
              <a:gd name="connsiteY83" fmla="*/ 215184 h 505965"/>
              <a:gd name="connsiteX84" fmla="*/ 173857 w 606645"/>
              <a:gd name="connsiteY84" fmla="*/ 213182 h 505965"/>
              <a:gd name="connsiteX85" fmla="*/ 175775 w 606645"/>
              <a:gd name="connsiteY85" fmla="*/ 211179 h 505965"/>
              <a:gd name="connsiteX86" fmla="*/ 176386 w 606645"/>
              <a:gd name="connsiteY86" fmla="*/ 210483 h 505965"/>
              <a:gd name="connsiteX87" fmla="*/ 177345 w 606645"/>
              <a:gd name="connsiteY87" fmla="*/ 209786 h 505965"/>
              <a:gd name="connsiteX88" fmla="*/ 176996 w 606645"/>
              <a:gd name="connsiteY88" fmla="*/ 209525 h 505965"/>
              <a:gd name="connsiteX89" fmla="*/ 252865 w 606645"/>
              <a:gd name="connsiteY89" fmla="*/ 165902 h 505965"/>
              <a:gd name="connsiteX90" fmla="*/ 202809 w 606645"/>
              <a:gd name="connsiteY90" fmla="*/ 137865 h 505965"/>
              <a:gd name="connsiteX91" fmla="*/ 192257 w 606645"/>
              <a:gd name="connsiteY91" fmla="*/ 127068 h 505965"/>
              <a:gd name="connsiteX92" fmla="*/ 145689 w 606645"/>
              <a:gd name="connsiteY92" fmla="*/ 39039 h 505965"/>
              <a:gd name="connsiteX93" fmla="*/ 156852 w 606645"/>
              <a:gd name="connsiteY93" fmla="*/ 3078 h 505965"/>
              <a:gd name="connsiteX94" fmla="*/ 177138 w 606645"/>
              <a:gd name="connsiteY94" fmla="*/ 1206 h 505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606645" h="505965">
                <a:moveTo>
                  <a:pt x="510310" y="411702"/>
                </a:moveTo>
                <a:cubicBezTo>
                  <a:pt x="505515" y="411702"/>
                  <a:pt x="501679" y="415534"/>
                  <a:pt x="501679" y="420236"/>
                </a:cubicBezTo>
                <a:cubicBezTo>
                  <a:pt x="501679" y="425026"/>
                  <a:pt x="505515" y="428771"/>
                  <a:pt x="510310" y="428771"/>
                </a:cubicBezTo>
                <a:cubicBezTo>
                  <a:pt x="515017" y="428771"/>
                  <a:pt x="518853" y="425026"/>
                  <a:pt x="518853" y="420236"/>
                </a:cubicBezTo>
                <a:cubicBezTo>
                  <a:pt x="518853" y="415534"/>
                  <a:pt x="515017" y="411702"/>
                  <a:pt x="510310" y="411702"/>
                </a:cubicBezTo>
                <a:close/>
                <a:moveTo>
                  <a:pt x="366857" y="409390"/>
                </a:moveTo>
                <a:cubicBezTo>
                  <a:pt x="369910" y="408867"/>
                  <a:pt x="372700" y="410957"/>
                  <a:pt x="373224" y="414005"/>
                </a:cubicBezTo>
                <a:cubicBezTo>
                  <a:pt x="373311" y="414528"/>
                  <a:pt x="373834" y="417750"/>
                  <a:pt x="375229" y="422365"/>
                </a:cubicBezTo>
                <a:cubicBezTo>
                  <a:pt x="380201" y="439434"/>
                  <a:pt x="396509" y="477402"/>
                  <a:pt x="444823" y="492380"/>
                </a:cubicBezTo>
                <a:cubicBezTo>
                  <a:pt x="447875" y="493338"/>
                  <a:pt x="450841" y="494296"/>
                  <a:pt x="454067" y="494993"/>
                </a:cubicBezTo>
                <a:cubicBezTo>
                  <a:pt x="457032" y="495689"/>
                  <a:pt x="458951" y="498650"/>
                  <a:pt x="458253" y="501698"/>
                </a:cubicBezTo>
                <a:cubicBezTo>
                  <a:pt x="457643" y="504224"/>
                  <a:pt x="455375" y="505965"/>
                  <a:pt x="452846" y="505965"/>
                </a:cubicBezTo>
                <a:cubicBezTo>
                  <a:pt x="452410" y="505965"/>
                  <a:pt x="451974" y="505965"/>
                  <a:pt x="451538" y="505878"/>
                </a:cubicBezTo>
                <a:cubicBezTo>
                  <a:pt x="374009" y="488113"/>
                  <a:pt x="362322" y="416356"/>
                  <a:pt x="362235" y="415660"/>
                </a:cubicBezTo>
                <a:cubicBezTo>
                  <a:pt x="361712" y="412612"/>
                  <a:pt x="363805" y="409825"/>
                  <a:pt x="366857" y="409390"/>
                </a:cubicBezTo>
                <a:close/>
                <a:moveTo>
                  <a:pt x="524607" y="390714"/>
                </a:moveTo>
                <a:cubicBezTo>
                  <a:pt x="519812" y="390714"/>
                  <a:pt x="515976" y="394545"/>
                  <a:pt x="515976" y="399248"/>
                </a:cubicBezTo>
                <a:cubicBezTo>
                  <a:pt x="515976" y="403951"/>
                  <a:pt x="519812" y="407783"/>
                  <a:pt x="524607" y="407783"/>
                </a:cubicBezTo>
                <a:cubicBezTo>
                  <a:pt x="529315" y="407783"/>
                  <a:pt x="533151" y="403951"/>
                  <a:pt x="533151" y="399248"/>
                </a:cubicBezTo>
                <a:cubicBezTo>
                  <a:pt x="533151" y="394545"/>
                  <a:pt x="529315" y="390714"/>
                  <a:pt x="524607" y="390714"/>
                </a:cubicBezTo>
                <a:close/>
                <a:moveTo>
                  <a:pt x="497145" y="390714"/>
                </a:moveTo>
                <a:cubicBezTo>
                  <a:pt x="492437" y="390714"/>
                  <a:pt x="488601" y="394545"/>
                  <a:pt x="488601" y="399248"/>
                </a:cubicBezTo>
                <a:cubicBezTo>
                  <a:pt x="488601" y="403951"/>
                  <a:pt x="492437" y="407783"/>
                  <a:pt x="497145" y="407783"/>
                </a:cubicBezTo>
                <a:cubicBezTo>
                  <a:pt x="501853" y="407783"/>
                  <a:pt x="505689" y="403951"/>
                  <a:pt x="505689" y="399248"/>
                </a:cubicBezTo>
                <a:cubicBezTo>
                  <a:pt x="505689" y="394545"/>
                  <a:pt x="501853" y="390714"/>
                  <a:pt x="497145" y="390714"/>
                </a:cubicBezTo>
                <a:close/>
                <a:moveTo>
                  <a:pt x="382521" y="366316"/>
                </a:moveTo>
                <a:cubicBezTo>
                  <a:pt x="385575" y="366403"/>
                  <a:pt x="388105" y="368580"/>
                  <a:pt x="388279" y="371626"/>
                </a:cubicBezTo>
                <a:cubicBezTo>
                  <a:pt x="388279" y="371800"/>
                  <a:pt x="388628" y="377981"/>
                  <a:pt x="390024" y="386599"/>
                </a:cubicBezTo>
                <a:cubicBezTo>
                  <a:pt x="392815" y="403834"/>
                  <a:pt x="399882" y="431168"/>
                  <a:pt x="417504" y="442571"/>
                </a:cubicBezTo>
                <a:cubicBezTo>
                  <a:pt x="419424" y="443877"/>
                  <a:pt x="421517" y="444922"/>
                  <a:pt x="423611" y="445792"/>
                </a:cubicBezTo>
                <a:cubicBezTo>
                  <a:pt x="426490" y="446837"/>
                  <a:pt x="427973" y="450058"/>
                  <a:pt x="426839" y="452930"/>
                </a:cubicBezTo>
                <a:cubicBezTo>
                  <a:pt x="425967" y="455106"/>
                  <a:pt x="423873" y="456499"/>
                  <a:pt x="421692" y="456499"/>
                </a:cubicBezTo>
                <a:cubicBezTo>
                  <a:pt x="420994" y="456499"/>
                  <a:pt x="420296" y="456325"/>
                  <a:pt x="419685" y="456151"/>
                </a:cubicBezTo>
                <a:cubicBezTo>
                  <a:pt x="380515" y="441092"/>
                  <a:pt x="377287" y="374934"/>
                  <a:pt x="377200" y="372061"/>
                </a:cubicBezTo>
                <a:cubicBezTo>
                  <a:pt x="377025" y="369015"/>
                  <a:pt x="379381" y="366490"/>
                  <a:pt x="382521" y="366316"/>
                </a:cubicBezTo>
                <a:close/>
                <a:moveTo>
                  <a:pt x="533151" y="353614"/>
                </a:moveTo>
                <a:cubicBezTo>
                  <a:pt x="573778" y="353614"/>
                  <a:pt x="606645" y="386533"/>
                  <a:pt x="606645" y="427029"/>
                </a:cubicBezTo>
                <a:cubicBezTo>
                  <a:pt x="606645" y="467612"/>
                  <a:pt x="573778" y="500531"/>
                  <a:pt x="533151" y="500531"/>
                </a:cubicBezTo>
                <a:cubicBezTo>
                  <a:pt x="492524" y="500531"/>
                  <a:pt x="459657" y="467612"/>
                  <a:pt x="459657" y="427029"/>
                </a:cubicBezTo>
                <a:cubicBezTo>
                  <a:pt x="459657" y="386533"/>
                  <a:pt x="492524" y="353614"/>
                  <a:pt x="533151" y="353614"/>
                </a:cubicBezTo>
                <a:close/>
                <a:moveTo>
                  <a:pt x="410262" y="93016"/>
                </a:moveTo>
                <a:cubicBezTo>
                  <a:pt x="439530" y="93016"/>
                  <a:pt x="463257" y="116695"/>
                  <a:pt x="463257" y="145905"/>
                </a:cubicBezTo>
                <a:cubicBezTo>
                  <a:pt x="463257" y="175115"/>
                  <a:pt x="439530" y="198794"/>
                  <a:pt x="410262" y="198794"/>
                </a:cubicBezTo>
                <a:cubicBezTo>
                  <a:pt x="380994" y="198794"/>
                  <a:pt x="357267" y="175115"/>
                  <a:pt x="357267" y="145905"/>
                </a:cubicBezTo>
                <a:cubicBezTo>
                  <a:pt x="357267" y="116695"/>
                  <a:pt x="380994" y="93016"/>
                  <a:pt x="410262" y="93016"/>
                </a:cubicBezTo>
                <a:close/>
                <a:moveTo>
                  <a:pt x="177138" y="1206"/>
                </a:moveTo>
                <a:cubicBezTo>
                  <a:pt x="183646" y="3231"/>
                  <a:pt x="189379" y="7737"/>
                  <a:pt x="192780" y="14224"/>
                </a:cubicBezTo>
                <a:lnTo>
                  <a:pt x="235685" y="95374"/>
                </a:lnTo>
                <a:lnTo>
                  <a:pt x="330216" y="148314"/>
                </a:lnTo>
                <a:cubicBezTo>
                  <a:pt x="330478" y="148401"/>
                  <a:pt x="330739" y="148662"/>
                  <a:pt x="330914" y="148749"/>
                </a:cubicBezTo>
                <a:cubicBezTo>
                  <a:pt x="331786" y="149271"/>
                  <a:pt x="332570" y="149881"/>
                  <a:pt x="333355" y="150403"/>
                </a:cubicBezTo>
                <a:cubicBezTo>
                  <a:pt x="333966" y="150926"/>
                  <a:pt x="334576" y="151448"/>
                  <a:pt x="335187" y="151971"/>
                </a:cubicBezTo>
                <a:cubicBezTo>
                  <a:pt x="335797" y="152493"/>
                  <a:pt x="336408" y="153190"/>
                  <a:pt x="337018" y="153799"/>
                </a:cubicBezTo>
                <a:cubicBezTo>
                  <a:pt x="337541" y="154496"/>
                  <a:pt x="338152" y="155192"/>
                  <a:pt x="338675" y="155889"/>
                </a:cubicBezTo>
                <a:cubicBezTo>
                  <a:pt x="339111" y="156498"/>
                  <a:pt x="339547" y="157195"/>
                  <a:pt x="339983" y="157891"/>
                </a:cubicBezTo>
                <a:cubicBezTo>
                  <a:pt x="340419" y="158762"/>
                  <a:pt x="340942" y="159546"/>
                  <a:pt x="341378" y="160416"/>
                </a:cubicBezTo>
                <a:cubicBezTo>
                  <a:pt x="341465" y="160765"/>
                  <a:pt x="341640" y="160939"/>
                  <a:pt x="341727" y="161200"/>
                </a:cubicBezTo>
                <a:lnTo>
                  <a:pt x="380010" y="252364"/>
                </a:lnTo>
                <a:lnTo>
                  <a:pt x="453350" y="266992"/>
                </a:lnTo>
                <a:cubicBezTo>
                  <a:pt x="467826" y="269865"/>
                  <a:pt x="477157" y="283971"/>
                  <a:pt x="474279" y="298338"/>
                </a:cubicBezTo>
                <a:cubicBezTo>
                  <a:pt x="471402" y="312704"/>
                  <a:pt x="457361" y="322021"/>
                  <a:pt x="442885" y="319148"/>
                </a:cubicBezTo>
                <a:lnTo>
                  <a:pt x="355680" y="301733"/>
                </a:lnTo>
                <a:cubicBezTo>
                  <a:pt x="352977" y="301211"/>
                  <a:pt x="350448" y="300253"/>
                  <a:pt x="348093" y="298947"/>
                </a:cubicBezTo>
                <a:cubicBezTo>
                  <a:pt x="342861" y="296074"/>
                  <a:pt x="338675" y="291546"/>
                  <a:pt x="336320" y="285886"/>
                </a:cubicBezTo>
                <a:lnTo>
                  <a:pt x="313909" y="232425"/>
                </a:lnTo>
                <a:lnTo>
                  <a:pt x="257574" y="262638"/>
                </a:lnTo>
                <a:lnTo>
                  <a:pt x="307019" y="319061"/>
                </a:lnTo>
                <a:cubicBezTo>
                  <a:pt x="314345" y="327419"/>
                  <a:pt x="315653" y="339609"/>
                  <a:pt x="310333" y="349361"/>
                </a:cubicBezTo>
                <a:lnTo>
                  <a:pt x="283387" y="471088"/>
                </a:lnTo>
                <a:cubicBezTo>
                  <a:pt x="276323" y="483887"/>
                  <a:pt x="260190" y="488676"/>
                  <a:pt x="247284" y="481623"/>
                </a:cubicBezTo>
                <a:cubicBezTo>
                  <a:pt x="234377" y="474484"/>
                  <a:pt x="229668" y="458375"/>
                  <a:pt x="236732" y="445489"/>
                </a:cubicBezTo>
                <a:lnTo>
                  <a:pt x="254609" y="340132"/>
                </a:lnTo>
                <a:lnTo>
                  <a:pt x="202635" y="280749"/>
                </a:lnTo>
                <a:lnTo>
                  <a:pt x="176211" y="347098"/>
                </a:lnTo>
                <a:cubicBezTo>
                  <a:pt x="171938" y="357720"/>
                  <a:pt x="161299" y="364512"/>
                  <a:pt x="149788" y="363728"/>
                </a:cubicBezTo>
                <a:lnTo>
                  <a:pt x="24997" y="356066"/>
                </a:lnTo>
                <a:cubicBezTo>
                  <a:pt x="20899" y="355805"/>
                  <a:pt x="17149" y="354673"/>
                  <a:pt x="13835" y="352844"/>
                </a:cubicBezTo>
                <a:cubicBezTo>
                  <a:pt x="5027" y="348055"/>
                  <a:pt x="-641" y="338478"/>
                  <a:pt x="57" y="327855"/>
                </a:cubicBezTo>
                <a:cubicBezTo>
                  <a:pt x="929" y="313227"/>
                  <a:pt x="13573" y="302082"/>
                  <a:pt x="28224" y="302952"/>
                </a:cubicBezTo>
                <a:lnTo>
                  <a:pt x="133830" y="309483"/>
                </a:lnTo>
                <a:lnTo>
                  <a:pt x="169235" y="220670"/>
                </a:lnTo>
                <a:cubicBezTo>
                  <a:pt x="169322" y="220409"/>
                  <a:pt x="169497" y="220147"/>
                  <a:pt x="169584" y="219886"/>
                </a:cubicBezTo>
                <a:cubicBezTo>
                  <a:pt x="170020" y="219016"/>
                  <a:pt x="170543" y="218145"/>
                  <a:pt x="170979" y="217187"/>
                </a:cubicBezTo>
                <a:cubicBezTo>
                  <a:pt x="171415" y="216578"/>
                  <a:pt x="171764" y="215881"/>
                  <a:pt x="172287" y="215184"/>
                </a:cubicBezTo>
                <a:cubicBezTo>
                  <a:pt x="172723" y="214488"/>
                  <a:pt x="173334" y="213878"/>
                  <a:pt x="173857" y="213182"/>
                </a:cubicBezTo>
                <a:cubicBezTo>
                  <a:pt x="174467" y="212485"/>
                  <a:pt x="175078" y="211789"/>
                  <a:pt x="175775" y="211179"/>
                </a:cubicBezTo>
                <a:cubicBezTo>
                  <a:pt x="176037" y="210918"/>
                  <a:pt x="176211" y="210657"/>
                  <a:pt x="176386" y="210483"/>
                </a:cubicBezTo>
                <a:cubicBezTo>
                  <a:pt x="176735" y="210221"/>
                  <a:pt x="177083" y="210047"/>
                  <a:pt x="177345" y="209786"/>
                </a:cubicBezTo>
                <a:lnTo>
                  <a:pt x="176996" y="209525"/>
                </a:lnTo>
                <a:lnTo>
                  <a:pt x="252865" y="165902"/>
                </a:lnTo>
                <a:lnTo>
                  <a:pt x="202809" y="137865"/>
                </a:lnTo>
                <a:cubicBezTo>
                  <a:pt x="198274" y="135340"/>
                  <a:pt x="194612" y="131596"/>
                  <a:pt x="192257" y="127068"/>
                </a:cubicBezTo>
                <a:lnTo>
                  <a:pt x="145689" y="39039"/>
                </a:lnTo>
                <a:cubicBezTo>
                  <a:pt x="138800" y="26065"/>
                  <a:pt x="143858" y="9957"/>
                  <a:pt x="156852" y="3078"/>
                </a:cubicBezTo>
                <a:cubicBezTo>
                  <a:pt x="163349" y="-361"/>
                  <a:pt x="170630" y="-818"/>
                  <a:pt x="177138" y="1206"/>
                </a:cubicBezTo>
                <a:close/>
              </a:path>
            </a:pathLst>
          </a:custGeom>
          <a:solidFill>
            <a:schemeClr val="accent1"/>
          </a:solidFill>
          <a:ln>
            <a:noFill/>
          </a:ln>
        </p:spPr>
      </p:sp>
      <p:sp>
        <p:nvSpPr>
          <p:cNvPr id="72" name="paralympic-judo_37435">
            <a:extLst>
              <a:ext uri="{FF2B5EF4-FFF2-40B4-BE49-F238E27FC236}">
                <a16:creationId xmlns:a16="http://schemas.microsoft.com/office/drawing/2014/main" id="{AD3F397A-4F4F-49A3-BCD6-C96D09B538DD}"/>
              </a:ext>
            </a:extLst>
          </p:cNvPr>
          <p:cNvSpPr>
            <a:spLocks noChangeAspect="1"/>
          </p:cNvSpPr>
          <p:nvPr/>
        </p:nvSpPr>
        <p:spPr bwMode="auto">
          <a:xfrm>
            <a:off x="9143999" y="1742398"/>
            <a:ext cx="544495" cy="609685"/>
          </a:xfrm>
          <a:custGeom>
            <a:avLst/>
            <a:gdLst>
              <a:gd name="connsiteX0" fmla="*/ 48451 w 540363"/>
              <a:gd name="connsiteY0" fmla="*/ 552238 h 605058"/>
              <a:gd name="connsiteX1" fmla="*/ 50838 w 540363"/>
              <a:gd name="connsiteY1" fmla="*/ 557245 h 605058"/>
              <a:gd name="connsiteX2" fmla="*/ 49274 w 540363"/>
              <a:gd name="connsiteY2" fmla="*/ 572925 h 605058"/>
              <a:gd name="connsiteX3" fmla="*/ 57342 w 540363"/>
              <a:gd name="connsiteY3" fmla="*/ 577029 h 605058"/>
              <a:gd name="connsiteX4" fmla="*/ 56848 w 540363"/>
              <a:gd name="connsiteY4" fmla="*/ 582529 h 605058"/>
              <a:gd name="connsiteX5" fmla="*/ 51250 w 540363"/>
              <a:gd name="connsiteY5" fmla="*/ 582037 h 605058"/>
              <a:gd name="connsiteX6" fmla="*/ 36431 w 540363"/>
              <a:gd name="connsiteY6" fmla="*/ 583761 h 605058"/>
              <a:gd name="connsiteX7" fmla="*/ 34537 w 540363"/>
              <a:gd name="connsiteY7" fmla="*/ 584171 h 605058"/>
              <a:gd name="connsiteX8" fmla="*/ 31080 w 540363"/>
              <a:gd name="connsiteY8" fmla="*/ 582119 h 605058"/>
              <a:gd name="connsiteX9" fmla="*/ 32726 w 540363"/>
              <a:gd name="connsiteY9" fmla="*/ 576783 h 605058"/>
              <a:gd name="connsiteX10" fmla="*/ 41288 w 540363"/>
              <a:gd name="connsiteY10" fmla="*/ 573581 h 605058"/>
              <a:gd name="connsiteX11" fmla="*/ 43429 w 540363"/>
              <a:gd name="connsiteY11" fmla="*/ 554536 h 605058"/>
              <a:gd name="connsiteX12" fmla="*/ 48451 w 540363"/>
              <a:gd name="connsiteY12" fmla="*/ 552238 h 605058"/>
              <a:gd name="connsiteX13" fmla="*/ 172980 w 540363"/>
              <a:gd name="connsiteY13" fmla="*/ 547307 h 605058"/>
              <a:gd name="connsiteX14" fmla="*/ 206929 w 540363"/>
              <a:gd name="connsiteY14" fmla="*/ 552186 h 605058"/>
              <a:gd name="connsiteX15" fmla="*/ 203887 w 540363"/>
              <a:gd name="connsiteY15" fmla="*/ 559402 h 605058"/>
              <a:gd name="connsiteX16" fmla="*/ 96865 w 540363"/>
              <a:gd name="connsiteY16" fmla="*/ 574080 h 605058"/>
              <a:gd name="connsiteX17" fmla="*/ 93742 w 540363"/>
              <a:gd name="connsiteY17" fmla="*/ 566864 h 605058"/>
              <a:gd name="connsiteX18" fmla="*/ 172980 w 540363"/>
              <a:gd name="connsiteY18" fmla="*/ 547307 h 605058"/>
              <a:gd name="connsiteX19" fmla="*/ 117919 w 540363"/>
              <a:gd name="connsiteY19" fmla="*/ 406152 h 605058"/>
              <a:gd name="connsiteX20" fmla="*/ 160086 w 540363"/>
              <a:gd name="connsiteY20" fmla="*/ 451786 h 605058"/>
              <a:gd name="connsiteX21" fmla="*/ 56271 w 540363"/>
              <a:gd name="connsiteY21" fmla="*/ 464261 h 605058"/>
              <a:gd name="connsiteX22" fmla="*/ 57997 w 540363"/>
              <a:gd name="connsiteY22" fmla="*/ 464589 h 605058"/>
              <a:gd name="connsiteX23" fmla="*/ 60709 w 540363"/>
              <a:gd name="connsiteY23" fmla="*/ 469514 h 605058"/>
              <a:gd name="connsiteX24" fmla="*/ 58983 w 540363"/>
              <a:gd name="connsiteY24" fmla="*/ 471730 h 605058"/>
              <a:gd name="connsiteX25" fmla="*/ 159182 w 540363"/>
              <a:gd name="connsiteY25" fmla="*/ 459747 h 605058"/>
              <a:gd name="connsiteX26" fmla="*/ 160497 w 540363"/>
              <a:gd name="connsiteY26" fmla="*/ 459993 h 605058"/>
              <a:gd name="connsiteX27" fmla="*/ 159675 w 540363"/>
              <a:gd name="connsiteY27" fmla="*/ 468365 h 605058"/>
              <a:gd name="connsiteX28" fmla="*/ 97369 w 540363"/>
              <a:gd name="connsiteY28" fmla="*/ 510059 h 605058"/>
              <a:gd name="connsiteX29" fmla="*/ 56846 w 540363"/>
              <a:gd name="connsiteY29" fmla="*/ 472469 h 605058"/>
              <a:gd name="connsiteX30" fmla="*/ 57750 w 540363"/>
              <a:gd name="connsiteY30" fmla="*/ 472140 h 605058"/>
              <a:gd name="connsiteX31" fmla="*/ 55778 w 540363"/>
              <a:gd name="connsiteY31" fmla="*/ 472140 h 605058"/>
              <a:gd name="connsiteX32" fmla="*/ 44517 w 540363"/>
              <a:gd name="connsiteY32" fmla="*/ 481825 h 605058"/>
              <a:gd name="connsiteX33" fmla="*/ 43201 w 540363"/>
              <a:gd name="connsiteY33" fmla="*/ 483302 h 605058"/>
              <a:gd name="connsiteX34" fmla="*/ 39174 w 540363"/>
              <a:gd name="connsiteY34" fmla="*/ 483467 h 605058"/>
              <a:gd name="connsiteX35" fmla="*/ 37530 w 540363"/>
              <a:gd name="connsiteY35" fmla="*/ 478214 h 605058"/>
              <a:gd name="connsiteX36" fmla="*/ 42790 w 540363"/>
              <a:gd name="connsiteY36" fmla="*/ 470745 h 605058"/>
              <a:gd name="connsiteX37" fmla="*/ 33913 w 540363"/>
              <a:gd name="connsiteY37" fmla="*/ 453756 h 605058"/>
              <a:gd name="connsiteX38" fmla="*/ 36708 w 540363"/>
              <a:gd name="connsiteY38" fmla="*/ 448995 h 605058"/>
              <a:gd name="connsiteX39" fmla="*/ 41475 w 540363"/>
              <a:gd name="connsiteY39" fmla="*/ 451868 h 605058"/>
              <a:gd name="connsiteX40" fmla="*/ 49037 w 540363"/>
              <a:gd name="connsiteY40" fmla="*/ 465738 h 605058"/>
              <a:gd name="connsiteX41" fmla="*/ 55202 w 540363"/>
              <a:gd name="connsiteY41" fmla="*/ 464179 h 605058"/>
              <a:gd name="connsiteX42" fmla="*/ 55613 w 540363"/>
              <a:gd name="connsiteY42" fmla="*/ 447928 h 605058"/>
              <a:gd name="connsiteX43" fmla="*/ 117919 w 540363"/>
              <a:gd name="connsiteY43" fmla="*/ 406152 h 605058"/>
              <a:gd name="connsiteX44" fmla="*/ 371803 w 540363"/>
              <a:gd name="connsiteY44" fmla="*/ 322849 h 605058"/>
              <a:gd name="connsiteX45" fmla="*/ 368680 w 540363"/>
              <a:gd name="connsiteY45" fmla="*/ 327857 h 605058"/>
              <a:gd name="connsiteX46" fmla="*/ 363501 w 540363"/>
              <a:gd name="connsiteY46" fmla="*/ 333356 h 605058"/>
              <a:gd name="connsiteX47" fmla="*/ 296016 w 540363"/>
              <a:gd name="connsiteY47" fmla="*/ 383921 h 605058"/>
              <a:gd name="connsiteX48" fmla="*/ 290837 w 540363"/>
              <a:gd name="connsiteY48" fmla="*/ 386629 h 605058"/>
              <a:gd name="connsiteX49" fmla="*/ 303085 w 540363"/>
              <a:gd name="connsiteY49" fmla="*/ 395741 h 605058"/>
              <a:gd name="connsiteX50" fmla="*/ 363830 w 540363"/>
              <a:gd name="connsiteY50" fmla="*/ 354370 h 605058"/>
              <a:gd name="connsiteX51" fmla="*/ 378158 w 540363"/>
              <a:gd name="connsiteY51" fmla="*/ 137280 h 605058"/>
              <a:gd name="connsiteX52" fmla="*/ 394774 w 540363"/>
              <a:gd name="connsiteY52" fmla="*/ 175598 h 605058"/>
              <a:gd name="connsiteX53" fmla="*/ 341719 w 540363"/>
              <a:gd name="connsiteY53" fmla="*/ 228521 h 605058"/>
              <a:gd name="connsiteX54" fmla="*/ 310872 w 540363"/>
              <a:gd name="connsiteY54" fmla="*/ 218511 h 605058"/>
              <a:gd name="connsiteX55" fmla="*/ 378158 w 540363"/>
              <a:gd name="connsiteY55" fmla="*/ 137280 h 605058"/>
              <a:gd name="connsiteX56" fmla="*/ 107719 w 540363"/>
              <a:gd name="connsiteY56" fmla="*/ 203 h 605058"/>
              <a:gd name="connsiteX57" fmla="*/ 125207 w 540363"/>
              <a:gd name="connsiteY57" fmla="*/ 10105 h 605058"/>
              <a:gd name="connsiteX58" fmla="*/ 220722 w 540363"/>
              <a:gd name="connsiteY58" fmla="*/ 132658 h 605058"/>
              <a:gd name="connsiteX59" fmla="*/ 220475 w 540363"/>
              <a:gd name="connsiteY59" fmla="*/ 165082 h 605058"/>
              <a:gd name="connsiteX60" fmla="*/ 168033 w 540363"/>
              <a:gd name="connsiteY60" fmla="*/ 230421 h 605058"/>
              <a:gd name="connsiteX61" fmla="*/ 225571 w 540363"/>
              <a:gd name="connsiteY61" fmla="*/ 241749 h 605058"/>
              <a:gd name="connsiteX62" fmla="*/ 267000 w 540363"/>
              <a:gd name="connsiteY62" fmla="*/ 104175 h 605058"/>
              <a:gd name="connsiteX63" fmla="*/ 299632 w 540363"/>
              <a:gd name="connsiteY63" fmla="*/ 86608 h 605058"/>
              <a:gd name="connsiteX64" fmla="*/ 317141 w 540363"/>
              <a:gd name="connsiteY64" fmla="*/ 119196 h 605058"/>
              <a:gd name="connsiteX65" fmla="*/ 313689 w 540363"/>
              <a:gd name="connsiteY65" fmla="*/ 130770 h 605058"/>
              <a:gd name="connsiteX66" fmla="*/ 341718 w 540363"/>
              <a:gd name="connsiteY66" fmla="*/ 122644 h 605058"/>
              <a:gd name="connsiteX67" fmla="*/ 371721 w 540363"/>
              <a:gd name="connsiteY67" fmla="*/ 132083 h 605058"/>
              <a:gd name="connsiteX68" fmla="*/ 372543 w 540363"/>
              <a:gd name="connsiteY68" fmla="*/ 131427 h 605058"/>
              <a:gd name="connsiteX69" fmla="*/ 374187 w 540363"/>
              <a:gd name="connsiteY69" fmla="*/ 116651 h 605058"/>
              <a:gd name="connsiteX70" fmla="*/ 374187 w 540363"/>
              <a:gd name="connsiteY70" fmla="*/ 114764 h 605058"/>
              <a:gd name="connsiteX71" fmla="*/ 376982 w 540363"/>
              <a:gd name="connsiteY71" fmla="*/ 111808 h 605058"/>
              <a:gd name="connsiteX72" fmla="*/ 381749 w 540363"/>
              <a:gd name="connsiteY72" fmla="*/ 114517 h 605058"/>
              <a:gd name="connsiteX73" fmla="*/ 383064 w 540363"/>
              <a:gd name="connsiteY73" fmla="*/ 123547 h 605058"/>
              <a:gd name="connsiteX74" fmla="*/ 401148 w 540363"/>
              <a:gd name="connsiteY74" fmla="*/ 129949 h 605058"/>
              <a:gd name="connsiteX75" fmla="*/ 402299 w 540363"/>
              <a:gd name="connsiteY75" fmla="*/ 135367 h 605058"/>
              <a:gd name="connsiteX76" fmla="*/ 396791 w 540363"/>
              <a:gd name="connsiteY76" fmla="*/ 136516 h 605058"/>
              <a:gd name="connsiteX77" fmla="*/ 381831 w 540363"/>
              <a:gd name="connsiteY77" fmla="*/ 131509 h 605058"/>
              <a:gd name="connsiteX78" fmla="*/ 376077 w 540363"/>
              <a:gd name="connsiteY78" fmla="*/ 138486 h 605058"/>
              <a:gd name="connsiteX79" fmla="*/ 370817 w 540363"/>
              <a:gd name="connsiteY79" fmla="*/ 136680 h 605058"/>
              <a:gd name="connsiteX80" fmla="*/ 370406 w 540363"/>
              <a:gd name="connsiteY80" fmla="*/ 135203 h 605058"/>
              <a:gd name="connsiteX81" fmla="*/ 304153 w 540363"/>
              <a:gd name="connsiteY81" fmla="*/ 212855 h 605058"/>
              <a:gd name="connsiteX82" fmla="*/ 293632 w 540363"/>
              <a:gd name="connsiteY82" fmla="*/ 197505 h 605058"/>
              <a:gd name="connsiteX83" fmla="*/ 268972 w 540363"/>
              <a:gd name="connsiteY83" fmla="*/ 279590 h 605058"/>
              <a:gd name="connsiteX84" fmla="*/ 243902 w 540363"/>
              <a:gd name="connsiteY84" fmla="*/ 298224 h 605058"/>
              <a:gd name="connsiteX85" fmla="*/ 238805 w 540363"/>
              <a:gd name="connsiteY85" fmla="*/ 297731 h 605058"/>
              <a:gd name="connsiteX86" fmla="*/ 176581 w 540363"/>
              <a:gd name="connsiteY86" fmla="*/ 285419 h 605058"/>
              <a:gd name="connsiteX87" fmla="*/ 157182 w 540363"/>
              <a:gd name="connsiteY87" fmla="*/ 346654 h 605058"/>
              <a:gd name="connsiteX88" fmla="*/ 232476 w 540363"/>
              <a:gd name="connsiteY88" fmla="*/ 348132 h 605058"/>
              <a:gd name="connsiteX89" fmla="*/ 244559 w 540363"/>
              <a:gd name="connsiteY89" fmla="*/ 352236 h 605058"/>
              <a:gd name="connsiteX90" fmla="*/ 262643 w 540363"/>
              <a:gd name="connsiteY90" fmla="*/ 365698 h 605058"/>
              <a:gd name="connsiteX91" fmla="*/ 270863 w 540363"/>
              <a:gd name="connsiteY91" fmla="*/ 350430 h 605058"/>
              <a:gd name="connsiteX92" fmla="*/ 335307 w 540363"/>
              <a:gd name="connsiteY92" fmla="*/ 302164 h 605058"/>
              <a:gd name="connsiteX93" fmla="*/ 391038 w 540363"/>
              <a:gd name="connsiteY93" fmla="*/ 214004 h 605058"/>
              <a:gd name="connsiteX94" fmla="*/ 395476 w 540363"/>
              <a:gd name="connsiteY94" fmla="*/ 209079 h 605058"/>
              <a:gd name="connsiteX95" fmla="*/ 398271 w 540363"/>
              <a:gd name="connsiteY95" fmla="*/ 203990 h 605058"/>
              <a:gd name="connsiteX96" fmla="*/ 414711 w 540363"/>
              <a:gd name="connsiteY96" fmla="*/ 201281 h 605058"/>
              <a:gd name="connsiteX97" fmla="*/ 513924 w 540363"/>
              <a:gd name="connsiteY97" fmla="*/ 289277 h 605058"/>
              <a:gd name="connsiteX98" fmla="*/ 521733 w 540363"/>
              <a:gd name="connsiteY98" fmla="*/ 306679 h 605058"/>
              <a:gd name="connsiteX99" fmla="*/ 521733 w 540363"/>
              <a:gd name="connsiteY99" fmla="*/ 366929 h 605058"/>
              <a:gd name="connsiteX100" fmla="*/ 519760 w 540363"/>
              <a:gd name="connsiteY100" fmla="*/ 372675 h 605058"/>
              <a:gd name="connsiteX101" fmla="*/ 517295 w 540363"/>
              <a:gd name="connsiteY101" fmla="*/ 379734 h 605058"/>
              <a:gd name="connsiteX102" fmla="*/ 475455 w 540363"/>
              <a:gd name="connsiteY102" fmla="*/ 456073 h 605058"/>
              <a:gd name="connsiteX103" fmla="*/ 537022 w 540363"/>
              <a:gd name="connsiteY103" fmla="*/ 566150 h 605058"/>
              <a:gd name="connsiteX104" fmla="*/ 526994 w 540363"/>
              <a:gd name="connsiteY104" fmla="*/ 601775 h 605058"/>
              <a:gd name="connsiteX105" fmla="*/ 514171 w 540363"/>
              <a:gd name="connsiteY105" fmla="*/ 605058 h 605058"/>
              <a:gd name="connsiteX106" fmla="*/ 491320 w 540363"/>
              <a:gd name="connsiteY106" fmla="*/ 591678 h 605058"/>
              <a:gd name="connsiteX107" fmla="*/ 422602 w 540363"/>
              <a:gd name="connsiteY107" fmla="*/ 468961 h 605058"/>
              <a:gd name="connsiteX108" fmla="*/ 422520 w 540363"/>
              <a:gd name="connsiteY108" fmla="*/ 443679 h 605058"/>
              <a:gd name="connsiteX109" fmla="*/ 426219 w 540363"/>
              <a:gd name="connsiteY109" fmla="*/ 436866 h 605058"/>
              <a:gd name="connsiteX110" fmla="*/ 409532 w 540363"/>
              <a:gd name="connsiteY110" fmla="*/ 449835 h 605058"/>
              <a:gd name="connsiteX111" fmla="*/ 381420 w 540363"/>
              <a:gd name="connsiteY111" fmla="*/ 584290 h 605058"/>
              <a:gd name="connsiteX112" fmla="*/ 355774 w 540363"/>
              <a:gd name="connsiteY112" fmla="*/ 605058 h 605058"/>
              <a:gd name="connsiteX113" fmla="*/ 350432 w 540363"/>
              <a:gd name="connsiteY113" fmla="*/ 604565 h 605058"/>
              <a:gd name="connsiteX114" fmla="*/ 330128 w 540363"/>
              <a:gd name="connsiteY114" fmla="*/ 573537 h 605058"/>
              <a:gd name="connsiteX115" fmla="*/ 360213 w 540363"/>
              <a:gd name="connsiteY115" fmla="*/ 429806 h 605058"/>
              <a:gd name="connsiteX116" fmla="*/ 369748 w 540363"/>
              <a:gd name="connsiteY116" fmla="*/ 414538 h 605058"/>
              <a:gd name="connsiteX117" fmla="*/ 435671 w 540363"/>
              <a:gd name="connsiteY117" fmla="*/ 363153 h 605058"/>
              <a:gd name="connsiteX118" fmla="*/ 420629 w 540363"/>
              <a:gd name="connsiteY118" fmla="*/ 320551 h 605058"/>
              <a:gd name="connsiteX119" fmla="*/ 417012 w 540363"/>
              <a:gd name="connsiteY119" fmla="*/ 314969 h 605058"/>
              <a:gd name="connsiteX120" fmla="*/ 402545 w 540363"/>
              <a:gd name="connsiteY120" fmla="*/ 372347 h 605058"/>
              <a:gd name="connsiteX121" fmla="*/ 394079 w 540363"/>
              <a:gd name="connsiteY121" fmla="*/ 384495 h 605058"/>
              <a:gd name="connsiteX122" fmla="*/ 314511 w 540363"/>
              <a:gd name="connsiteY122" fmla="*/ 438589 h 605058"/>
              <a:gd name="connsiteX123" fmla="*/ 302756 w 540363"/>
              <a:gd name="connsiteY123" fmla="*/ 442283 h 605058"/>
              <a:gd name="connsiteX124" fmla="*/ 288700 w 540363"/>
              <a:gd name="connsiteY124" fmla="*/ 436783 h 605058"/>
              <a:gd name="connsiteX125" fmla="*/ 287056 w 540363"/>
              <a:gd name="connsiteY125" fmla="*/ 435963 h 605058"/>
              <a:gd name="connsiteX126" fmla="*/ 224914 w 540363"/>
              <a:gd name="connsiteY126" fmla="*/ 389831 h 605058"/>
              <a:gd name="connsiteX127" fmla="*/ 128248 w 540363"/>
              <a:gd name="connsiteY127" fmla="*/ 388025 h 605058"/>
              <a:gd name="connsiteX128" fmla="*/ 125125 w 540363"/>
              <a:gd name="connsiteY128" fmla="*/ 387615 h 605058"/>
              <a:gd name="connsiteX129" fmla="*/ 74984 w 540363"/>
              <a:gd name="connsiteY129" fmla="*/ 387040 h 605058"/>
              <a:gd name="connsiteX130" fmla="*/ 74573 w 540363"/>
              <a:gd name="connsiteY130" fmla="*/ 387122 h 605058"/>
              <a:gd name="connsiteX131" fmla="*/ 73997 w 540363"/>
              <a:gd name="connsiteY131" fmla="*/ 387040 h 605058"/>
              <a:gd name="connsiteX132" fmla="*/ 71367 w 540363"/>
              <a:gd name="connsiteY132" fmla="*/ 386958 h 605058"/>
              <a:gd name="connsiteX133" fmla="*/ 66435 w 540363"/>
              <a:gd name="connsiteY133" fmla="*/ 385316 h 605058"/>
              <a:gd name="connsiteX134" fmla="*/ 57476 w 540363"/>
              <a:gd name="connsiteY134" fmla="*/ 378257 h 605058"/>
              <a:gd name="connsiteX135" fmla="*/ 3882 w 540363"/>
              <a:gd name="connsiteY135" fmla="*/ 302821 h 605058"/>
              <a:gd name="connsiteX136" fmla="*/ 101 w 540363"/>
              <a:gd name="connsiteY136" fmla="*/ 288702 h 605058"/>
              <a:gd name="connsiteX137" fmla="*/ 8978 w 540363"/>
              <a:gd name="connsiteY137" fmla="*/ 197177 h 605058"/>
              <a:gd name="connsiteX138" fmla="*/ 31830 w 540363"/>
              <a:gd name="connsiteY138" fmla="*/ 178379 h 605058"/>
              <a:gd name="connsiteX139" fmla="*/ 50653 w 540363"/>
              <a:gd name="connsiteY139" fmla="*/ 201199 h 605058"/>
              <a:gd name="connsiteX140" fmla="*/ 42598 w 540363"/>
              <a:gd name="connsiteY140" fmla="*/ 284926 h 605058"/>
              <a:gd name="connsiteX141" fmla="*/ 69723 w 540363"/>
              <a:gd name="connsiteY141" fmla="*/ 323096 h 605058"/>
              <a:gd name="connsiteX142" fmla="*/ 71860 w 540363"/>
              <a:gd name="connsiteY142" fmla="*/ 306268 h 605058"/>
              <a:gd name="connsiteX143" fmla="*/ 78272 w 540363"/>
              <a:gd name="connsiteY143" fmla="*/ 286486 h 605058"/>
              <a:gd name="connsiteX144" fmla="*/ 94958 w 540363"/>
              <a:gd name="connsiteY144" fmla="*/ 243063 h 605058"/>
              <a:gd name="connsiteX145" fmla="*/ 100137 w 540363"/>
              <a:gd name="connsiteY145" fmla="*/ 231406 h 605058"/>
              <a:gd name="connsiteX146" fmla="*/ 166635 w 540363"/>
              <a:gd name="connsiteY146" fmla="*/ 148501 h 605058"/>
              <a:gd name="connsiteX147" fmla="*/ 83861 w 540363"/>
              <a:gd name="connsiteY147" fmla="*/ 42282 h 605058"/>
              <a:gd name="connsiteX148" fmla="*/ 88382 w 540363"/>
              <a:gd name="connsiteY148" fmla="*/ 5508 h 605058"/>
              <a:gd name="connsiteX149" fmla="*/ 107719 w 540363"/>
              <a:gd name="connsiteY149" fmla="*/ 203 h 60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540363" h="605058">
                <a:moveTo>
                  <a:pt x="48451" y="552238"/>
                </a:moveTo>
                <a:cubicBezTo>
                  <a:pt x="50509" y="552977"/>
                  <a:pt x="51579" y="555193"/>
                  <a:pt x="50838" y="557245"/>
                </a:cubicBezTo>
                <a:cubicBezTo>
                  <a:pt x="49027" y="562089"/>
                  <a:pt x="47710" y="569723"/>
                  <a:pt x="49274" y="572925"/>
                </a:cubicBezTo>
                <a:cubicBezTo>
                  <a:pt x="52320" y="573253"/>
                  <a:pt x="55202" y="574402"/>
                  <a:pt x="57342" y="577029"/>
                </a:cubicBezTo>
                <a:cubicBezTo>
                  <a:pt x="58742" y="578753"/>
                  <a:pt x="58495" y="581216"/>
                  <a:pt x="56848" y="582529"/>
                </a:cubicBezTo>
                <a:cubicBezTo>
                  <a:pt x="55119" y="583925"/>
                  <a:pt x="52650" y="583678"/>
                  <a:pt x="51250" y="582037"/>
                </a:cubicBezTo>
                <a:cubicBezTo>
                  <a:pt x="48615" y="578835"/>
                  <a:pt x="39971" y="581790"/>
                  <a:pt x="36431" y="583761"/>
                </a:cubicBezTo>
                <a:cubicBezTo>
                  <a:pt x="35855" y="584007"/>
                  <a:pt x="35196" y="584171"/>
                  <a:pt x="34537" y="584171"/>
                </a:cubicBezTo>
                <a:cubicBezTo>
                  <a:pt x="33138" y="584171"/>
                  <a:pt x="31821" y="583432"/>
                  <a:pt x="31080" y="582119"/>
                </a:cubicBezTo>
                <a:cubicBezTo>
                  <a:pt x="30092" y="580231"/>
                  <a:pt x="30750" y="577850"/>
                  <a:pt x="32726" y="576783"/>
                </a:cubicBezTo>
                <a:cubicBezTo>
                  <a:pt x="33467" y="576372"/>
                  <a:pt x="37007" y="574649"/>
                  <a:pt x="41288" y="573581"/>
                </a:cubicBezTo>
                <a:cubicBezTo>
                  <a:pt x="39477" y="566193"/>
                  <a:pt x="42606" y="556835"/>
                  <a:pt x="43429" y="554536"/>
                </a:cubicBezTo>
                <a:cubicBezTo>
                  <a:pt x="44170" y="552484"/>
                  <a:pt x="46475" y="551499"/>
                  <a:pt x="48451" y="552238"/>
                </a:cubicBezTo>
                <a:close/>
                <a:moveTo>
                  <a:pt x="172980" y="547307"/>
                </a:moveTo>
                <a:cubicBezTo>
                  <a:pt x="185213" y="546810"/>
                  <a:pt x="197044" y="548045"/>
                  <a:pt x="206929" y="552186"/>
                </a:cubicBezTo>
                <a:lnTo>
                  <a:pt x="203887" y="559402"/>
                </a:lnTo>
                <a:cubicBezTo>
                  <a:pt x="167391" y="544150"/>
                  <a:pt x="97523" y="573752"/>
                  <a:pt x="96865" y="574080"/>
                </a:cubicBezTo>
                <a:lnTo>
                  <a:pt x="93742" y="566864"/>
                </a:lnTo>
                <a:cubicBezTo>
                  <a:pt x="95961" y="565880"/>
                  <a:pt x="136279" y="548798"/>
                  <a:pt x="172980" y="547307"/>
                </a:cubicBezTo>
                <a:close/>
                <a:moveTo>
                  <a:pt x="117919" y="406152"/>
                </a:moveTo>
                <a:cubicBezTo>
                  <a:pt x="140934" y="410748"/>
                  <a:pt x="157373" y="429626"/>
                  <a:pt x="160086" y="451786"/>
                </a:cubicBezTo>
                <a:cubicBezTo>
                  <a:pt x="127125" y="439639"/>
                  <a:pt x="75176" y="457039"/>
                  <a:pt x="56271" y="464261"/>
                </a:cubicBezTo>
                <a:cubicBezTo>
                  <a:pt x="56846" y="464343"/>
                  <a:pt x="57422" y="464425"/>
                  <a:pt x="57997" y="464589"/>
                </a:cubicBezTo>
                <a:cubicBezTo>
                  <a:pt x="60134" y="465246"/>
                  <a:pt x="61285" y="467380"/>
                  <a:pt x="60709" y="469514"/>
                </a:cubicBezTo>
                <a:cubicBezTo>
                  <a:pt x="60381" y="470499"/>
                  <a:pt x="59723" y="471237"/>
                  <a:pt x="58983" y="471730"/>
                </a:cubicBezTo>
                <a:cubicBezTo>
                  <a:pt x="77313" y="464754"/>
                  <a:pt x="129262" y="447272"/>
                  <a:pt x="159182" y="459747"/>
                </a:cubicBezTo>
                <a:cubicBezTo>
                  <a:pt x="159593" y="459911"/>
                  <a:pt x="160004" y="459993"/>
                  <a:pt x="160497" y="459993"/>
                </a:cubicBezTo>
                <a:cubicBezTo>
                  <a:pt x="160332" y="462784"/>
                  <a:pt x="160250" y="465574"/>
                  <a:pt x="159675" y="468365"/>
                </a:cubicBezTo>
                <a:cubicBezTo>
                  <a:pt x="154003" y="497091"/>
                  <a:pt x="126138" y="515722"/>
                  <a:pt x="97369" y="510059"/>
                </a:cubicBezTo>
                <a:cubicBezTo>
                  <a:pt x="77149" y="506119"/>
                  <a:pt x="62107" y="491017"/>
                  <a:pt x="56846" y="472469"/>
                </a:cubicBezTo>
                <a:cubicBezTo>
                  <a:pt x="57093" y="472387"/>
                  <a:pt x="57504" y="472304"/>
                  <a:pt x="57750" y="472140"/>
                </a:cubicBezTo>
                <a:cubicBezTo>
                  <a:pt x="57175" y="472304"/>
                  <a:pt x="56517" y="472304"/>
                  <a:pt x="55778" y="472140"/>
                </a:cubicBezTo>
                <a:cubicBezTo>
                  <a:pt x="51832" y="470991"/>
                  <a:pt x="46325" y="478296"/>
                  <a:pt x="44517" y="481825"/>
                </a:cubicBezTo>
                <a:cubicBezTo>
                  <a:pt x="44188" y="482400"/>
                  <a:pt x="43695" y="482892"/>
                  <a:pt x="43201" y="483302"/>
                </a:cubicBezTo>
                <a:cubicBezTo>
                  <a:pt x="42051" y="484041"/>
                  <a:pt x="40489" y="484205"/>
                  <a:pt x="39174" y="483467"/>
                </a:cubicBezTo>
                <a:cubicBezTo>
                  <a:pt x="37283" y="482482"/>
                  <a:pt x="36543" y="480102"/>
                  <a:pt x="37530" y="478214"/>
                </a:cubicBezTo>
                <a:cubicBezTo>
                  <a:pt x="37941" y="477475"/>
                  <a:pt x="39831" y="474028"/>
                  <a:pt x="42790" y="470745"/>
                </a:cubicBezTo>
                <a:cubicBezTo>
                  <a:pt x="37119" y="465656"/>
                  <a:pt x="34489" y="456136"/>
                  <a:pt x="33913" y="453756"/>
                </a:cubicBezTo>
                <a:cubicBezTo>
                  <a:pt x="33338" y="451704"/>
                  <a:pt x="34653" y="449488"/>
                  <a:pt x="36708" y="448995"/>
                </a:cubicBezTo>
                <a:cubicBezTo>
                  <a:pt x="38845" y="448503"/>
                  <a:pt x="40982" y="449816"/>
                  <a:pt x="41475" y="451868"/>
                </a:cubicBezTo>
                <a:cubicBezTo>
                  <a:pt x="42790" y="456956"/>
                  <a:pt x="45914" y="463933"/>
                  <a:pt x="49037" y="465738"/>
                </a:cubicBezTo>
                <a:cubicBezTo>
                  <a:pt x="50928" y="464754"/>
                  <a:pt x="52983" y="464179"/>
                  <a:pt x="55202" y="464179"/>
                </a:cubicBezTo>
                <a:cubicBezTo>
                  <a:pt x="54545" y="458844"/>
                  <a:pt x="54545" y="453427"/>
                  <a:pt x="55613" y="447928"/>
                </a:cubicBezTo>
                <a:cubicBezTo>
                  <a:pt x="61285" y="419202"/>
                  <a:pt x="89150" y="400489"/>
                  <a:pt x="117919" y="406152"/>
                </a:cubicBezTo>
                <a:close/>
                <a:moveTo>
                  <a:pt x="371803" y="322849"/>
                </a:moveTo>
                <a:lnTo>
                  <a:pt x="368680" y="327857"/>
                </a:lnTo>
                <a:cubicBezTo>
                  <a:pt x="367282" y="329991"/>
                  <a:pt x="365556" y="331879"/>
                  <a:pt x="363501" y="333356"/>
                </a:cubicBezTo>
                <a:lnTo>
                  <a:pt x="296016" y="383921"/>
                </a:lnTo>
                <a:cubicBezTo>
                  <a:pt x="294454" y="385152"/>
                  <a:pt x="292645" y="385973"/>
                  <a:pt x="290837" y="386629"/>
                </a:cubicBezTo>
                <a:lnTo>
                  <a:pt x="303085" y="395741"/>
                </a:lnTo>
                <a:lnTo>
                  <a:pt x="363830" y="354370"/>
                </a:lnTo>
                <a:close/>
                <a:moveTo>
                  <a:pt x="378158" y="137280"/>
                </a:moveTo>
                <a:cubicBezTo>
                  <a:pt x="388358" y="146962"/>
                  <a:pt x="394774" y="160501"/>
                  <a:pt x="394774" y="175598"/>
                </a:cubicBezTo>
                <a:cubicBezTo>
                  <a:pt x="394774" y="204890"/>
                  <a:pt x="371002" y="228521"/>
                  <a:pt x="341719" y="228521"/>
                </a:cubicBezTo>
                <a:cubicBezTo>
                  <a:pt x="330203" y="228521"/>
                  <a:pt x="319591" y="224747"/>
                  <a:pt x="310872" y="218511"/>
                </a:cubicBezTo>
                <a:cubicBezTo>
                  <a:pt x="345502" y="201280"/>
                  <a:pt x="373223" y="147372"/>
                  <a:pt x="378158" y="137280"/>
                </a:cubicBezTo>
                <a:close/>
                <a:moveTo>
                  <a:pt x="107719" y="203"/>
                </a:moveTo>
                <a:cubicBezTo>
                  <a:pt x="114377" y="1035"/>
                  <a:pt x="120727" y="4400"/>
                  <a:pt x="125207" y="10105"/>
                </a:cubicBezTo>
                <a:lnTo>
                  <a:pt x="220722" y="132658"/>
                </a:lnTo>
                <a:cubicBezTo>
                  <a:pt x="228120" y="142180"/>
                  <a:pt x="228037" y="155642"/>
                  <a:pt x="220475" y="165082"/>
                </a:cubicBezTo>
                <a:lnTo>
                  <a:pt x="168033" y="230421"/>
                </a:lnTo>
                <a:lnTo>
                  <a:pt x="225571" y="241749"/>
                </a:lnTo>
                <a:lnTo>
                  <a:pt x="267000" y="104175"/>
                </a:lnTo>
                <a:cubicBezTo>
                  <a:pt x="271192" y="90302"/>
                  <a:pt x="285823" y="82504"/>
                  <a:pt x="299632" y="86608"/>
                </a:cubicBezTo>
                <a:cubicBezTo>
                  <a:pt x="313442" y="90795"/>
                  <a:pt x="321333" y="105406"/>
                  <a:pt x="317141" y="119196"/>
                </a:cubicBezTo>
                <a:lnTo>
                  <a:pt x="313689" y="130770"/>
                </a:lnTo>
                <a:cubicBezTo>
                  <a:pt x="321826" y="125681"/>
                  <a:pt x="331444" y="122644"/>
                  <a:pt x="341718" y="122644"/>
                </a:cubicBezTo>
                <a:cubicBezTo>
                  <a:pt x="352897" y="122644"/>
                  <a:pt x="363172" y="126255"/>
                  <a:pt x="371721" y="132083"/>
                </a:cubicBezTo>
                <a:cubicBezTo>
                  <a:pt x="371968" y="131837"/>
                  <a:pt x="372214" y="131591"/>
                  <a:pt x="372543" y="131427"/>
                </a:cubicBezTo>
                <a:cubicBezTo>
                  <a:pt x="376242" y="129621"/>
                  <a:pt x="375255" y="120509"/>
                  <a:pt x="374187" y="116651"/>
                </a:cubicBezTo>
                <a:cubicBezTo>
                  <a:pt x="374022" y="115995"/>
                  <a:pt x="374022" y="115338"/>
                  <a:pt x="374187" y="114764"/>
                </a:cubicBezTo>
                <a:cubicBezTo>
                  <a:pt x="374433" y="113368"/>
                  <a:pt x="375502" y="112219"/>
                  <a:pt x="376982" y="111808"/>
                </a:cubicBezTo>
                <a:cubicBezTo>
                  <a:pt x="379037" y="111234"/>
                  <a:pt x="381256" y="112465"/>
                  <a:pt x="381749" y="114517"/>
                </a:cubicBezTo>
                <a:cubicBezTo>
                  <a:pt x="381996" y="115420"/>
                  <a:pt x="382900" y="119196"/>
                  <a:pt x="383064" y="123547"/>
                </a:cubicBezTo>
                <a:cubicBezTo>
                  <a:pt x="390627" y="123465"/>
                  <a:pt x="399093" y="128636"/>
                  <a:pt x="401148" y="129949"/>
                </a:cubicBezTo>
                <a:cubicBezTo>
                  <a:pt x="402956" y="131181"/>
                  <a:pt x="403450" y="133643"/>
                  <a:pt x="402299" y="135367"/>
                </a:cubicBezTo>
                <a:cubicBezTo>
                  <a:pt x="401066" y="137173"/>
                  <a:pt x="398600" y="137747"/>
                  <a:pt x="396791" y="136516"/>
                </a:cubicBezTo>
                <a:cubicBezTo>
                  <a:pt x="392435" y="133725"/>
                  <a:pt x="385366" y="130688"/>
                  <a:pt x="381831" y="131509"/>
                </a:cubicBezTo>
                <a:cubicBezTo>
                  <a:pt x="380845" y="134382"/>
                  <a:pt x="379119" y="136926"/>
                  <a:pt x="376077" y="138486"/>
                </a:cubicBezTo>
                <a:cubicBezTo>
                  <a:pt x="374105" y="139389"/>
                  <a:pt x="371721" y="138650"/>
                  <a:pt x="370817" y="136680"/>
                </a:cubicBezTo>
                <a:cubicBezTo>
                  <a:pt x="370570" y="136188"/>
                  <a:pt x="370406" y="135695"/>
                  <a:pt x="370406" y="135203"/>
                </a:cubicBezTo>
                <a:cubicBezTo>
                  <a:pt x="363830" y="148090"/>
                  <a:pt x="336047" y="199722"/>
                  <a:pt x="304153" y="212855"/>
                </a:cubicBezTo>
                <a:cubicBezTo>
                  <a:pt x="299715" y="208505"/>
                  <a:pt x="296262" y="203251"/>
                  <a:pt x="293632" y="197505"/>
                </a:cubicBezTo>
                <a:lnTo>
                  <a:pt x="268972" y="279590"/>
                </a:lnTo>
                <a:cubicBezTo>
                  <a:pt x="265602" y="290754"/>
                  <a:pt x="255245" y="298224"/>
                  <a:pt x="243902" y="298224"/>
                </a:cubicBezTo>
                <a:cubicBezTo>
                  <a:pt x="242176" y="298224"/>
                  <a:pt x="240449" y="298060"/>
                  <a:pt x="238805" y="297731"/>
                </a:cubicBezTo>
                <a:lnTo>
                  <a:pt x="176581" y="285419"/>
                </a:lnTo>
                <a:lnTo>
                  <a:pt x="157182" y="346654"/>
                </a:lnTo>
                <a:lnTo>
                  <a:pt x="232476" y="348132"/>
                </a:lnTo>
                <a:cubicBezTo>
                  <a:pt x="236833" y="348214"/>
                  <a:pt x="241025" y="349609"/>
                  <a:pt x="244559" y="352236"/>
                </a:cubicBezTo>
                <a:lnTo>
                  <a:pt x="262643" y="365698"/>
                </a:lnTo>
                <a:cubicBezTo>
                  <a:pt x="263054" y="359870"/>
                  <a:pt x="265849" y="354206"/>
                  <a:pt x="270863" y="350430"/>
                </a:cubicBezTo>
                <a:lnTo>
                  <a:pt x="335307" y="302164"/>
                </a:lnTo>
                <a:lnTo>
                  <a:pt x="391038" y="214004"/>
                </a:lnTo>
                <a:cubicBezTo>
                  <a:pt x="392271" y="212034"/>
                  <a:pt x="393832" y="210475"/>
                  <a:pt x="395476" y="209079"/>
                </a:cubicBezTo>
                <a:lnTo>
                  <a:pt x="398271" y="203990"/>
                </a:lnTo>
                <a:cubicBezTo>
                  <a:pt x="401559" y="199229"/>
                  <a:pt x="410436" y="197505"/>
                  <a:pt x="414711" y="201281"/>
                </a:cubicBezTo>
                <a:lnTo>
                  <a:pt x="513924" y="289277"/>
                </a:lnTo>
                <a:cubicBezTo>
                  <a:pt x="518199" y="293135"/>
                  <a:pt x="521733" y="300851"/>
                  <a:pt x="521733" y="306679"/>
                </a:cubicBezTo>
                <a:lnTo>
                  <a:pt x="521733" y="366929"/>
                </a:lnTo>
                <a:cubicBezTo>
                  <a:pt x="521733" y="369063"/>
                  <a:pt x="520911" y="371033"/>
                  <a:pt x="519760" y="372675"/>
                </a:cubicBezTo>
                <a:cubicBezTo>
                  <a:pt x="519267" y="375138"/>
                  <a:pt x="518527" y="377518"/>
                  <a:pt x="517295" y="379734"/>
                </a:cubicBezTo>
                <a:lnTo>
                  <a:pt x="475455" y="456073"/>
                </a:lnTo>
                <a:lnTo>
                  <a:pt x="537022" y="566150"/>
                </a:lnTo>
                <a:cubicBezTo>
                  <a:pt x="544091" y="578791"/>
                  <a:pt x="539570" y="594715"/>
                  <a:pt x="526994" y="601775"/>
                </a:cubicBezTo>
                <a:cubicBezTo>
                  <a:pt x="522884" y="603991"/>
                  <a:pt x="518527" y="605058"/>
                  <a:pt x="514171" y="605058"/>
                </a:cubicBezTo>
                <a:cubicBezTo>
                  <a:pt x="505047" y="605058"/>
                  <a:pt x="496087" y="600297"/>
                  <a:pt x="491320" y="591678"/>
                </a:cubicBezTo>
                <a:lnTo>
                  <a:pt x="422602" y="468961"/>
                </a:lnTo>
                <a:cubicBezTo>
                  <a:pt x="418245" y="461163"/>
                  <a:pt x="418163" y="451559"/>
                  <a:pt x="422520" y="443679"/>
                </a:cubicBezTo>
                <a:lnTo>
                  <a:pt x="426219" y="436866"/>
                </a:lnTo>
                <a:lnTo>
                  <a:pt x="409532" y="449835"/>
                </a:lnTo>
                <a:lnTo>
                  <a:pt x="381420" y="584290"/>
                </a:lnTo>
                <a:cubicBezTo>
                  <a:pt x="378790" y="596603"/>
                  <a:pt x="367940" y="605058"/>
                  <a:pt x="355774" y="605058"/>
                </a:cubicBezTo>
                <a:cubicBezTo>
                  <a:pt x="354048" y="605058"/>
                  <a:pt x="352240" y="604894"/>
                  <a:pt x="350432" y="604565"/>
                </a:cubicBezTo>
                <a:cubicBezTo>
                  <a:pt x="336211" y="601610"/>
                  <a:pt x="327169" y="587738"/>
                  <a:pt x="330128" y="573537"/>
                </a:cubicBezTo>
                <a:lnTo>
                  <a:pt x="360213" y="429806"/>
                </a:lnTo>
                <a:cubicBezTo>
                  <a:pt x="361528" y="423732"/>
                  <a:pt x="364898" y="418314"/>
                  <a:pt x="369748" y="414538"/>
                </a:cubicBezTo>
                <a:lnTo>
                  <a:pt x="435671" y="363153"/>
                </a:lnTo>
                <a:lnTo>
                  <a:pt x="420629" y="320551"/>
                </a:lnTo>
                <a:cubicBezTo>
                  <a:pt x="420793" y="319566"/>
                  <a:pt x="419396" y="317596"/>
                  <a:pt x="417012" y="314969"/>
                </a:cubicBezTo>
                <a:lnTo>
                  <a:pt x="402545" y="372347"/>
                </a:lnTo>
                <a:cubicBezTo>
                  <a:pt x="401312" y="377272"/>
                  <a:pt x="398271" y="381622"/>
                  <a:pt x="394079" y="384495"/>
                </a:cubicBezTo>
                <a:lnTo>
                  <a:pt x="314511" y="438589"/>
                </a:lnTo>
                <a:cubicBezTo>
                  <a:pt x="310894" y="441052"/>
                  <a:pt x="306784" y="442283"/>
                  <a:pt x="302756" y="442283"/>
                </a:cubicBezTo>
                <a:cubicBezTo>
                  <a:pt x="297577" y="442283"/>
                  <a:pt x="292563" y="440313"/>
                  <a:pt x="288700" y="436783"/>
                </a:cubicBezTo>
                <a:cubicBezTo>
                  <a:pt x="288125" y="436455"/>
                  <a:pt x="287549" y="436291"/>
                  <a:pt x="287056" y="435963"/>
                </a:cubicBezTo>
                <a:lnTo>
                  <a:pt x="224914" y="389831"/>
                </a:lnTo>
                <a:lnTo>
                  <a:pt x="128248" y="388025"/>
                </a:lnTo>
                <a:cubicBezTo>
                  <a:pt x="127180" y="388025"/>
                  <a:pt x="126111" y="387861"/>
                  <a:pt x="125125" y="387615"/>
                </a:cubicBezTo>
                <a:lnTo>
                  <a:pt x="74984" y="387040"/>
                </a:lnTo>
                <a:cubicBezTo>
                  <a:pt x="74819" y="387040"/>
                  <a:pt x="74737" y="387122"/>
                  <a:pt x="74573" y="387122"/>
                </a:cubicBezTo>
                <a:cubicBezTo>
                  <a:pt x="74326" y="387122"/>
                  <a:pt x="74162" y="387040"/>
                  <a:pt x="73997" y="387040"/>
                </a:cubicBezTo>
                <a:lnTo>
                  <a:pt x="71367" y="386958"/>
                </a:lnTo>
                <a:cubicBezTo>
                  <a:pt x="69394" y="386958"/>
                  <a:pt x="67833" y="386301"/>
                  <a:pt x="66435" y="385316"/>
                </a:cubicBezTo>
                <a:cubicBezTo>
                  <a:pt x="62901" y="383839"/>
                  <a:pt x="59777" y="381540"/>
                  <a:pt x="57476" y="378257"/>
                </a:cubicBezTo>
                <a:lnTo>
                  <a:pt x="3882" y="302821"/>
                </a:lnTo>
                <a:cubicBezTo>
                  <a:pt x="923" y="298716"/>
                  <a:pt x="-392" y="293709"/>
                  <a:pt x="101" y="288702"/>
                </a:cubicBezTo>
                <a:lnTo>
                  <a:pt x="8978" y="197177"/>
                </a:lnTo>
                <a:cubicBezTo>
                  <a:pt x="10047" y="185685"/>
                  <a:pt x="20322" y="177230"/>
                  <a:pt x="31830" y="178379"/>
                </a:cubicBezTo>
                <a:cubicBezTo>
                  <a:pt x="43337" y="179529"/>
                  <a:pt x="51804" y="189707"/>
                  <a:pt x="50653" y="201199"/>
                </a:cubicBezTo>
                <a:lnTo>
                  <a:pt x="42598" y="284926"/>
                </a:lnTo>
                <a:lnTo>
                  <a:pt x="69723" y="323096"/>
                </a:lnTo>
                <a:lnTo>
                  <a:pt x="71860" y="306268"/>
                </a:lnTo>
                <a:cubicBezTo>
                  <a:pt x="72929" y="300604"/>
                  <a:pt x="75806" y="291739"/>
                  <a:pt x="78272" y="286486"/>
                </a:cubicBezTo>
                <a:lnTo>
                  <a:pt x="94958" y="243063"/>
                </a:lnTo>
                <a:cubicBezTo>
                  <a:pt x="95698" y="238958"/>
                  <a:pt x="97342" y="234936"/>
                  <a:pt x="100137" y="231406"/>
                </a:cubicBezTo>
                <a:lnTo>
                  <a:pt x="166635" y="148501"/>
                </a:lnTo>
                <a:lnTo>
                  <a:pt x="83861" y="42282"/>
                </a:lnTo>
                <a:cubicBezTo>
                  <a:pt x="74902" y="30873"/>
                  <a:pt x="76957" y="14373"/>
                  <a:pt x="88382" y="5508"/>
                </a:cubicBezTo>
                <a:cubicBezTo>
                  <a:pt x="94095" y="1076"/>
                  <a:pt x="101061" y="-628"/>
                  <a:pt x="107719" y="203"/>
                </a:cubicBezTo>
                <a:close/>
              </a:path>
            </a:pathLst>
          </a:custGeom>
          <a:solidFill>
            <a:schemeClr val="accent1"/>
          </a:solidFill>
          <a:ln>
            <a:noFill/>
          </a:ln>
        </p:spPr>
      </p:sp>
      <p:sp>
        <p:nvSpPr>
          <p:cNvPr id="73" name="extreme-skydiving_38347">
            <a:extLst>
              <a:ext uri="{FF2B5EF4-FFF2-40B4-BE49-F238E27FC236}">
                <a16:creationId xmlns:a16="http://schemas.microsoft.com/office/drawing/2014/main" id="{2CB8BE6A-404E-43BB-A1E5-3EF6FECAC73F}"/>
              </a:ext>
            </a:extLst>
          </p:cNvPr>
          <p:cNvSpPr>
            <a:spLocks noChangeAspect="1"/>
          </p:cNvSpPr>
          <p:nvPr/>
        </p:nvSpPr>
        <p:spPr bwMode="auto">
          <a:xfrm>
            <a:off x="10350499" y="1742398"/>
            <a:ext cx="609685" cy="560830"/>
          </a:xfrm>
          <a:custGeom>
            <a:avLst/>
            <a:gdLst>
              <a:gd name="connsiteX0" fmla="*/ 54908 w 609634"/>
              <a:gd name="connsiteY0" fmla="*/ 298421 h 560784"/>
              <a:gd name="connsiteX1" fmla="*/ 110082 w 609634"/>
              <a:gd name="connsiteY1" fmla="*/ 353339 h 560784"/>
              <a:gd name="connsiteX2" fmla="*/ 54908 w 609634"/>
              <a:gd name="connsiteY2" fmla="*/ 408433 h 560784"/>
              <a:gd name="connsiteX3" fmla="*/ 0 w 609634"/>
              <a:gd name="connsiteY3" fmla="*/ 353339 h 560784"/>
              <a:gd name="connsiteX4" fmla="*/ 54908 w 609634"/>
              <a:gd name="connsiteY4" fmla="*/ 298421 h 560784"/>
              <a:gd name="connsiteX5" fmla="*/ 445047 w 609634"/>
              <a:gd name="connsiteY5" fmla="*/ 216989 h 560784"/>
              <a:gd name="connsiteX6" fmla="*/ 456346 w 609634"/>
              <a:gd name="connsiteY6" fmla="*/ 228196 h 560784"/>
              <a:gd name="connsiteX7" fmla="*/ 456346 w 609634"/>
              <a:gd name="connsiteY7" fmla="*/ 399748 h 560784"/>
              <a:gd name="connsiteX8" fmla="*/ 445047 w 609634"/>
              <a:gd name="connsiteY8" fmla="*/ 411044 h 560784"/>
              <a:gd name="connsiteX9" fmla="*/ 433836 w 609634"/>
              <a:gd name="connsiteY9" fmla="*/ 399748 h 560784"/>
              <a:gd name="connsiteX10" fmla="*/ 433836 w 609634"/>
              <a:gd name="connsiteY10" fmla="*/ 228196 h 560784"/>
              <a:gd name="connsiteX11" fmla="*/ 445047 w 609634"/>
              <a:gd name="connsiteY11" fmla="*/ 216989 h 560784"/>
              <a:gd name="connsiteX12" fmla="*/ 130316 w 609634"/>
              <a:gd name="connsiteY12" fmla="*/ 201942 h 560784"/>
              <a:gd name="connsiteX13" fmla="*/ 157099 w 609634"/>
              <a:gd name="connsiteY13" fmla="*/ 225335 h 560784"/>
              <a:gd name="connsiteX14" fmla="*/ 165142 w 609634"/>
              <a:gd name="connsiteY14" fmla="*/ 344684 h 560784"/>
              <a:gd name="connsiteX15" fmla="*/ 168413 w 609634"/>
              <a:gd name="connsiteY15" fmla="*/ 333032 h 560784"/>
              <a:gd name="connsiteX16" fmla="*/ 199526 w 609634"/>
              <a:gd name="connsiteY16" fmla="*/ 323233 h 560784"/>
              <a:gd name="connsiteX17" fmla="*/ 310369 w 609634"/>
              <a:gd name="connsiteY17" fmla="*/ 376817 h 560784"/>
              <a:gd name="connsiteX18" fmla="*/ 317970 w 609634"/>
              <a:gd name="connsiteY18" fmla="*/ 399062 h 560784"/>
              <a:gd name="connsiteX19" fmla="*/ 294370 w 609634"/>
              <a:gd name="connsiteY19" fmla="*/ 446113 h 560784"/>
              <a:gd name="connsiteX20" fmla="*/ 355448 w 609634"/>
              <a:gd name="connsiteY20" fmla="*/ 481777 h 560784"/>
              <a:gd name="connsiteX21" fmla="*/ 355094 w 609634"/>
              <a:gd name="connsiteY21" fmla="*/ 483454 h 560784"/>
              <a:gd name="connsiteX22" fmla="*/ 563696 w 609634"/>
              <a:gd name="connsiteY22" fmla="*/ 426340 h 560784"/>
              <a:gd name="connsiteX23" fmla="*/ 608334 w 609634"/>
              <a:gd name="connsiteY23" fmla="*/ 451675 h 560784"/>
              <a:gd name="connsiteX24" fmla="*/ 582966 w 609634"/>
              <a:gd name="connsiteY24" fmla="*/ 496254 h 560784"/>
              <a:gd name="connsiteX25" fmla="*/ 352089 w 609634"/>
              <a:gd name="connsiteY25" fmla="*/ 559460 h 560784"/>
              <a:gd name="connsiteX26" fmla="*/ 342455 w 609634"/>
              <a:gd name="connsiteY26" fmla="*/ 560784 h 560784"/>
              <a:gd name="connsiteX27" fmla="*/ 322478 w 609634"/>
              <a:gd name="connsiteY27" fmla="*/ 554781 h 560784"/>
              <a:gd name="connsiteX28" fmla="*/ 304977 w 609634"/>
              <a:gd name="connsiteY28" fmla="*/ 543305 h 560784"/>
              <a:gd name="connsiteX29" fmla="*/ 107865 w 609634"/>
              <a:gd name="connsiteY29" fmla="*/ 441082 h 560784"/>
              <a:gd name="connsiteX30" fmla="*/ 100882 w 609634"/>
              <a:gd name="connsiteY30" fmla="*/ 418660 h 560784"/>
              <a:gd name="connsiteX31" fmla="*/ 117677 w 609634"/>
              <a:gd name="connsiteY31" fmla="*/ 387233 h 560784"/>
              <a:gd name="connsiteX32" fmla="*/ 106981 w 609634"/>
              <a:gd name="connsiteY32" fmla="*/ 228690 h 560784"/>
              <a:gd name="connsiteX33" fmla="*/ 130316 w 609634"/>
              <a:gd name="connsiteY33" fmla="*/ 201942 h 560784"/>
              <a:gd name="connsiteX34" fmla="*/ 405548 w 609634"/>
              <a:gd name="connsiteY34" fmla="*/ 146635 h 560784"/>
              <a:gd name="connsiteX35" fmla="*/ 416759 w 609634"/>
              <a:gd name="connsiteY35" fmla="*/ 157842 h 560784"/>
              <a:gd name="connsiteX36" fmla="*/ 416759 w 609634"/>
              <a:gd name="connsiteY36" fmla="*/ 329483 h 560784"/>
              <a:gd name="connsiteX37" fmla="*/ 405548 w 609634"/>
              <a:gd name="connsiteY37" fmla="*/ 340690 h 560784"/>
              <a:gd name="connsiteX38" fmla="*/ 394249 w 609634"/>
              <a:gd name="connsiteY38" fmla="*/ 329483 h 560784"/>
              <a:gd name="connsiteX39" fmla="*/ 394249 w 609634"/>
              <a:gd name="connsiteY39" fmla="*/ 157842 h 560784"/>
              <a:gd name="connsiteX40" fmla="*/ 405548 w 609634"/>
              <a:gd name="connsiteY40" fmla="*/ 146635 h 560784"/>
              <a:gd name="connsiteX41" fmla="*/ 207383 w 609634"/>
              <a:gd name="connsiteY41" fmla="*/ 70354 h 560784"/>
              <a:gd name="connsiteX42" fmla="*/ 218682 w 609634"/>
              <a:gd name="connsiteY42" fmla="*/ 81565 h 560784"/>
              <a:gd name="connsiteX43" fmla="*/ 218682 w 609634"/>
              <a:gd name="connsiteY43" fmla="*/ 253269 h 560784"/>
              <a:gd name="connsiteX44" fmla="*/ 207383 w 609634"/>
              <a:gd name="connsiteY44" fmla="*/ 264480 h 560784"/>
              <a:gd name="connsiteX45" fmla="*/ 196172 w 609634"/>
              <a:gd name="connsiteY45" fmla="*/ 253269 h 560784"/>
              <a:gd name="connsiteX46" fmla="*/ 196172 w 609634"/>
              <a:gd name="connsiteY46" fmla="*/ 81565 h 560784"/>
              <a:gd name="connsiteX47" fmla="*/ 207383 w 609634"/>
              <a:gd name="connsiteY47" fmla="*/ 70354 h 560784"/>
              <a:gd name="connsiteX48" fmla="*/ 246988 w 609634"/>
              <a:gd name="connsiteY48" fmla="*/ 0 h 560784"/>
              <a:gd name="connsiteX49" fmla="*/ 258199 w 609634"/>
              <a:gd name="connsiteY49" fmla="*/ 11211 h 560784"/>
              <a:gd name="connsiteX50" fmla="*/ 258199 w 609634"/>
              <a:gd name="connsiteY50" fmla="*/ 182915 h 560784"/>
              <a:gd name="connsiteX51" fmla="*/ 246988 w 609634"/>
              <a:gd name="connsiteY51" fmla="*/ 194126 h 560784"/>
              <a:gd name="connsiteX52" fmla="*/ 235689 w 609634"/>
              <a:gd name="connsiteY52" fmla="*/ 182915 h 560784"/>
              <a:gd name="connsiteX53" fmla="*/ 235689 w 609634"/>
              <a:gd name="connsiteY53" fmla="*/ 11211 h 560784"/>
              <a:gd name="connsiteX54" fmla="*/ 246988 w 609634"/>
              <a:gd name="connsiteY54" fmla="*/ 0 h 560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9634" h="560784">
                <a:moveTo>
                  <a:pt x="54908" y="298421"/>
                </a:moveTo>
                <a:cubicBezTo>
                  <a:pt x="85413" y="298421"/>
                  <a:pt x="110082" y="323143"/>
                  <a:pt x="110082" y="353339"/>
                </a:cubicBezTo>
                <a:cubicBezTo>
                  <a:pt x="110082" y="383799"/>
                  <a:pt x="85413" y="408433"/>
                  <a:pt x="54908" y="408433"/>
                </a:cubicBezTo>
                <a:cubicBezTo>
                  <a:pt x="24580" y="408433"/>
                  <a:pt x="0" y="383799"/>
                  <a:pt x="0" y="353339"/>
                </a:cubicBezTo>
                <a:cubicBezTo>
                  <a:pt x="0" y="323143"/>
                  <a:pt x="24580" y="298421"/>
                  <a:pt x="54908" y="298421"/>
                </a:cubicBezTo>
                <a:close/>
                <a:moveTo>
                  <a:pt x="445047" y="216989"/>
                </a:moveTo>
                <a:cubicBezTo>
                  <a:pt x="451315" y="216989"/>
                  <a:pt x="456346" y="222019"/>
                  <a:pt x="456346" y="228196"/>
                </a:cubicBezTo>
                <a:lnTo>
                  <a:pt x="456346" y="399748"/>
                </a:lnTo>
                <a:cubicBezTo>
                  <a:pt x="456346" y="406014"/>
                  <a:pt x="451315" y="411044"/>
                  <a:pt x="445047" y="411044"/>
                </a:cubicBezTo>
                <a:cubicBezTo>
                  <a:pt x="438868" y="411044"/>
                  <a:pt x="433836" y="406014"/>
                  <a:pt x="433836" y="399748"/>
                </a:cubicBezTo>
                <a:lnTo>
                  <a:pt x="433836" y="228196"/>
                </a:lnTo>
                <a:cubicBezTo>
                  <a:pt x="433836" y="222019"/>
                  <a:pt x="438868" y="216989"/>
                  <a:pt x="445047" y="216989"/>
                </a:cubicBezTo>
                <a:close/>
                <a:moveTo>
                  <a:pt x="130316" y="201942"/>
                </a:moveTo>
                <a:cubicBezTo>
                  <a:pt x="144194" y="200971"/>
                  <a:pt x="156215" y="211476"/>
                  <a:pt x="157099" y="225335"/>
                </a:cubicBezTo>
                <a:lnTo>
                  <a:pt x="165142" y="344684"/>
                </a:lnTo>
                <a:cubicBezTo>
                  <a:pt x="166026" y="340712"/>
                  <a:pt x="167087" y="336828"/>
                  <a:pt x="168413" y="333032"/>
                </a:cubicBezTo>
                <a:cubicBezTo>
                  <a:pt x="172567" y="321291"/>
                  <a:pt x="188389" y="317848"/>
                  <a:pt x="199526" y="323233"/>
                </a:cubicBezTo>
                <a:lnTo>
                  <a:pt x="310369" y="376817"/>
                </a:lnTo>
                <a:cubicBezTo>
                  <a:pt x="318677" y="380877"/>
                  <a:pt x="322036" y="390853"/>
                  <a:pt x="317970" y="399062"/>
                </a:cubicBezTo>
                <a:lnTo>
                  <a:pt x="294370" y="446113"/>
                </a:lnTo>
                <a:lnTo>
                  <a:pt x="355448" y="481777"/>
                </a:lnTo>
                <a:lnTo>
                  <a:pt x="355094" y="483454"/>
                </a:lnTo>
                <a:lnTo>
                  <a:pt x="563696" y="426340"/>
                </a:lnTo>
                <a:cubicBezTo>
                  <a:pt x="583054" y="421043"/>
                  <a:pt x="603030" y="432431"/>
                  <a:pt x="608334" y="451675"/>
                </a:cubicBezTo>
                <a:cubicBezTo>
                  <a:pt x="613637" y="471007"/>
                  <a:pt x="602235" y="490958"/>
                  <a:pt x="582966" y="496254"/>
                </a:cubicBezTo>
                <a:lnTo>
                  <a:pt x="352089" y="559460"/>
                </a:lnTo>
                <a:cubicBezTo>
                  <a:pt x="348907" y="560343"/>
                  <a:pt x="345637" y="560784"/>
                  <a:pt x="342455" y="560784"/>
                </a:cubicBezTo>
                <a:cubicBezTo>
                  <a:pt x="335472" y="560784"/>
                  <a:pt x="328489" y="558754"/>
                  <a:pt x="322478" y="554781"/>
                </a:cubicBezTo>
                <a:lnTo>
                  <a:pt x="304977" y="543305"/>
                </a:lnTo>
                <a:lnTo>
                  <a:pt x="107865" y="441082"/>
                </a:lnTo>
                <a:cubicBezTo>
                  <a:pt x="99645" y="436844"/>
                  <a:pt x="96463" y="426781"/>
                  <a:pt x="100882" y="418660"/>
                </a:cubicBezTo>
                <a:lnTo>
                  <a:pt x="117677" y="387233"/>
                </a:lnTo>
                <a:lnTo>
                  <a:pt x="106981" y="228690"/>
                </a:lnTo>
                <a:cubicBezTo>
                  <a:pt x="106009" y="214830"/>
                  <a:pt x="116527" y="202913"/>
                  <a:pt x="130316" y="201942"/>
                </a:cubicBezTo>
                <a:close/>
                <a:moveTo>
                  <a:pt x="405548" y="146635"/>
                </a:moveTo>
                <a:cubicBezTo>
                  <a:pt x="411728" y="146635"/>
                  <a:pt x="416759" y="151665"/>
                  <a:pt x="416759" y="157842"/>
                </a:cubicBezTo>
                <a:lnTo>
                  <a:pt x="416759" y="329483"/>
                </a:lnTo>
                <a:cubicBezTo>
                  <a:pt x="416759" y="335660"/>
                  <a:pt x="411728" y="340690"/>
                  <a:pt x="405548" y="340690"/>
                </a:cubicBezTo>
                <a:cubicBezTo>
                  <a:pt x="399281" y="340690"/>
                  <a:pt x="394249" y="335660"/>
                  <a:pt x="394249" y="329483"/>
                </a:cubicBezTo>
                <a:lnTo>
                  <a:pt x="394249" y="157842"/>
                </a:lnTo>
                <a:cubicBezTo>
                  <a:pt x="394249" y="151665"/>
                  <a:pt x="399281" y="146635"/>
                  <a:pt x="405548" y="146635"/>
                </a:cubicBezTo>
                <a:close/>
                <a:moveTo>
                  <a:pt x="207383" y="70354"/>
                </a:moveTo>
                <a:cubicBezTo>
                  <a:pt x="213650" y="70354"/>
                  <a:pt x="218682" y="75386"/>
                  <a:pt x="218682" y="81565"/>
                </a:cubicBezTo>
                <a:lnTo>
                  <a:pt x="218682" y="253269"/>
                </a:lnTo>
                <a:cubicBezTo>
                  <a:pt x="218682" y="259448"/>
                  <a:pt x="213650" y="264480"/>
                  <a:pt x="207383" y="264480"/>
                </a:cubicBezTo>
                <a:cubicBezTo>
                  <a:pt x="201203" y="264480"/>
                  <a:pt x="196172" y="259448"/>
                  <a:pt x="196172" y="253269"/>
                </a:cubicBezTo>
                <a:lnTo>
                  <a:pt x="196172" y="81565"/>
                </a:lnTo>
                <a:cubicBezTo>
                  <a:pt x="196172" y="75386"/>
                  <a:pt x="201203" y="70354"/>
                  <a:pt x="207383" y="70354"/>
                </a:cubicBezTo>
                <a:close/>
                <a:moveTo>
                  <a:pt x="246988" y="0"/>
                </a:moveTo>
                <a:cubicBezTo>
                  <a:pt x="253168" y="0"/>
                  <a:pt x="258199" y="5032"/>
                  <a:pt x="258199" y="11211"/>
                </a:cubicBezTo>
                <a:lnTo>
                  <a:pt x="258199" y="182915"/>
                </a:lnTo>
                <a:cubicBezTo>
                  <a:pt x="258199" y="189094"/>
                  <a:pt x="253168" y="194126"/>
                  <a:pt x="246988" y="194126"/>
                </a:cubicBezTo>
                <a:cubicBezTo>
                  <a:pt x="240721" y="194126"/>
                  <a:pt x="235689" y="189094"/>
                  <a:pt x="235689" y="182915"/>
                </a:cubicBezTo>
                <a:lnTo>
                  <a:pt x="235689" y="11211"/>
                </a:lnTo>
                <a:cubicBezTo>
                  <a:pt x="235689" y="5032"/>
                  <a:pt x="240721" y="0"/>
                  <a:pt x="246988" y="0"/>
                </a:cubicBezTo>
                <a:close/>
              </a:path>
            </a:pathLst>
          </a:custGeom>
          <a:solidFill>
            <a:schemeClr val="accent1"/>
          </a:solidFill>
          <a:ln>
            <a:noFill/>
          </a:ln>
        </p:spPr>
      </p:sp>
      <p:sp>
        <p:nvSpPr>
          <p:cNvPr id="74" name="golf-player_39675">
            <a:extLst>
              <a:ext uri="{FF2B5EF4-FFF2-40B4-BE49-F238E27FC236}">
                <a16:creationId xmlns:a16="http://schemas.microsoft.com/office/drawing/2014/main" id="{C1C24BC3-15EB-4019-A8B2-D639C4CDE0BE}"/>
              </a:ext>
            </a:extLst>
          </p:cNvPr>
          <p:cNvSpPr>
            <a:spLocks noChangeAspect="1"/>
          </p:cNvSpPr>
          <p:nvPr/>
        </p:nvSpPr>
        <p:spPr bwMode="auto">
          <a:xfrm>
            <a:off x="698500" y="2758398"/>
            <a:ext cx="333808" cy="609685"/>
          </a:xfrm>
          <a:custGeom>
            <a:avLst/>
            <a:gdLst>
              <a:gd name="connsiteX0" fmla="*/ 100861 w 331432"/>
              <a:gd name="connsiteY0" fmla="*/ 94385 h 605345"/>
              <a:gd name="connsiteX1" fmla="*/ 146276 w 331432"/>
              <a:gd name="connsiteY1" fmla="*/ 139040 h 605345"/>
              <a:gd name="connsiteX2" fmla="*/ 100861 w 331432"/>
              <a:gd name="connsiteY2" fmla="*/ 183862 h 605345"/>
              <a:gd name="connsiteX3" fmla="*/ 55529 w 331432"/>
              <a:gd name="connsiteY3" fmla="*/ 139040 h 605345"/>
              <a:gd name="connsiteX4" fmla="*/ 100861 w 331432"/>
              <a:gd name="connsiteY4" fmla="*/ 94385 h 605345"/>
              <a:gd name="connsiteX5" fmla="*/ 56003 w 331432"/>
              <a:gd name="connsiteY5" fmla="*/ 401 h 605345"/>
              <a:gd name="connsiteX6" fmla="*/ 72195 w 331432"/>
              <a:gd name="connsiteY6" fmla="*/ 3601 h 605345"/>
              <a:gd name="connsiteX7" fmla="*/ 320971 w 331432"/>
              <a:gd name="connsiteY7" fmla="*/ 167349 h 605345"/>
              <a:gd name="connsiteX8" fmla="*/ 331109 w 331432"/>
              <a:gd name="connsiteY8" fmla="*/ 182828 h 605345"/>
              <a:gd name="connsiteX9" fmla="*/ 312508 w 331432"/>
              <a:gd name="connsiteY9" fmla="*/ 209352 h 605345"/>
              <a:gd name="connsiteX10" fmla="*/ 196625 w 331432"/>
              <a:gd name="connsiteY10" fmla="*/ 230187 h 605345"/>
              <a:gd name="connsiteX11" fmla="*/ 241118 w 331432"/>
              <a:gd name="connsiteY11" fmla="*/ 406903 h 605345"/>
              <a:gd name="connsiteX12" fmla="*/ 242207 w 331432"/>
              <a:gd name="connsiteY12" fmla="*/ 422968 h 605345"/>
              <a:gd name="connsiteX13" fmla="*/ 222013 w 331432"/>
              <a:gd name="connsiteY13" fmla="*/ 583034 h 605345"/>
              <a:gd name="connsiteX14" fmla="*/ 190843 w 331432"/>
              <a:gd name="connsiteY14" fmla="*/ 604956 h 605345"/>
              <a:gd name="connsiteX15" fmla="*/ 168471 w 331432"/>
              <a:gd name="connsiteY15" fmla="*/ 574248 h 605345"/>
              <a:gd name="connsiteX16" fmla="*/ 188162 w 331432"/>
              <a:gd name="connsiteY16" fmla="*/ 418282 h 605345"/>
              <a:gd name="connsiteX17" fmla="*/ 181375 w 331432"/>
              <a:gd name="connsiteY17" fmla="*/ 390922 h 605345"/>
              <a:gd name="connsiteX18" fmla="*/ 50661 w 331432"/>
              <a:gd name="connsiteY18" fmla="*/ 587803 h 605345"/>
              <a:gd name="connsiteX19" fmla="*/ 13625 w 331432"/>
              <a:gd name="connsiteY19" fmla="*/ 597760 h 605345"/>
              <a:gd name="connsiteX20" fmla="*/ 3654 w 331432"/>
              <a:gd name="connsiteY20" fmla="*/ 561195 h 605345"/>
              <a:gd name="connsiteX21" fmla="*/ 128419 w 331432"/>
              <a:gd name="connsiteY21" fmla="*/ 374271 h 605345"/>
              <a:gd name="connsiteX22" fmla="*/ 89875 w 331432"/>
              <a:gd name="connsiteY22" fmla="*/ 225166 h 605345"/>
              <a:gd name="connsiteX23" fmla="*/ 108728 w 331432"/>
              <a:gd name="connsiteY23" fmla="*/ 198307 h 605345"/>
              <a:gd name="connsiteX24" fmla="*/ 286114 w 331432"/>
              <a:gd name="connsiteY24" fmla="*/ 166345 h 605345"/>
              <a:gd name="connsiteX25" fmla="*/ 63062 w 331432"/>
              <a:gd name="connsiteY25" fmla="*/ 19081 h 605345"/>
              <a:gd name="connsiteX26" fmla="*/ 53510 w 331432"/>
              <a:gd name="connsiteY26" fmla="*/ 42677 h 605345"/>
              <a:gd name="connsiteX27" fmla="*/ 33987 w 331432"/>
              <a:gd name="connsiteY27" fmla="*/ 48701 h 605345"/>
              <a:gd name="connsiteX28" fmla="*/ 29629 w 331432"/>
              <a:gd name="connsiteY28" fmla="*/ 27615 h 605345"/>
              <a:gd name="connsiteX29" fmla="*/ 42198 w 331432"/>
              <a:gd name="connsiteY29" fmla="*/ 9375 h 605345"/>
              <a:gd name="connsiteX30" fmla="*/ 56003 w 331432"/>
              <a:gd name="connsiteY30" fmla="*/ 401 h 60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31432" h="605345">
                <a:moveTo>
                  <a:pt x="100861" y="94385"/>
                </a:moveTo>
                <a:cubicBezTo>
                  <a:pt x="125915" y="94385"/>
                  <a:pt x="146276" y="114371"/>
                  <a:pt x="146276" y="139040"/>
                </a:cubicBezTo>
                <a:cubicBezTo>
                  <a:pt x="146276" y="163876"/>
                  <a:pt x="125915" y="183862"/>
                  <a:pt x="100861" y="183862"/>
                </a:cubicBezTo>
                <a:cubicBezTo>
                  <a:pt x="75807" y="183862"/>
                  <a:pt x="55529" y="163876"/>
                  <a:pt x="55529" y="139040"/>
                </a:cubicBezTo>
                <a:cubicBezTo>
                  <a:pt x="55529" y="114371"/>
                  <a:pt x="75807" y="94385"/>
                  <a:pt x="100861" y="94385"/>
                </a:cubicBezTo>
                <a:close/>
                <a:moveTo>
                  <a:pt x="56003" y="401"/>
                </a:moveTo>
                <a:cubicBezTo>
                  <a:pt x="61428" y="-645"/>
                  <a:pt x="67252" y="338"/>
                  <a:pt x="72195" y="3601"/>
                </a:cubicBezTo>
                <a:lnTo>
                  <a:pt x="320971" y="167349"/>
                </a:lnTo>
                <a:cubicBezTo>
                  <a:pt x="321473" y="167767"/>
                  <a:pt x="329350" y="173206"/>
                  <a:pt x="331109" y="182828"/>
                </a:cubicBezTo>
                <a:cubicBezTo>
                  <a:pt x="333204" y="195295"/>
                  <a:pt x="324909" y="207177"/>
                  <a:pt x="312508" y="209352"/>
                </a:cubicBezTo>
                <a:lnTo>
                  <a:pt x="196625" y="230187"/>
                </a:lnTo>
                <a:lnTo>
                  <a:pt x="241118" y="406903"/>
                </a:lnTo>
                <a:cubicBezTo>
                  <a:pt x="242040" y="410585"/>
                  <a:pt x="242877" y="419119"/>
                  <a:pt x="242207" y="422968"/>
                </a:cubicBezTo>
                <a:lnTo>
                  <a:pt x="222013" y="583034"/>
                </a:lnTo>
                <a:cubicBezTo>
                  <a:pt x="219500" y="597593"/>
                  <a:pt x="205590" y="607466"/>
                  <a:pt x="190843" y="604956"/>
                </a:cubicBezTo>
                <a:cubicBezTo>
                  <a:pt x="176012" y="602529"/>
                  <a:pt x="166041" y="588807"/>
                  <a:pt x="168471" y="574248"/>
                </a:cubicBezTo>
                <a:lnTo>
                  <a:pt x="188162" y="418282"/>
                </a:lnTo>
                <a:lnTo>
                  <a:pt x="181375" y="390922"/>
                </a:lnTo>
                <a:cubicBezTo>
                  <a:pt x="180872" y="392260"/>
                  <a:pt x="50661" y="587803"/>
                  <a:pt x="50661" y="587803"/>
                </a:cubicBezTo>
                <a:cubicBezTo>
                  <a:pt x="43120" y="600605"/>
                  <a:pt x="26697" y="605123"/>
                  <a:pt x="13625" y="597760"/>
                </a:cubicBezTo>
                <a:cubicBezTo>
                  <a:pt x="638" y="590481"/>
                  <a:pt x="-3887" y="573997"/>
                  <a:pt x="3654" y="561195"/>
                </a:cubicBezTo>
                <a:lnTo>
                  <a:pt x="128419" y="374271"/>
                </a:lnTo>
                <a:lnTo>
                  <a:pt x="89875" y="225166"/>
                </a:lnTo>
                <a:cubicBezTo>
                  <a:pt x="87026" y="212866"/>
                  <a:pt x="96076" y="200316"/>
                  <a:pt x="108728" y="198307"/>
                </a:cubicBezTo>
                <a:lnTo>
                  <a:pt x="286114" y="166345"/>
                </a:lnTo>
                <a:lnTo>
                  <a:pt x="63062" y="19081"/>
                </a:lnTo>
                <a:lnTo>
                  <a:pt x="53510" y="42677"/>
                </a:lnTo>
                <a:cubicBezTo>
                  <a:pt x="48901" y="49872"/>
                  <a:pt x="41109" y="53387"/>
                  <a:pt x="33987" y="48701"/>
                </a:cubicBezTo>
                <a:cubicBezTo>
                  <a:pt x="26948" y="44099"/>
                  <a:pt x="24937" y="34811"/>
                  <a:pt x="29629" y="27615"/>
                </a:cubicBezTo>
                <a:lnTo>
                  <a:pt x="42198" y="9375"/>
                </a:lnTo>
                <a:cubicBezTo>
                  <a:pt x="45550" y="4522"/>
                  <a:pt x="50577" y="1447"/>
                  <a:pt x="56003" y="401"/>
                </a:cubicBezTo>
                <a:close/>
              </a:path>
            </a:pathLst>
          </a:custGeom>
          <a:solidFill>
            <a:schemeClr val="accent1"/>
          </a:solidFill>
          <a:ln>
            <a:noFill/>
          </a:ln>
        </p:spPr>
      </p:sp>
      <p:sp>
        <p:nvSpPr>
          <p:cNvPr id="75" name="kayak_94168">
            <a:extLst>
              <a:ext uri="{FF2B5EF4-FFF2-40B4-BE49-F238E27FC236}">
                <a16:creationId xmlns:a16="http://schemas.microsoft.com/office/drawing/2014/main" id="{D3095850-1A55-4A9C-BBCC-D67E75F3CAB2}"/>
              </a:ext>
            </a:extLst>
          </p:cNvPr>
          <p:cNvSpPr>
            <a:spLocks noChangeAspect="1"/>
          </p:cNvSpPr>
          <p:nvPr/>
        </p:nvSpPr>
        <p:spPr bwMode="auto">
          <a:xfrm>
            <a:off x="1905000" y="2758398"/>
            <a:ext cx="609685" cy="605994"/>
          </a:xfrm>
          <a:custGeom>
            <a:avLst/>
            <a:gdLst>
              <a:gd name="connsiteX0" fmla="*/ 213112 w 605320"/>
              <a:gd name="connsiteY0" fmla="*/ 342003 h 601656"/>
              <a:gd name="connsiteX1" fmla="*/ 212282 w 605320"/>
              <a:gd name="connsiteY1" fmla="*/ 415361 h 601656"/>
              <a:gd name="connsiteX2" fmla="*/ 263716 w 605320"/>
              <a:gd name="connsiteY2" fmla="*/ 395388 h 601656"/>
              <a:gd name="connsiteX3" fmla="*/ 292383 w 605320"/>
              <a:gd name="connsiteY3" fmla="*/ 399254 h 601656"/>
              <a:gd name="connsiteX4" fmla="*/ 369627 w 605320"/>
              <a:gd name="connsiteY4" fmla="*/ 457057 h 601656"/>
              <a:gd name="connsiteX5" fmla="*/ 333494 w 605320"/>
              <a:gd name="connsiteY5" fmla="*/ 351668 h 601656"/>
              <a:gd name="connsiteX6" fmla="*/ 309436 w 605320"/>
              <a:gd name="connsiteY6" fmla="*/ 281715 h 601656"/>
              <a:gd name="connsiteX7" fmla="*/ 246111 w 605320"/>
              <a:gd name="connsiteY7" fmla="*/ 294785 h 601656"/>
              <a:gd name="connsiteX8" fmla="*/ 315888 w 605320"/>
              <a:gd name="connsiteY8" fmla="*/ 300492 h 601656"/>
              <a:gd name="connsiteX9" fmla="*/ 158742 w 605320"/>
              <a:gd name="connsiteY9" fmla="*/ 150270 h 601656"/>
              <a:gd name="connsiteX10" fmla="*/ 211525 w 605320"/>
              <a:gd name="connsiteY10" fmla="*/ 202947 h 601656"/>
              <a:gd name="connsiteX11" fmla="*/ 158742 w 605320"/>
              <a:gd name="connsiteY11" fmla="*/ 255624 h 601656"/>
              <a:gd name="connsiteX12" fmla="*/ 105959 w 605320"/>
              <a:gd name="connsiteY12" fmla="*/ 202947 h 601656"/>
              <a:gd name="connsiteX13" fmla="*/ 158742 w 605320"/>
              <a:gd name="connsiteY13" fmla="*/ 150270 h 601656"/>
              <a:gd name="connsiteX14" fmla="*/ 265376 w 605320"/>
              <a:gd name="connsiteY14" fmla="*/ 800 h 601656"/>
              <a:gd name="connsiteX15" fmla="*/ 284548 w 605320"/>
              <a:gd name="connsiteY15" fmla="*/ 10189 h 601656"/>
              <a:gd name="connsiteX16" fmla="*/ 314044 w 605320"/>
              <a:gd name="connsiteY16" fmla="*/ 96157 h 601656"/>
              <a:gd name="connsiteX17" fmla="*/ 311740 w 605320"/>
              <a:gd name="connsiteY17" fmla="*/ 134170 h 601656"/>
              <a:gd name="connsiteX18" fmla="*/ 296439 w 605320"/>
              <a:gd name="connsiteY18" fmla="*/ 152027 h 601656"/>
              <a:gd name="connsiteX19" fmla="*/ 324368 w 605320"/>
              <a:gd name="connsiteY19" fmla="*/ 233208 h 601656"/>
              <a:gd name="connsiteX20" fmla="*/ 345016 w 605320"/>
              <a:gd name="connsiteY20" fmla="*/ 250973 h 601656"/>
              <a:gd name="connsiteX21" fmla="*/ 337734 w 605320"/>
              <a:gd name="connsiteY21" fmla="*/ 272235 h 601656"/>
              <a:gd name="connsiteX22" fmla="*/ 348334 w 605320"/>
              <a:gd name="connsiteY22" fmla="*/ 303069 h 601656"/>
              <a:gd name="connsiteX23" fmla="*/ 349256 w 605320"/>
              <a:gd name="connsiteY23" fmla="*/ 303161 h 601656"/>
              <a:gd name="connsiteX24" fmla="*/ 372023 w 605320"/>
              <a:gd name="connsiteY24" fmla="*/ 329946 h 601656"/>
              <a:gd name="connsiteX25" fmla="*/ 363266 w 605320"/>
              <a:gd name="connsiteY25" fmla="*/ 346697 h 601656"/>
              <a:gd name="connsiteX26" fmla="*/ 421337 w 605320"/>
              <a:gd name="connsiteY26" fmla="*/ 515504 h 601656"/>
              <a:gd name="connsiteX27" fmla="*/ 464476 w 605320"/>
              <a:gd name="connsiteY27" fmla="*/ 540816 h 601656"/>
              <a:gd name="connsiteX28" fmla="*/ 536926 w 605320"/>
              <a:gd name="connsiteY28" fmla="*/ 553057 h 601656"/>
              <a:gd name="connsiteX29" fmla="*/ 571308 w 605320"/>
              <a:gd name="connsiteY29" fmla="*/ 553057 h 601656"/>
              <a:gd name="connsiteX30" fmla="*/ 599513 w 605320"/>
              <a:gd name="connsiteY30" fmla="*/ 553057 h 601656"/>
              <a:gd name="connsiteX31" fmla="*/ 599513 w 605320"/>
              <a:gd name="connsiteY31" fmla="*/ 581222 h 601656"/>
              <a:gd name="connsiteX32" fmla="*/ 508812 w 605320"/>
              <a:gd name="connsiteY32" fmla="*/ 581130 h 601656"/>
              <a:gd name="connsiteX33" fmla="*/ 474338 w 605320"/>
              <a:gd name="connsiteY33" fmla="*/ 581130 h 601656"/>
              <a:gd name="connsiteX34" fmla="*/ 383637 w 605320"/>
              <a:gd name="connsiteY34" fmla="*/ 581222 h 601656"/>
              <a:gd name="connsiteX35" fmla="*/ 349164 w 605320"/>
              <a:gd name="connsiteY35" fmla="*/ 581130 h 601656"/>
              <a:gd name="connsiteX36" fmla="*/ 258462 w 605320"/>
              <a:gd name="connsiteY36" fmla="*/ 581222 h 601656"/>
              <a:gd name="connsiteX37" fmla="*/ 223989 w 605320"/>
              <a:gd name="connsiteY37" fmla="*/ 581222 h 601656"/>
              <a:gd name="connsiteX38" fmla="*/ 135592 w 605320"/>
              <a:gd name="connsiteY38" fmla="*/ 583432 h 601656"/>
              <a:gd name="connsiteX39" fmla="*/ 134025 w 605320"/>
              <a:gd name="connsiteY39" fmla="*/ 581959 h 601656"/>
              <a:gd name="connsiteX40" fmla="*/ 101118 w 605320"/>
              <a:gd name="connsiteY40" fmla="*/ 581959 h 601656"/>
              <a:gd name="connsiteX41" fmla="*/ 53463 w 605320"/>
              <a:gd name="connsiteY41" fmla="*/ 601656 h 601656"/>
              <a:gd name="connsiteX42" fmla="*/ 5808 w 605320"/>
              <a:gd name="connsiteY42" fmla="*/ 581959 h 601656"/>
              <a:gd name="connsiteX43" fmla="*/ 5808 w 605320"/>
              <a:gd name="connsiteY43" fmla="*/ 553886 h 601656"/>
              <a:gd name="connsiteX44" fmla="*/ 33922 w 605320"/>
              <a:gd name="connsiteY44" fmla="*/ 553794 h 601656"/>
              <a:gd name="connsiteX45" fmla="*/ 73004 w 605320"/>
              <a:gd name="connsiteY45" fmla="*/ 553794 h 601656"/>
              <a:gd name="connsiteX46" fmla="*/ 160571 w 605320"/>
              <a:gd name="connsiteY46" fmla="*/ 552321 h 601656"/>
              <a:gd name="connsiteX47" fmla="*/ 162231 w 605320"/>
              <a:gd name="connsiteY47" fmla="*/ 553886 h 601656"/>
              <a:gd name="connsiteX48" fmla="*/ 195045 w 605320"/>
              <a:gd name="connsiteY48" fmla="*/ 553886 h 601656"/>
              <a:gd name="connsiteX49" fmla="*/ 286576 w 605320"/>
              <a:gd name="connsiteY49" fmla="*/ 553057 h 601656"/>
              <a:gd name="connsiteX50" fmla="*/ 320958 w 605320"/>
              <a:gd name="connsiteY50" fmla="*/ 553149 h 601656"/>
              <a:gd name="connsiteX51" fmla="*/ 380872 w 605320"/>
              <a:gd name="connsiteY51" fmla="*/ 536122 h 601656"/>
              <a:gd name="connsiteX52" fmla="*/ 392763 w 605320"/>
              <a:gd name="connsiteY52" fmla="*/ 524432 h 601656"/>
              <a:gd name="connsiteX53" fmla="*/ 385296 w 605320"/>
              <a:gd name="connsiteY53" fmla="*/ 502710 h 601656"/>
              <a:gd name="connsiteX54" fmla="*/ 383914 w 605320"/>
              <a:gd name="connsiteY54" fmla="*/ 504919 h 601656"/>
              <a:gd name="connsiteX55" fmla="*/ 360040 w 605320"/>
              <a:gd name="connsiteY55" fmla="*/ 516885 h 601656"/>
              <a:gd name="connsiteX56" fmla="*/ 342158 w 605320"/>
              <a:gd name="connsiteY56" fmla="*/ 510902 h 601656"/>
              <a:gd name="connsiteX57" fmla="*/ 269984 w 605320"/>
              <a:gd name="connsiteY57" fmla="*/ 456965 h 601656"/>
              <a:gd name="connsiteX58" fmla="*/ 172186 w 605320"/>
              <a:gd name="connsiteY58" fmla="*/ 496359 h 601656"/>
              <a:gd name="connsiteX59" fmla="*/ 125637 w 605320"/>
              <a:gd name="connsiteY59" fmla="*/ 491297 h 601656"/>
              <a:gd name="connsiteX60" fmla="*/ 103699 w 605320"/>
              <a:gd name="connsiteY60" fmla="*/ 449969 h 601656"/>
              <a:gd name="connsiteX61" fmla="*/ 103699 w 605320"/>
              <a:gd name="connsiteY61" fmla="*/ 314298 h 601656"/>
              <a:gd name="connsiteX62" fmla="*/ 143242 w 605320"/>
              <a:gd name="connsiteY62" fmla="*/ 269473 h 601656"/>
              <a:gd name="connsiteX63" fmla="*/ 294411 w 605320"/>
              <a:gd name="connsiteY63" fmla="*/ 238087 h 601656"/>
              <a:gd name="connsiteX64" fmla="*/ 268233 w 605320"/>
              <a:gd name="connsiteY64" fmla="*/ 161783 h 601656"/>
              <a:gd name="connsiteX65" fmla="*/ 219933 w 605320"/>
              <a:gd name="connsiteY65" fmla="*/ 128464 h 601656"/>
              <a:gd name="connsiteX66" fmla="*/ 190344 w 605320"/>
              <a:gd name="connsiteY66" fmla="*/ 42404 h 601656"/>
              <a:gd name="connsiteX67" fmla="*/ 199746 w 605320"/>
              <a:gd name="connsiteY67" fmla="*/ 23259 h 60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05320" h="601656">
                <a:moveTo>
                  <a:pt x="213112" y="342003"/>
                </a:moveTo>
                <a:lnTo>
                  <a:pt x="212282" y="415361"/>
                </a:lnTo>
                <a:lnTo>
                  <a:pt x="263716" y="395388"/>
                </a:lnTo>
                <a:cubicBezTo>
                  <a:pt x="273303" y="391614"/>
                  <a:pt x="284179" y="393087"/>
                  <a:pt x="292383" y="399254"/>
                </a:cubicBezTo>
                <a:lnTo>
                  <a:pt x="369627" y="457057"/>
                </a:lnTo>
                <a:lnTo>
                  <a:pt x="333494" y="351668"/>
                </a:lnTo>
                <a:close/>
                <a:moveTo>
                  <a:pt x="309436" y="281715"/>
                </a:moveTo>
                <a:lnTo>
                  <a:pt x="246111" y="294785"/>
                </a:lnTo>
                <a:lnTo>
                  <a:pt x="315888" y="300492"/>
                </a:lnTo>
                <a:close/>
                <a:moveTo>
                  <a:pt x="158742" y="150270"/>
                </a:moveTo>
                <a:cubicBezTo>
                  <a:pt x="187893" y="150270"/>
                  <a:pt x="211525" y="173854"/>
                  <a:pt x="211525" y="202947"/>
                </a:cubicBezTo>
                <a:cubicBezTo>
                  <a:pt x="211525" y="232040"/>
                  <a:pt x="187893" y="255624"/>
                  <a:pt x="158742" y="255624"/>
                </a:cubicBezTo>
                <a:cubicBezTo>
                  <a:pt x="129591" y="255624"/>
                  <a:pt x="105959" y="232040"/>
                  <a:pt x="105959" y="202947"/>
                </a:cubicBezTo>
                <a:cubicBezTo>
                  <a:pt x="105959" y="173854"/>
                  <a:pt x="129591" y="150270"/>
                  <a:pt x="158742" y="150270"/>
                </a:cubicBezTo>
                <a:close/>
                <a:moveTo>
                  <a:pt x="265376" y="800"/>
                </a:moveTo>
                <a:cubicBezTo>
                  <a:pt x="273303" y="-1869"/>
                  <a:pt x="281875" y="2365"/>
                  <a:pt x="284548" y="10189"/>
                </a:cubicBezTo>
                <a:lnTo>
                  <a:pt x="314044" y="96157"/>
                </a:lnTo>
                <a:cubicBezTo>
                  <a:pt x="318377" y="108674"/>
                  <a:pt x="317547" y="122297"/>
                  <a:pt x="311740" y="134170"/>
                </a:cubicBezTo>
                <a:cubicBezTo>
                  <a:pt x="308145" y="141350"/>
                  <a:pt x="302799" y="147332"/>
                  <a:pt x="296439" y="152027"/>
                </a:cubicBezTo>
                <a:lnTo>
                  <a:pt x="324368" y="233208"/>
                </a:lnTo>
                <a:cubicBezTo>
                  <a:pt x="334231" y="234037"/>
                  <a:pt x="342896" y="240848"/>
                  <a:pt x="345016" y="250973"/>
                </a:cubicBezTo>
                <a:cubicBezTo>
                  <a:pt x="346675" y="259165"/>
                  <a:pt x="343449" y="266988"/>
                  <a:pt x="337734" y="272235"/>
                </a:cubicBezTo>
                <a:lnTo>
                  <a:pt x="348334" y="303069"/>
                </a:lnTo>
                <a:lnTo>
                  <a:pt x="349256" y="303161"/>
                </a:lnTo>
                <a:cubicBezTo>
                  <a:pt x="362898" y="304266"/>
                  <a:pt x="373129" y="316231"/>
                  <a:pt x="372023" y="329946"/>
                </a:cubicBezTo>
                <a:cubicBezTo>
                  <a:pt x="371470" y="336757"/>
                  <a:pt x="368152" y="342555"/>
                  <a:pt x="363266" y="346697"/>
                </a:cubicBezTo>
                <a:lnTo>
                  <a:pt x="421337" y="515504"/>
                </a:lnTo>
                <a:cubicBezTo>
                  <a:pt x="439035" y="515596"/>
                  <a:pt x="455719" y="525076"/>
                  <a:pt x="464476" y="540816"/>
                </a:cubicBezTo>
                <a:cubicBezTo>
                  <a:pt x="488257" y="530231"/>
                  <a:pt x="518030" y="534189"/>
                  <a:pt x="536926" y="553057"/>
                </a:cubicBezTo>
                <a:cubicBezTo>
                  <a:pt x="546144" y="562262"/>
                  <a:pt x="562182" y="562262"/>
                  <a:pt x="571308" y="553057"/>
                </a:cubicBezTo>
                <a:cubicBezTo>
                  <a:pt x="579143" y="545326"/>
                  <a:pt x="591678" y="545326"/>
                  <a:pt x="599513" y="553057"/>
                </a:cubicBezTo>
                <a:cubicBezTo>
                  <a:pt x="607256" y="560789"/>
                  <a:pt x="607256" y="573399"/>
                  <a:pt x="599513" y="581222"/>
                </a:cubicBezTo>
                <a:cubicBezTo>
                  <a:pt x="575179" y="605430"/>
                  <a:pt x="532962" y="605338"/>
                  <a:pt x="508812" y="581130"/>
                </a:cubicBezTo>
                <a:cubicBezTo>
                  <a:pt x="499595" y="572018"/>
                  <a:pt x="483556" y="572018"/>
                  <a:pt x="474338" y="581130"/>
                </a:cubicBezTo>
                <a:cubicBezTo>
                  <a:pt x="450096" y="605430"/>
                  <a:pt x="407787" y="605338"/>
                  <a:pt x="383637" y="581222"/>
                </a:cubicBezTo>
                <a:cubicBezTo>
                  <a:pt x="374051" y="571742"/>
                  <a:pt x="358658" y="571650"/>
                  <a:pt x="349164" y="581130"/>
                </a:cubicBezTo>
                <a:cubicBezTo>
                  <a:pt x="325106" y="605246"/>
                  <a:pt x="282520" y="605246"/>
                  <a:pt x="258462" y="581222"/>
                </a:cubicBezTo>
                <a:cubicBezTo>
                  <a:pt x="249245" y="572018"/>
                  <a:pt x="233206" y="572018"/>
                  <a:pt x="223989" y="581222"/>
                </a:cubicBezTo>
                <a:cubicBezTo>
                  <a:pt x="199193" y="605982"/>
                  <a:pt x="159558" y="605798"/>
                  <a:pt x="135592" y="583432"/>
                </a:cubicBezTo>
                <a:lnTo>
                  <a:pt x="134025" y="581959"/>
                </a:lnTo>
                <a:cubicBezTo>
                  <a:pt x="125360" y="573307"/>
                  <a:pt x="109783" y="573307"/>
                  <a:pt x="101118" y="581959"/>
                </a:cubicBezTo>
                <a:cubicBezTo>
                  <a:pt x="88029" y="595029"/>
                  <a:pt x="70792" y="601656"/>
                  <a:pt x="53463" y="601656"/>
                </a:cubicBezTo>
                <a:cubicBezTo>
                  <a:pt x="36226" y="601656"/>
                  <a:pt x="18989" y="595029"/>
                  <a:pt x="5808" y="581959"/>
                </a:cubicBezTo>
                <a:cubicBezTo>
                  <a:pt x="-1935" y="574227"/>
                  <a:pt x="-1935" y="561617"/>
                  <a:pt x="5808" y="553886"/>
                </a:cubicBezTo>
                <a:cubicBezTo>
                  <a:pt x="13643" y="546062"/>
                  <a:pt x="26179" y="546062"/>
                  <a:pt x="33922" y="553794"/>
                </a:cubicBezTo>
                <a:cubicBezTo>
                  <a:pt x="44706" y="564563"/>
                  <a:pt x="62220" y="564563"/>
                  <a:pt x="73004" y="553794"/>
                </a:cubicBezTo>
                <a:cubicBezTo>
                  <a:pt x="96140" y="530691"/>
                  <a:pt x="136790" y="530047"/>
                  <a:pt x="160571" y="552321"/>
                </a:cubicBezTo>
                <a:lnTo>
                  <a:pt x="162231" y="553886"/>
                </a:lnTo>
                <a:cubicBezTo>
                  <a:pt x="170987" y="562630"/>
                  <a:pt x="186289" y="562630"/>
                  <a:pt x="195045" y="553886"/>
                </a:cubicBezTo>
                <a:cubicBezTo>
                  <a:pt x="220855" y="528114"/>
                  <a:pt x="262334" y="528850"/>
                  <a:pt x="286576" y="553057"/>
                </a:cubicBezTo>
                <a:cubicBezTo>
                  <a:pt x="295701" y="562262"/>
                  <a:pt x="311832" y="562170"/>
                  <a:pt x="320958" y="553149"/>
                </a:cubicBezTo>
                <a:cubicBezTo>
                  <a:pt x="337273" y="536950"/>
                  <a:pt x="359948" y="531335"/>
                  <a:pt x="380872" y="536122"/>
                </a:cubicBezTo>
                <a:cubicBezTo>
                  <a:pt x="384006" y="531611"/>
                  <a:pt x="388062" y="527654"/>
                  <a:pt x="392763" y="524432"/>
                </a:cubicBezTo>
                <a:lnTo>
                  <a:pt x="385296" y="502710"/>
                </a:lnTo>
                <a:cubicBezTo>
                  <a:pt x="384836" y="503446"/>
                  <a:pt x="384467" y="504183"/>
                  <a:pt x="383914" y="504919"/>
                </a:cubicBezTo>
                <a:cubicBezTo>
                  <a:pt x="378107" y="512743"/>
                  <a:pt x="369074" y="516885"/>
                  <a:pt x="360040" y="516885"/>
                </a:cubicBezTo>
                <a:cubicBezTo>
                  <a:pt x="353772" y="516885"/>
                  <a:pt x="347504" y="514952"/>
                  <a:pt x="342158" y="510902"/>
                </a:cubicBezTo>
                <a:lnTo>
                  <a:pt x="269984" y="456965"/>
                </a:lnTo>
                <a:lnTo>
                  <a:pt x="172186" y="496359"/>
                </a:lnTo>
                <a:cubicBezTo>
                  <a:pt x="156700" y="502526"/>
                  <a:pt x="139279" y="500593"/>
                  <a:pt x="125637" y="491297"/>
                </a:cubicBezTo>
                <a:cubicBezTo>
                  <a:pt x="111903" y="482000"/>
                  <a:pt x="103699" y="466537"/>
                  <a:pt x="103699" y="449969"/>
                </a:cubicBezTo>
                <a:lnTo>
                  <a:pt x="103699" y="314298"/>
                </a:lnTo>
                <a:cubicBezTo>
                  <a:pt x="103699" y="291195"/>
                  <a:pt x="120936" y="272419"/>
                  <a:pt x="143242" y="269473"/>
                </a:cubicBezTo>
                <a:lnTo>
                  <a:pt x="294411" y="238087"/>
                </a:lnTo>
                <a:lnTo>
                  <a:pt x="268233" y="161783"/>
                </a:lnTo>
                <a:cubicBezTo>
                  <a:pt x="247033" y="162243"/>
                  <a:pt x="227215" y="149449"/>
                  <a:pt x="219933" y="128464"/>
                </a:cubicBezTo>
                <a:lnTo>
                  <a:pt x="190344" y="42404"/>
                </a:lnTo>
                <a:cubicBezTo>
                  <a:pt x="187763" y="34580"/>
                  <a:pt x="191911" y="26020"/>
                  <a:pt x="199746" y="23259"/>
                </a:cubicBezTo>
                <a:close/>
              </a:path>
            </a:pathLst>
          </a:custGeom>
          <a:solidFill>
            <a:schemeClr val="accent1"/>
          </a:solidFill>
          <a:ln>
            <a:noFill/>
          </a:ln>
        </p:spPr>
      </p:sp>
      <p:sp>
        <p:nvSpPr>
          <p:cNvPr id="76" name="pentathlon-individual-silhouettes-couple_38642">
            <a:extLst>
              <a:ext uri="{FF2B5EF4-FFF2-40B4-BE49-F238E27FC236}">
                <a16:creationId xmlns:a16="http://schemas.microsoft.com/office/drawing/2014/main" id="{C5F63627-1C03-4691-9BA5-A14DB077DAFB}"/>
              </a:ext>
            </a:extLst>
          </p:cNvPr>
          <p:cNvSpPr>
            <a:spLocks noChangeAspect="1"/>
          </p:cNvSpPr>
          <p:nvPr/>
        </p:nvSpPr>
        <p:spPr bwMode="auto">
          <a:xfrm>
            <a:off x="3111500" y="2758398"/>
            <a:ext cx="609685" cy="600830"/>
          </a:xfrm>
          <a:custGeom>
            <a:avLst/>
            <a:gdLst>
              <a:gd name="connsiteX0" fmla="*/ 139139 w 608434"/>
              <a:gd name="connsiteY0" fmla="*/ 229515 h 599598"/>
              <a:gd name="connsiteX1" fmla="*/ 160888 w 608434"/>
              <a:gd name="connsiteY1" fmla="*/ 236222 h 599598"/>
              <a:gd name="connsiteX2" fmla="*/ 325636 w 608434"/>
              <a:gd name="connsiteY2" fmla="*/ 346458 h 599598"/>
              <a:gd name="connsiteX3" fmla="*/ 331951 w 608434"/>
              <a:gd name="connsiteY3" fmla="*/ 378725 h 599598"/>
              <a:gd name="connsiteX4" fmla="*/ 299642 w 608434"/>
              <a:gd name="connsiteY4" fmla="*/ 385123 h 599598"/>
              <a:gd name="connsiteX5" fmla="*/ 189353 w 608434"/>
              <a:gd name="connsiteY5" fmla="*/ 311084 h 599598"/>
              <a:gd name="connsiteX6" fmla="*/ 118694 w 608434"/>
              <a:gd name="connsiteY6" fmla="*/ 383569 h 599598"/>
              <a:gd name="connsiteX7" fmla="*/ 199238 w 608434"/>
              <a:gd name="connsiteY7" fmla="*/ 416841 h 599598"/>
              <a:gd name="connsiteX8" fmla="*/ 216994 w 608434"/>
              <a:gd name="connsiteY8" fmla="*/ 437682 h 599598"/>
              <a:gd name="connsiteX9" fmla="*/ 246282 w 608434"/>
              <a:gd name="connsiteY9" fmla="*/ 563001 h 599598"/>
              <a:gd name="connsiteX10" fmla="*/ 223950 w 608434"/>
              <a:gd name="connsiteY10" fmla="*/ 598832 h 599598"/>
              <a:gd name="connsiteX11" fmla="*/ 188254 w 608434"/>
              <a:gd name="connsiteY11" fmla="*/ 576986 h 599598"/>
              <a:gd name="connsiteX12" fmla="*/ 162444 w 608434"/>
              <a:gd name="connsiteY12" fmla="*/ 466201 h 599598"/>
              <a:gd name="connsiteX13" fmla="*/ 117962 w 608434"/>
              <a:gd name="connsiteY13" fmla="*/ 447737 h 599598"/>
              <a:gd name="connsiteX14" fmla="*/ 117962 w 608434"/>
              <a:gd name="connsiteY14" fmla="*/ 448011 h 599598"/>
              <a:gd name="connsiteX15" fmla="*/ 120982 w 608434"/>
              <a:gd name="connsiteY15" fmla="*/ 453678 h 599598"/>
              <a:gd name="connsiteX16" fmla="*/ 121897 w 608434"/>
              <a:gd name="connsiteY16" fmla="*/ 459254 h 599598"/>
              <a:gd name="connsiteX17" fmla="*/ 122447 w 608434"/>
              <a:gd name="connsiteY17" fmla="*/ 465013 h 599598"/>
              <a:gd name="connsiteX18" fmla="*/ 121074 w 608434"/>
              <a:gd name="connsiteY18" fmla="*/ 471228 h 599598"/>
              <a:gd name="connsiteX19" fmla="*/ 120067 w 608434"/>
              <a:gd name="connsiteY19" fmla="*/ 475524 h 599598"/>
              <a:gd name="connsiteX20" fmla="*/ 73205 w 608434"/>
              <a:gd name="connsiteY20" fmla="*/ 578723 h 599598"/>
              <a:gd name="connsiteX21" fmla="*/ 33849 w 608434"/>
              <a:gd name="connsiteY21" fmla="*/ 593622 h 599598"/>
              <a:gd name="connsiteX22" fmla="*/ 18838 w 608434"/>
              <a:gd name="connsiteY22" fmla="*/ 554226 h 599598"/>
              <a:gd name="connsiteX23" fmla="*/ 58012 w 608434"/>
              <a:gd name="connsiteY23" fmla="*/ 467755 h 599598"/>
              <a:gd name="connsiteX24" fmla="*/ 17282 w 608434"/>
              <a:gd name="connsiteY24" fmla="*/ 418304 h 599598"/>
              <a:gd name="connsiteX25" fmla="*/ 15086 w 608434"/>
              <a:gd name="connsiteY25" fmla="*/ 416659 h 599598"/>
              <a:gd name="connsiteX26" fmla="*/ 7214 w 608434"/>
              <a:gd name="connsiteY26" fmla="*/ 406147 h 599598"/>
              <a:gd name="connsiteX27" fmla="*/ 7214 w 608434"/>
              <a:gd name="connsiteY27" fmla="*/ 405964 h 599598"/>
              <a:gd name="connsiteX28" fmla="*/ 4194 w 608434"/>
              <a:gd name="connsiteY28" fmla="*/ 400480 h 599598"/>
              <a:gd name="connsiteX29" fmla="*/ 3919 w 608434"/>
              <a:gd name="connsiteY29" fmla="*/ 400023 h 599598"/>
              <a:gd name="connsiteX30" fmla="*/ 991 w 608434"/>
              <a:gd name="connsiteY30" fmla="*/ 390790 h 599598"/>
              <a:gd name="connsiteX31" fmla="*/ 14628 w 608434"/>
              <a:gd name="connsiteY31" fmla="*/ 345087 h 599598"/>
              <a:gd name="connsiteX32" fmla="*/ 119792 w 608434"/>
              <a:gd name="connsiteY32" fmla="*/ 241249 h 599598"/>
              <a:gd name="connsiteX33" fmla="*/ 139139 w 608434"/>
              <a:gd name="connsiteY33" fmla="*/ 229515 h 599598"/>
              <a:gd name="connsiteX34" fmla="*/ 184208 w 608434"/>
              <a:gd name="connsiteY34" fmla="*/ 134975 h 599598"/>
              <a:gd name="connsiteX35" fmla="*/ 226522 w 608434"/>
              <a:gd name="connsiteY35" fmla="*/ 166525 h 599598"/>
              <a:gd name="connsiteX36" fmla="*/ 197595 w 608434"/>
              <a:gd name="connsiteY36" fmla="*/ 227297 h 599598"/>
              <a:gd name="connsiteX37" fmla="*/ 136627 w 608434"/>
              <a:gd name="connsiteY37" fmla="*/ 198693 h 599598"/>
              <a:gd name="connsiteX38" fmla="*/ 165463 w 608434"/>
              <a:gd name="connsiteY38" fmla="*/ 137738 h 599598"/>
              <a:gd name="connsiteX39" fmla="*/ 184208 w 608434"/>
              <a:gd name="connsiteY39" fmla="*/ 134975 h 599598"/>
              <a:gd name="connsiteX40" fmla="*/ 453415 w 608434"/>
              <a:gd name="connsiteY40" fmla="*/ 92932 h 599598"/>
              <a:gd name="connsiteX41" fmla="*/ 469134 w 608434"/>
              <a:gd name="connsiteY41" fmla="*/ 102701 h 599598"/>
              <a:gd name="connsiteX42" fmla="*/ 552144 w 608434"/>
              <a:gd name="connsiteY42" fmla="*/ 238531 h 599598"/>
              <a:gd name="connsiteX43" fmla="*/ 557453 w 608434"/>
              <a:gd name="connsiteY43" fmla="*/ 255715 h 599598"/>
              <a:gd name="connsiteX44" fmla="*/ 558185 w 608434"/>
              <a:gd name="connsiteY44" fmla="*/ 264855 h 599598"/>
              <a:gd name="connsiteX45" fmla="*/ 555897 w 608434"/>
              <a:gd name="connsiteY45" fmla="*/ 405620 h 599598"/>
              <a:gd name="connsiteX46" fmla="*/ 604586 w 608434"/>
              <a:gd name="connsiteY46" fmla="*/ 510462 h 599598"/>
              <a:gd name="connsiteX47" fmla="*/ 608064 w 608434"/>
              <a:gd name="connsiteY47" fmla="*/ 520974 h 599598"/>
              <a:gd name="connsiteX48" fmla="*/ 581523 w 608434"/>
              <a:gd name="connsiteY48" fmla="*/ 556896 h 599598"/>
              <a:gd name="connsiteX49" fmla="*/ 549033 w 608434"/>
              <a:gd name="connsiteY49" fmla="*/ 540901 h 599598"/>
              <a:gd name="connsiteX50" fmla="*/ 495492 w 608434"/>
              <a:gd name="connsiteY50" fmla="*/ 426278 h 599598"/>
              <a:gd name="connsiteX51" fmla="*/ 493021 w 608434"/>
              <a:gd name="connsiteY51" fmla="*/ 417777 h 599598"/>
              <a:gd name="connsiteX52" fmla="*/ 492747 w 608434"/>
              <a:gd name="connsiteY52" fmla="*/ 413481 h 599598"/>
              <a:gd name="connsiteX53" fmla="*/ 493113 w 608434"/>
              <a:gd name="connsiteY53" fmla="*/ 326463 h 599598"/>
              <a:gd name="connsiteX54" fmla="*/ 410835 w 608434"/>
              <a:gd name="connsiteY54" fmla="*/ 362385 h 599598"/>
              <a:gd name="connsiteX55" fmla="*/ 397473 w 608434"/>
              <a:gd name="connsiteY55" fmla="*/ 447393 h 599598"/>
              <a:gd name="connsiteX56" fmla="*/ 371298 w 608434"/>
              <a:gd name="connsiteY56" fmla="*/ 471889 h 599598"/>
              <a:gd name="connsiteX57" fmla="*/ 335238 w 608434"/>
              <a:gd name="connsiteY57" fmla="*/ 445382 h 599598"/>
              <a:gd name="connsiteX58" fmla="*/ 335147 w 608434"/>
              <a:gd name="connsiteY58" fmla="*/ 436698 h 599598"/>
              <a:gd name="connsiteX59" fmla="*/ 351346 w 608434"/>
              <a:gd name="connsiteY59" fmla="*/ 333958 h 599598"/>
              <a:gd name="connsiteX60" fmla="*/ 369101 w 608434"/>
              <a:gd name="connsiteY60" fmla="*/ 311198 h 599598"/>
              <a:gd name="connsiteX61" fmla="*/ 442684 w 608434"/>
              <a:gd name="connsiteY61" fmla="*/ 278566 h 599598"/>
              <a:gd name="connsiteX62" fmla="*/ 395825 w 608434"/>
              <a:gd name="connsiteY62" fmla="*/ 197123 h 599598"/>
              <a:gd name="connsiteX63" fmla="*/ 372579 w 608434"/>
              <a:gd name="connsiteY63" fmla="*/ 226557 h 599598"/>
              <a:gd name="connsiteX64" fmla="*/ 363701 w 608434"/>
              <a:gd name="connsiteY64" fmla="*/ 232864 h 599598"/>
              <a:gd name="connsiteX65" fmla="*/ 275108 w 608434"/>
              <a:gd name="connsiteY65" fmla="*/ 258731 h 599598"/>
              <a:gd name="connsiteX66" fmla="*/ 246737 w 608434"/>
              <a:gd name="connsiteY66" fmla="*/ 243832 h 599598"/>
              <a:gd name="connsiteX67" fmla="*/ 260374 w 608434"/>
              <a:gd name="connsiteY67" fmla="*/ 211200 h 599598"/>
              <a:gd name="connsiteX68" fmla="*/ 261655 w 608434"/>
              <a:gd name="connsiteY68" fmla="*/ 210834 h 599598"/>
              <a:gd name="connsiteX69" fmla="*/ 338624 w 608434"/>
              <a:gd name="connsiteY69" fmla="*/ 188166 h 599598"/>
              <a:gd name="connsiteX70" fmla="*/ 396558 w 608434"/>
              <a:gd name="connsiteY70" fmla="*/ 118697 h 599598"/>
              <a:gd name="connsiteX71" fmla="*/ 435088 w 608434"/>
              <a:gd name="connsiteY71" fmla="*/ 95846 h 599598"/>
              <a:gd name="connsiteX72" fmla="*/ 453415 w 608434"/>
              <a:gd name="connsiteY72" fmla="*/ 92932 h 599598"/>
              <a:gd name="connsiteX73" fmla="*/ 401598 w 608434"/>
              <a:gd name="connsiteY73" fmla="*/ 0 h 599598"/>
              <a:gd name="connsiteX74" fmla="*/ 448983 w 608434"/>
              <a:gd name="connsiteY74" fmla="*/ 47385 h 599598"/>
              <a:gd name="connsiteX75" fmla="*/ 401598 w 608434"/>
              <a:gd name="connsiteY75" fmla="*/ 94770 h 599598"/>
              <a:gd name="connsiteX76" fmla="*/ 354213 w 608434"/>
              <a:gd name="connsiteY76" fmla="*/ 47385 h 599598"/>
              <a:gd name="connsiteX77" fmla="*/ 401598 w 608434"/>
              <a:gd name="connsiteY77" fmla="*/ 0 h 599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608434" h="599598">
                <a:moveTo>
                  <a:pt x="139139" y="229515"/>
                </a:moveTo>
                <a:cubicBezTo>
                  <a:pt x="145122" y="229115"/>
                  <a:pt x="151506" y="231789"/>
                  <a:pt x="160888" y="236222"/>
                </a:cubicBezTo>
                <a:cubicBezTo>
                  <a:pt x="163359" y="236953"/>
                  <a:pt x="325636" y="346458"/>
                  <a:pt x="325636" y="346458"/>
                </a:cubicBezTo>
                <a:cubicBezTo>
                  <a:pt x="336253" y="353588"/>
                  <a:pt x="339182" y="367939"/>
                  <a:pt x="331951" y="378725"/>
                </a:cubicBezTo>
                <a:cubicBezTo>
                  <a:pt x="324721" y="389511"/>
                  <a:pt x="310260" y="392344"/>
                  <a:pt x="299642" y="385123"/>
                </a:cubicBezTo>
                <a:lnTo>
                  <a:pt x="189353" y="311084"/>
                </a:lnTo>
                <a:lnTo>
                  <a:pt x="118694" y="383569"/>
                </a:lnTo>
                <a:lnTo>
                  <a:pt x="199238" y="416841"/>
                </a:lnTo>
                <a:cubicBezTo>
                  <a:pt x="208390" y="420498"/>
                  <a:pt x="214797" y="428267"/>
                  <a:pt x="216994" y="437682"/>
                </a:cubicBezTo>
                <a:lnTo>
                  <a:pt x="246282" y="563001"/>
                </a:lnTo>
                <a:cubicBezTo>
                  <a:pt x="249943" y="578997"/>
                  <a:pt x="239875" y="594901"/>
                  <a:pt x="223950" y="598832"/>
                </a:cubicBezTo>
                <a:cubicBezTo>
                  <a:pt x="207841" y="602488"/>
                  <a:pt x="192282" y="592708"/>
                  <a:pt x="188254" y="576986"/>
                </a:cubicBezTo>
                <a:cubicBezTo>
                  <a:pt x="188254" y="576803"/>
                  <a:pt x="167844" y="489235"/>
                  <a:pt x="162444" y="466201"/>
                </a:cubicBezTo>
                <a:cubicBezTo>
                  <a:pt x="153932" y="462727"/>
                  <a:pt x="136450" y="455324"/>
                  <a:pt x="117962" y="447737"/>
                </a:cubicBezTo>
                <a:lnTo>
                  <a:pt x="117962" y="448011"/>
                </a:lnTo>
                <a:cubicBezTo>
                  <a:pt x="118969" y="449931"/>
                  <a:pt x="120250" y="451667"/>
                  <a:pt x="120982" y="453678"/>
                </a:cubicBezTo>
                <a:cubicBezTo>
                  <a:pt x="121531" y="455415"/>
                  <a:pt x="121623" y="457426"/>
                  <a:pt x="121897" y="459254"/>
                </a:cubicBezTo>
                <a:cubicBezTo>
                  <a:pt x="122172" y="461174"/>
                  <a:pt x="122447" y="463002"/>
                  <a:pt x="122447" y="465013"/>
                </a:cubicBezTo>
                <a:cubicBezTo>
                  <a:pt x="122447" y="467115"/>
                  <a:pt x="121714" y="469035"/>
                  <a:pt x="121074" y="471228"/>
                </a:cubicBezTo>
                <a:cubicBezTo>
                  <a:pt x="120616" y="472599"/>
                  <a:pt x="120708" y="473971"/>
                  <a:pt x="120067" y="475524"/>
                </a:cubicBezTo>
                <a:lnTo>
                  <a:pt x="73205" y="578723"/>
                </a:lnTo>
                <a:cubicBezTo>
                  <a:pt x="66524" y="593805"/>
                  <a:pt x="48767" y="600386"/>
                  <a:pt x="33849" y="593622"/>
                </a:cubicBezTo>
                <a:cubicBezTo>
                  <a:pt x="18655" y="586766"/>
                  <a:pt x="12065" y="569216"/>
                  <a:pt x="18838" y="554226"/>
                </a:cubicBezTo>
                <a:lnTo>
                  <a:pt x="58012" y="467755"/>
                </a:lnTo>
                <a:lnTo>
                  <a:pt x="17282" y="418304"/>
                </a:lnTo>
                <a:cubicBezTo>
                  <a:pt x="16550" y="417664"/>
                  <a:pt x="15818" y="417298"/>
                  <a:pt x="15086" y="416659"/>
                </a:cubicBezTo>
                <a:cubicBezTo>
                  <a:pt x="11974" y="413551"/>
                  <a:pt x="9319" y="409894"/>
                  <a:pt x="7214" y="406147"/>
                </a:cubicBezTo>
                <a:lnTo>
                  <a:pt x="7214" y="405964"/>
                </a:lnTo>
                <a:cubicBezTo>
                  <a:pt x="5841" y="404410"/>
                  <a:pt x="5109" y="402399"/>
                  <a:pt x="4194" y="400480"/>
                </a:cubicBezTo>
                <a:cubicBezTo>
                  <a:pt x="4194" y="400297"/>
                  <a:pt x="3919" y="400205"/>
                  <a:pt x="3919" y="400023"/>
                </a:cubicBezTo>
                <a:cubicBezTo>
                  <a:pt x="2363" y="397098"/>
                  <a:pt x="1357" y="393990"/>
                  <a:pt x="991" y="390790"/>
                </a:cubicBezTo>
                <a:cubicBezTo>
                  <a:pt x="-2213" y="374886"/>
                  <a:pt x="2363" y="357518"/>
                  <a:pt x="14628" y="345087"/>
                </a:cubicBezTo>
                <a:lnTo>
                  <a:pt x="119792" y="241249"/>
                </a:lnTo>
                <a:cubicBezTo>
                  <a:pt x="127572" y="233388"/>
                  <a:pt x="133155" y="229915"/>
                  <a:pt x="139139" y="229515"/>
                </a:cubicBezTo>
                <a:close/>
                <a:moveTo>
                  <a:pt x="184208" y="134975"/>
                </a:moveTo>
                <a:cubicBezTo>
                  <a:pt x="202767" y="136007"/>
                  <a:pt x="219794" y="147950"/>
                  <a:pt x="226522" y="166525"/>
                </a:cubicBezTo>
                <a:cubicBezTo>
                  <a:pt x="235310" y="191108"/>
                  <a:pt x="222494" y="218432"/>
                  <a:pt x="197595" y="227297"/>
                </a:cubicBezTo>
                <a:cubicBezTo>
                  <a:pt x="172878" y="236253"/>
                  <a:pt x="145507" y="223276"/>
                  <a:pt x="136627" y="198693"/>
                </a:cubicBezTo>
                <a:cubicBezTo>
                  <a:pt x="127839" y="173927"/>
                  <a:pt x="140563" y="146511"/>
                  <a:pt x="165463" y="137738"/>
                </a:cubicBezTo>
                <a:cubicBezTo>
                  <a:pt x="171665" y="135499"/>
                  <a:pt x="178022" y="134631"/>
                  <a:pt x="184208" y="134975"/>
                </a:cubicBezTo>
                <a:close/>
                <a:moveTo>
                  <a:pt x="453415" y="92932"/>
                </a:moveTo>
                <a:cubicBezTo>
                  <a:pt x="459570" y="94178"/>
                  <a:pt x="465290" y="97537"/>
                  <a:pt x="469134" y="102701"/>
                </a:cubicBezTo>
                <a:lnTo>
                  <a:pt x="552144" y="238531"/>
                </a:lnTo>
                <a:cubicBezTo>
                  <a:pt x="554615" y="243832"/>
                  <a:pt x="556446" y="249499"/>
                  <a:pt x="557453" y="255715"/>
                </a:cubicBezTo>
                <a:cubicBezTo>
                  <a:pt x="557910" y="258731"/>
                  <a:pt x="558185" y="261748"/>
                  <a:pt x="558185" y="264855"/>
                </a:cubicBezTo>
                <a:lnTo>
                  <a:pt x="555897" y="405620"/>
                </a:lnTo>
                <a:lnTo>
                  <a:pt x="604586" y="510462"/>
                </a:lnTo>
                <a:cubicBezTo>
                  <a:pt x="606325" y="513479"/>
                  <a:pt x="607515" y="517135"/>
                  <a:pt x="608064" y="520974"/>
                </a:cubicBezTo>
                <a:cubicBezTo>
                  <a:pt x="610718" y="538250"/>
                  <a:pt x="598820" y="554246"/>
                  <a:pt x="581523" y="556896"/>
                </a:cubicBezTo>
                <a:cubicBezTo>
                  <a:pt x="568069" y="559090"/>
                  <a:pt x="555256" y="552235"/>
                  <a:pt x="549033" y="540901"/>
                </a:cubicBezTo>
                <a:lnTo>
                  <a:pt x="495492" y="426278"/>
                </a:lnTo>
                <a:cubicBezTo>
                  <a:pt x="494394" y="423718"/>
                  <a:pt x="493387" y="420885"/>
                  <a:pt x="493021" y="417777"/>
                </a:cubicBezTo>
                <a:cubicBezTo>
                  <a:pt x="492838" y="416406"/>
                  <a:pt x="492747" y="414852"/>
                  <a:pt x="492747" y="413481"/>
                </a:cubicBezTo>
                <a:lnTo>
                  <a:pt x="493113" y="326463"/>
                </a:lnTo>
                <a:lnTo>
                  <a:pt x="410835" y="362385"/>
                </a:lnTo>
                <a:lnTo>
                  <a:pt x="397473" y="447393"/>
                </a:lnTo>
                <a:cubicBezTo>
                  <a:pt x="394819" y="459915"/>
                  <a:pt x="384660" y="469787"/>
                  <a:pt x="371298" y="471889"/>
                </a:cubicBezTo>
                <a:cubicBezTo>
                  <a:pt x="354000" y="474449"/>
                  <a:pt x="337892" y="462474"/>
                  <a:pt x="335238" y="445382"/>
                </a:cubicBezTo>
                <a:cubicBezTo>
                  <a:pt x="334781" y="442457"/>
                  <a:pt x="334781" y="439440"/>
                  <a:pt x="335147" y="436698"/>
                </a:cubicBezTo>
                <a:lnTo>
                  <a:pt x="351346" y="333958"/>
                </a:lnTo>
                <a:cubicBezTo>
                  <a:pt x="353268" y="324086"/>
                  <a:pt x="359857" y="315494"/>
                  <a:pt x="369101" y="311198"/>
                </a:cubicBezTo>
                <a:lnTo>
                  <a:pt x="442684" y="278566"/>
                </a:lnTo>
                <a:lnTo>
                  <a:pt x="395825" y="197123"/>
                </a:lnTo>
                <a:lnTo>
                  <a:pt x="372579" y="226557"/>
                </a:lnTo>
                <a:cubicBezTo>
                  <a:pt x="370291" y="229207"/>
                  <a:pt x="367179" y="231492"/>
                  <a:pt x="363701" y="232864"/>
                </a:cubicBezTo>
                <a:lnTo>
                  <a:pt x="275108" y="258731"/>
                </a:lnTo>
                <a:cubicBezTo>
                  <a:pt x="263302" y="261291"/>
                  <a:pt x="251313" y="255075"/>
                  <a:pt x="246737" y="243832"/>
                </a:cubicBezTo>
                <a:cubicBezTo>
                  <a:pt x="241520" y="230944"/>
                  <a:pt x="247744" y="216410"/>
                  <a:pt x="260374" y="211200"/>
                </a:cubicBezTo>
                <a:lnTo>
                  <a:pt x="261655" y="210834"/>
                </a:lnTo>
                <a:lnTo>
                  <a:pt x="338624" y="188166"/>
                </a:lnTo>
                <a:lnTo>
                  <a:pt x="396558" y="118697"/>
                </a:lnTo>
                <a:lnTo>
                  <a:pt x="435088" y="95846"/>
                </a:lnTo>
                <a:cubicBezTo>
                  <a:pt x="440671" y="92555"/>
                  <a:pt x="447261" y="91687"/>
                  <a:pt x="453415" y="92932"/>
                </a:cubicBezTo>
                <a:close/>
                <a:moveTo>
                  <a:pt x="401598" y="0"/>
                </a:moveTo>
                <a:cubicBezTo>
                  <a:pt x="427768" y="0"/>
                  <a:pt x="448983" y="21215"/>
                  <a:pt x="448983" y="47385"/>
                </a:cubicBezTo>
                <a:cubicBezTo>
                  <a:pt x="448983" y="73555"/>
                  <a:pt x="427768" y="94770"/>
                  <a:pt x="401598" y="94770"/>
                </a:cubicBezTo>
                <a:cubicBezTo>
                  <a:pt x="375428" y="94770"/>
                  <a:pt x="354213" y="73555"/>
                  <a:pt x="354213" y="47385"/>
                </a:cubicBezTo>
                <a:cubicBezTo>
                  <a:pt x="354213" y="21215"/>
                  <a:pt x="375428" y="0"/>
                  <a:pt x="401598" y="0"/>
                </a:cubicBezTo>
                <a:close/>
              </a:path>
            </a:pathLst>
          </a:custGeom>
          <a:solidFill>
            <a:schemeClr val="accent1"/>
          </a:solidFill>
          <a:ln>
            <a:noFill/>
          </a:ln>
        </p:spPr>
      </p:sp>
      <p:sp>
        <p:nvSpPr>
          <p:cNvPr id="77" name="basketball-player-silhouette-with-the-ball_39589">
            <a:extLst>
              <a:ext uri="{FF2B5EF4-FFF2-40B4-BE49-F238E27FC236}">
                <a16:creationId xmlns:a16="http://schemas.microsoft.com/office/drawing/2014/main" id="{1C162686-281D-480A-9B90-1E34466566ED}"/>
              </a:ext>
            </a:extLst>
          </p:cNvPr>
          <p:cNvSpPr>
            <a:spLocks noChangeAspect="1"/>
          </p:cNvSpPr>
          <p:nvPr/>
        </p:nvSpPr>
        <p:spPr bwMode="auto">
          <a:xfrm>
            <a:off x="4318000" y="2758398"/>
            <a:ext cx="470118" cy="609685"/>
          </a:xfrm>
          <a:custGeom>
            <a:avLst/>
            <a:gdLst>
              <a:gd name="connsiteX0" fmla="*/ 413527 w 468321"/>
              <a:gd name="connsiteY0" fmla="*/ 385995 h 607354"/>
              <a:gd name="connsiteX1" fmla="*/ 468321 w 468321"/>
              <a:gd name="connsiteY1" fmla="*/ 440719 h 607354"/>
              <a:gd name="connsiteX2" fmla="*/ 413527 w 468321"/>
              <a:gd name="connsiteY2" fmla="*/ 495443 h 607354"/>
              <a:gd name="connsiteX3" fmla="*/ 358733 w 468321"/>
              <a:gd name="connsiteY3" fmla="*/ 440719 h 607354"/>
              <a:gd name="connsiteX4" fmla="*/ 413527 w 468321"/>
              <a:gd name="connsiteY4" fmla="*/ 385995 h 607354"/>
              <a:gd name="connsiteX5" fmla="*/ 182327 w 468321"/>
              <a:gd name="connsiteY5" fmla="*/ 126800 h 607354"/>
              <a:gd name="connsiteX6" fmla="*/ 211636 w 468321"/>
              <a:gd name="connsiteY6" fmla="*/ 133670 h 607354"/>
              <a:gd name="connsiteX7" fmla="*/ 425749 w 468321"/>
              <a:gd name="connsiteY7" fmla="*/ 276539 h 607354"/>
              <a:gd name="connsiteX8" fmla="*/ 434001 w 468321"/>
              <a:gd name="connsiteY8" fmla="*/ 318786 h 607354"/>
              <a:gd name="connsiteX9" fmla="*/ 391775 w 468321"/>
              <a:gd name="connsiteY9" fmla="*/ 327026 h 607354"/>
              <a:gd name="connsiteX10" fmla="*/ 247541 w 468321"/>
              <a:gd name="connsiteY10" fmla="*/ 230348 h 607354"/>
              <a:gd name="connsiteX11" fmla="*/ 155189 w 468321"/>
              <a:gd name="connsiteY11" fmla="*/ 325097 h 607354"/>
              <a:gd name="connsiteX12" fmla="*/ 260534 w 468321"/>
              <a:gd name="connsiteY12" fmla="*/ 368572 h 607354"/>
              <a:gd name="connsiteX13" fmla="*/ 283710 w 468321"/>
              <a:gd name="connsiteY13" fmla="*/ 395831 h 607354"/>
              <a:gd name="connsiteX14" fmla="*/ 322073 w 468321"/>
              <a:gd name="connsiteY14" fmla="*/ 559561 h 607354"/>
              <a:gd name="connsiteX15" fmla="*/ 292752 w 468321"/>
              <a:gd name="connsiteY15" fmla="*/ 606366 h 607354"/>
              <a:gd name="connsiteX16" fmla="*/ 246137 w 468321"/>
              <a:gd name="connsiteY16" fmla="*/ 577880 h 607354"/>
              <a:gd name="connsiteX17" fmla="*/ 212339 w 468321"/>
              <a:gd name="connsiteY17" fmla="*/ 433082 h 607354"/>
              <a:gd name="connsiteX18" fmla="*/ 154224 w 468321"/>
              <a:gd name="connsiteY18" fmla="*/ 409241 h 607354"/>
              <a:gd name="connsiteX19" fmla="*/ 158086 w 468321"/>
              <a:gd name="connsiteY19" fmla="*/ 416691 h 607354"/>
              <a:gd name="connsiteX20" fmla="*/ 159403 w 468321"/>
              <a:gd name="connsiteY20" fmla="*/ 423966 h 607354"/>
              <a:gd name="connsiteX21" fmla="*/ 160105 w 468321"/>
              <a:gd name="connsiteY21" fmla="*/ 431417 h 607354"/>
              <a:gd name="connsiteX22" fmla="*/ 158262 w 468321"/>
              <a:gd name="connsiteY22" fmla="*/ 439568 h 607354"/>
              <a:gd name="connsiteX23" fmla="*/ 156945 w 468321"/>
              <a:gd name="connsiteY23" fmla="*/ 445265 h 607354"/>
              <a:gd name="connsiteX24" fmla="*/ 95670 w 468321"/>
              <a:gd name="connsiteY24" fmla="*/ 580159 h 607354"/>
              <a:gd name="connsiteX25" fmla="*/ 44314 w 468321"/>
              <a:gd name="connsiteY25" fmla="*/ 599617 h 607354"/>
              <a:gd name="connsiteX26" fmla="*/ 24650 w 468321"/>
              <a:gd name="connsiteY26" fmla="*/ 548079 h 607354"/>
              <a:gd name="connsiteX27" fmla="*/ 75830 w 468321"/>
              <a:gd name="connsiteY27" fmla="*/ 435098 h 607354"/>
              <a:gd name="connsiteX28" fmla="*/ 22631 w 468321"/>
              <a:gd name="connsiteY28" fmla="*/ 370500 h 607354"/>
              <a:gd name="connsiteX29" fmla="*/ 19734 w 468321"/>
              <a:gd name="connsiteY29" fmla="*/ 368309 h 607354"/>
              <a:gd name="connsiteX30" fmla="*/ 9375 w 468321"/>
              <a:gd name="connsiteY30" fmla="*/ 354372 h 607354"/>
              <a:gd name="connsiteX31" fmla="*/ 5074 w 468321"/>
              <a:gd name="connsiteY31" fmla="*/ 346572 h 607354"/>
              <a:gd name="connsiteX32" fmla="*/ 1299 w 468321"/>
              <a:gd name="connsiteY32" fmla="*/ 334476 h 607354"/>
              <a:gd name="connsiteX33" fmla="*/ 19120 w 468321"/>
              <a:gd name="connsiteY33" fmla="*/ 274786 h 607354"/>
              <a:gd name="connsiteX34" fmla="*/ 154926 w 468321"/>
              <a:gd name="connsiteY34" fmla="*/ 139192 h 607354"/>
              <a:gd name="connsiteX35" fmla="*/ 182327 w 468321"/>
              <a:gd name="connsiteY35" fmla="*/ 126800 h 607354"/>
              <a:gd name="connsiteX36" fmla="*/ 240813 w 468321"/>
              <a:gd name="connsiteY36" fmla="*/ 96 h 607354"/>
              <a:gd name="connsiteX37" fmla="*/ 296162 w 468321"/>
              <a:gd name="connsiteY37" fmla="*/ 41292 h 607354"/>
              <a:gd name="connsiteX38" fmla="*/ 258330 w 468321"/>
              <a:gd name="connsiteY38" fmla="*/ 120796 h 607354"/>
              <a:gd name="connsiteX39" fmla="*/ 178629 w 468321"/>
              <a:gd name="connsiteY39" fmla="*/ 83454 h 607354"/>
              <a:gd name="connsiteX40" fmla="*/ 216285 w 468321"/>
              <a:gd name="connsiteY40" fmla="*/ 3687 h 607354"/>
              <a:gd name="connsiteX41" fmla="*/ 240813 w 468321"/>
              <a:gd name="connsiteY41" fmla="*/ 96 h 607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68321" h="607354">
                <a:moveTo>
                  <a:pt x="413527" y="385995"/>
                </a:moveTo>
                <a:cubicBezTo>
                  <a:pt x="443789" y="385995"/>
                  <a:pt x="468321" y="410496"/>
                  <a:pt x="468321" y="440719"/>
                </a:cubicBezTo>
                <a:cubicBezTo>
                  <a:pt x="468321" y="470942"/>
                  <a:pt x="443789" y="495443"/>
                  <a:pt x="413527" y="495443"/>
                </a:cubicBezTo>
                <a:cubicBezTo>
                  <a:pt x="383265" y="495443"/>
                  <a:pt x="358733" y="470942"/>
                  <a:pt x="358733" y="440719"/>
                </a:cubicBezTo>
                <a:cubicBezTo>
                  <a:pt x="358733" y="410496"/>
                  <a:pt x="383265" y="385995"/>
                  <a:pt x="413527" y="385995"/>
                </a:cubicBezTo>
                <a:close/>
                <a:moveTo>
                  <a:pt x="182327" y="126800"/>
                </a:moveTo>
                <a:cubicBezTo>
                  <a:pt x="192587" y="125803"/>
                  <a:pt x="203165" y="128017"/>
                  <a:pt x="211636" y="133670"/>
                </a:cubicBezTo>
                <a:lnTo>
                  <a:pt x="425749" y="276539"/>
                </a:lnTo>
                <a:cubicBezTo>
                  <a:pt x="439619" y="285830"/>
                  <a:pt x="443482" y="304675"/>
                  <a:pt x="434001" y="318786"/>
                </a:cubicBezTo>
                <a:cubicBezTo>
                  <a:pt x="424520" y="332898"/>
                  <a:pt x="405646" y="336579"/>
                  <a:pt x="391775" y="327026"/>
                </a:cubicBezTo>
                <a:lnTo>
                  <a:pt x="247541" y="230348"/>
                </a:lnTo>
                <a:lnTo>
                  <a:pt x="155189" y="325097"/>
                </a:lnTo>
                <a:lnTo>
                  <a:pt x="260534" y="368572"/>
                </a:lnTo>
                <a:cubicBezTo>
                  <a:pt x="272473" y="373392"/>
                  <a:pt x="280813" y="383472"/>
                  <a:pt x="283710" y="395831"/>
                </a:cubicBezTo>
                <a:lnTo>
                  <a:pt x="322073" y="559561"/>
                </a:lnTo>
                <a:cubicBezTo>
                  <a:pt x="326813" y="580509"/>
                  <a:pt x="313645" y="601195"/>
                  <a:pt x="292752" y="606366"/>
                </a:cubicBezTo>
                <a:cubicBezTo>
                  <a:pt x="271771" y="611099"/>
                  <a:pt x="251316" y="598390"/>
                  <a:pt x="246137" y="577880"/>
                </a:cubicBezTo>
                <a:cubicBezTo>
                  <a:pt x="246137" y="577617"/>
                  <a:pt x="219450" y="463146"/>
                  <a:pt x="212339" y="433082"/>
                </a:cubicBezTo>
                <a:cubicBezTo>
                  <a:pt x="201278" y="428524"/>
                  <a:pt x="178365" y="418883"/>
                  <a:pt x="154224" y="409241"/>
                </a:cubicBezTo>
                <a:cubicBezTo>
                  <a:pt x="155541" y="411783"/>
                  <a:pt x="157209" y="414062"/>
                  <a:pt x="158086" y="416691"/>
                </a:cubicBezTo>
                <a:cubicBezTo>
                  <a:pt x="158964" y="418970"/>
                  <a:pt x="159052" y="421512"/>
                  <a:pt x="159403" y="423966"/>
                </a:cubicBezTo>
                <a:cubicBezTo>
                  <a:pt x="159754" y="426421"/>
                  <a:pt x="160193" y="428875"/>
                  <a:pt x="160105" y="431417"/>
                </a:cubicBezTo>
                <a:cubicBezTo>
                  <a:pt x="160018" y="434221"/>
                  <a:pt x="159140" y="436763"/>
                  <a:pt x="158262" y="439568"/>
                </a:cubicBezTo>
                <a:cubicBezTo>
                  <a:pt x="157735" y="441409"/>
                  <a:pt x="157823" y="443249"/>
                  <a:pt x="156945" y="445265"/>
                </a:cubicBezTo>
                <a:lnTo>
                  <a:pt x="95670" y="580159"/>
                </a:lnTo>
                <a:cubicBezTo>
                  <a:pt x="86979" y="599792"/>
                  <a:pt x="63803" y="608470"/>
                  <a:pt x="44314" y="599617"/>
                </a:cubicBezTo>
                <a:cubicBezTo>
                  <a:pt x="24475" y="590677"/>
                  <a:pt x="15784" y="567712"/>
                  <a:pt x="24650" y="548079"/>
                </a:cubicBezTo>
                <a:lnTo>
                  <a:pt x="75830" y="435098"/>
                </a:lnTo>
                <a:lnTo>
                  <a:pt x="22631" y="370500"/>
                </a:lnTo>
                <a:cubicBezTo>
                  <a:pt x="21578" y="369623"/>
                  <a:pt x="20700" y="369098"/>
                  <a:pt x="19734" y="368309"/>
                </a:cubicBezTo>
                <a:cubicBezTo>
                  <a:pt x="15696" y="364189"/>
                  <a:pt x="12184" y="359544"/>
                  <a:pt x="9375" y="354372"/>
                </a:cubicBezTo>
                <a:cubicBezTo>
                  <a:pt x="7619" y="352356"/>
                  <a:pt x="6654" y="349727"/>
                  <a:pt x="5074" y="346572"/>
                </a:cubicBezTo>
                <a:cubicBezTo>
                  <a:pt x="3142" y="342803"/>
                  <a:pt x="1825" y="338683"/>
                  <a:pt x="1299" y="334476"/>
                </a:cubicBezTo>
                <a:cubicBezTo>
                  <a:pt x="-2915" y="313703"/>
                  <a:pt x="3142" y="291089"/>
                  <a:pt x="19120" y="274786"/>
                </a:cubicBezTo>
                <a:lnTo>
                  <a:pt x="154926" y="139192"/>
                </a:lnTo>
                <a:cubicBezTo>
                  <a:pt x="162125" y="132005"/>
                  <a:pt x="172067" y="127797"/>
                  <a:pt x="182327" y="126800"/>
                </a:cubicBezTo>
                <a:close/>
                <a:moveTo>
                  <a:pt x="240813" y="96"/>
                </a:moveTo>
                <a:cubicBezTo>
                  <a:pt x="265089" y="1452"/>
                  <a:pt x="287340" y="17033"/>
                  <a:pt x="296162" y="41292"/>
                </a:cubicBezTo>
                <a:cubicBezTo>
                  <a:pt x="307573" y="73461"/>
                  <a:pt x="290895" y="109225"/>
                  <a:pt x="258330" y="120796"/>
                </a:cubicBezTo>
                <a:cubicBezTo>
                  <a:pt x="225941" y="132454"/>
                  <a:pt x="190216" y="115536"/>
                  <a:pt x="178629" y="83454"/>
                </a:cubicBezTo>
                <a:cubicBezTo>
                  <a:pt x="167218" y="51022"/>
                  <a:pt x="183808" y="15170"/>
                  <a:pt x="216285" y="3687"/>
                </a:cubicBezTo>
                <a:cubicBezTo>
                  <a:pt x="224405" y="773"/>
                  <a:pt x="232721" y="-356"/>
                  <a:pt x="240813" y="96"/>
                </a:cubicBezTo>
                <a:close/>
              </a:path>
            </a:pathLst>
          </a:custGeom>
          <a:solidFill>
            <a:schemeClr val="accent1"/>
          </a:solidFill>
          <a:ln>
            <a:noFill/>
          </a:ln>
        </p:spPr>
      </p:sp>
      <p:sp>
        <p:nvSpPr>
          <p:cNvPr id="78" name="basketball-player_38377">
            <a:extLst>
              <a:ext uri="{FF2B5EF4-FFF2-40B4-BE49-F238E27FC236}">
                <a16:creationId xmlns:a16="http://schemas.microsoft.com/office/drawing/2014/main" id="{F20BDAB3-557F-4CBB-8CCF-E81AB7431F1E}"/>
              </a:ext>
            </a:extLst>
          </p:cNvPr>
          <p:cNvSpPr>
            <a:spLocks noChangeAspect="1"/>
          </p:cNvSpPr>
          <p:nvPr/>
        </p:nvSpPr>
        <p:spPr bwMode="auto">
          <a:xfrm>
            <a:off x="5524500" y="2758398"/>
            <a:ext cx="554829" cy="609684"/>
          </a:xfrm>
          <a:custGeom>
            <a:avLst/>
            <a:gdLst>
              <a:gd name="connsiteX0" fmla="*/ 454474 w 551169"/>
              <a:gd name="connsiteY0" fmla="*/ 147859 h 605663"/>
              <a:gd name="connsiteX1" fmla="*/ 454474 w 551169"/>
              <a:gd name="connsiteY1" fmla="*/ 171486 h 605663"/>
              <a:gd name="connsiteX2" fmla="*/ 486046 w 551169"/>
              <a:gd name="connsiteY2" fmla="*/ 171486 h 605663"/>
              <a:gd name="connsiteX3" fmla="*/ 491208 w 551169"/>
              <a:gd name="connsiteY3" fmla="*/ 147859 h 605663"/>
              <a:gd name="connsiteX4" fmla="*/ 405353 w 551169"/>
              <a:gd name="connsiteY4" fmla="*/ 147859 h 605663"/>
              <a:gd name="connsiteX5" fmla="*/ 410515 w 551169"/>
              <a:gd name="connsiteY5" fmla="*/ 171486 h 605663"/>
              <a:gd name="connsiteX6" fmla="*/ 438990 w 551169"/>
              <a:gd name="connsiteY6" fmla="*/ 171486 h 605663"/>
              <a:gd name="connsiteX7" fmla="*/ 438990 w 551169"/>
              <a:gd name="connsiteY7" fmla="*/ 147859 h 605663"/>
              <a:gd name="connsiteX8" fmla="*/ 388750 w 551169"/>
              <a:gd name="connsiteY8" fmla="*/ 108596 h 605663"/>
              <a:gd name="connsiteX9" fmla="*/ 400105 w 551169"/>
              <a:gd name="connsiteY9" fmla="*/ 132309 h 605663"/>
              <a:gd name="connsiteX10" fmla="*/ 438990 w 551169"/>
              <a:gd name="connsiteY10" fmla="*/ 132309 h 605663"/>
              <a:gd name="connsiteX11" fmla="*/ 438990 w 551169"/>
              <a:gd name="connsiteY11" fmla="*/ 114095 h 605663"/>
              <a:gd name="connsiteX12" fmla="*/ 388750 w 551169"/>
              <a:gd name="connsiteY12" fmla="*/ 108596 h 605663"/>
              <a:gd name="connsiteX13" fmla="*/ 508328 w 551169"/>
              <a:gd name="connsiteY13" fmla="*/ 107737 h 605663"/>
              <a:gd name="connsiteX14" fmla="*/ 454474 w 551169"/>
              <a:gd name="connsiteY14" fmla="*/ 114095 h 605663"/>
              <a:gd name="connsiteX15" fmla="*/ 454474 w 551169"/>
              <a:gd name="connsiteY15" fmla="*/ 132309 h 605663"/>
              <a:gd name="connsiteX16" fmla="*/ 496542 w 551169"/>
              <a:gd name="connsiteY16" fmla="*/ 132309 h 605663"/>
              <a:gd name="connsiteX17" fmla="*/ 508328 w 551169"/>
              <a:gd name="connsiteY17" fmla="*/ 107737 h 605663"/>
              <a:gd name="connsiteX18" fmla="*/ 363028 w 551169"/>
              <a:gd name="connsiteY18" fmla="*/ 100434 h 605663"/>
              <a:gd name="connsiteX19" fmla="*/ 363028 w 551169"/>
              <a:gd name="connsiteY19" fmla="*/ 165042 h 605663"/>
              <a:gd name="connsiteX20" fmla="*/ 430301 w 551169"/>
              <a:gd name="connsiteY20" fmla="*/ 232314 h 605663"/>
              <a:gd name="connsiteX21" fmla="*/ 463163 w 551169"/>
              <a:gd name="connsiteY21" fmla="*/ 232314 h 605663"/>
              <a:gd name="connsiteX22" fmla="*/ 530436 w 551169"/>
              <a:gd name="connsiteY22" fmla="*/ 165042 h 605663"/>
              <a:gd name="connsiteX23" fmla="*/ 530436 w 551169"/>
              <a:gd name="connsiteY23" fmla="*/ 102066 h 605663"/>
              <a:gd name="connsiteX24" fmla="*/ 499467 w 551169"/>
              <a:gd name="connsiteY24" fmla="*/ 202416 h 605663"/>
              <a:gd name="connsiteX25" fmla="*/ 491810 w 551169"/>
              <a:gd name="connsiteY25" fmla="*/ 210320 h 605663"/>
              <a:gd name="connsiteX26" fmla="*/ 491638 w 551169"/>
              <a:gd name="connsiteY26" fmla="*/ 210320 h 605663"/>
              <a:gd name="connsiteX27" fmla="*/ 483896 w 551169"/>
              <a:gd name="connsiteY27" fmla="*/ 202674 h 605663"/>
              <a:gd name="connsiteX28" fmla="*/ 484326 w 551169"/>
              <a:gd name="connsiteY28" fmla="*/ 187037 h 605663"/>
              <a:gd name="connsiteX29" fmla="*/ 454474 w 551169"/>
              <a:gd name="connsiteY29" fmla="*/ 187037 h 605663"/>
              <a:gd name="connsiteX30" fmla="*/ 454474 w 551169"/>
              <a:gd name="connsiteY30" fmla="*/ 202502 h 605663"/>
              <a:gd name="connsiteX31" fmla="*/ 446732 w 551169"/>
              <a:gd name="connsiteY31" fmla="*/ 210320 h 605663"/>
              <a:gd name="connsiteX32" fmla="*/ 438990 w 551169"/>
              <a:gd name="connsiteY32" fmla="*/ 202502 h 605663"/>
              <a:gd name="connsiteX33" fmla="*/ 438990 w 551169"/>
              <a:gd name="connsiteY33" fmla="*/ 187037 h 605663"/>
              <a:gd name="connsiteX34" fmla="*/ 412235 w 551169"/>
              <a:gd name="connsiteY34" fmla="*/ 187037 h 605663"/>
              <a:gd name="connsiteX35" fmla="*/ 412665 w 551169"/>
              <a:gd name="connsiteY35" fmla="*/ 202674 h 605663"/>
              <a:gd name="connsiteX36" fmla="*/ 404923 w 551169"/>
              <a:gd name="connsiteY36" fmla="*/ 210320 h 605663"/>
              <a:gd name="connsiteX37" fmla="*/ 404751 w 551169"/>
              <a:gd name="connsiteY37" fmla="*/ 210320 h 605663"/>
              <a:gd name="connsiteX38" fmla="*/ 397180 w 551169"/>
              <a:gd name="connsiteY38" fmla="*/ 202416 h 605663"/>
              <a:gd name="connsiteX39" fmla="*/ 365866 w 551169"/>
              <a:gd name="connsiteY39" fmla="*/ 101723 h 605663"/>
              <a:gd name="connsiteX40" fmla="*/ 363028 w 551169"/>
              <a:gd name="connsiteY40" fmla="*/ 100434 h 605663"/>
              <a:gd name="connsiteX41" fmla="*/ 123112 w 551169"/>
              <a:gd name="connsiteY41" fmla="*/ 100122 h 605663"/>
              <a:gd name="connsiteX42" fmla="*/ 166936 w 551169"/>
              <a:gd name="connsiteY42" fmla="*/ 132729 h 605663"/>
              <a:gd name="connsiteX43" fmla="*/ 136986 w 551169"/>
              <a:gd name="connsiteY43" fmla="*/ 195726 h 605663"/>
              <a:gd name="connsiteX44" fmla="*/ 73814 w 551169"/>
              <a:gd name="connsiteY44" fmla="*/ 166075 h 605663"/>
              <a:gd name="connsiteX45" fmla="*/ 103678 w 551169"/>
              <a:gd name="connsiteY45" fmla="*/ 102993 h 605663"/>
              <a:gd name="connsiteX46" fmla="*/ 123112 w 551169"/>
              <a:gd name="connsiteY46" fmla="*/ 100122 h 605663"/>
              <a:gd name="connsiteX47" fmla="*/ 43109 w 551169"/>
              <a:gd name="connsiteY47" fmla="*/ 92241 h 605663"/>
              <a:gd name="connsiteX48" fmla="*/ 63933 w 551169"/>
              <a:gd name="connsiteY48" fmla="*/ 116727 h 605663"/>
              <a:gd name="connsiteX49" fmla="*/ 57393 w 551169"/>
              <a:gd name="connsiteY49" fmla="*/ 197056 h 605663"/>
              <a:gd name="connsiteX50" fmla="*/ 80282 w 551169"/>
              <a:gd name="connsiteY50" fmla="*/ 223689 h 605663"/>
              <a:gd name="connsiteX51" fmla="*/ 157124 w 551169"/>
              <a:gd name="connsiteY51" fmla="*/ 210545 h 605663"/>
              <a:gd name="connsiteX52" fmla="*/ 180444 w 551169"/>
              <a:gd name="connsiteY52" fmla="*/ 180131 h 605663"/>
              <a:gd name="connsiteX53" fmla="*/ 180444 w 551169"/>
              <a:gd name="connsiteY53" fmla="*/ 132535 h 605663"/>
              <a:gd name="connsiteX54" fmla="*/ 203247 w 551169"/>
              <a:gd name="connsiteY54" fmla="*/ 109854 h 605663"/>
              <a:gd name="connsiteX55" fmla="*/ 225964 w 551169"/>
              <a:gd name="connsiteY55" fmla="*/ 132535 h 605663"/>
              <a:gd name="connsiteX56" fmla="*/ 225964 w 551169"/>
              <a:gd name="connsiteY56" fmla="*/ 187863 h 605663"/>
              <a:gd name="connsiteX57" fmla="*/ 221231 w 551169"/>
              <a:gd name="connsiteY57" fmla="*/ 201610 h 605663"/>
              <a:gd name="connsiteX58" fmla="*/ 180788 w 551169"/>
              <a:gd name="connsiteY58" fmla="*/ 254275 h 605663"/>
              <a:gd name="connsiteX59" fmla="*/ 207033 w 551169"/>
              <a:gd name="connsiteY59" fmla="*/ 395775 h 605663"/>
              <a:gd name="connsiteX60" fmla="*/ 250746 w 551169"/>
              <a:gd name="connsiteY60" fmla="*/ 419402 h 605663"/>
              <a:gd name="connsiteX61" fmla="*/ 266579 w 551169"/>
              <a:gd name="connsiteY61" fmla="*/ 446035 h 605663"/>
              <a:gd name="connsiteX62" fmla="*/ 266579 w 551169"/>
              <a:gd name="connsiteY62" fmla="*/ 575421 h 605663"/>
              <a:gd name="connsiteX63" fmla="*/ 236290 w 551169"/>
              <a:gd name="connsiteY63" fmla="*/ 605663 h 605663"/>
              <a:gd name="connsiteX64" fmla="*/ 206000 w 551169"/>
              <a:gd name="connsiteY64" fmla="*/ 575421 h 605663"/>
              <a:gd name="connsiteX65" fmla="*/ 206000 w 551169"/>
              <a:gd name="connsiteY65" fmla="*/ 464077 h 605663"/>
              <a:gd name="connsiteX66" fmla="*/ 157641 w 551169"/>
              <a:gd name="connsiteY66" fmla="*/ 437873 h 605663"/>
              <a:gd name="connsiteX67" fmla="*/ 146454 w 551169"/>
              <a:gd name="connsiteY67" fmla="*/ 486414 h 605663"/>
              <a:gd name="connsiteX68" fmla="*/ 136472 w 551169"/>
              <a:gd name="connsiteY68" fmla="*/ 502738 h 605663"/>
              <a:gd name="connsiteX69" fmla="*/ 49821 w 551169"/>
              <a:gd name="connsiteY69" fmla="*/ 588394 h 605663"/>
              <a:gd name="connsiteX70" fmla="*/ 7140 w 551169"/>
              <a:gd name="connsiteY70" fmla="*/ 584872 h 605663"/>
              <a:gd name="connsiteX71" fmla="*/ 10754 w 551169"/>
              <a:gd name="connsiteY71" fmla="*/ 542173 h 605663"/>
              <a:gd name="connsiteX72" fmla="*/ 89662 w 551169"/>
              <a:gd name="connsiteY72" fmla="*/ 462960 h 605663"/>
              <a:gd name="connsiteX73" fmla="*/ 100504 w 551169"/>
              <a:gd name="connsiteY73" fmla="*/ 416137 h 605663"/>
              <a:gd name="connsiteX74" fmla="*/ 73570 w 551169"/>
              <a:gd name="connsiteY74" fmla="*/ 285633 h 605663"/>
              <a:gd name="connsiteX75" fmla="*/ 16692 w 551169"/>
              <a:gd name="connsiteY75" fmla="*/ 219394 h 605663"/>
              <a:gd name="connsiteX76" fmla="*/ 11271 w 551169"/>
              <a:gd name="connsiteY76" fmla="*/ 202812 h 605663"/>
              <a:gd name="connsiteX77" fmla="*/ 18585 w 551169"/>
              <a:gd name="connsiteY77" fmla="*/ 113032 h 605663"/>
              <a:gd name="connsiteX78" fmla="*/ 43109 w 551169"/>
              <a:gd name="connsiteY78" fmla="*/ 92241 h 605663"/>
              <a:gd name="connsiteX79" fmla="*/ 446732 w 551169"/>
              <a:gd name="connsiteY79" fmla="*/ 59023 h 605663"/>
              <a:gd name="connsiteX80" fmla="*/ 363286 w 551169"/>
              <a:gd name="connsiteY80" fmla="*/ 76292 h 605663"/>
              <a:gd name="connsiteX81" fmla="*/ 446732 w 551169"/>
              <a:gd name="connsiteY81" fmla="*/ 93475 h 605663"/>
              <a:gd name="connsiteX82" fmla="*/ 530178 w 551169"/>
              <a:gd name="connsiteY82" fmla="*/ 76292 h 605663"/>
              <a:gd name="connsiteX83" fmla="*/ 446732 w 551169"/>
              <a:gd name="connsiteY83" fmla="*/ 59023 h 605663"/>
              <a:gd name="connsiteX84" fmla="*/ 446732 w 551169"/>
              <a:gd name="connsiteY84" fmla="*/ 38317 h 605663"/>
              <a:gd name="connsiteX85" fmla="*/ 551169 w 551169"/>
              <a:gd name="connsiteY85" fmla="*/ 76292 h 605663"/>
              <a:gd name="connsiteX86" fmla="*/ 551169 w 551169"/>
              <a:gd name="connsiteY86" fmla="*/ 165042 h 605663"/>
              <a:gd name="connsiteX87" fmla="*/ 463163 w 551169"/>
              <a:gd name="connsiteY87" fmla="*/ 252934 h 605663"/>
              <a:gd name="connsiteX88" fmla="*/ 450173 w 551169"/>
              <a:gd name="connsiteY88" fmla="*/ 252934 h 605663"/>
              <a:gd name="connsiteX89" fmla="*/ 450173 w 551169"/>
              <a:gd name="connsiteY89" fmla="*/ 302937 h 605663"/>
              <a:gd name="connsiteX90" fmla="*/ 429441 w 551169"/>
              <a:gd name="connsiteY90" fmla="*/ 302937 h 605663"/>
              <a:gd name="connsiteX91" fmla="*/ 429441 w 551169"/>
              <a:gd name="connsiteY91" fmla="*/ 252934 h 605663"/>
              <a:gd name="connsiteX92" fmla="*/ 342295 w 551169"/>
              <a:gd name="connsiteY92" fmla="*/ 165042 h 605663"/>
              <a:gd name="connsiteX93" fmla="*/ 342295 w 551169"/>
              <a:gd name="connsiteY93" fmla="*/ 76292 h 605663"/>
              <a:gd name="connsiteX94" fmla="*/ 446732 w 551169"/>
              <a:gd name="connsiteY94" fmla="*/ 38317 h 605663"/>
              <a:gd name="connsiteX95" fmla="*/ 241070 w 551169"/>
              <a:gd name="connsiteY95" fmla="*/ 0 h 605663"/>
              <a:gd name="connsiteX96" fmla="*/ 279493 w 551169"/>
              <a:gd name="connsiteY96" fmla="*/ 38353 h 605663"/>
              <a:gd name="connsiteX97" fmla="*/ 241070 w 551169"/>
              <a:gd name="connsiteY97" fmla="*/ 76706 h 605663"/>
              <a:gd name="connsiteX98" fmla="*/ 202647 w 551169"/>
              <a:gd name="connsiteY98" fmla="*/ 38353 h 605663"/>
              <a:gd name="connsiteX99" fmla="*/ 241070 w 551169"/>
              <a:gd name="connsiteY99" fmla="*/ 0 h 605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551169" h="605663">
                <a:moveTo>
                  <a:pt x="454474" y="147859"/>
                </a:moveTo>
                <a:lnTo>
                  <a:pt x="454474" y="171486"/>
                </a:lnTo>
                <a:lnTo>
                  <a:pt x="486046" y="171486"/>
                </a:lnTo>
                <a:cubicBezTo>
                  <a:pt x="487337" y="163066"/>
                  <a:pt x="489143" y="155162"/>
                  <a:pt x="491208" y="147859"/>
                </a:cubicBezTo>
                <a:close/>
                <a:moveTo>
                  <a:pt x="405353" y="147859"/>
                </a:moveTo>
                <a:cubicBezTo>
                  <a:pt x="407504" y="155162"/>
                  <a:pt x="409224" y="163066"/>
                  <a:pt x="410515" y="171486"/>
                </a:cubicBezTo>
                <a:lnTo>
                  <a:pt x="438990" y="171486"/>
                </a:lnTo>
                <a:lnTo>
                  <a:pt x="438990" y="147859"/>
                </a:lnTo>
                <a:close/>
                <a:moveTo>
                  <a:pt x="388750" y="108596"/>
                </a:moveTo>
                <a:cubicBezTo>
                  <a:pt x="392535" y="115126"/>
                  <a:pt x="396492" y="123116"/>
                  <a:pt x="400105" y="132309"/>
                </a:cubicBezTo>
                <a:lnTo>
                  <a:pt x="438990" y="132309"/>
                </a:lnTo>
                <a:lnTo>
                  <a:pt x="438990" y="114095"/>
                </a:lnTo>
                <a:cubicBezTo>
                  <a:pt x="423505" y="113665"/>
                  <a:pt x="405267" y="112033"/>
                  <a:pt x="388750" y="108596"/>
                </a:cubicBezTo>
                <a:close/>
                <a:moveTo>
                  <a:pt x="508328" y="107737"/>
                </a:moveTo>
                <a:cubicBezTo>
                  <a:pt x="490864" y="111775"/>
                  <a:pt x="471078" y="113665"/>
                  <a:pt x="454474" y="114095"/>
                </a:cubicBezTo>
                <a:lnTo>
                  <a:pt x="454474" y="132309"/>
                </a:lnTo>
                <a:lnTo>
                  <a:pt x="496542" y="132309"/>
                </a:lnTo>
                <a:cubicBezTo>
                  <a:pt x="500241" y="122686"/>
                  <a:pt x="504370" y="114524"/>
                  <a:pt x="508328" y="107737"/>
                </a:cubicBezTo>
                <a:close/>
                <a:moveTo>
                  <a:pt x="363028" y="100434"/>
                </a:moveTo>
                <a:lnTo>
                  <a:pt x="363028" y="165042"/>
                </a:lnTo>
                <a:cubicBezTo>
                  <a:pt x="363028" y="202158"/>
                  <a:pt x="393223" y="232314"/>
                  <a:pt x="430301" y="232314"/>
                </a:cubicBezTo>
                <a:lnTo>
                  <a:pt x="463163" y="232314"/>
                </a:lnTo>
                <a:cubicBezTo>
                  <a:pt x="500241" y="232314"/>
                  <a:pt x="530436" y="202158"/>
                  <a:pt x="530436" y="165042"/>
                </a:cubicBezTo>
                <a:lnTo>
                  <a:pt x="530436" y="102066"/>
                </a:lnTo>
                <a:cubicBezTo>
                  <a:pt x="520715" y="115555"/>
                  <a:pt x="498520" y="151811"/>
                  <a:pt x="499467" y="202416"/>
                </a:cubicBezTo>
                <a:cubicBezTo>
                  <a:pt x="499553" y="206712"/>
                  <a:pt x="496112" y="210234"/>
                  <a:pt x="491810" y="210320"/>
                </a:cubicBezTo>
                <a:lnTo>
                  <a:pt x="491638" y="210320"/>
                </a:lnTo>
                <a:cubicBezTo>
                  <a:pt x="487423" y="210320"/>
                  <a:pt x="483982" y="206883"/>
                  <a:pt x="483896" y="202674"/>
                </a:cubicBezTo>
                <a:cubicBezTo>
                  <a:pt x="483810" y="197261"/>
                  <a:pt x="483982" y="192106"/>
                  <a:pt x="484326" y="187037"/>
                </a:cubicBezTo>
                <a:lnTo>
                  <a:pt x="454474" y="187037"/>
                </a:lnTo>
                <a:lnTo>
                  <a:pt x="454474" y="202502"/>
                </a:lnTo>
                <a:cubicBezTo>
                  <a:pt x="454474" y="206797"/>
                  <a:pt x="451033" y="210320"/>
                  <a:pt x="446732" y="210320"/>
                </a:cubicBezTo>
                <a:cubicBezTo>
                  <a:pt x="442431" y="210320"/>
                  <a:pt x="438990" y="206797"/>
                  <a:pt x="438990" y="202502"/>
                </a:cubicBezTo>
                <a:lnTo>
                  <a:pt x="438990" y="187037"/>
                </a:lnTo>
                <a:lnTo>
                  <a:pt x="412235" y="187037"/>
                </a:lnTo>
                <a:cubicBezTo>
                  <a:pt x="412579" y="192106"/>
                  <a:pt x="412751" y="197261"/>
                  <a:pt x="412665" y="202674"/>
                </a:cubicBezTo>
                <a:cubicBezTo>
                  <a:pt x="412579" y="206883"/>
                  <a:pt x="409138" y="210320"/>
                  <a:pt x="404923" y="210320"/>
                </a:cubicBezTo>
                <a:lnTo>
                  <a:pt x="404751" y="210320"/>
                </a:lnTo>
                <a:cubicBezTo>
                  <a:pt x="400449" y="210234"/>
                  <a:pt x="397094" y="206712"/>
                  <a:pt x="397180" y="202416"/>
                </a:cubicBezTo>
                <a:cubicBezTo>
                  <a:pt x="398127" y="151124"/>
                  <a:pt x="375502" y="114782"/>
                  <a:pt x="365866" y="101723"/>
                </a:cubicBezTo>
                <a:cubicBezTo>
                  <a:pt x="364920" y="101293"/>
                  <a:pt x="363974" y="100864"/>
                  <a:pt x="363028" y="100434"/>
                </a:cubicBezTo>
                <a:close/>
                <a:moveTo>
                  <a:pt x="123112" y="100122"/>
                </a:moveTo>
                <a:cubicBezTo>
                  <a:pt x="142343" y="101177"/>
                  <a:pt x="159965" y="113521"/>
                  <a:pt x="166936" y="132729"/>
                </a:cubicBezTo>
                <a:cubicBezTo>
                  <a:pt x="175973" y="158255"/>
                  <a:pt x="162805" y="186530"/>
                  <a:pt x="136986" y="195726"/>
                </a:cubicBezTo>
                <a:cubicBezTo>
                  <a:pt x="111338" y="204922"/>
                  <a:pt x="83023" y="191515"/>
                  <a:pt x="73814" y="166075"/>
                </a:cubicBezTo>
                <a:cubicBezTo>
                  <a:pt x="64691" y="140378"/>
                  <a:pt x="77945" y="112017"/>
                  <a:pt x="103678" y="102993"/>
                </a:cubicBezTo>
                <a:cubicBezTo>
                  <a:pt x="110112" y="100673"/>
                  <a:pt x="116701" y="99770"/>
                  <a:pt x="123112" y="100122"/>
                </a:cubicBezTo>
                <a:close/>
                <a:moveTo>
                  <a:pt x="43109" y="92241"/>
                </a:moveTo>
                <a:cubicBezTo>
                  <a:pt x="55586" y="93272"/>
                  <a:pt x="64965" y="104183"/>
                  <a:pt x="63933" y="116727"/>
                </a:cubicBezTo>
                <a:lnTo>
                  <a:pt x="57393" y="197056"/>
                </a:lnTo>
                <a:lnTo>
                  <a:pt x="80282" y="223689"/>
                </a:lnTo>
                <a:lnTo>
                  <a:pt x="157124" y="210545"/>
                </a:lnTo>
                <a:lnTo>
                  <a:pt x="180444" y="180131"/>
                </a:lnTo>
                <a:lnTo>
                  <a:pt x="180444" y="132535"/>
                </a:lnTo>
                <a:cubicBezTo>
                  <a:pt x="180444" y="119991"/>
                  <a:pt x="190683" y="109854"/>
                  <a:pt x="203247" y="109854"/>
                </a:cubicBezTo>
                <a:cubicBezTo>
                  <a:pt x="215724" y="109854"/>
                  <a:pt x="225964" y="119991"/>
                  <a:pt x="225964" y="132535"/>
                </a:cubicBezTo>
                <a:lnTo>
                  <a:pt x="225964" y="187863"/>
                </a:lnTo>
                <a:cubicBezTo>
                  <a:pt x="225964" y="192760"/>
                  <a:pt x="224243" y="197743"/>
                  <a:pt x="221231" y="201610"/>
                </a:cubicBezTo>
                <a:lnTo>
                  <a:pt x="180788" y="254275"/>
                </a:lnTo>
                <a:lnTo>
                  <a:pt x="207033" y="395775"/>
                </a:lnTo>
                <a:lnTo>
                  <a:pt x="250746" y="419402"/>
                </a:lnTo>
                <a:cubicBezTo>
                  <a:pt x="260556" y="424728"/>
                  <a:pt x="266579" y="434952"/>
                  <a:pt x="266579" y="446035"/>
                </a:cubicBezTo>
                <a:lnTo>
                  <a:pt x="266579" y="575421"/>
                </a:lnTo>
                <a:cubicBezTo>
                  <a:pt x="266579" y="592089"/>
                  <a:pt x="252983" y="605663"/>
                  <a:pt x="236290" y="605663"/>
                </a:cubicBezTo>
                <a:cubicBezTo>
                  <a:pt x="219596" y="605663"/>
                  <a:pt x="206000" y="592089"/>
                  <a:pt x="206000" y="575421"/>
                </a:cubicBezTo>
                <a:lnTo>
                  <a:pt x="206000" y="464077"/>
                </a:lnTo>
                <a:lnTo>
                  <a:pt x="157641" y="437873"/>
                </a:lnTo>
                <a:lnTo>
                  <a:pt x="146454" y="486414"/>
                </a:lnTo>
                <a:cubicBezTo>
                  <a:pt x="144991" y="492772"/>
                  <a:pt x="141463" y="498528"/>
                  <a:pt x="136472" y="502738"/>
                </a:cubicBezTo>
                <a:lnTo>
                  <a:pt x="49821" y="588394"/>
                </a:lnTo>
                <a:cubicBezTo>
                  <a:pt x="37516" y="598790"/>
                  <a:pt x="17552" y="597072"/>
                  <a:pt x="7140" y="584872"/>
                </a:cubicBezTo>
                <a:cubicBezTo>
                  <a:pt x="-3616" y="572071"/>
                  <a:pt x="-2067" y="552912"/>
                  <a:pt x="10754" y="542173"/>
                </a:cubicBezTo>
                <a:lnTo>
                  <a:pt x="89662" y="462960"/>
                </a:lnTo>
                <a:lnTo>
                  <a:pt x="100504" y="416137"/>
                </a:lnTo>
                <a:lnTo>
                  <a:pt x="73570" y="285633"/>
                </a:lnTo>
                <a:lnTo>
                  <a:pt x="16692" y="219394"/>
                </a:lnTo>
                <a:cubicBezTo>
                  <a:pt x="12733" y="214754"/>
                  <a:pt x="10840" y="208826"/>
                  <a:pt x="11271" y="202812"/>
                </a:cubicBezTo>
                <a:lnTo>
                  <a:pt x="18585" y="113032"/>
                </a:lnTo>
                <a:cubicBezTo>
                  <a:pt x="19617" y="100747"/>
                  <a:pt x="30546" y="91382"/>
                  <a:pt x="43109" y="92241"/>
                </a:cubicBezTo>
                <a:close/>
                <a:moveTo>
                  <a:pt x="446732" y="59023"/>
                </a:moveTo>
                <a:cubicBezTo>
                  <a:pt x="398471" y="59023"/>
                  <a:pt x="367673" y="69934"/>
                  <a:pt x="363286" y="76292"/>
                </a:cubicBezTo>
                <a:cubicBezTo>
                  <a:pt x="367673" y="82564"/>
                  <a:pt x="398471" y="93475"/>
                  <a:pt x="446732" y="93475"/>
                </a:cubicBezTo>
                <a:cubicBezTo>
                  <a:pt x="494993" y="93475"/>
                  <a:pt x="525791" y="82564"/>
                  <a:pt x="530178" y="76292"/>
                </a:cubicBezTo>
                <a:cubicBezTo>
                  <a:pt x="525791" y="69934"/>
                  <a:pt x="494993" y="59023"/>
                  <a:pt x="446732" y="59023"/>
                </a:cubicBezTo>
                <a:close/>
                <a:moveTo>
                  <a:pt x="446732" y="38317"/>
                </a:moveTo>
                <a:cubicBezTo>
                  <a:pt x="485530" y="38317"/>
                  <a:pt x="551169" y="46307"/>
                  <a:pt x="551169" y="76292"/>
                </a:cubicBezTo>
                <a:lnTo>
                  <a:pt x="551169" y="165042"/>
                </a:lnTo>
                <a:cubicBezTo>
                  <a:pt x="551169" y="213499"/>
                  <a:pt x="511683" y="252934"/>
                  <a:pt x="463163" y="252934"/>
                </a:cubicBezTo>
                <a:lnTo>
                  <a:pt x="450173" y="252934"/>
                </a:lnTo>
                <a:lnTo>
                  <a:pt x="450173" y="302937"/>
                </a:lnTo>
                <a:lnTo>
                  <a:pt x="429441" y="302937"/>
                </a:lnTo>
                <a:lnTo>
                  <a:pt x="429441" y="252934"/>
                </a:lnTo>
                <a:cubicBezTo>
                  <a:pt x="381351" y="252505"/>
                  <a:pt x="342295" y="213241"/>
                  <a:pt x="342295" y="165042"/>
                </a:cubicBezTo>
                <a:lnTo>
                  <a:pt x="342295" y="76292"/>
                </a:lnTo>
                <a:cubicBezTo>
                  <a:pt x="342295" y="46307"/>
                  <a:pt x="407934" y="38317"/>
                  <a:pt x="446732" y="38317"/>
                </a:cubicBezTo>
                <a:close/>
                <a:moveTo>
                  <a:pt x="241070" y="0"/>
                </a:moveTo>
                <a:cubicBezTo>
                  <a:pt x="262290" y="0"/>
                  <a:pt x="279493" y="17171"/>
                  <a:pt x="279493" y="38353"/>
                </a:cubicBezTo>
                <a:cubicBezTo>
                  <a:pt x="279493" y="59535"/>
                  <a:pt x="262290" y="76706"/>
                  <a:pt x="241070" y="76706"/>
                </a:cubicBezTo>
                <a:cubicBezTo>
                  <a:pt x="219850" y="76706"/>
                  <a:pt x="202647" y="59535"/>
                  <a:pt x="202647" y="38353"/>
                </a:cubicBezTo>
                <a:cubicBezTo>
                  <a:pt x="202647" y="17171"/>
                  <a:pt x="219850" y="0"/>
                  <a:pt x="241070" y="0"/>
                </a:cubicBezTo>
                <a:close/>
              </a:path>
            </a:pathLst>
          </a:custGeom>
          <a:solidFill>
            <a:schemeClr val="accent1"/>
          </a:solidFill>
          <a:ln>
            <a:noFill/>
          </a:ln>
        </p:spPr>
      </p:sp>
      <p:sp>
        <p:nvSpPr>
          <p:cNvPr id="79" name="paralympic-basketball_37824">
            <a:extLst>
              <a:ext uri="{FF2B5EF4-FFF2-40B4-BE49-F238E27FC236}">
                <a16:creationId xmlns:a16="http://schemas.microsoft.com/office/drawing/2014/main" id="{F5A7BF56-CACE-4C7D-8C2B-12E8B760938F}"/>
              </a:ext>
            </a:extLst>
          </p:cNvPr>
          <p:cNvSpPr>
            <a:spLocks noChangeAspect="1"/>
          </p:cNvSpPr>
          <p:nvPr/>
        </p:nvSpPr>
        <p:spPr bwMode="auto">
          <a:xfrm>
            <a:off x="6731000" y="2758398"/>
            <a:ext cx="582003" cy="609685"/>
          </a:xfrm>
          <a:custGeom>
            <a:avLst/>
            <a:gdLst>
              <a:gd name="connsiteX0" fmla="*/ 87416 w 578636"/>
              <a:gd name="connsiteY0" fmla="*/ 307224 h 606157"/>
              <a:gd name="connsiteX1" fmla="*/ 39712 w 578636"/>
              <a:gd name="connsiteY1" fmla="*/ 416622 h 606157"/>
              <a:gd name="connsiteX2" fmla="*/ 189734 w 578636"/>
              <a:gd name="connsiteY2" fmla="*/ 566504 h 606157"/>
              <a:gd name="connsiteX3" fmla="*/ 334761 w 578636"/>
              <a:gd name="connsiteY3" fmla="*/ 454945 h 606157"/>
              <a:gd name="connsiteX4" fmla="*/ 304207 w 578636"/>
              <a:gd name="connsiteY4" fmla="*/ 403737 h 606157"/>
              <a:gd name="connsiteX5" fmla="*/ 140614 w 578636"/>
              <a:gd name="connsiteY5" fmla="*/ 403737 h 606157"/>
              <a:gd name="connsiteX6" fmla="*/ 89081 w 578636"/>
              <a:gd name="connsiteY6" fmla="*/ 357933 h 606157"/>
              <a:gd name="connsiteX7" fmla="*/ 489048 w 578636"/>
              <a:gd name="connsiteY7" fmla="*/ 185375 h 606157"/>
              <a:gd name="connsiteX8" fmla="*/ 489048 w 578636"/>
              <a:gd name="connsiteY8" fmla="*/ 213388 h 606157"/>
              <a:gd name="connsiteX9" fmla="*/ 524267 w 578636"/>
              <a:gd name="connsiteY9" fmla="*/ 213388 h 606157"/>
              <a:gd name="connsiteX10" fmla="*/ 526682 w 578636"/>
              <a:gd name="connsiteY10" fmla="*/ 185375 h 606157"/>
              <a:gd name="connsiteX11" fmla="*/ 438259 w 578636"/>
              <a:gd name="connsiteY11" fmla="*/ 185375 h 606157"/>
              <a:gd name="connsiteX12" fmla="*/ 440591 w 578636"/>
              <a:gd name="connsiteY12" fmla="*/ 213388 h 606157"/>
              <a:gd name="connsiteX13" fmla="*/ 478474 w 578636"/>
              <a:gd name="connsiteY13" fmla="*/ 213388 h 606157"/>
              <a:gd name="connsiteX14" fmla="*/ 478474 w 578636"/>
              <a:gd name="connsiteY14" fmla="*/ 185375 h 606157"/>
              <a:gd name="connsiteX15" fmla="*/ 489048 w 578636"/>
              <a:gd name="connsiteY15" fmla="*/ 148468 h 606157"/>
              <a:gd name="connsiteX16" fmla="*/ 489048 w 578636"/>
              <a:gd name="connsiteY16" fmla="*/ 174818 h 606157"/>
              <a:gd name="connsiteX17" fmla="*/ 528846 w 578636"/>
              <a:gd name="connsiteY17" fmla="*/ 174818 h 606157"/>
              <a:gd name="connsiteX18" fmla="*/ 537505 w 578636"/>
              <a:gd name="connsiteY18" fmla="*/ 148468 h 606157"/>
              <a:gd name="connsiteX19" fmla="*/ 427435 w 578636"/>
              <a:gd name="connsiteY19" fmla="*/ 148468 h 606157"/>
              <a:gd name="connsiteX20" fmla="*/ 436095 w 578636"/>
              <a:gd name="connsiteY20" fmla="*/ 174818 h 606157"/>
              <a:gd name="connsiteX21" fmla="*/ 478474 w 578636"/>
              <a:gd name="connsiteY21" fmla="*/ 174818 h 606157"/>
              <a:gd name="connsiteX22" fmla="*/ 478474 w 578636"/>
              <a:gd name="connsiteY22" fmla="*/ 148468 h 606157"/>
              <a:gd name="connsiteX23" fmla="*/ 404789 w 578636"/>
              <a:gd name="connsiteY23" fmla="*/ 116715 h 606157"/>
              <a:gd name="connsiteX24" fmla="*/ 562650 w 578636"/>
              <a:gd name="connsiteY24" fmla="*/ 116715 h 606157"/>
              <a:gd name="connsiteX25" fmla="*/ 578636 w 578636"/>
              <a:gd name="connsiteY25" fmla="*/ 132592 h 606157"/>
              <a:gd name="connsiteX26" fmla="*/ 562650 w 578636"/>
              <a:gd name="connsiteY26" fmla="*/ 148468 h 606157"/>
              <a:gd name="connsiteX27" fmla="*/ 549245 w 578636"/>
              <a:gd name="connsiteY27" fmla="*/ 148468 h 606157"/>
              <a:gd name="connsiteX28" fmla="*/ 537422 w 578636"/>
              <a:gd name="connsiteY28" fmla="*/ 244310 h 606157"/>
              <a:gd name="connsiteX29" fmla="*/ 533093 w 578636"/>
              <a:gd name="connsiteY29" fmla="*/ 250378 h 606157"/>
              <a:gd name="connsiteX30" fmla="*/ 532177 w 578636"/>
              <a:gd name="connsiteY30" fmla="*/ 250461 h 606157"/>
              <a:gd name="connsiteX31" fmla="*/ 526931 w 578636"/>
              <a:gd name="connsiteY31" fmla="*/ 246138 h 606157"/>
              <a:gd name="connsiteX32" fmla="*/ 524517 w 578636"/>
              <a:gd name="connsiteY32" fmla="*/ 224027 h 606157"/>
              <a:gd name="connsiteX33" fmla="*/ 489048 w 578636"/>
              <a:gd name="connsiteY33" fmla="*/ 224027 h 606157"/>
              <a:gd name="connsiteX34" fmla="*/ 489048 w 578636"/>
              <a:gd name="connsiteY34" fmla="*/ 248715 h 606157"/>
              <a:gd name="connsiteX35" fmla="*/ 483719 w 578636"/>
              <a:gd name="connsiteY35" fmla="*/ 254035 h 606157"/>
              <a:gd name="connsiteX36" fmla="*/ 478474 w 578636"/>
              <a:gd name="connsiteY36" fmla="*/ 248715 h 606157"/>
              <a:gd name="connsiteX37" fmla="*/ 478474 w 578636"/>
              <a:gd name="connsiteY37" fmla="*/ 224027 h 606157"/>
              <a:gd name="connsiteX38" fmla="*/ 440341 w 578636"/>
              <a:gd name="connsiteY38" fmla="*/ 224027 h 606157"/>
              <a:gd name="connsiteX39" fmla="*/ 437926 w 578636"/>
              <a:gd name="connsiteY39" fmla="*/ 246138 h 606157"/>
              <a:gd name="connsiteX40" fmla="*/ 432681 w 578636"/>
              <a:gd name="connsiteY40" fmla="*/ 250461 h 606157"/>
              <a:gd name="connsiteX41" fmla="*/ 431765 w 578636"/>
              <a:gd name="connsiteY41" fmla="*/ 250378 h 606157"/>
              <a:gd name="connsiteX42" fmla="*/ 427435 w 578636"/>
              <a:gd name="connsiteY42" fmla="*/ 244310 h 606157"/>
              <a:gd name="connsiteX43" fmla="*/ 415613 w 578636"/>
              <a:gd name="connsiteY43" fmla="*/ 148468 h 606157"/>
              <a:gd name="connsiteX44" fmla="*/ 404789 w 578636"/>
              <a:gd name="connsiteY44" fmla="*/ 148468 h 606157"/>
              <a:gd name="connsiteX45" fmla="*/ 388886 w 578636"/>
              <a:gd name="connsiteY45" fmla="*/ 132592 h 606157"/>
              <a:gd name="connsiteX46" fmla="*/ 404789 w 578636"/>
              <a:gd name="connsiteY46" fmla="*/ 116715 h 606157"/>
              <a:gd name="connsiteX47" fmla="*/ 125501 w 578636"/>
              <a:gd name="connsiteY47" fmla="*/ 43257 h 606157"/>
              <a:gd name="connsiteX48" fmla="*/ 175991 w 578636"/>
              <a:gd name="connsiteY48" fmla="*/ 93676 h 606157"/>
              <a:gd name="connsiteX49" fmla="*/ 125501 w 578636"/>
              <a:gd name="connsiteY49" fmla="*/ 144095 h 606157"/>
              <a:gd name="connsiteX50" fmla="*/ 75011 w 578636"/>
              <a:gd name="connsiteY50" fmla="*/ 93676 h 606157"/>
              <a:gd name="connsiteX51" fmla="*/ 125501 w 578636"/>
              <a:gd name="connsiteY51" fmla="*/ 43257 h 606157"/>
              <a:gd name="connsiteX52" fmla="*/ 274069 w 578636"/>
              <a:gd name="connsiteY52" fmla="*/ 28908 h 606157"/>
              <a:gd name="connsiteX53" fmla="*/ 287723 w 578636"/>
              <a:gd name="connsiteY53" fmla="*/ 55675 h 606157"/>
              <a:gd name="connsiteX54" fmla="*/ 255920 w 578636"/>
              <a:gd name="connsiteY54" fmla="*/ 153685 h 606157"/>
              <a:gd name="connsiteX55" fmla="*/ 245430 w 578636"/>
              <a:gd name="connsiteY55" fmla="*/ 165988 h 606157"/>
              <a:gd name="connsiteX56" fmla="*/ 182491 w 578636"/>
              <a:gd name="connsiteY56" fmla="*/ 198491 h 606157"/>
              <a:gd name="connsiteX57" fmla="*/ 182491 w 578636"/>
              <a:gd name="connsiteY57" fmla="*/ 326427 h 606157"/>
              <a:gd name="connsiteX58" fmla="*/ 311200 w 578636"/>
              <a:gd name="connsiteY58" fmla="*/ 326427 h 606157"/>
              <a:gd name="connsiteX59" fmla="*/ 335676 w 578636"/>
              <a:gd name="connsiteY59" fmla="*/ 340892 h 606157"/>
              <a:gd name="connsiteX60" fmla="*/ 427421 w 578636"/>
              <a:gd name="connsiteY60" fmla="*/ 495179 h 606157"/>
              <a:gd name="connsiteX61" fmla="*/ 417098 w 578636"/>
              <a:gd name="connsiteY61" fmla="*/ 535580 h 606157"/>
              <a:gd name="connsiteX62" fmla="*/ 376720 w 578636"/>
              <a:gd name="connsiteY62" fmla="*/ 525272 h 606157"/>
              <a:gd name="connsiteX63" fmla="*/ 360819 w 578636"/>
              <a:gd name="connsiteY63" fmla="*/ 498671 h 606157"/>
              <a:gd name="connsiteX64" fmla="*/ 189734 w 578636"/>
              <a:gd name="connsiteY64" fmla="*/ 606157 h 606157"/>
              <a:gd name="connsiteX65" fmla="*/ 0 w 578636"/>
              <a:gd name="connsiteY65" fmla="*/ 416705 h 606157"/>
              <a:gd name="connsiteX66" fmla="*/ 85085 w 578636"/>
              <a:gd name="connsiteY66" fmla="*/ 258677 h 606157"/>
              <a:gd name="connsiteX67" fmla="*/ 85751 w 578636"/>
              <a:gd name="connsiteY67" fmla="*/ 258344 h 606157"/>
              <a:gd name="connsiteX68" fmla="*/ 82587 w 578636"/>
              <a:gd name="connsiteY68" fmla="*/ 165821 h 606157"/>
              <a:gd name="connsiteX69" fmla="*/ 92827 w 578636"/>
              <a:gd name="connsiteY69" fmla="*/ 155181 h 606157"/>
              <a:gd name="connsiteX70" fmla="*/ 169087 w 578636"/>
              <a:gd name="connsiteY70" fmla="*/ 155181 h 606157"/>
              <a:gd name="connsiteX71" fmla="*/ 172667 w 578636"/>
              <a:gd name="connsiteY71" fmla="*/ 155763 h 606157"/>
              <a:gd name="connsiteX72" fmla="*/ 218206 w 578636"/>
              <a:gd name="connsiteY72" fmla="*/ 132320 h 606157"/>
              <a:gd name="connsiteX73" fmla="*/ 247345 w 578636"/>
              <a:gd name="connsiteY73" fmla="*/ 42541 h 606157"/>
              <a:gd name="connsiteX74" fmla="*/ 274069 w 578636"/>
              <a:gd name="connsiteY74" fmla="*/ 28908 h 606157"/>
              <a:gd name="connsiteX75" fmla="*/ 356249 w 578636"/>
              <a:gd name="connsiteY75" fmla="*/ 0 h 606157"/>
              <a:gd name="connsiteX76" fmla="*/ 399541 w 578636"/>
              <a:gd name="connsiteY76" fmla="*/ 43222 h 606157"/>
              <a:gd name="connsiteX77" fmla="*/ 356249 w 578636"/>
              <a:gd name="connsiteY77" fmla="*/ 86444 h 606157"/>
              <a:gd name="connsiteX78" fmla="*/ 312957 w 578636"/>
              <a:gd name="connsiteY78" fmla="*/ 43222 h 606157"/>
              <a:gd name="connsiteX79" fmla="*/ 356249 w 578636"/>
              <a:gd name="connsiteY79" fmla="*/ 0 h 60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578636" h="606157">
                <a:moveTo>
                  <a:pt x="87416" y="307224"/>
                </a:moveTo>
                <a:cubicBezTo>
                  <a:pt x="58111" y="334574"/>
                  <a:pt x="39712" y="373478"/>
                  <a:pt x="39712" y="416622"/>
                </a:cubicBezTo>
                <a:cubicBezTo>
                  <a:pt x="39712" y="499419"/>
                  <a:pt x="106897" y="566504"/>
                  <a:pt x="189734" y="566504"/>
                </a:cubicBezTo>
                <a:cubicBezTo>
                  <a:pt x="259417" y="566504"/>
                  <a:pt x="317777" y="519121"/>
                  <a:pt x="334761" y="454945"/>
                </a:cubicBezTo>
                <a:lnTo>
                  <a:pt x="304207" y="403737"/>
                </a:lnTo>
                <a:lnTo>
                  <a:pt x="140614" y="403737"/>
                </a:lnTo>
                <a:cubicBezTo>
                  <a:pt x="113973" y="403904"/>
                  <a:pt x="91412" y="384784"/>
                  <a:pt x="89081" y="357933"/>
                </a:cubicBezTo>
                <a:close/>
                <a:moveTo>
                  <a:pt x="489048" y="185375"/>
                </a:moveTo>
                <a:lnTo>
                  <a:pt x="489048" y="213388"/>
                </a:lnTo>
                <a:lnTo>
                  <a:pt x="524267" y="213388"/>
                </a:lnTo>
                <a:cubicBezTo>
                  <a:pt x="524350" y="203247"/>
                  <a:pt x="525266" y="193854"/>
                  <a:pt x="526682" y="185375"/>
                </a:cubicBezTo>
                <a:close/>
                <a:moveTo>
                  <a:pt x="438259" y="185375"/>
                </a:moveTo>
                <a:cubicBezTo>
                  <a:pt x="439675" y="193854"/>
                  <a:pt x="440591" y="203247"/>
                  <a:pt x="440591" y="213388"/>
                </a:cubicBezTo>
                <a:lnTo>
                  <a:pt x="478474" y="213388"/>
                </a:lnTo>
                <a:lnTo>
                  <a:pt x="478474" y="185375"/>
                </a:lnTo>
                <a:close/>
                <a:moveTo>
                  <a:pt x="489048" y="148468"/>
                </a:moveTo>
                <a:lnTo>
                  <a:pt x="489048" y="174818"/>
                </a:lnTo>
                <a:lnTo>
                  <a:pt x="528846" y="174818"/>
                </a:lnTo>
                <a:cubicBezTo>
                  <a:pt x="531344" y="164345"/>
                  <a:pt x="534425" y="155451"/>
                  <a:pt x="537505" y="148468"/>
                </a:cubicBezTo>
                <a:close/>
                <a:moveTo>
                  <a:pt x="427435" y="148468"/>
                </a:moveTo>
                <a:cubicBezTo>
                  <a:pt x="430433" y="155451"/>
                  <a:pt x="433597" y="164345"/>
                  <a:pt x="436095" y="174818"/>
                </a:cubicBezTo>
                <a:lnTo>
                  <a:pt x="478474" y="174818"/>
                </a:lnTo>
                <a:lnTo>
                  <a:pt x="478474" y="148468"/>
                </a:lnTo>
                <a:close/>
                <a:moveTo>
                  <a:pt x="404789" y="116715"/>
                </a:moveTo>
                <a:lnTo>
                  <a:pt x="562650" y="116715"/>
                </a:lnTo>
                <a:cubicBezTo>
                  <a:pt x="571476" y="116715"/>
                  <a:pt x="578636" y="123780"/>
                  <a:pt x="578636" y="132592"/>
                </a:cubicBezTo>
                <a:cubicBezTo>
                  <a:pt x="578636" y="141403"/>
                  <a:pt x="571476" y="148468"/>
                  <a:pt x="562650" y="148468"/>
                </a:cubicBezTo>
                <a:lnTo>
                  <a:pt x="549245" y="148468"/>
                </a:lnTo>
                <a:cubicBezTo>
                  <a:pt x="541086" y="165758"/>
                  <a:pt x="529679" y="199672"/>
                  <a:pt x="537422" y="244310"/>
                </a:cubicBezTo>
                <a:cubicBezTo>
                  <a:pt x="537922" y="247136"/>
                  <a:pt x="536007" y="249879"/>
                  <a:pt x="533093" y="250378"/>
                </a:cubicBezTo>
                <a:cubicBezTo>
                  <a:pt x="532760" y="250461"/>
                  <a:pt x="532510" y="250461"/>
                  <a:pt x="532177" y="250461"/>
                </a:cubicBezTo>
                <a:cubicBezTo>
                  <a:pt x="529679" y="250461"/>
                  <a:pt x="527431" y="248715"/>
                  <a:pt x="526931" y="246138"/>
                </a:cubicBezTo>
                <a:cubicBezTo>
                  <a:pt x="525599" y="238408"/>
                  <a:pt x="524933" y="231093"/>
                  <a:pt x="524517" y="224027"/>
                </a:cubicBezTo>
                <a:lnTo>
                  <a:pt x="489048" y="224027"/>
                </a:lnTo>
                <a:lnTo>
                  <a:pt x="489048" y="248715"/>
                </a:lnTo>
                <a:cubicBezTo>
                  <a:pt x="489048" y="251624"/>
                  <a:pt x="486717" y="254035"/>
                  <a:pt x="483719" y="254035"/>
                </a:cubicBezTo>
                <a:cubicBezTo>
                  <a:pt x="480805" y="254035"/>
                  <a:pt x="478474" y="251624"/>
                  <a:pt x="478474" y="248715"/>
                </a:cubicBezTo>
                <a:lnTo>
                  <a:pt x="478474" y="224027"/>
                </a:lnTo>
                <a:lnTo>
                  <a:pt x="440341" y="224027"/>
                </a:lnTo>
                <a:cubicBezTo>
                  <a:pt x="439925" y="231093"/>
                  <a:pt x="439258" y="238408"/>
                  <a:pt x="437926" y="246138"/>
                </a:cubicBezTo>
                <a:cubicBezTo>
                  <a:pt x="437427" y="248715"/>
                  <a:pt x="435179" y="250461"/>
                  <a:pt x="432681" y="250461"/>
                </a:cubicBezTo>
                <a:cubicBezTo>
                  <a:pt x="432348" y="250461"/>
                  <a:pt x="432098" y="250461"/>
                  <a:pt x="431765" y="250378"/>
                </a:cubicBezTo>
                <a:cubicBezTo>
                  <a:pt x="428851" y="249879"/>
                  <a:pt x="426936" y="247136"/>
                  <a:pt x="427435" y="244310"/>
                </a:cubicBezTo>
                <a:cubicBezTo>
                  <a:pt x="435179" y="199506"/>
                  <a:pt x="423855" y="165758"/>
                  <a:pt x="415613" y="148468"/>
                </a:cubicBezTo>
                <a:lnTo>
                  <a:pt x="404789" y="148468"/>
                </a:lnTo>
                <a:cubicBezTo>
                  <a:pt x="396046" y="148468"/>
                  <a:pt x="388886" y="141403"/>
                  <a:pt x="388886" y="132592"/>
                </a:cubicBezTo>
                <a:cubicBezTo>
                  <a:pt x="388886" y="123780"/>
                  <a:pt x="396046" y="116715"/>
                  <a:pt x="404789" y="116715"/>
                </a:cubicBezTo>
                <a:close/>
                <a:moveTo>
                  <a:pt x="125501" y="43257"/>
                </a:moveTo>
                <a:cubicBezTo>
                  <a:pt x="153386" y="43257"/>
                  <a:pt x="175991" y="65830"/>
                  <a:pt x="175991" y="93676"/>
                </a:cubicBezTo>
                <a:cubicBezTo>
                  <a:pt x="175991" y="121522"/>
                  <a:pt x="153386" y="144095"/>
                  <a:pt x="125501" y="144095"/>
                </a:cubicBezTo>
                <a:cubicBezTo>
                  <a:pt x="97616" y="144095"/>
                  <a:pt x="75011" y="121522"/>
                  <a:pt x="75011" y="93676"/>
                </a:cubicBezTo>
                <a:cubicBezTo>
                  <a:pt x="75011" y="65830"/>
                  <a:pt x="97616" y="43257"/>
                  <a:pt x="125501" y="43257"/>
                </a:cubicBezTo>
                <a:close/>
                <a:moveTo>
                  <a:pt x="274069" y="28908"/>
                </a:moveTo>
                <a:cubicBezTo>
                  <a:pt x="285225" y="32565"/>
                  <a:pt x="291386" y="44536"/>
                  <a:pt x="287723" y="55675"/>
                </a:cubicBezTo>
                <a:lnTo>
                  <a:pt x="255920" y="153685"/>
                </a:lnTo>
                <a:cubicBezTo>
                  <a:pt x="254172" y="159005"/>
                  <a:pt x="250425" y="163411"/>
                  <a:pt x="245430" y="165988"/>
                </a:cubicBezTo>
                <a:lnTo>
                  <a:pt x="182491" y="198491"/>
                </a:lnTo>
                <a:lnTo>
                  <a:pt x="182491" y="326427"/>
                </a:lnTo>
                <a:lnTo>
                  <a:pt x="311200" y="326427"/>
                </a:lnTo>
                <a:cubicBezTo>
                  <a:pt x="320941" y="326760"/>
                  <a:pt x="330348" y="331914"/>
                  <a:pt x="335676" y="340892"/>
                </a:cubicBezTo>
                <a:lnTo>
                  <a:pt x="427421" y="495179"/>
                </a:lnTo>
                <a:cubicBezTo>
                  <a:pt x="435247" y="509727"/>
                  <a:pt x="431168" y="527267"/>
                  <a:pt x="417098" y="535580"/>
                </a:cubicBezTo>
                <a:cubicBezTo>
                  <a:pt x="403111" y="543893"/>
                  <a:pt x="384796" y="538490"/>
                  <a:pt x="376720" y="525272"/>
                </a:cubicBezTo>
                <a:lnTo>
                  <a:pt x="360819" y="498671"/>
                </a:lnTo>
                <a:cubicBezTo>
                  <a:pt x="330182" y="562265"/>
                  <a:pt x="265161" y="606157"/>
                  <a:pt x="189734" y="606157"/>
                </a:cubicBezTo>
                <a:cubicBezTo>
                  <a:pt x="85001" y="606157"/>
                  <a:pt x="0" y="521282"/>
                  <a:pt x="0" y="416705"/>
                </a:cubicBezTo>
                <a:cubicBezTo>
                  <a:pt x="0" y="350701"/>
                  <a:pt x="33801" y="292593"/>
                  <a:pt x="85085" y="258677"/>
                </a:cubicBezTo>
                <a:cubicBezTo>
                  <a:pt x="85251" y="258511"/>
                  <a:pt x="85501" y="258511"/>
                  <a:pt x="85751" y="258344"/>
                </a:cubicBezTo>
                <a:lnTo>
                  <a:pt x="82587" y="165821"/>
                </a:lnTo>
                <a:cubicBezTo>
                  <a:pt x="82421" y="159919"/>
                  <a:pt x="86999" y="155181"/>
                  <a:pt x="92827" y="155181"/>
                </a:cubicBezTo>
                <a:lnTo>
                  <a:pt x="169087" y="155181"/>
                </a:lnTo>
                <a:cubicBezTo>
                  <a:pt x="170253" y="155181"/>
                  <a:pt x="171418" y="155430"/>
                  <a:pt x="172667" y="155763"/>
                </a:cubicBezTo>
                <a:lnTo>
                  <a:pt x="218206" y="132320"/>
                </a:lnTo>
                <a:lnTo>
                  <a:pt x="247345" y="42541"/>
                </a:lnTo>
                <a:cubicBezTo>
                  <a:pt x="251008" y="31401"/>
                  <a:pt x="262913" y="25333"/>
                  <a:pt x="274069" y="28908"/>
                </a:cubicBezTo>
                <a:close/>
                <a:moveTo>
                  <a:pt x="356249" y="0"/>
                </a:moveTo>
                <a:cubicBezTo>
                  <a:pt x="380159" y="0"/>
                  <a:pt x="399541" y="19351"/>
                  <a:pt x="399541" y="43222"/>
                </a:cubicBezTo>
                <a:cubicBezTo>
                  <a:pt x="399541" y="67093"/>
                  <a:pt x="380159" y="86444"/>
                  <a:pt x="356249" y="86444"/>
                </a:cubicBezTo>
                <a:cubicBezTo>
                  <a:pt x="332339" y="86444"/>
                  <a:pt x="312957" y="67093"/>
                  <a:pt x="312957" y="43222"/>
                </a:cubicBezTo>
                <a:cubicBezTo>
                  <a:pt x="312957" y="19351"/>
                  <a:pt x="332339" y="0"/>
                  <a:pt x="356249" y="0"/>
                </a:cubicBezTo>
                <a:close/>
              </a:path>
            </a:pathLst>
          </a:custGeom>
          <a:solidFill>
            <a:schemeClr val="accent1"/>
          </a:solidFill>
          <a:ln>
            <a:noFill/>
          </a:ln>
        </p:spPr>
      </p:sp>
      <p:sp>
        <p:nvSpPr>
          <p:cNvPr id="80" name="softball-player_38424">
            <a:extLst>
              <a:ext uri="{FF2B5EF4-FFF2-40B4-BE49-F238E27FC236}">
                <a16:creationId xmlns:a16="http://schemas.microsoft.com/office/drawing/2014/main" id="{DA9B28AF-881F-47A8-A9EB-649102B7A2FE}"/>
              </a:ext>
            </a:extLst>
          </p:cNvPr>
          <p:cNvSpPr>
            <a:spLocks noChangeAspect="1"/>
          </p:cNvSpPr>
          <p:nvPr/>
        </p:nvSpPr>
        <p:spPr bwMode="auto">
          <a:xfrm>
            <a:off x="7937499" y="2758398"/>
            <a:ext cx="556938" cy="609684"/>
          </a:xfrm>
          <a:custGeom>
            <a:avLst/>
            <a:gdLst>
              <a:gd name="connsiteX0" fmla="*/ 480336 w 556002"/>
              <a:gd name="connsiteY0" fmla="*/ 240824 h 608660"/>
              <a:gd name="connsiteX1" fmla="*/ 471763 w 556002"/>
              <a:gd name="connsiteY1" fmla="*/ 242112 h 608660"/>
              <a:gd name="connsiteX2" fmla="*/ 473054 w 556002"/>
              <a:gd name="connsiteY2" fmla="*/ 250673 h 608660"/>
              <a:gd name="connsiteX3" fmla="*/ 496375 w 556002"/>
              <a:gd name="connsiteY3" fmla="*/ 277458 h 608660"/>
              <a:gd name="connsiteX4" fmla="*/ 502366 w 556002"/>
              <a:gd name="connsiteY4" fmla="*/ 282153 h 608660"/>
              <a:gd name="connsiteX5" fmla="*/ 503841 w 556002"/>
              <a:gd name="connsiteY5" fmla="*/ 281968 h 608660"/>
              <a:gd name="connsiteX6" fmla="*/ 507620 w 556002"/>
              <a:gd name="connsiteY6" fmla="*/ 279207 h 608660"/>
              <a:gd name="connsiteX7" fmla="*/ 508358 w 556002"/>
              <a:gd name="connsiteY7" fmla="*/ 274513 h 608660"/>
              <a:gd name="connsiteX8" fmla="*/ 480336 w 556002"/>
              <a:gd name="connsiteY8" fmla="*/ 240824 h 608660"/>
              <a:gd name="connsiteX9" fmla="*/ 494716 w 556002"/>
              <a:gd name="connsiteY9" fmla="*/ 215419 h 608660"/>
              <a:gd name="connsiteX10" fmla="*/ 487065 w 556002"/>
              <a:gd name="connsiteY10" fmla="*/ 219561 h 608660"/>
              <a:gd name="connsiteX11" fmla="*/ 491305 w 556002"/>
              <a:gd name="connsiteY11" fmla="*/ 227201 h 608660"/>
              <a:gd name="connsiteX12" fmla="*/ 523014 w 556002"/>
              <a:gd name="connsiteY12" fmla="*/ 254631 h 608660"/>
              <a:gd name="connsiteX13" fmla="*/ 529098 w 556002"/>
              <a:gd name="connsiteY13" fmla="*/ 260061 h 608660"/>
              <a:gd name="connsiteX14" fmla="*/ 529835 w 556002"/>
              <a:gd name="connsiteY14" fmla="*/ 259969 h 608660"/>
              <a:gd name="connsiteX15" fmla="*/ 535274 w 556002"/>
              <a:gd name="connsiteY15" fmla="*/ 253158 h 608660"/>
              <a:gd name="connsiteX16" fmla="*/ 494716 w 556002"/>
              <a:gd name="connsiteY16" fmla="*/ 215419 h 608660"/>
              <a:gd name="connsiteX17" fmla="*/ 370276 w 556002"/>
              <a:gd name="connsiteY17" fmla="*/ 134234 h 608660"/>
              <a:gd name="connsiteX18" fmla="*/ 390740 w 556002"/>
              <a:gd name="connsiteY18" fmla="*/ 138376 h 608660"/>
              <a:gd name="connsiteX19" fmla="*/ 479322 w 556002"/>
              <a:gd name="connsiteY19" fmla="*/ 196549 h 608660"/>
              <a:gd name="connsiteX20" fmla="*/ 480059 w 556002"/>
              <a:gd name="connsiteY20" fmla="*/ 197194 h 608660"/>
              <a:gd name="connsiteX21" fmla="*/ 489093 w 556002"/>
              <a:gd name="connsiteY21" fmla="*/ 196549 h 608660"/>
              <a:gd name="connsiteX22" fmla="*/ 535274 w 556002"/>
              <a:gd name="connsiteY22" fmla="*/ 205110 h 608660"/>
              <a:gd name="connsiteX23" fmla="*/ 554907 w 556002"/>
              <a:gd name="connsiteY23" fmla="*/ 220205 h 608660"/>
              <a:gd name="connsiteX24" fmla="*/ 552234 w 556002"/>
              <a:gd name="connsiteY24" fmla="*/ 242665 h 608660"/>
              <a:gd name="connsiteX25" fmla="*/ 540712 w 556002"/>
              <a:gd name="connsiteY25" fmla="*/ 266689 h 608660"/>
              <a:gd name="connsiteX26" fmla="*/ 526056 w 556002"/>
              <a:gd name="connsiteY26" fmla="*/ 281968 h 608660"/>
              <a:gd name="connsiteX27" fmla="*/ 505777 w 556002"/>
              <a:gd name="connsiteY27" fmla="*/ 300194 h 608660"/>
              <a:gd name="connsiteX28" fmla="*/ 491489 w 556002"/>
              <a:gd name="connsiteY28" fmla="*/ 308110 h 608660"/>
              <a:gd name="connsiteX29" fmla="*/ 472593 w 556002"/>
              <a:gd name="connsiteY29" fmla="*/ 298353 h 608660"/>
              <a:gd name="connsiteX30" fmla="*/ 450655 w 556002"/>
              <a:gd name="connsiteY30" fmla="*/ 244966 h 608660"/>
              <a:gd name="connsiteX31" fmla="*/ 450378 w 556002"/>
              <a:gd name="connsiteY31" fmla="*/ 244137 h 608660"/>
              <a:gd name="connsiteX32" fmla="*/ 448535 w 556002"/>
              <a:gd name="connsiteY32" fmla="*/ 243217 h 608660"/>
              <a:gd name="connsiteX33" fmla="*/ 369354 w 556002"/>
              <a:gd name="connsiteY33" fmla="*/ 191211 h 608660"/>
              <a:gd name="connsiteX34" fmla="*/ 343176 w 556002"/>
              <a:gd name="connsiteY34" fmla="*/ 195997 h 608660"/>
              <a:gd name="connsiteX35" fmla="*/ 381614 w 556002"/>
              <a:gd name="connsiteY35" fmla="*/ 323482 h 608660"/>
              <a:gd name="connsiteX36" fmla="*/ 485867 w 556002"/>
              <a:gd name="connsiteY36" fmla="*/ 419118 h 608660"/>
              <a:gd name="connsiteX37" fmla="*/ 497389 w 556002"/>
              <a:gd name="connsiteY37" fmla="*/ 437067 h 608660"/>
              <a:gd name="connsiteX38" fmla="*/ 535274 w 556002"/>
              <a:gd name="connsiteY38" fmla="*/ 553782 h 608660"/>
              <a:gd name="connsiteX39" fmla="*/ 508358 w 556002"/>
              <a:gd name="connsiteY39" fmla="*/ 606617 h 608660"/>
              <a:gd name="connsiteX40" fmla="*/ 495361 w 556002"/>
              <a:gd name="connsiteY40" fmla="*/ 608642 h 608660"/>
              <a:gd name="connsiteX41" fmla="*/ 455448 w 556002"/>
              <a:gd name="connsiteY41" fmla="*/ 579647 h 608660"/>
              <a:gd name="connsiteX42" fmla="*/ 420974 w 556002"/>
              <a:gd name="connsiteY42" fmla="*/ 473333 h 608660"/>
              <a:gd name="connsiteX43" fmla="*/ 321422 w 556002"/>
              <a:gd name="connsiteY43" fmla="*/ 382115 h 608660"/>
              <a:gd name="connsiteX44" fmla="*/ 278836 w 556002"/>
              <a:gd name="connsiteY44" fmla="*/ 502144 h 608660"/>
              <a:gd name="connsiteX45" fmla="*/ 258189 w 556002"/>
              <a:gd name="connsiteY45" fmla="*/ 525524 h 608660"/>
              <a:gd name="connsiteX46" fmla="*/ 101672 w 556002"/>
              <a:gd name="connsiteY46" fmla="*/ 604132 h 608660"/>
              <a:gd name="connsiteX47" fmla="*/ 45351 w 556002"/>
              <a:gd name="connsiteY47" fmla="*/ 585538 h 608660"/>
              <a:gd name="connsiteX48" fmla="*/ 63971 w 556002"/>
              <a:gd name="connsiteY48" fmla="*/ 529298 h 608660"/>
              <a:gd name="connsiteX49" fmla="*/ 205463 w 556002"/>
              <a:gd name="connsiteY49" fmla="*/ 458238 h 608660"/>
              <a:gd name="connsiteX50" fmla="*/ 243256 w 556002"/>
              <a:gd name="connsiteY50" fmla="*/ 354133 h 608660"/>
              <a:gd name="connsiteX51" fmla="*/ 208966 w 556002"/>
              <a:gd name="connsiteY51" fmla="*/ 230883 h 608660"/>
              <a:gd name="connsiteX52" fmla="*/ 165643 w 556002"/>
              <a:gd name="connsiteY52" fmla="*/ 246254 h 608660"/>
              <a:gd name="connsiteX53" fmla="*/ 154397 w 556002"/>
              <a:gd name="connsiteY53" fmla="*/ 247819 h 608660"/>
              <a:gd name="connsiteX54" fmla="*/ 68857 w 556002"/>
              <a:gd name="connsiteY54" fmla="*/ 242020 h 608660"/>
              <a:gd name="connsiteX55" fmla="*/ 40835 w 556002"/>
              <a:gd name="connsiteY55" fmla="*/ 253250 h 608660"/>
              <a:gd name="connsiteX56" fmla="*/ 0 w 556002"/>
              <a:gd name="connsiteY56" fmla="*/ 212381 h 608660"/>
              <a:gd name="connsiteX57" fmla="*/ 40835 w 556002"/>
              <a:gd name="connsiteY57" fmla="*/ 171605 h 608660"/>
              <a:gd name="connsiteX58" fmla="*/ 71991 w 556002"/>
              <a:gd name="connsiteY58" fmla="*/ 186240 h 608660"/>
              <a:gd name="connsiteX59" fmla="*/ 152369 w 556002"/>
              <a:gd name="connsiteY59" fmla="*/ 191671 h 608660"/>
              <a:gd name="connsiteX60" fmla="*/ 251736 w 556002"/>
              <a:gd name="connsiteY60" fmla="*/ 156325 h 608660"/>
              <a:gd name="connsiteX61" fmla="*/ 256069 w 556002"/>
              <a:gd name="connsiteY61" fmla="*/ 155220 h 608660"/>
              <a:gd name="connsiteX62" fmla="*/ 239358 w 556002"/>
              <a:gd name="connsiteY62" fmla="*/ 0 h 608660"/>
              <a:gd name="connsiteX63" fmla="*/ 309077 w 556002"/>
              <a:gd name="connsiteY63" fmla="*/ 69648 h 608660"/>
              <a:gd name="connsiteX64" fmla="*/ 239358 w 556002"/>
              <a:gd name="connsiteY64" fmla="*/ 139296 h 608660"/>
              <a:gd name="connsiteX65" fmla="*/ 169639 w 556002"/>
              <a:gd name="connsiteY65" fmla="*/ 69648 h 608660"/>
              <a:gd name="connsiteX66" fmla="*/ 239358 w 556002"/>
              <a:gd name="connsiteY66" fmla="*/ 0 h 608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56002" h="608660">
                <a:moveTo>
                  <a:pt x="480336" y="240824"/>
                </a:moveTo>
                <a:cubicBezTo>
                  <a:pt x="477755" y="238891"/>
                  <a:pt x="473699" y="239443"/>
                  <a:pt x="471763" y="242112"/>
                </a:cubicBezTo>
                <a:cubicBezTo>
                  <a:pt x="469736" y="244782"/>
                  <a:pt x="470289" y="248648"/>
                  <a:pt x="473054" y="250673"/>
                </a:cubicBezTo>
                <a:cubicBezTo>
                  <a:pt x="480889" y="256472"/>
                  <a:pt x="494163" y="268898"/>
                  <a:pt x="496375" y="277458"/>
                </a:cubicBezTo>
                <a:cubicBezTo>
                  <a:pt x="497020" y="280220"/>
                  <a:pt x="499509" y="282153"/>
                  <a:pt x="502366" y="282153"/>
                </a:cubicBezTo>
                <a:cubicBezTo>
                  <a:pt x="502735" y="282153"/>
                  <a:pt x="503288" y="282153"/>
                  <a:pt x="503841" y="281968"/>
                </a:cubicBezTo>
                <a:cubicBezTo>
                  <a:pt x="505408" y="281600"/>
                  <a:pt x="506699" y="280588"/>
                  <a:pt x="507620" y="279207"/>
                </a:cubicBezTo>
                <a:cubicBezTo>
                  <a:pt x="508450" y="277826"/>
                  <a:pt x="508727" y="276170"/>
                  <a:pt x="508358" y="274513"/>
                </a:cubicBezTo>
                <a:cubicBezTo>
                  <a:pt x="504394" y="258865"/>
                  <a:pt x="482825" y="242573"/>
                  <a:pt x="480336" y="240824"/>
                </a:cubicBezTo>
                <a:close/>
                <a:moveTo>
                  <a:pt x="494716" y="215419"/>
                </a:moveTo>
                <a:cubicBezTo>
                  <a:pt x="491582" y="214406"/>
                  <a:pt x="487987" y="216339"/>
                  <a:pt x="487065" y="219561"/>
                </a:cubicBezTo>
                <a:cubicBezTo>
                  <a:pt x="486143" y="222875"/>
                  <a:pt x="487987" y="226280"/>
                  <a:pt x="491305" y="227201"/>
                </a:cubicBezTo>
                <a:cubicBezTo>
                  <a:pt x="491582" y="227293"/>
                  <a:pt x="520802" y="236037"/>
                  <a:pt x="523014" y="254631"/>
                </a:cubicBezTo>
                <a:cubicBezTo>
                  <a:pt x="523383" y="257668"/>
                  <a:pt x="525964" y="260061"/>
                  <a:pt x="529098" y="260061"/>
                </a:cubicBezTo>
                <a:lnTo>
                  <a:pt x="529835" y="259969"/>
                </a:lnTo>
                <a:cubicBezTo>
                  <a:pt x="533154" y="259601"/>
                  <a:pt x="535642" y="256564"/>
                  <a:pt x="535274" y="253158"/>
                </a:cubicBezTo>
                <a:cubicBezTo>
                  <a:pt x="532047" y="226004"/>
                  <a:pt x="496190" y="215787"/>
                  <a:pt x="494716" y="215419"/>
                </a:cubicBezTo>
                <a:close/>
                <a:moveTo>
                  <a:pt x="370276" y="134234"/>
                </a:moveTo>
                <a:cubicBezTo>
                  <a:pt x="377374" y="132945"/>
                  <a:pt x="384748" y="134418"/>
                  <a:pt x="390740" y="138376"/>
                </a:cubicBezTo>
                <a:lnTo>
                  <a:pt x="479322" y="196549"/>
                </a:lnTo>
                <a:cubicBezTo>
                  <a:pt x="479599" y="196733"/>
                  <a:pt x="479783" y="197009"/>
                  <a:pt x="480059" y="197194"/>
                </a:cubicBezTo>
                <a:cubicBezTo>
                  <a:pt x="483193" y="196365"/>
                  <a:pt x="486327" y="195997"/>
                  <a:pt x="489093" y="196549"/>
                </a:cubicBezTo>
                <a:lnTo>
                  <a:pt x="535274" y="205110"/>
                </a:lnTo>
                <a:cubicBezTo>
                  <a:pt x="542832" y="206490"/>
                  <a:pt x="552972" y="212749"/>
                  <a:pt x="554907" y="220205"/>
                </a:cubicBezTo>
                <a:cubicBezTo>
                  <a:pt x="557396" y="229502"/>
                  <a:pt x="555276" y="237050"/>
                  <a:pt x="552234" y="242665"/>
                </a:cubicBezTo>
                <a:cubicBezTo>
                  <a:pt x="548455" y="249384"/>
                  <a:pt x="544307" y="259877"/>
                  <a:pt x="540712" y="266689"/>
                </a:cubicBezTo>
                <a:cubicBezTo>
                  <a:pt x="537302" y="272948"/>
                  <a:pt x="531494" y="278195"/>
                  <a:pt x="526056" y="281968"/>
                </a:cubicBezTo>
                <a:cubicBezTo>
                  <a:pt x="519788" y="286479"/>
                  <a:pt x="511676" y="295223"/>
                  <a:pt x="505777" y="300194"/>
                </a:cubicBezTo>
                <a:cubicBezTo>
                  <a:pt x="501445" y="303968"/>
                  <a:pt x="496190" y="306453"/>
                  <a:pt x="491489" y="308110"/>
                </a:cubicBezTo>
                <a:cubicBezTo>
                  <a:pt x="484207" y="310687"/>
                  <a:pt x="475543" y="305440"/>
                  <a:pt x="472593" y="298353"/>
                </a:cubicBezTo>
                <a:lnTo>
                  <a:pt x="450655" y="244966"/>
                </a:lnTo>
                <a:cubicBezTo>
                  <a:pt x="450470" y="244690"/>
                  <a:pt x="450470" y="244413"/>
                  <a:pt x="450378" y="244137"/>
                </a:cubicBezTo>
                <a:cubicBezTo>
                  <a:pt x="449825" y="243769"/>
                  <a:pt x="449180" y="243585"/>
                  <a:pt x="448535" y="243217"/>
                </a:cubicBezTo>
                <a:lnTo>
                  <a:pt x="369354" y="191211"/>
                </a:lnTo>
                <a:lnTo>
                  <a:pt x="343176" y="195997"/>
                </a:lnTo>
                <a:lnTo>
                  <a:pt x="381614" y="323482"/>
                </a:lnTo>
                <a:lnTo>
                  <a:pt x="485867" y="419118"/>
                </a:lnTo>
                <a:cubicBezTo>
                  <a:pt x="491213" y="423996"/>
                  <a:pt x="495176" y="430164"/>
                  <a:pt x="497389" y="437067"/>
                </a:cubicBezTo>
                <a:lnTo>
                  <a:pt x="535274" y="553782"/>
                </a:lnTo>
                <a:cubicBezTo>
                  <a:pt x="542463" y="575873"/>
                  <a:pt x="530388" y="599437"/>
                  <a:pt x="508358" y="606617"/>
                </a:cubicBezTo>
                <a:cubicBezTo>
                  <a:pt x="504025" y="607998"/>
                  <a:pt x="499693" y="608642"/>
                  <a:pt x="495361" y="608642"/>
                </a:cubicBezTo>
                <a:cubicBezTo>
                  <a:pt x="477663" y="608642"/>
                  <a:pt x="461255" y="597412"/>
                  <a:pt x="455448" y="579647"/>
                </a:cubicBezTo>
                <a:lnTo>
                  <a:pt x="420974" y="473333"/>
                </a:lnTo>
                <a:lnTo>
                  <a:pt x="321422" y="382115"/>
                </a:lnTo>
                <a:lnTo>
                  <a:pt x="278836" y="502144"/>
                </a:lnTo>
                <a:cubicBezTo>
                  <a:pt x="275241" y="512269"/>
                  <a:pt x="267867" y="520645"/>
                  <a:pt x="258189" y="525524"/>
                </a:cubicBezTo>
                <a:lnTo>
                  <a:pt x="101672" y="604132"/>
                </a:lnTo>
                <a:cubicBezTo>
                  <a:pt x="80932" y="614625"/>
                  <a:pt x="55767" y="606249"/>
                  <a:pt x="45351" y="585538"/>
                </a:cubicBezTo>
                <a:cubicBezTo>
                  <a:pt x="34935" y="564920"/>
                  <a:pt x="43231" y="539699"/>
                  <a:pt x="63971" y="529298"/>
                </a:cubicBezTo>
                <a:lnTo>
                  <a:pt x="205463" y="458238"/>
                </a:lnTo>
                <a:lnTo>
                  <a:pt x="243256" y="354133"/>
                </a:lnTo>
                <a:lnTo>
                  <a:pt x="208966" y="230883"/>
                </a:lnTo>
                <a:lnTo>
                  <a:pt x="165643" y="246254"/>
                </a:lnTo>
                <a:cubicBezTo>
                  <a:pt x="162048" y="247543"/>
                  <a:pt x="158176" y="248003"/>
                  <a:pt x="154397" y="247819"/>
                </a:cubicBezTo>
                <a:lnTo>
                  <a:pt x="68857" y="242020"/>
                </a:lnTo>
                <a:cubicBezTo>
                  <a:pt x="61482" y="248924"/>
                  <a:pt x="51712" y="253250"/>
                  <a:pt x="40835" y="253250"/>
                </a:cubicBezTo>
                <a:cubicBezTo>
                  <a:pt x="18343" y="253250"/>
                  <a:pt x="0" y="234933"/>
                  <a:pt x="0" y="212381"/>
                </a:cubicBezTo>
                <a:cubicBezTo>
                  <a:pt x="0" y="189830"/>
                  <a:pt x="18343" y="171605"/>
                  <a:pt x="40835" y="171605"/>
                </a:cubicBezTo>
                <a:cubicBezTo>
                  <a:pt x="53463" y="171605"/>
                  <a:pt x="64524" y="177311"/>
                  <a:pt x="71991" y="186240"/>
                </a:cubicBezTo>
                <a:lnTo>
                  <a:pt x="152369" y="191671"/>
                </a:lnTo>
                <a:lnTo>
                  <a:pt x="251736" y="156325"/>
                </a:lnTo>
                <a:cubicBezTo>
                  <a:pt x="253211" y="155865"/>
                  <a:pt x="254594" y="155404"/>
                  <a:pt x="256069" y="155220"/>
                </a:cubicBezTo>
                <a:close/>
                <a:moveTo>
                  <a:pt x="239358" y="0"/>
                </a:moveTo>
                <a:cubicBezTo>
                  <a:pt x="277863" y="0"/>
                  <a:pt x="309077" y="31182"/>
                  <a:pt x="309077" y="69648"/>
                </a:cubicBezTo>
                <a:cubicBezTo>
                  <a:pt x="309077" y="108114"/>
                  <a:pt x="277863" y="139296"/>
                  <a:pt x="239358" y="139296"/>
                </a:cubicBezTo>
                <a:cubicBezTo>
                  <a:pt x="200853" y="139296"/>
                  <a:pt x="169639" y="108114"/>
                  <a:pt x="169639" y="69648"/>
                </a:cubicBezTo>
                <a:cubicBezTo>
                  <a:pt x="169639" y="31182"/>
                  <a:pt x="200853" y="0"/>
                  <a:pt x="239358" y="0"/>
                </a:cubicBezTo>
                <a:close/>
              </a:path>
            </a:pathLst>
          </a:custGeom>
          <a:solidFill>
            <a:schemeClr val="accent1"/>
          </a:solidFill>
          <a:ln>
            <a:noFill/>
          </a:ln>
        </p:spPr>
      </p:sp>
      <p:sp>
        <p:nvSpPr>
          <p:cNvPr id="81" name="paralympic-games-runner_37394">
            <a:extLst>
              <a:ext uri="{FF2B5EF4-FFF2-40B4-BE49-F238E27FC236}">
                <a16:creationId xmlns:a16="http://schemas.microsoft.com/office/drawing/2014/main" id="{2F3FBCE8-E8F4-42D3-9B38-F64F53886D32}"/>
              </a:ext>
            </a:extLst>
          </p:cNvPr>
          <p:cNvSpPr>
            <a:spLocks noChangeAspect="1"/>
          </p:cNvSpPr>
          <p:nvPr/>
        </p:nvSpPr>
        <p:spPr bwMode="auto">
          <a:xfrm>
            <a:off x="9143999" y="2758398"/>
            <a:ext cx="595106" cy="609685"/>
          </a:xfrm>
          <a:custGeom>
            <a:avLst/>
            <a:gdLst>
              <a:gd name="connsiteX0" fmla="*/ 28423 w 591986"/>
              <a:gd name="connsiteY0" fmla="*/ 82022 h 606488"/>
              <a:gd name="connsiteX1" fmla="*/ 43497 w 591986"/>
              <a:gd name="connsiteY1" fmla="*/ 90111 h 606488"/>
              <a:gd name="connsiteX2" fmla="*/ 95878 w 591986"/>
              <a:gd name="connsiteY2" fmla="*/ 159432 h 606488"/>
              <a:gd name="connsiteX3" fmla="*/ 179725 w 591986"/>
              <a:gd name="connsiteY3" fmla="*/ 96413 h 606488"/>
              <a:gd name="connsiteX4" fmla="*/ 202618 w 591986"/>
              <a:gd name="connsiteY4" fmla="*/ 90675 h 606488"/>
              <a:gd name="connsiteX5" fmla="*/ 318025 w 591986"/>
              <a:gd name="connsiteY5" fmla="*/ 106853 h 606488"/>
              <a:gd name="connsiteX6" fmla="*/ 335172 w 591986"/>
              <a:gd name="connsiteY6" fmla="*/ 118234 h 606488"/>
              <a:gd name="connsiteX7" fmla="*/ 401872 w 591986"/>
              <a:gd name="connsiteY7" fmla="*/ 220945 h 606488"/>
              <a:gd name="connsiteX8" fmla="*/ 407431 w 591986"/>
              <a:gd name="connsiteY8" fmla="*/ 240039 h 606488"/>
              <a:gd name="connsiteX9" fmla="*/ 380204 w 591986"/>
              <a:gd name="connsiteY9" fmla="*/ 260450 h 606488"/>
              <a:gd name="connsiteX10" fmla="*/ 362964 w 591986"/>
              <a:gd name="connsiteY10" fmla="*/ 249163 h 606488"/>
              <a:gd name="connsiteX11" fmla="*/ 301067 w 591986"/>
              <a:gd name="connsiteY11" fmla="*/ 153600 h 606488"/>
              <a:gd name="connsiteX12" fmla="*/ 258484 w 591986"/>
              <a:gd name="connsiteY12" fmla="*/ 147769 h 606488"/>
              <a:gd name="connsiteX13" fmla="*/ 394618 w 591986"/>
              <a:gd name="connsiteY13" fmla="*/ 359022 h 606488"/>
              <a:gd name="connsiteX14" fmla="*/ 432585 w 591986"/>
              <a:gd name="connsiteY14" fmla="*/ 362220 h 606488"/>
              <a:gd name="connsiteX15" fmla="*/ 440310 w 591986"/>
              <a:gd name="connsiteY15" fmla="*/ 364101 h 606488"/>
              <a:gd name="connsiteX16" fmla="*/ 459529 w 591986"/>
              <a:gd name="connsiteY16" fmla="*/ 386393 h 606488"/>
              <a:gd name="connsiteX17" fmla="*/ 549594 w 591986"/>
              <a:gd name="connsiteY17" fmla="*/ 404076 h 606488"/>
              <a:gd name="connsiteX18" fmla="*/ 591800 w 591986"/>
              <a:gd name="connsiteY18" fmla="*/ 452986 h 606488"/>
              <a:gd name="connsiteX19" fmla="*/ 585771 w 591986"/>
              <a:gd name="connsiteY19" fmla="*/ 497757 h 606488"/>
              <a:gd name="connsiteX20" fmla="*/ 573900 w 591986"/>
              <a:gd name="connsiteY20" fmla="*/ 508104 h 606488"/>
              <a:gd name="connsiteX21" fmla="*/ 572299 w 591986"/>
              <a:gd name="connsiteY21" fmla="*/ 508010 h 606488"/>
              <a:gd name="connsiteX22" fmla="*/ 561936 w 591986"/>
              <a:gd name="connsiteY22" fmla="*/ 494559 h 606488"/>
              <a:gd name="connsiteX23" fmla="*/ 567871 w 591986"/>
              <a:gd name="connsiteY23" fmla="*/ 450164 h 606488"/>
              <a:gd name="connsiteX24" fmla="*/ 545260 w 591986"/>
              <a:gd name="connsiteY24" fmla="*/ 427684 h 606488"/>
              <a:gd name="connsiteX25" fmla="*/ 454819 w 591986"/>
              <a:gd name="connsiteY25" fmla="*/ 409907 h 606488"/>
              <a:gd name="connsiteX26" fmla="*/ 424294 w 591986"/>
              <a:gd name="connsiteY26" fmla="*/ 423358 h 606488"/>
              <a:gd name="connsiteX27" fmla="*/ 368428 w 591986"/>
              <a:gd name="connsiteY27" fmla="*/ 417056 h 606488"/>
              <a:gd name="connsiteX28" fmla="*/ 332722 w 591986"/>
              <a:gd name="connsiteY28" fmla="*/ 400219 h 606488"/>
              <a:gd name="connsiteX29" fmla="*/ 279587 w 591986"/>
              <a:gd name="connsiteY29" fmla="*/ 321117 h 606488"/>
              <a:gd name="connsiteX30" fmla="*/ 196211 w 591986"/>
              <a:gd name="connsiteY30" fmla="*/ 381972 h 606488"/>
              <a:gd name="connsiteX31" fmla="*/ 207328 w 591986"/>
              <a:gd name="connsiteY31" fmla="*/ 410284 h 606488"/>
              <a:gd name="connsiteX32" fmla="*/ 207140 w 591986"/>
              <a:gd name="connsiteY32" fmla="*/ 418184 h 606488"/>
              <a:gd name="connsiteX33" fmla="*/ 193856 w 591986"/>
              <a:gd name="connsiteY33" fmla="*/ 439347 h 606488"/>
              <a:gd name="connsiteX34" fmla="*/ 230787 w 591986"/>
              <a:gd name="connsiteY34" fmla="*/ 556543 h 606488"/>
              <a:gd name="connsiteX35" fmla="*/ 227018 w 591986"/>
              <a:gd name="connsiteY35" fmla="*/ 595389 h 606488"/>
              <a:gd name="connsiteX36" fmla="*/ 204879 w 591986"/>
              <a:gd name="connsiteY36" fmla="*/ 606488 h 606488"/>
              <a:gd name="connsiteX37" fmla="*/ 155607 w 591986"/>
              <a:gd name="connsiteY37" fmla="*/ 606488 h 606488"/>
              <a:gd name="connsiteX38" fmla="*/ 143548 w 591986"/>
              <a:gd name="connsiteY38" fmla="*/ 594449 h 606488"/>
              <a:gd name="connsiteX39" fmla="*/ 155607 w 591986"/>
              <a:gd name="connsiteY39" fmla="*/ 582503 h 606488"/>
              <a:gd name="connsiteX40" fmla="*/ 204879 w 591986"/>
              <a:gd name="connsiteY40" fmla="*/ 582503 h 606488"/>
              <a:gd name="connsiteX41" fmla="*/ 207705 w 591986"/>
              <a:gd name="connsiteY41" fmla="*/ 581186 h 606488"/>
              <a:gd name="connsiteX42" fmla="*/ 207799 w 591986"/>
              <a:gd name="connsiteY42" fmla="*/ 563786 h 606488"/>
              <a:gd name="connsiteX43" fmla="*/ 170209 w 591986"/>
              <a:gd name="connsiteY43" fmla="*/ 444050 h 606488"/>
              <a:gd name="connsiteX44" fmla="*/ 145432 w 591986"/>
              <a:gd name="connsiteY44" fmla="*/ 415833 h 606488"/>
              <a:gd name="connsiteX45" fmla="*/ 131960 w 591986"/>
              <a:gd name="connsiteY45" fmla="*/ 357611 h 606488"/>
              <a:gd name="connsiteX46" fmla="*/ 143171 w 591986"/>
              <a:gd name="connsiteY46" fmla="*/ 320741 h 606488"/>
              <a:gd name="connsiteX47" fmla="*/ 216843 w 591986"/>
              <a:gd name="connsiteY47" fmla="*/ 265341 h 606488"/>
              <a:gd name="connsiteX48" fmla="*/ 157868 w 591986"/>
              <a:gd name="connsiteY48" fmla="*/ 174105 h 606488"/>
              <a:gd name="connsiteX49" fmla="*/ 106429 w 591986"/>
              <a:gd name="connsiteY49" fmla="*/ 212951 h 606488"/>
              <a:gd name="connsiteX50" fmla="*/ 66672 w 591986"/>
              <a:gd name="connsiteY50" fmla="*/ 203921 h 606488"/>
              <a:gd name="connsiteX51" fmla="*/ 3646 w 591986"/>
              <a:gd name="connsiteY51" fmla="*/ 119645 h 606488"/>
              <a:gd name="connsiteX52" fmla="*/ 254 w 591986"/>
              <a:gd name="connsiteY52" fmla="*/ 103279 h 606488"/>
              <a:gd name="connsiteX53" fmla="*/ 28423 w 591986"/>
              <a:gd name="connsiteY53" fmla="*/ 82022 h 606488"/>
              <a:gd name="connsiteX54" fmla="*/ 156128 w 591986"/>
              <a:gd name="connsiteY54" fmla="*/ 470 h 606488"/>
              <a:gd name="connsiteX55" fmla="*/ 196820 w 591986"/>
              <a:gd name="connsiteY55" fmla="*/ 54533 h 606488"/>
              <a:gd name="connsiteX56" fmla="*/ 142752 w 591986"/>
              <a:gd name="connsiteY56" fmla="*/ 95244 h 606488"/>
              <a:gd name="connsiteX57" fmla="*/ 101872 w 591986"/>
              <a:gd name="connsiteY57" fmla="*/ 41181 h 606488"/>
              <a:gd name="connsiteX58" fmla="*/ 156128 w 591986"/>
              <a:gd name="connsiteY58" fmla="*/ 470 h 606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91986" h="606488">
                <a:moveTo>
                  <a:pt x="28423" y="82022"/>
                </a:moveTo>
                <a:cubicBezTo>
                  <a:pt x="34452" y="82869"/>
                  <a:pt x="39728" y="85879"/>
                  <a:pt x="43497" y="90111"/>
                </a:cubicBezTo>
                <a:lnTo>
                  <a:pt x="95878" y="159432"/>
                </a:lnTo>
                <a:lnTo>
                  <a:pt x="179725" y="96413"/>
                </a:lnTo>
                <a:cubicBezTo>
                  <a:pt x="186037" y="91804"/>
                  <a:pt x="194233" y="89453"/>
                  <a:pt x="202618" y="90675"/>
                </a:cubicBezTo>
                <a:lnTo>
                  <a:pt x="318025" y="106853"/>
                </a:lnTo>
                <a:cubicBezTo>
                  <a:pt x="325374" y="107982"/>
                  <a:pt x="331497" y="112309"/>
                  <a:pt x="335172" y="118234"/>
                </a:cubicBezTo>
                <a:lnTo>
                  <a:pt x="401872" y="220945"/>
                </a:lnTo>
                <a:cubicBezTo>
                  <a:pt x="406206" y="226025"/>
                  <a:pt x="408467" y="232797"/>
                  <a:pt x="407431" y="240039"/>
                </a:cubicBezTo>
                <a:cubicBezTo>
                  <a:pt x="405641" y="253113"/>
                  <a:pt x="393393" y="262331"/>
                  <a:pt x="380204" y="260450"/>
                </a:cubicBezTo>
                <a:cubicBezTo>
                  <a:pt x="372761" y="259415"/>
                  <a:pt x="366638" y="255182"/>
                  <a:pt x="362964" y="249163"/>
                </a:cubicBezTo>
                <a:lnTo>
                  <a:pt x="301067" y="153600"/>
                </a:lnTo>
                <a:lnTo>
                  <a:pt x="258484" y="147769"/>
                </a:lnTo>
                <a:lnTo>
                  <a:pt x="394618" y="359022"/>
                </a:lnTo>
                <a:lnTo>
                  <a:pt x="432585" y="362220"/>
                </a:lnTo>
                <a:cubicBezTo>
                  <a:pt x="435223" y="362502"/>
                  <a:pt x="437766" y="363161"/>
                  <a:pt x="440310" y="364101"/>
                </a:cubicBezTo>
                <a:cubicBezTo>
                  <a:pt x="450579" y="367864"/>
                  <a:pt x="457456" y="376517"/>
                  <a:pt x="459529" y="386393"/>
                </a:cubicBezTo>
                <a:lnTo>
                  <a:pt x="549594" y="404076"/>
                </a:lnTo>
                <a:cubicBezTo>
                  <a:pt x="575502" y="408685"/>
                  <a:pt x="594061" y="430130"/>
                  <a:pt x="591800" y="452986"/>
                </a:cubicBezTo>
                <a:lnTo>
                  <a:pt x="585771" y="497757"/>
                </a:lnTo>
                <a:cubicBezTo>
                  <a:pt x="584923" y="503777"/>
                  <a:pt x="579835" y="508104"/>
                  <a:pt x="573900" y="508104"/>
                </a:cubicBezTo>
                <a:cubicBezTo>
                  <a:pt x="573335" y="508104"/>
                  <a:pt x="572864" y="508104"/>
                  <a:pt x="572299" y="508010"/>
                </a:cubicBezTo>
                <a:cubicBezTo>
                  <a:pt x="565704" y="507163"/>
                  <a:pt x="561088" y="501143"/>
                  <a:pt x="561936" y="494559"/>
                </a:cubicBezTo>
                <a:lnTo>
                  <a:pt x="567871" y="450164"/>
                </a:lnTo>
                <a:cubicBezTo>
                  <a:pt x="568813" y="440476"/>
                  <a:pt x="558450" y="430036"/>
                  <a:pt x="545260" y="427684"/>
                </a:cubicBezTo>
                <a:lnTo>
                  <a:pt x="454819" y="409907"/>
                </a:lnTo>
                <a:cubicBezTo>
                  <a:pt x="448130" y="419877"/>
                  <a:pt x="436259" y="425239"/>
                  <a:pt x="424294" y="423358"/>
                </a:cubicBezTo>
                <a:lnTo>
                  <a:pt x="368428" y="417056"/>
                </a:lnTo>
                <a:cubicBezTo>
                  <a:pt x="341201" y="414234"/>
                  <a:pt x="332722" y="400219"/>
                  <a:pt x="332722" y="400219"/>
                </a:cubicBezTo>
                <a:lnTo>
                  <a:pt x="279587" y="321117"/>
                </a:lnTo>
                <a:lnTo>
                  <a:pt x="196211" y="381972"/>
                </a:lnTo>
                <a:lnTo>
                  <a:pt x="207328" y="410284"/>
                </a:lnTo>
                <a:cubicBezTo>
                  <a:pt x="207517" y="412823"/>
                  <a:pt x="207517" y="415457"/>
                  <a:pt x="207140" y="418184"/>
                </a:cubicBezTo>
                <a:cubicBezTo>
                  <a:pt x="205915" y="427120"/>
                  <a:pt x="200828" y="434551"/>
                  <a:pt x="193856" y="439347"/>
                </a:cubicBezTo>
                <a:lnTo>
                  <a:pt x="230787" y="556543"/>
                </a:lnTo>
                <a:cubicBezTo>
                  <a:pt x="235497" y="571593"/>
                  <a:pt x="234178" y="585795"/>
                  <a:pt x="227018" y="595389"/>
                </a:cubicBezTo>
                <a:cubicBezTo>
                  <a:pt x="221742" y="602538"/>
                  <a:pt x="213923" y="606488"/>
                  <a:pt x="204879" y="606488"/>
                </a:cubicBezTo>
                <a:lnTo>
                  <a:pt x="155607" y="606488"/>
                </a:lnTo>
                <a:cubicBezTo>
                  <a:pt x="148918" y="606488"/>
                  <a:pt x="143548" y="601127"/>
                  <a:pt x="143548" y="594449"/>
                </a:cubicBezTo>
                <a:cubicBezTo>
                  <a:pt x="143548" y="587865"/>
                  <a:pt x="148918" y="582503"/>
                  <a:pt x="155607" y="582503"/>
                </a:cubicBezTo>
                <a:lnTo>
                  <a:pt x="204879" y="582503"/>
                </a:lnTo>
                <a:cubicBezTo>
                  <a:pt x="206386" y="582503"/>
                  <a:pt x="207046" y="582033"/>
                  <a:pt x="207705" y="581186"/>
                </a:cubicBezTo>
                <a:cubicBezTo>
                  <a:pt x="209683" y="578553"/>
                  <a:pt x="210437" y="572063"/>
                  <a:pt x="207799" y="563786"/>
                </a:cubicBezTo>
                <a:lnTo>
                  <a:pt x="170209" y="444050"/>
                </a:lnTo>
                <a:cubicBezTo>
                  <a:pt x="156360" y="441229"/>
                  <a:pt x="146280" y="429471"/>
                  <a:pt x="145432" y="415833"/>
                </a:cubicBezTo>
                <a:lnTo>
                  <a:pt x="131960" y="357611"/>
                </a:lnTo>
                <a:cubicBezTo>
                  <a:pt x="127909" y="331369"/>
                  <a:pt x="143171" y="320741"/>
                  <a:pt x="143171" y="320741"/>
                </a:cubicBezTo>
                <a:lnTo>
                  <a:pt x="216843" y="265341"/>
                </a:lnTo>
                <a:lnTo>
                  <a:pt x="157868" y="174105"/>
                </a:lnTo>
                <a:lnTo>
                  <a:pt x="106429" y="212951"/>
                </a:lnTo>
                <a:cubicBezTo>
                  <a:pt x="106429" y="212951"/>
                  <a:pt x="85797" y="229317"/>
                  <a:pt x="66672" y="203921"/>
                </a:cubicBezTo>
                <a:lnTo>
                  <a:pt x="3646" y="119645"/>
                </a:lnTo>
                <a:cubicBezTo>
                  <a:pt x="725" y="114942"/>
                  <a:pt x="-594" y="109205"/>
                  <a:pt x="254" y="103279"/>
                </a:cubicBezTo>
                <a:cubicBezTo>
                  <a:pt x="2138" y="89641"/>
                  <a:pt x="14763" y="80141"/>
                  <a:pt x="28423" y="82022"/>
                </a:cubicBezTo>
                <a:close/>
                <a:moveTo>
                  <a:pt x="156128" y="470"/>
                </a:moveTo>
                <a:cubicBezTo>
                  <a:pt x="182314" y="4137"/>
                  <a:pt x="200588" y="28394"/>
                  <a:pt x="196820" y="54533"/>
                </a:cubicBezTo>
                <a:cubicBezTo>
                  <a:pt x="193147" y="80671"/>
                  <a:pt x="168845" y="98911"/>
                  <a:pt x="142752" y="95244"/>
                </a:cubicBezTo>
                <a:cubicBezTo>
                  <a:pt x="116472" y="91577"/>
                  <a:pt x="98198" y="67320"/>
                  <a:pt x="101872" y="41181"/>
                </a:cubicBezTo>
                <a:cubicBezTo>
                  <a:pt x="105640" y="14949"/>
                  <a:pt x="129848" y="-3197"/>
                  <a:pt x="156128" y="470"/>
                </a:cubicBezTo>
                <a:close/>
              </a:path>
            </a:pathLst>
          </a:custGeom>
          <a:solidFill>
            <a:schemeClr val="accent1"/>
          </a:solidFill>
          <a:ln>
            <a:noFill/>
          </a:ln>
        </p:spPr>
      </p:sp>
      <p:sp>
        <p:nvSpPr>
          <p:cNvPr id="82" name="olympic-games_94162">
            <a:extLst>
              <a:ext uri="{FF2B5EF4-FFF2-40B4-BE49-F238E27FC236}">
                <a16:creationId xmlns:a16="http://schemas.microsoft.com/office/drawing/2014/main" id="{75A286E2-B3B4-4517-942B-E470D0A2FB5E}"/>
              </a:ext>
            </a:extLst>
          </p:cNvPr>
          <p:cNvSpPr>
            <a:spLocks noChangeAspect="1"/>
          </p:cNvSpPr>
          <p:nvPr/>
        </p:nvSpPr>
        <p:spPr bwMode="auto">
          <a:xfrm>
            <a:off x="10350499" y="2758398"/>
            <a:ext cx="574969" cy="609685"/>
          </a:xfrm>
          <a:custGeom>
            <a:avLst/>
            <a:gdLst>
              <a:gd name="connsiteX0" fmla="*/ 98287 w 571574"/>
              <a:gd name="connsiteY0" fmla="*/ 122920 h 606085"/>
              <a:gd name="connsiteX1" fmla="*/ 89309 w 571574"/>
              <a:gd name="connsiteY1" fmla="*/ 124787 h 606085"/>
              <a:gd name="connsiteX2" fmla="*/ 93985 w 571574"/>
              <a:gd name="connsiteY2" fmla="*/ 152893 h 606085"/>
              <a:gd name="connsiteX3" fmla="*/ 89309 w 571574"/>
              <a:gd name="connsiteY3" fmla="*/ 180998 h 606085"/>
              <a:gd name="connsiteX4" fmla="*/ 98287 w 571574"/>
              <a:gd name="connsiteY4" fmla="*/ 182772 h 606085"/>
              <a:gd name="connsiteX5" fmla="*/ 115588 w 571574"/>
              <a:gd name="connsiteY5" fmla="*/ 176610 h 606085"/>
              <a:gd name="connsiteX6" fmla="*/ 113437 w 571574"/>
              <a:gd name="connsiteY6" fmla="*/ 141034 h 606085"/>
              <a:gd name="connsiteX7" fmla="*/ 121012 w 571574"/>
              <a:gd name="connsiteY7" fmla="*/ 133938 h 606085"/>
              <a:gd name="connsiteX8" fmla="*/ 98287 w 571574"/>
              <a:gd name="connsiteY8" fmla="*/ 122920 h 606085"/>
              <a:gd name="connsiteX9" fmla="*/ 548248 w 571574"/>
              <a:gd name="connsiteY9" fmla="*/ 48956 h 606085"/>
              <a:gd name="connsiteX10" fmla="*/ 566718 w 571574"/>
              <a:gd name="connsiteY10" fmla="*/ 61386 h 606085"/>
              <a:gd name="connsiteX11" fmla="*/ 558582 w 571574"/>
              <a:gd name="connsiteY11" fmla="*/ 101630 h 606085"/>
              <a:gd name="connsiteX12" fmla="*/ 477595 w 571574"/>
              <a:gd name="connsiteY12" fmla="*/ 155320 h 606085"/>
              <a:gd name="connsiteX13" fmla="*/ 464690 w 571574"/>
              <a:gd name="connsiteY13" fmla="*/ 160083 h 606085"/>
              <a:gd name="connsiteX14" fmla="*/ 408018 w 571574"/>
              <a:gd name="connsiteY14" fmla="*/ 166339 h 606085"/>
              <a:gd name="connsiteX15" fmla="*/ 452346 w 571574"/>
              <a:gd name="connsiteY15" fmla="*/ 286884 h 606085"/>
              <a:gd name="connsiteX16" fmla="*/ 522016 w 571574"/>
              <a:gd name="connsiteY16" fmla="*/ 391650 h 606085"/>
              <a:gd name="connsiteX17" fmla="*/ 527908 w 571574"/>
              <a:gd name="connsiteY17" fmla="*/ 410978 h 606085"/>
              <a:gd name="connsiteX18" fmla="*/ 527627 w 571574"/>
              <a:gd name="connsiteY18" fmla="*/ 570181 h 606085"/>
              <a:gd name="connsiteX19" fmla="*/ 492745 w 571574"/>
              <a:gd name="connsiteY19" fmla="*/ 604916 h 606085"/>
              <a:gd name="connsiteX20" fmla="*/ 457863 w 571574"/>
              <a:gd name="connsiteY20" fmla="*/ 570088 h 606085"/>
              <a:gd name="connsiteX21" fmla="*/ 458050 w 571574"/>
              <a:gd name="connsiteY21" fmla="*/ 421436 h 606085"/>
              <a:gd name="connsiteX22" fmla="*/ 414190 w 571574"/>
              <a:gd name="connsiteY22" fmla="*/ 355608 h 606085"/>
              <a:gd name="connsiteX23" fmla="*/ 403529 w 571574"/>
              <a:gd name="connsiteY23" fmla="*/ 447861 h 606085"/>
              <a:gd name="connsiteX24" fmla="*/ 400630 w 571574"/>
              <a:gd name="connsiteY24" fmla="*/ 458412 h 606085"/>
              <a:gd name="connsiteX25" fmla="*/ 342275 w 571574"/>
              <a:gd name="connsiteY25" fmla="*/ 585681 h 606085"/>
              <a:gd name="connsiteX26" fmla="*/ 296077 w 571574"/>
              <a:gd name="connsiteY26" fmla="*/ 602955 h 606085"/>
              <a:gd name="connsiteX27" fmla="*/ 278777 w 571574"/>
              <a:gd name="connsiteY27" fmla="*/ 556735 h 606085"/>
              <a:gd name="connsiteX28" fmla="*/ 334794 w 571574"/>
              <a:gd name="connsiteY28" fmla="*/ 434415 h 606085"/>
              <a:gd name="connsiteX29" fmla="*/ 348821 w 571574"/>
              <a:gd name="connsiteY29" fmla="*/ 313029 h 606085"/>
              <a:gd name="connsiteX30" fmla="*/ 311788 w 571574"/>
              <a:gd name="connsiteY30" fmla="*/ 212279 h 606085"/>
              <a:gd name="connsiteX31" fmla="*/ 264281 w 571574"/>
              <a:gd name="connsiteY31" fmla="*/ 256071 h 606085"/>
              <a:gd name="connsiteX32" fmla="*/ 227529 w 571574"/>
              <a:gd name="connsiteY32" fmla="*/ 258405 h 606085"/>
              <a:gd name="connsiteX33" fmla="*/ 134385 w 571574"/>
              <a:gd name="connsiteY33" fmla="*/ 191736 h 606085"/>
              <a:gd name="connsiteX34" fmla="*/ 98287 w 571574"/>
              <a:gd name="connsiteY34" fmla="*/ 206023 h 606085"/>
              <a:gd name="connsiteX35" fmla="*/ 77994 w 571574"/>
              <a:gd name="connsiteY35" fmla="*/ 202007 h 606085"/>
              <a:gd name="connsiteX36" fmla="*/ 47039 w 571574"/>
              <a:gd name="connsiteY36" fmla="*/ 218721 h 606085"/>
              <a:gd name="connsiteX37" fmla="*/ 0 w 571574"/>
              <a:gd name="connsiteY37" fmla="*/ 152893 h 606085"/>
              <a:gd name="connsiteX38" fmla="*/ 47039 w 571574"/>
              <a:gd name="connsiteY38" fmla="*/ 86971 h 606085"/>
              <a:gd name="connsiteX39" fmla="*/ 77994 w 571574"/>
              <a:gd name="connsiteY39" fmla="*/ 103778 h 606085"/>
              <a:gd name="connsiteX40" fmla="*/ 98287 w 571574"/>
              <a:gd name="connsiteY40" fmla="*/ 99670 h 606085"/>
              <a:gd name="connsiteX41" fmla="*/ 146729 w 571574"/>
              <a:gd name="connsiteY41" fmla="*/ 131043 h 606085"/>
              <a:gd name="connsiteX42" fmla="*/ 154024 w 571574"/>
              <a:gd name="connsiteY42" fmla="*/ 134311 h 606085"/>
              <a:gd name="connsiteX43" fmla="*/ 242211 w 571574"/>
              <a:gd name="connsiteY43" fmla="*/ 197339 h 606085"/>
              <a:gd name="connsiteX44" fmla="*/ 308048 w 571574"/>
              <a:gd name="connsiteY44" fmla="*/ 136552 h 606085"/>
              <a:gd name="connsiteX45" fmla="*/ 352188 w 571574"/>
              <a:gd name="connsiteY45" fmla="*/ 116290 h 606085"/>
              <a:gd name="connsiteX46" fmla="*/ 451223 w 571574"/>
              <a:gd name="connsiteY46" fmla="*/ 103124 h 606085"/>
              <a:gd name="connsiteX47" fmla="*/ 526412 w 571574"/>
              <a:gd name="connsiteY47" fmla="*/ 53263 h 606085"/>
              <a:gd name="connsiteX48" fmla="*/ 548248 w 571574"/>
              <a:gd name="connsiteY48" fmla="*/ 48956 h 606085"/>
              <a:gd name="connsiteX49" fmla="*/ 320368 w 571574"/>
              <a:gd name="connsiteY49" fmla="*/ 55 h 606085"/>
              <a:gd name="connsiteX50" fmla="*/ 365683 w 571574"/>
              <a:gd name="connsiteY50" fmla="*/ 33231 h 606085"/>
              <a:gd name="connsiteX51" fmla="*/ 335478 w 571574"/>
              <a:gd name="connsiteY51" fmla="*/ 98329 h 606085"/>
              <a:gd name="connsiteX52" fmla="*/ 270301 w 571574"/>
              <a:gd name="connsiteY52" fmla="*/ 68255 h 606085"/>
              <a:gd name="connsiteX53" fmla="*/ 300412 w 571574"/>
              <a:gd name="connsiteY53" fmla="*/ 3157 h 606085"/>
              <a:gd name="connsiteX54" fmla="*/ 320368 w 571574"/>
              <a:gd name="connsiteY54" fmla="*/ 55 h 606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71574" h="606085">
                <a:moveTo>
                  <a:pt x="98287" y="122920"/>
                </a:moveTo>
                <a:cubicBezTo>
                  <a:pt x="95108" y="122920"/>
                  <a:pt x="92209" y="123853"/>
                  <a:pt x="89309" y="124787"/>
                </a:cubicBezTo>
                <a:cubicBezTo>
                  <a:pt x="92209" y="133284"/>
                  <a:pt x="93985" y="142808"/>
                  <a:pt x="93985" y="152893"/>
                </a:cubicBezTo>
                <a:cubicBezTo>
                  <a:pt x="93985" y="162977"/>
                  <a:pt x="92209" y="172408"/>
                  <a:pt x="89309" y="180998"/>
                </a:cubicBezTo>
                <a:cubicBezTo>
                  <a:pt x="92209" y="181932"/>
                  <a:pt x="95108" y="182772"/>
                  <a:pt x="98287" y="182772"/>
                </a:cubicBezTo>
                <a:cubicBezTo>
                  <a:pt x="104833" y="182772"/>
                  <a:pt x="110632" y="180251"/>
                  <a:pt x="115588" y="176610"/>
                </a:cubicBezTo>
                <a:cubicBezTo>
                  <a:pt x="106891" y="166712"/>
                  <a:pt x="105395" y="152146"/>
                  <a:pt x="113437" y="141034"/>
                </a:cubicBezTo>
                <a:cubicBezTo>
                  <a:pt x="115494" y="138046"/>
                  <a:pt x="118113" y="135805"/>
                  <a:pt x="121012" y="133938"/>
                </a:cubicBezTo>
                <a:cubicBezTo>
                  <a:pt x="115494" y="127402"/>
                  <a:pt x="107545" y="122920"/>
                  <a:pt x="98287" y="122920"/>
                </a:cubicBezTo>
                <a:close/>
                <a:moveTo>
                  <a:pt x="548248" y="48956"/>
                </a:moveTo>
                <a:cubicBezTo>
                  <a:pt x="555543" y="50415"/>
                  <a:pt x="562276" y="54663"/>
                  <a:pt x="566718" y="61386"/>
                </a:cubicBezTo>
                <a:cubicBezTo>
                  <a:pt x="575602" y="74739"/>
                  <a:pt x="571955" y="92760"/>
                  <a:pt x="558582" y="101630"/>
                </a:cubicBezTo>
                <a:lnTo>
                  <a:pt x="477595" y="155320"/>
                </a:lnTo>
                <a:cubicBezTo>
                  <a:pt x="473668" y="157935"/>
                  <a:pt x="469272" y="159522"/>
                  <a:pt x="464690" y="160083"/>
                </a:cubicBezTo>
                <a:lnTo>
                  <a:pt x="408018" y="166339"/>
                </a:lnTo>
                <a:lnTo>
                  <a:pt x="452346" y="286884"/>
                </a:lnTo>
                <a:lnTo>
                  <a:pt x="522016" y="391650"/>
                </a:lnTo>
                <a:cubicBezTo>
                  <a:pt x="525851" y="397439"/>
                  <a:pt x="527908" y="404162"/>
                  <a:pt x="527908" y="410978"/>
                </a:cubicBezTo>
                <a:lnTo>
                  <a:pt x="527627" y="570181"/>
                </a:lnTo>
                <a:cubicBezTo>
                  <a:pt x="527627" y="589416"/>
                  <a:pt x="512010" y="604916"/>
                  <a:pt x="492745" y="604916"/>
                </a:cubicBezTo>
                <a:cubicBezTo>
                  <a:pt x="473387" y="604916"/>
                  <a:pt x="457770" y="589323"/>
                  <a:pt x="457863" y="570088"/>
                </a:cubicBezTo>
                <a:lnTo>
                  <a:pt x="458050" y="421436"/>
                </a:lnTo>
                <a:lnTo>
                  <a:pt x="414190" y="355608"/>
                </a:lnTo>
                <a:lnTo>
                  <a:pt x="403529" y="447861"/>
                </a:lnTo>
                <a:cubicBezTo>
                  <a:pt x="403155" y="451503"/>
                  <a:pt x="402126" y="455051"/>
                  <a:pt x="400630" y="458412"/>
                </a:cubicBezTo>
                <a:lnTo>
                  <a:pt x="342275" y="585681"/>
                </a:lnTo>
                <a:cubicBezTo>
                  <a:pt x="334233" y="603235"/>
                  <a:pt x="313565" y="610892"/>
                  <a:pt x="296077" y="602955"/>
                </a:cubicBezTo>
                <a:cubicBezTo>
                  <a:pt x="278496" y="594925"/>
                  <a:pt x="270828" y="574196"/>
                  <a:pt x="278777" y="556735"/>
                </a:cubicBezTo>
                <a:lnTo>
                  <a:pt x="334794" y="434415"/>
                </a:lnTo>
                <a:lnTo>
                  <a:pt x="348821" y="313029"/>
                </a:lnTo>
                <a:lnTo>
                  <a:pt x="311788" y="212279"/>
                </a:lnTo>
                <a:lnTo>
                  <a:pt x="264281" y="256071"/>
                </a:lnTo>
                <a:cubicBezTo>
                  <a:pt x="254088" y="265408"/>
                  <a:pt x="238844" y="266435"/>
                  <a:pt x="227529" y="258405"/>
                </a:cubicBezTo>
                <a:lnTo>
                  <a:pt x="134385" y="191736"/>
                </a:lnTo>
                <a:cubicBezTo>
                  <a:pt x="124846" y="200513"/>
                  <a:pt x="112221" y="206023"/>
                  <a:pt x="98287" y="206023"/>
                </a:cubicBezTo>
                <a:cubicBezTo>
                  <a:pt x="91086" y="206023"/>
                  <a:pt x="84260" y="204529"/>
                  <a:pt x="77994" y="202007"/>
                </a:cubicBezTo>
                <a:cubicBezTo>
                  <a:pt x="69764" y="212279"/>
                  <a:pt x="58916" y="218721"/>
                  <a:pt x="47039" y="218721"/>
                </a:cubicBezTo>
                <a:cubicBezTo>
                  <a:pt x="21042" y="218721"/>
                  <a:pt x="0" y="189215"/>
                  <a:pt x="0" y="152893"/>
                </a:cubicBezTo>
                <a:cubicBezTo>
                  <a:pt x="0" y="116477"/>
                  <a:pt x="21042" y="86971"/>
                  <a:pt x="47039" y="86971"/>
                </a:cubicBezTo>
                <a:cubicBezTo>
                  <a:pt x="58916" y="86971"/>
                  <a:pt x="69764" y="93507"/>
                  <a:pt x="77994" y="103778"/>
                </a:cubicBezTo>
                <a:cubicBezTo>
                  <a:pt x="84260" y="101164"/>
                  <a:pt x="91086" y="99670"/>
                  <a:pt x="98287" y="99670"/>
                </a:cubicBezTo>
                <a:cubicBezTo>
                  <a:pt x="119796" y="99670"/>
                  <a:pt x="138313" y="112555"/>
                  <a:pt x="146729" y="131043"/>
                </a:cubicBezTo>
                <a:cubicBezTo>
                  <a:pt x="149161" y="131884"/>
                  <a:pt x="151779" y="132631"/>
                  <a:pt x="154024" y="134311"/>
                </a:cubicBezTo>
                <a:lnTo>
                  <a:pt x="242211" y="197339"/>
                </a:lnTo>
                <a:lnTo>
                  <a:pt x="308048" y="136552"/>
                </a:lnTo>
                <a:cubicBezTo>
                  <a:pt x="319737" y="125721"/>
                  <a:pt x="340779" y="117971"/>
                  <a:pt x="352188" y="116290"/>
                </a:cubicBezTo>
                <a:cubicBezTo>
                  <a:pt x="360418" y="111995"/>
                  <a:pt x="441404" y="104151"/>
                  <a:pt x="451223" y="103124"/>
                </a:cubicBezTo>
                <a:lnTo>
                  <a:pt x="526412" y="53263"/>
                </a:lnTo>
                <a:cubicBezTo>
                  <a:pt x="533098" y="48827"/>
                  <a:pt x="540954" y="47497"/>
                  <a:pt x="548248" y="48956"/>
                </a:cubicBezTo>
                <a:close/>
                <a:moveTo>
                  <a:pt x="320368" y="55"/>
                </a:moveTo>
                <a:cubicBezTo>
                  <a:pt x="340154" y="974"/>
                  <a:pt x="358389" y="13478"/>
                  <a:pt x="365683" y="33231"/>
                </a:cubicBezTo>
                <a:cubicBezTo>
                  <a:pt x="375408" y="59569"/>
                  <a:pt x="361849" y="88709"/>
                  <a:pt x="335478" y="98329"/>
                </a:cubicBezTo>
                <a:cubicBezTo>
                  <a:pt x="309202" y="108042"/>
                  <a:pt x="279932" y="94593"/>
                  <a:pt x="270301" y="68255"/>
                </a:cubicBezTo>
                <a:cubicBezTo>
                  <a:pt x="260669" y="41917"/>
                  <a:pt x="274135" y="12777"/>
                  <a:pt x="300412" y="3157"/>
                </a:cubicBezTo>
                <a:cubicBezTo>
                  <a:pt x="307005" y="729"/>
                  <a:pt x="313772" y="-252"/>
                  <a:pt x="320368" y="55"/>
                </a:cubicBezTo>
                <a:close/>
              </a:path>
            </a:pathLst>
          </a:custGeom>
          <a:solidFill>
            <a:schemeClr val="accent1"/>
          </a:solidFill>
          <a:ln>
            <a:noFill/>
          </a:ln>
        </p:spPr>
      </p:sp>
      <p:sp>
        <p:nvSpPr>
          <p:cNvPr id="83" name="paralympic-cycling_38389">
            <a:extLst>
              <a:ext uri="{FF2B5EF4-FFF2-40B4-BE49-F238E27FC236}">
                <a16:creationId xmlns:a16="http://schemas.microsoft.com/office/drawing/2014/main" id="{F4342667-85F3-46DB-9809-C04329194D2F}"/>
              </a:ext>
            </a:extLst>
          </p:cNvPr>
          <p:cNvSpPr>
            <a:spLocks noChangeAspect="1"/>
          </p:cNvSpPr>
          <p:nvPr/>
        </p:nvSpPr>
        <p:spPr bwMode="auto">
          <a:xfrm>
            <a:off x="698500" y="3774398"/>
            <a:ext cx="609685" cy="501968"/>
          </a:xfrm>
          <a:custGeom>
            <a:avLst/>
            <a:gdLst>
              <a:gd name="connsiteX0" fmla="*/ 482863 w 607497"/>
              <a:gd name="connsiteY0" fmla="*/ 251142 h 500167"/>
              <a:gd name="connsiteX1" fmla="*/ 607497 w 607497"/>
              <a:gd name="connsiteY1" fmla="*/ 375655 h 500167"/>
              <a:gd name="connsiteX2" fmla="*/ 482863 w 607497"/>
              <a:gd name="connsiteY2" fmla="*/ 500167 h 500167"/>
              <a:gd name="connsiteX3" fmla="*/ 358049 w 607497"/>
              <a:gd name="connsiteY3" fmla="*/ 375655 h 500167"/>
              <a:gd name="connsiteX4" fmla="*/ 482863 w 607497"/>
              <a:gd name="connsiteY4" fmla="*/ 251142 h 500167"/>
              <a:gd name="connsiteX5" fmla="*/ 124634 w 607497"/>
              <a:gd name="connsiteY5" fmla="*/ 251142 h 500167"/>
              <a:gd name="connsiteX6" fmla="*/ 249448 w 607497"/>
              <a:gd name="connsiteY6" fmla="*/ 375655 h 500167"/>
              <a:gd name="connsiteX7" fmla="*/ 124634 w 607497"/>
              <a:gd name="connsiteY7" fmla="*/ 500167 h 500167"/>
              <a:gd name="connsiteX8" fmla="*/ 0 w 607497"/>
              <a:gd name="connsiteY8" fmla="*/ 375655 h 500167"/>
              <a:gd name="connsiteX9" fmla="*/ 124634 w 607497"/>
              <a:gd name="connsiteY9" fmla="*/ 251142 h 500167"/>
              <a:gd name="connsiteX10" fmla="*/ 294266 w 607497"/>
              <a:gd name="connsiteY10" fmla="*/ 70188 h 500167"/>
              <a:gd name="connsiteX11" fmla="*/ 325131 w 607497"/>
              <a:gd name="connsiteY11" fmla="*/ 87849 h 500167"/>
              <a:gd name="connsiteX12" fmla="*/ 375400 w 607497"/>
              <a:gd name="connsiteY12" fmla="*/ 166515 h 500167"/>
              <a:gd name="connsiteX13" fmla="*/ 382620 w 607497"/>
              <a:gd name="connsiteY13" fmla="*/ 166335 h 500167"/>
              <a:gd name="connsiteX14" fmla="*/ 382620 w 607497"/>
              <a:gd name="connsiteY14" fmla="*/ 202109 h 500167"/>
              <a:gd name="connsiteX15" fmla="*/ 363306 w 607497"/>
              <a:gd name="connsiteY15" fmla="*/ 202109 h 500167"/>
              <a:gd name="connsiteX16" fmla="*/ 344264 w 607497"/>
              <a:gd name="connsiteY16" fmla="*/ 190665 h 500167"/>
              <a:gd name="connsiteX17" fmla="*/ 314572 w 607497"/>
              <a:gd name="connsiteY17" fmla="*/ 144168 h 500167"/>
              <a:gd name="connsiteX18" fmla="*/ 253294 w 607497"/>
              <a:gd name="connsiteY18" fmla="*/ 204812 h 500167"/>
              <a:gd name="connsiteX19" fmla="*/ 310060 w 607497"/>
              <a:gd name="connsiteY19" fmla="*/ 234728 h 500167"/>
              <a:gd name="connsiteX20" fmla="*/ 330005 w 607497"/>
              <a:gd name="connsiteY20" fmla="*/ 266357 h 500167"/>
              <a:gd name="connsiteX21" fmla="*/ 330005 w 607497"/>
              <a:gd name="connsiteY21" fmla="*/ 394944 h 500167"/>
              <a:gd name="connsiteX22" fmla="*/ 303562 w 607497"/>
              <a:gd name="connsiteY22" fmla="*/ 421346 h 500167"/>
              <a:gd name="connsiteX23" fmla="*/ 277209 w 607497"/>
              <a:gd name="connsiteY23" fmla="*/ 394944 h 500167"/>
              <a:gd name="connsiteX24" fmla="*/ 277209 w 607497"/>
              <a:gd name="connsiteY24" fmla="*/ 292038 h 500167"/>
              <a:gd name="connsiteX25" fmla="*/ 178748 w 607497"/>
              <a:gd name="connsiteY25" fmla="*/ 237342 h 500167"/>
              <a:gd name="connsiteX26" fmla="*/ 158984 w 607497"/>
              <a:gd name="connsiteY26" fmla="*/ 203911 h 500167"/>
              <a:gd name="connsiteX27" fmla="*/ 168821 w 607497"/>
              <a:gd name="connsiteY27" fmla="*/ 178410 h 500167"/>
              <a:gd name="connsiteX28" fmla="*/ 265567 w 607497"/>
              <a:gd name="connsiteY28" fmla="*/ 81632 h 500167"/>
              <a:gd name="connsiteX29" fmla="*/ 294266 w 607497"/>
              <a:gd name="connsiteY29" fmla="*/ 70188 h 500167"/>
              <a:gd name="connsiteX30" fmla="*/ 361471 w 607497"/>
              <a:gd name="connsiteY30" fmla="*/ 0 h 500167"/>
              <a:gd name="connsiteX31" fmla="*/ 407232 w 607497"/>
              <a:gd name="connsiteY31" fmla="*/ 45701 h 500167"/>
              <a:gd name="connsiteX32" fmla="*/ 361471 w 607497"/>
              <a:gd name="connsiteY32" fmla="*/ 91312 h 500167"/>
              <a:gd name="connsiteX33" fmla="*/ 315709 w 607497"/>
              <a:gd name="connsiteY33" fmla="*/ 45701 h 500167"/>
              <a:gd name="connsiteX34" fmla="*/ 361471 w 607497"/>
              <a:gd name="connsiteY34" fmla="*/ 0 h 500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7497" h="500167">
                <a:moveTo>
                  <a:pt x="482863" y="251142"/>
                </a:moveTo>
                <a:cubicBezTo>
                  <a:pt x="551633" y="251142"/>
                  <a:pt x="607497" y="306821"/>
                  <a:pt x="607497" y="375655"/>
                </a:cubicBezTo>
                <a:cubicBezTo>
                  <a:pt x="607497" y="444488"/>
                  <a:pt x="551633" y="500167"/>
                  <a:pt x="482863" y="500167"/>
                </a:cubicBezTo>
                <a:cubicBezTo>
                  <a:pt x="414003" y="500167"/>
                  <a:pt x="358049" y="444578"/>
                  <a:pt x="358049" y="375655"/>
                </a:cubicBezTo>
                <a:cubicBezTo>
                  <a:pt x="358049" y="306821"/>
                  <a:pt x="414003" y="251142"/>
                  <a:pt x="482863" y="251142"/>
                </a:cubicBezTo>
                <a:close/>
                <a:moveTo>
                  <a:pt x="124634" y="251142"/>
                </a:moveTo>
                <a:cubicBezTo>
                  <a:pt x="193584" y="251142"/>
                  <a:pt x="249448" y="306821"/>
                  <a:pt x="249448" y="375655"/>
                </a:cubicBezTo>
                <a:cubicBezTo>
                  <a:pt x="249448" y="444488"/>
                  <a:pt x="193584" y="500167"/>
                  <a:pt x="124634" y="500167"/>
                </a:cubicBezTo>
                <a:cubicBezTo>
                  <a:pt x="55954" y="500167"/>
                  <a:pt x="0" y="444488"/>
                  <a:pt x="0" y="375655"/>
                </a:cubicBezTo>
                <a:cubicBezTo>
                  <a:pt x="0" y="306821"/>
                  <a:pt x="55954" y="251142"/>
                  <a:pt x="124634" y="251142"/>
                </a:cubicBezTo>
                <a:close/>
                <a:moveTo>
                  <a:pt x="294266" y="70188"/>
                </a:moveTo>
                <a:cubicBezTo>
                  <a:pt x="314482" y="70188"/>
                  <a:pt x="325131" y="87849"/>
                  <a:pt x="325131" y="87849"/>
                </a:cubicBezTo>
                <a:lnTo>
                  <a:pt x="375400" y="166515"/>
                </a:lnTo>
                <a:lnTo>
                  <a:pt x="382620" y="166335"/>
                </a:lnTo>
                <a:cubicBezTo>
                  <a:pt x="410055" y="166335"/>
                  <a:pt x="410055" y="202109"/>
                  <a:pt x="382620" y="202109"/>
                </a:cubicBezTo>
                <a:lnTo>
                  <a:pt x="363306" y="202109"/>
                </a:lnTo>
                <a:cubicBezTo>
                  <a:pt x="356628" y="202199"/>
                  <a:pt x="349498" y="198865"/>
                  <a:pt x="344264" y="190665"/>
                </a:cubicBezTo>
                <a:lnTo>
                  <a:pt x="314572" y="144168"/>
                </a:lnTo>
                <a:lnTo>
                  <a:pt x="253294" y="204812"/>
                </a:lnTo>
                <a:lnTo>
                  <a:pt x="310060" y="234728"/>
                </a:lnTo>
                <a:cubicBezTo>
                  <a:pt x="333434" y="245902"/>
                  <a:pt x="330005" y="266357"/>
                  <a:pt x="330005" y="266357"/>
                </a:cubicBezTo>
                <a:lnTo>
                  <a:pt x="330005" y="394944"/>
                </a:lnTo>
                <a:cubicBezTo>
                  <a:pt x="330005" y="409451"/>
                  <a:pt x="318182" y="421346"/>
                  <a:pt x="303562" y="421346"/>
                </a:cubicBezTo>
                <a:cubicBezTo>
                  <a:pt x="289032" y="421346"/>
                  <a:pt x="277209" y="409451"/>
                  <a:pt x="277209" y="394944"/>
                </a:cubicBezTo>
                <a:lnTo>
                  <a:pt x="277209" y="292038"/>
                </a:lnTo>
                <a:lnTo>
                  <a:pt x="178748" y="237342"/>
                </a:lnTo>
                <a:cubicBezTo>
                  <a:pt x="167016" y="230854"/>
                  <a:pt x="158984" y="218238"/>
                  <a:pt x="158984" y="203911"/>
                </a:cubicBezTo>
                <a:cubicBezTo>
                  <a:pt x="158984" y="194089"/>
                  <a:pt x="162594" y="185078"/>
                  <a:pt x="168821" y="178410"/>
                </a:cubicBezTo>
                <a:lnTo>
                  <a:pt x="265567" y="81632"/>
                </a:lnTo>
                <a:cubicBezTo>
                  <a:pt x="277480" y="68025"/>
                  <a:pt x="294266" y="70188"/>
                  <a:pt x="294266" y="70188"/>
                </a:cubicBezTo>
                <a:close/>
                <a:moveTo>
                  <a:pt x="361471" y="0"/>
                </a:moveTo>
                <a:cubicBezTo>
                  <a:pt x="386743" y="0"/>
                  <a:pt x="407232" y="20462"/>
                  <a:pt x="407232" y="45701"/>
                </a:cubicBezTo>
                <a:cubicBezTo>
                  <a:pt x="407232" y="70940"/>
                  <a:pt x="386653" y="91312"/>
                  <a:pt x="361471" y="91312"/>
                </a:cubicBezTo>
                <a:cubicBezTo>
                  <a:pt x="336198" y="91312"/>
                  <a:pt x="315709" y="70850"/>
                  <a:pt x="315709" y="45701"/>
                </a:cubicBezTo>
                <a:cubicBezTo>
                  <a:pt x="315709" y="20552"/>
                  <a:pt x="336198" y="0"/>
                  <a:pt x="361471" y="0"/>
                </a:cubicBezTo>
                <a:close/>
              </a:path>
            </a:pathLst>
          </a:custGeom>
          <a:solidFill>
            <a:schemeClr val="accent1"/>
          </a:solidFill>
          <a:ln>
            <a:noFill/>
          </a:ln>
        </p:spPr>
      </p:sp>
      <p:sp>
        <p:nvSpPr>
          <p:cNvPr id="84" name="paralympic-shooting-with-arch_38420">
            <a:extLst>
              <a:ext uri="{FF2B5EF4-FFF2-40B4-BE49-F238E27FC236}">
                <a16:creationId xmlns:a16="http://schemas.microsoft.com/office/drawing/2014/main" id="{AC3152A5-1F0F-4C4F-B175-83C11EFD8608}"/>
              </a:ext>
            </a:extLst>
          </p:cNvPr>
          <p:cNvSpPr>
            <a:spLocks noChangeAspect="1"/>
          </p:cNvSpPr>
          <p:nvPr/>
        </p:nvSpPr>
        <p:spPr bwMode="auto">
          <a:xfrm>
            <a:off x="1905000" y="3774398"/>
            <a:ext cx="484186" cy="609685"/>
          </a:xfrm>
          <a:custGeom>
            <a:avLst/>
            <a:gdLst>
              <a:gd name="connsiteX0" fmla="*/ 241890 w 482450"/>
              <a:gd name="connsiteY0" fmla="*/ 71773 h 607498"/>
              <a:gd name="connsiteX1" fmla="*/ 395447 w 482450"/>
              <a:gd name="connsiteY1" fmla="*/ 244775 h 607498"/>
              <a:gd name="connsiteX2" fmla="*/ 438872 w 482450"/>
              <a:gd name="connsiteY2" fmla="*/ 244514 h 607498"/>
              <a:gd name="connsiteX3" fmla="*/ 435123 w 482450"/>
              <a:gd name="connsiteY3" fmla="*/ 234414 h 607498"/>
              <a:gd name="connsiteX4" fmla="*/ 440093 w 482450"/>
              <a:gd name="connsiteY4" fmla="*/ 230758 h 607498"/>
              <a:gd name="connsiteX5" fmla="*/ 478199 w 482450"/>
              <a:gd name="connsiteY5" fmla="*/ 251305 h 607498"/>
              <a:gd name="connsiteX6" fmla="*/ 478199 w 482450"/>
              <a:gd name="connsiteY6" fmla="*/ 259577 h 607498"/>
              <a:gd name="connsiteX7" fmla="*/ 440442 w 482450"/>
              <a:gd name="connsiteY7" fmla="*/ 280473 h 607498"/>
              <a:gd name="connsiteX8" fmla="*/ 435385 w 482450"/>
              <a:gd name="connsiteY8" fmla="*/ 276903 h 607498"/>
              <a:gd name="connsiteX9" fmla="*/ 439047 w 482450"/>
              <a:gd name="connsiteY9" fmla="*/ 266803 h 607498"/>
              <a:gd name="connsiteX10" fmla="*/ 395622 w 482450"/>
              <a:gd name="connsiteY10" fmla="*/ 266978 h 607498"/>
              <a:gd name="connsiteX11" fmla="*/ 261859 w 482450"/>
              <a:gd name="connsiteY11" fmla="*/ 446510 h 607498"/>
              <a:gd name="connsiteX12" fmla="*/ 256888 w 482450"/>
              <a:gd name="connsiteY12" fmla="*/ 447294 h 607498"/>
              <a:gd name="connsiteX13" fmla="*/ 241018 w 482450"/>
              <a:gd name="connsiteY13" fmla="*/ 435540 h 607498"/>
              <a:gd name="connsiteX14" fmla="*/ 252005 w 482450"/>
              <a:gd name="connsiteY14" fmla="*/ 414731 h 607498"/>
              <a:gd name="connsiteX15" fmla="*/ 362050 w 482450"/>
              <a:gd name="connsiteY15" fmla="*/ 267239 h 607498"/>
              <a:gd name="connsiteX16" fmla="*/ 290721 w 482450"/>
              <a:gd name="connsiteY16" fmla="*/ 267587 h 607498"/>
              <a:gd name="connsiteX17" fmla="*/ 271712 w 482450"/>
              <a:gd name="connsiteY17" fmla="*/ 288309 h 607498"/>
              <a:gd name="connsiteX18" fmla="*/ 160708 w 482450"/>
              <a:gd name="connsiteY18" fmla="*/ 321917 h 607498"/>
              <a:gd name="connsiteX19" fmla="*/ 97837 w 482450"/>
              <a:gd name="connsiteY19" fmla="*/ 376944 h 607498"/>
              <a:gd name="connsiteX20" fmla="*/ 79526 w 482450"/>
              <a:gd name="connsiteY20" fmla="*/ 383822 h 607498"/>
              <a:gd name="connsiteX21" fmla="*/ 63743 w 482450"/>
              <a:gd name="connsiteY21" fmla="*/ 378859 h 607498"/>
              <a:gd name="connsiteX22" fmla="*/ 63743 w 482450"/>
              <a:gd name="connsiteY22" fmla="*/ 568318 h 607498"/>
              <a:gd name="connsiteX23" fmla="*/ 32700 w 482450"/>
              <a:gd name="connsiteY23" fmla="*/ 607498 h 607498"/>
              <a:gd name="connsiteX24" fmla="*/ 23893 w 482450"/>
              <a:gd name="connsiteY24" fmla="*/ 606366 h 607498"/>
              <a:gd name="connsiteX25" fmla="*/ 523 w 482450"/>
              <a:gd name="connsiteY25" fmla="*/ 565357 h 607498"/>
              <a:gd name="connsiteX26" fmla="*/ 0 w 482450"/>
              <a:gd name="connsiteY26" fmla="*/ 323397 h 607498"/>
              <a:gd name="connsiteX27" fmla="*/ 0 w 482450"/>
              <a:gd name="connsiteY27" fmla="*/ 157447 h 607498"/>
              <a:gd name="connsiteX28" fmla="*/ 22236 w 482450"/>
              <a:gd name="connsiteY28" fmla="*/ 135245 h 607498"/>
              <a:gd name="connsiteX29" fmla="*/ 94001 w 482450"/>
              <a:gd name="connsiteY29" fmla="*/ 135245 h 607498"/>
              <a:gd name="connsiteX30" fmla="*/ 126003 w 482450"/>
              <a:gd name="connsiteY30" fmla="*/ 155444 h 607498"/>
              <a:gd name="connsiteX31" fmla="*/ 126003 w 482450"/>
              <a:gd name="connsiteY31" fmla="*/ 278471 h 607498"/>
              <a:gd name="connsiteX32" fmla="*/ 128619 w 482450"/>
              <a:gd name="connsiteY32" fmla="*/ 276207 h 607498"/>
              <a:gd name="connsiteX33" fmla="*/ 138821 w 482450"/>
              <a:gd name="connsiteY33" fmla="*/ 270547 h 607498"/>
              <a:gd name="connsiteX34" fmla="*/ 255580 w 482450"/>
              <a:gd name="connsiteY34" fmla="*/ 235111 h 607498"/>
              <a:gd name="connsiteX35" fmla="*/ 286013 w 482450"/>
              <a:gd name="connsiteY35" fmla="*/ 245472 h 607498"/>
              <a:gd name="connsiteX36" fmla="*/ 362050 w 482450"/>
              <a:gd name="connsiteY36" fmla="*/ 244950 h 607498"/>
              <a:gd name="connsiteX37" fmla="*/ 238838 w 482450"/>
              <a:gd name="connsiteY37" fmla="*/ 104945 h 607498"/>
              <a:gd name="connsiteX38" fmla="*/ 223753 w 482450"/>
              <a:gd name="connsiteY38" fmla="*/ 86922 h 607498"/>
              <a:gd name="connsiteX39" fmla="*/ 241890 w 482450"/>
              <a:gd name="connsiteY39" fmla="*/ 71773 h 607498"/>
              <a:gd name="connsiteX40" fmla="*/ 63826 w 482450"/>
              <a:gd name="connsiteY40" fmla="*/ 0 h 607498"/>
              <a:gd name="connsiteX41" fmla="*/ 117985 w 482450"/>
              <a:gd name="connsiteY41" fmla="*/ 54089 h 607498"/>
              <a:gd name="connsiteX42" fmla="*/ 63826 w 482450"/>
              <a:gd name="connsiteY42" fmla="*/ 108178 h 607498"/>
              <a:gd name="connsiteX43" fmla="*/ 9667 w 482450"/>
              <a:gd name="connsiteY43" fmla="*/ 54089 h 607498"/>
              <a:gd name="connsiteX44" fmla="*/ 63826 w 482450"/>
              <a:gd name="connsiteY44" fmla="*/ 0 h 607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82450" h="607498">
                <a:moveTo>
                  <a:pt x="241890" y="71773"/>
                </a:moveTo>
                <a:cubicBezTo>
                  <a:pt x="243372" y="71947"/>
                  <a:pt x="387076" y="86748"/>
                  <a:pt x="395447" y="244775"/>
                </a:cubicBezTo>
                <a:lnTo>
                  <a:pt x="438872" y="244514"/>
                </a:lnTo>
                <a:lnTo>
                  <a:pt x="435123" y="234414"/>
                </a:lnTo>
                <a:cubicBezTo>
                  <a:pt x="433030" y="228668"/>
                  <a:pt x="435036" y="227275"/>
                  <a:pt x="440093" y="230758"/>
                </a:cubicBezTo>
                <a:cubicBezTo>
                  <a:pt x="451342" y="238594"/>
                  <a:pt x="465207" y="245820"/>
                  <a:pt x="478199" y="251305"/>
                </a:cubicBezTo>
                <a:cubicBezTo>
                  <a:pt x="483867" y="253656"/>
                  <a:pt x="483867" y="257052"/>
                  <a:pt x="478199" y="259577"/>
                </a:cubicBezTo>
                <a:cubicBezTo>
                  <a:pt x="465294" y="265149"/>
                  <a:pt x="451516" y="272550"/>
                  <a:pt x="440442" y="280473"/>
                </a:cubicBezTo>
                <a:cubicBezTo>
                  <a:pt x="435472" y="284043"/>
                  <a:pt x="433379" y="282737"/>
                  <a:pt x="435385" y="276903"/>
                </a:cubicBezTo>
                <a:lnTo>
                  <a:pt x="439047" y="266803"/>
                </a:lnTo>
                <a:cubicBezTo>
                  <a:pt x="429717" y="266803"/>
                  <a:pt x="414021" y="266891"/>
                  <a:pt x="395622" y="266978"/>
                </a:cubicBezTo>
                <a:cubicBezTo>
                  <a:pt x="391087" y="404718"/>
                  <a:pt x="263167" y="446162"/>
                  <a:pt x="261859" y="446510"/>
                </a:cubicBezTo>
                <a:cubicBezTo>
                  <a:pt x="260202" y="447033"/>
                  <a:pt x="258545" y="447294"/>
                  <a:pt x="256888" y="447294"/>
                </a:cubicBezTo>
                <a:cubicBezTo>
                  <a:pt x="249825" y="447294"/>
                  <a:pt x="243198" y="442680"/>
                  <a:pt x="241018" y="435540"/>
                </a:cubicBezTo>
                <a:cubicBezTo>
                  <a:pt x="238228" y="426746"/>
                  <a:pt x="243198" y="417430"/>
                  <a:pt x="252005" y="414731"/>
                </a:cubicBezTo>
                <a:cubicBezTo>
                  <a:pt x="256365" y="413338"/>
                  <a:pt x="357516" y="379730"/>
                  <a:pt x="362050" y="267239"/>
                </a:cubicBezTo>
                <a:cubicBezTo>
                  <a:pt x="336763" y="267326"/>
                  <a:pt x="310603" y="267500"/>
                  <a:pt x="290721" y="267587"/>
                </a:cubicBezTo>
                <a:cubicBezTo>
                  <a:pt x="288629" y="277077"/>
                  <a:pt x="281740" y="285262"/>
                  <a:pt x="271712" y="288309"/>
                </a:cubicBezTo>
                <a:lnTo>
                  <a:pt x="160708" y="321917"/>
                </a:lnTo>
                <a:lnTo>
                  <a:pt x="97837" y="376944"/>
                </a:lnTo>
                <a:cubicBezTo>
                  <a:pt x="92605" y="381558"/>
                  <a:pt x="86065" y="383822"/>
                  <a:pt x="79526" y="383822"/>
                </a:cubicBezTo>
                <a:cubicBezTo>
                  <a:pt x="73945" y="383822"/>
                  <a:pt x="68451" y="382081"/>
                  <a:pt x="63743" y="378859"/>
                </a:cubicBezTo>
                <a:lnTo>
                  <a:pt x="63743" y="568318"/>
                </a:lnTo>
                <a:cubicBezTo>
                  <a:pt x="63045" y="600271"/>
                  <a:pt x="47349" y="607498"/>
                  <a:pt x="32700" y="607498"/>
                </a:cubicBezTo>
                <a:cubicBezTo>
                  <a:pt x="29822" y="607498"/>
                  <a:pt x="26857" y="607150"/>
                  <a:pt x="23893" y="606366"/>
                </a:cubicBezTo>
                <a:cubicBezTo>
                  <a:pt x="6104" y="601403"/>
                  <a:pt x="785" y="583903"/>
                  <a:pt x="523" y="565357"/>
                </a:cubicBezTo>
                <a:lnTo>
                  <a:pt x="0" y="323397"/>
                </a:lnTo>
                <a:lnTo>
                  <a:pt x="0" y="157447"/>
                </a:lnTo>
                <a:cubicBezTo>
                  <a:pt x="0" y="145170"/>
                  <a:pt x="10028" y="135245"/>
                  <a:pt x="22236" y="135245"/>
                </a:cubicBezTo>
                <a:lnTo>
                  <a:pt x="94001" y="135245"/>
                </a:lnTo>
                <a:cubicBezTo>
                  <a:pt x="107778" y="135245"/>
                  <a:pt x="120945" y="143603"/>
                  <a:pt x="126003" y="155444"/>
                </a:cubicBezTo>
                <a:lnTo>
                  <a:pt x="126003" y="278471"/>
                </a:lnTo>
                <a:lnTo>
                  <a:pt x="128619" y="276207"/>
                </a:lnTo>
                <a:cubicBezTo>
                  <a:pt x="131583" y="273595"/>
                  <a:pt x="135071" y="271679"/>
                  <a:pt x="138821" y="270547"/>
                </a:cubicBezTo>
                <a:lnTo>
                  <a:pt x="255580" y="235111"/>
                </a:lnTo>
                <a:cubicBezTo>
                  <a:pt x="267265" y="231628"/>
                  <a:pt x="279298" y="236156"/>
                  <a:pt x="286013" y="245472"/>
                </a:cubicBezTo>
                <a:lnTo>
                  <a:pt x="362050" y="244950"/>
                </a:lnTo>
                <a:cubicBezTo>
                  <a:pt x="354202" y="116874"/>
                  <a:pt x="243808" y="105381"/>
                  <a:pt x="238838" y="104945"/>
                </a:cubicBezTo>
                <a:cubicBezTo>
                  <a:pt x="229682" y="104162"/>
                  <a:pt x="222968" y="96064"/>
                  <a:pt x="223753" y="86922"/>
                </a:cubicBezTo>
                <a:cubicBezTo>
                  <a:pt x="224625" y="77693"/>
                  <a:pt x="232734" y="70989"/>
                  <a:pt x="241890" y="71773"/>
                </a:cubicBezTo>
                <a:close/>
                <a:moveTo>
                  <a:pt x="63826" y="0"/>
                </a:moveTo>
                <a:cubicBezTo>
                  <a:pt x="93737" y="0"/>
                  <a:pt x="117985" y="24216"/>
                  <a:pt x="117985" y="54089"/>
                </a:cubicBezTo>
                <a:cubicBezTo>
                  <a:pt x="117985" y="83962"/>
                  <a:pt x="93737" y="108178"/>
                  <a:pt x="63826" y="108178"/>
                </a:cubicBezTo>
                <a:cubicBezTo>
                  <a:pt x="33915" y="108178"/>
                  <a:pt x="9667" y="83962"/>
                  <a:pt x="9667" y="54089"/>
                </a:cubicBezTo>
                <a:cubicBezTo>
                  <a:pt x="9667" y="24216"/>
                  <a:pt x="33915" y="0"/>
                  <a:pt x="63826" y="0"/>
                </a:cubicBezTo>
                <a:close/>
              </a:path>
            </a:pathLst>
          </a:custGeom>
          <a:solidFill>
            <a:schemeClr val="accent1"/>
          </a:solidFill>
          <a:ln>
            <a:noFill/>
          </a:ln>
        </p:spPr>
      </p:sp>
      <p:sp>
        <p:nvSpPr>
          <p:cNvPr id="85" name="kitesurfing_37865">
            <a:extLst>
              <a:ext uri="{FF2B5EF4-FFF2-40B4-BE49-F238E27FC236}">
                <a16:creationId xmlns:a16="http://schemas.microsoft.com/office/drawing/2014/main" id="{2DFB1FCC-9EF2-4874-9767-04C8A5806F29}"/>
              </a:ext>
            </a:extLst>
          </p:cNvPr>
          <p:cNvSpPr>
            <a:spLocks noChangeAspect="1"/>
          </p:cNvSpPr>
          <p:nvPr/>
        </p:nvSpPr>
        <p:spPr bwMode="auto">
          <a:xfrm>
            <a:off x="3111500" y="3774398"/>
            <a:ext cx="526977" cy="609684"/>
          </a:xfrm>
          <a:custGeom>
            <a:avLst/>
            <a:gdLst>
              <a:gd name="connsiteX0" fmla="*/ 104953 w 524670"/>
              <a:gd name="connsiteY0" fmla="*/ 184469 h 607015"/>
              <a:gd name="connsiteX1" fmla="*/ 145916 w 524670"/>
              <a:gd name="connsiteY1" fmla="*/ 225362 h 607015"/>
              <a:gd name="connsiteX2" fmla="*/ 104953 w 524670"/>
              <a:gd name="connsiteY2" fmla="*/ 266255 h 607015"/>
              <a:gd name="connsiteX3" fmla="*/ 63990 w 524670"/>
              <a:gd name="connsiteY3" fmla="*/ 225362 h 607015"/>
              <a:gd name="connsiteX4" fmla="*/ 104953 w 524670"/>
              <a:gd name="connsiteY4" fmla="*/ 184469 h 607015"/>
              <a:gd name="connsiteX5" fmla="*/ 204599 w 524670"/>
              <a:gd name="connsiteY5" fmla="*/ 172188 h 607015"/>
              <a:gd name="connsiteX6" fmla="*/ 212215 w 524670"/>
              <a:gd name="connsiteY6" fmla="*/ 196759 h 607015"/>
              <a:gd name="connsiteX7" fmla="*/ 181833 w 524670"/>
              <a:gd name="connsiteY7" fmla="*/ 278554 h 607015"/>
              <a:gd name="connsiteX8" fmla="*/ 169327 w 524670"/>
              <a:gd name="connsiteY8" fmla="*/ 293200 h 607015"/>
              <a:gd name="connsiteX9" fmla="*/ 122912 w 524670"/>
              <a:gd name="connsiteY9" fmla="*/ 314810 h 607015"/>
              <a:gd name="connsiteX10" fmla="*/ 121630 w 524670"/>
              <a:gd name="connsiteY10" fmla="*/ 327215 h 607015"/>
              <a:gd name="connsiteX11" fmla="*/ 118022 w 524670"/>
              <a:gd name="connsiteY11" fmla="*/ 332337 h 607015"/>
              <a:gd name="connsiteX12" fmla="*/ 101829 w 524670"/>
              <a:gd name="connsiteY12" fmla="*/ 296242 h 607015"/>
              <a:gd name="connsiteX13" fmla="*/ 100466 w 524670"/>
              <a:gd name="connsiteY13" fmla="*/ 294001 h 607015"/>
              <a:gd name="connsiteX14" fmla="*/ 87801 w 524670"/>
              <a:gd name="connsiteY14" fmla="*/ 289038 h 607015"/>
              <a:gd name="connsiteX15" fmla="*/ 93893 w 524670"/>
              <a:gd name="connsiteY15" fmla="*/ 296322 h 607015"/>
              <a:gd name="connsiteX16" fmla="*/ 114976 w 524670"/>
              <a:gd name="connsiteY16" fmla="*/ 343462 h 607015"/>
              <a:gd name="connsiteX17" fmla="*/ 134696 w 524670"/>
              <a:gd name="connsiteY17" fmla="*/ 347464 h 607015"/>
              <a:gd name="connsiteX18" fmla="*/ 200912 w 524670"/>
              <a:gd name="connsiteY18" fmla="*/ 347464 h 607015"/>
              <a:gd name="connsiteX19" fmla="*/ 211974 w 524670"/>
              <a:gd name="connsiteY19" fmla="*/ 348584 h 607015"/>
              <a:gd name="connsiteX20" fmla="*/ 182875 w 524670"/>
              <a:gd name="connsiteY20" fmla="*/ 311448 h 607015"/>
              <a:gd name="connsiteX21" fmla="*/ 184639 w 524670"/>
              <a:gd name="connsiteY21" fmla="*/ 297122 h 607015"/>
              <a:gd name="connsiteX22" fmla="*/ 198988 w 524670"/>
              <a:gd name="connsiteY22" fmla="*/ 298883 h 607015"/>
              <a:gd name="connsiteX23" fmla="*/ 291016 w 524670"/>
              <a:gd name="connsiteY23" fmla="*/ 416213 h 607015"/>
              <a:gd name="connsiteX24" fmla="*/ 289252 w 524670"/>
              <a:gd name="connsiteY24" fmla="*/ 430539 h 607015"/>
              <a:gd name="connsiteX25" fmla="*/ 282919 w 524670"/>
              <a:gd name="connsiteY25" fmla="*/ 432700 h 607015"/>
              <a:gd name="connsiteX26" fmla="*/ 274903 w 524670"/>
              <a:gd name="connsiteY26" fmla="*/ 428778 h 607015"/>
              <a:gd name="connsiteX27" fmla="*/ 234981 w 524670"/>
              <a:gd name="connsiteY27" fmla="*/ 377877 h 607015"/>
              <a:gd name="connsiteX28" fmla="*/ 231214 w 524670"/>
              <a:gd name="connsiteY28" fmla="*/ 378277 h 607015"/>
              <a:gd name="connsiteX29" fmla="*/ 110808 w 524670"/>
              <a:gd name="connsiteY29" fmla="*/ 378277 h 607015"/>
              <a:gd name="connsiteX30" fmla="*/ 96298 w 524670"/>
              <a:gd name="connsiteY30" fmla="*/ 371794 h 607015"/>
              <a:gd name="connsiteX31" fmla="*/ 90526 w 524670"/>
              <a:gd name="connsiteY31" fmla="*/ 379957 h 607015"/>
              <a:gd name="connsiteX32" fmla="*/ 91248 w 524670"/>
              <a:gd name="connsiteY32" fmla="*/ 385640 h 607015"/>
              <a:gd name="connsiteX33" fmla="*/ 172213 w 524670"/>
              <a:gd name="connsiteY33" fmla="*/ 451348 h 607015"/>
              <a:gd name="connsiteX34" fmla="*/ 186001 w 524670"/>
              <a:gd name="connsiteY34" fmla="*/ 468475 h 607015"/>
              <a:gd name="connsiteX35" fmla="*/ 203076 w 524670"/>
              <a:gd name="connsiteY35" fmla="*/ 502410 h 607015"/>
              <a:gd name="connsiteX36" fmla="*/ 210131 w 524670"/>
              <a:gd name="connsiteY36" fmla="*/ 502570 h 607015"/>
              <a:gd name="connsiteX37" fmla="*/ 364687 w 524670"/>
              <a:gd name="connsiteY37" fmla="*/ 544668 h 607015"/>
              <a:gd name="connsiteX38" fmla="*/ 369256 w 524670"/>
              <a:gd name="connsiteY38" fmla="*/ 554753 h 607015"/>
              <a:gd name="connsiteX39" fmla="*/ 364687 w 524670"/>
              <a:gd name="connsiteY39" fmla="*/ 564757 h 607015"/>
              <a:gd name="connsiteX40" fmla="*/ 200511 w 524670"/>
              <a:gd name="connsiteY40" fmla="*/ 607015 h 607015"/>
              <a:gd name="connsiteX41" fmla="*/ 187043 w 524670"/>
              <a:gd name="connsiteY41" fmla="*/ 606855 h 607015"/>
              <a:gd name="connsiteX42" fmla="*/ 37217 w 524670"/>
              <a:gd name="connsiteY42" fmla="*/ 577802 h 607015"/>
              <a:gd name="connsiteX43" fmla="*/ 29281 w 524670"/>
              <a:gd name="connsiteY43" fmla="*/ 560995 h 607015"/>
              <a:gd name="connsiteX44" fmla="*/ 29281 w 524670"/>
              <a:gd name="connsiteY44" fmla="*/ 548430 h 607015"/>
              <a:gd name="connsiteX45" fmla="*/ 37217 w 524670"/>
              <a:gd name="connsiteY45" fmla="*/ 531623 h 607015"/>
              <a:gd name="connsiteX46" fmla="*/ 145759 w 524670"/>
              <a:gd name="connsiteY46" fmla="*/ 504571 h 607015"/>
              <a:gd name="connsiteX47" fmla="*/ 145839 w 524670"/>
              <a:gd name="connsiteY47" fmla="*/ 504571 h 607015"/>
              <a:gd name="connsiteX48" fmla="*/ 137582 w 524670"/>
              <a:gd name="connsiteY48" fmla="*/ 492406 h 607015"/>
              <a:gd name="connsiteX49" fmla="*/ 125558 w 524670"/>
              <a:gd name="connsiteY49" fmla="*/ 481281 h 607015"/>
              <a:gd name="connsiteX50" fmla="*/ 15573 w 524670"/>
              <a:gd name="connsiteY50" fmla="*/ 415093 h 607015"/>
              <a:gd name="connsiteX51" fmla="*/ 4029 w 524670"/>
              <a:gd name="connsiteY51" fmla="*/ 372834 h 607015"/>
              <a:gd name="connsiteX52" fmla="*/ 58461 w 524670"/>
              <a:gd name="connsiteY52" fmla="*/ 275193 h 607015"/>
              <a:gd name="connsiteX53" fmla="*/ 80345 w 524670"/>
              <a:gd name="connsiteY53" fmla="*/ 272151 h 607015"/>
              <a:gd name="connsiteX54" fmla="*/ 100386 w 524670"/>
              <a:gd name="connsiteY54" fmla="*/ 283516 h 607015"/>
              <a:gd name="connsiteX55" fmla="*/ 142713 w 524670"/>
              <a:gd name="connsiteY55" fmla="*/ 270470 h 607015"/>
              <a:gd name="connsiteX56" fmla="*/ 154577 w 524670"/>
              <a:gd name="connsiteY56" fmla="*/ 260226 h 607015"/>
              <a:gd name="connsiteX57" fmla="*/ 182715 w 524670"/>
              <a:gd name="connsiteY57" fmla="*/ 185874 h 607015"/>
              <a:gd name="connsiteX58" fmla="*/ 204599 w 524670"/>
              <a:gd name="connsiteY58" fmla="*/ 172188 h 607015"/>
              <a:gd name="connsiteX59" fmla="*/ 402691 w 524670"/>
              <a:gd name="connsiteY59" fmla="*/ 4347 h 607015"/>
              <a:gd name="connsiteX60" fmla="*/ 411918 w 524670"/>
              <a:gd name="connsiteY60" fmla="*/ 4667 h 607015"/>
              <a:gd name="connsiteX61" fmla="*/ 502964 w 524670"/>
              <a:gd name="connsiteY61" fmla="*/ 70705 h 607015"/>
              <a:gd name="connsiteX62" fmla="*/ 520837 w 524670"/>
              <a:gd name="connsiteY62" fmla="*/ 105525 h 607015"/>
              <a:gd name="connsiteX63" fmla="*/ 474192 w 524670"/>
              <a:gd name="connsiteY63" fmla="*/ 312363 h 607015"/>
              <a:gd name="connsiteX64" fmla="*/ 412800 w 524670"/>
              <a:gd name="connsiteY64" fmla="*/ 324609 h 607015"/>
              <a:gd name="connsiteX65" fmla="*/ 403182 w 524670"/>
              <a:gd name="connsiteY65" fmla="*/ 294672 h 607015"/>
              <a:gd name="connsiteX66" fmla="*/ 438607 w 524670"/>
              <a:gd name="connsiteY66" fmla="*/ 118652 h 607015"/>
              <a:gd name="connsiteX67" fmla="*/ 406388 w 524670"/>
              <a:gd name="connsiteY67" fmla="*/ 13873 h 607015"/>
              <a:gd name="connsiteX68" fmla="*/ 402691 w 524670"/>
              <a:gd name="connsiteY68" fmla="*/ 4347 h 607015"/>
              <a:gd name="connsiteX69" fmla="*/ 332212 w 524670"/>
              <a:gd name="connsiteY69" fmla="*/ 1863 h 607015"/>
              <a:gd name="connsiteX70" fmla="*/ 408913 w 524670"/>
              <a:gd name="connsiteY70" fmla="*/ 45091 h 607015"/>
              <a:gd name="connsiteX71" fmla="*/ 289894 w 524670"/>
              <a:gd name="connsiteY71" fmla="*/ 124342 h 607015"/>
              <a:gd name="connsiteX72" fmla="*/ 276910 w 524670"/>
              <a:gd name="connsiteY72" fmla="*/ 129786 h 607015"/>
              <a:gd name="connsiteX73" fmla="*/ 244850 w 524670"/>
              <a:gd name="connsiteY73" fmla="*/ 100006 h 607015"/>
              <a:gd name="connsiteX74" fmla="*/ 242446 w 524670"/>
              <a:gd name="connsiteY74" fmla="*/ 85357 h 607015"/>
              <a:gd name="connsiteX75" fmla="*/ 332212 w 524670"/>
              <a:gd name="connsiteY75" fmla="*/ 1863 h 60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24670" h="607015">
                <a:moveTo>
                  <a:pt x="104953" y="184469"/>
                </a:moveTo>
                <a:cubicBezTo>
                  <a:pt x="127576" y="184469"/>
                  <a:pt x="145916" y="202777"/>
                  <a:pt x="145916" y="225362"/>
                </a:cubicBezTo>
                <a:cubicBezTo>
                  <a:pt x="145916" y="247947"/>
                  <a:pt x="127576" y="266255"/>
                  <a:pt x="104953" y="266255"/>
                </a:cubicBezTo>
                <a:cubicBezTo>
                  <a:pt x="82330" y="266255"/>
                  <a:pt x="63990" y="247947"/>
                  <a:pt x="63990" y="225362"/>
                </a:cubicBezTo>
                <a:cubicBezTo>
                  <a:pt x="63990" y="202777"/>
                  <a:pt x="82330" y="184469"/>
                  <a:pt x="104953" y="184469"/>
                </a:cubicBezTo>
                <a:close/>
                <a:moveTo>
                  <a:pt x="204599" y="172188"/>
                </a:moveTo>
                <a:cubicBezTo>
                  <a:pt x="212776" y="175230"/>
                  <a:pt x="216143" y="186194"/>
                  <a:pt x="212215" y="196759"/>
                </a:cubicBezTo>
                <a:lnTo>
                  <a:pt x="181833" y="278554"/>
                </a:lnTo>
                <a:cubicBezTo>
                  <a:pt x="179989" y="283996"/>
                  <a:pt x="174538" y="290479"/>
                  <a:pt x="169327" y="293200"/>
                </a:cubicBezTo>
                <a:lnTo>
                  <a:pt x="122912" y="314810"/>
                </a:lnTo>
                <a:cubicBezTo>
                  <a:pt x="124596" y="318891"/>
                  <a:pt x="124115" y="323693"/>
                  <a:pt x="121630" y="327215"/>
                </a:cubicBezTo>
                <a:lnTo>
                  <a:pt x="118022" y="332337"/>
                </a:lnTo>
                <a:lnTo>
                  <a:pt x="101829" y="296242"/>
                </a:lnTo>
                <a:cubicBezTo>
                  <a:pt x="101829" y="296242"/>
                  <a:pt x="101348" y="295281"/>
                  <a:pt x="100466" y="294001"/>
                </a:cubicBezTo>
                <a:lnTo>
                  <a:pt x="87801" y="289038"/>
                </a:lnTo>
                <a:cubicBezTo>
                  <a:pt x="91729" y="292400"/>
                  <a:pt x="93813" y="296242"/>
                  <a:pt x="93893" y="296322"/>
                </a:cubicBezTo>
                <a:lnTo>
                  <a:pt x="114976" y="343462"/>
                </a:lnTo>
                <a:cubicBezTo>
                  <a:pt x="115938" y="345223"/>
                  <a:pt x="126520" y="347464"/>
                  <a:pt x="134696" y="347464"/>
                </a:cubicBezTo>
                <a:lnTo>
                  <a:pt x="200912" y="347464"/>
                </a:lnTo>
                <a:cubicBezTo>
                  <a:pt x="205000" y="347464"/>
                  <a:pt x="208688" y="347864"/>
                  <a:pt x="211974" y="348584"/>
                </a:cubicBezTo>
                <a:lnTo>
                  <a:pt x="182875" y="311448"/>
                </a:lnTo>
                <a:cubicBezTo>
                  <a:pt x="179428" y="306966"/>
                  <a:pt x="180230" y="300563"/>
                  <a:pt x="184639" y="297122"/>
                </a:cubicBezTo>
                <a:cubicBezTo>
                  <a:pt x="189128" y="293600"/>
                  <a:pt x="195541" y="294401"/>
                  <a:pt x="198988" y="298883"/>
                </a:cubicBezTo>
                <a:lnTo>
                  <a:pt x="291016" y="416213"/>
                </a:lnTo>
                <a:cubicBezTo>
                  <a:pt x="294463" y="420615"/>
                  <a:pt x="293661" y="427018"/>
                  <a:pt x="289252" y="430539"/>
                </a:cubicBezTo>
                <a:cubicBezTo>
                  <a:pt x="287409" y="431980"/>
                  <a:pt x="285164" y="432700"/>
                  <a:pt x="282919" y="432700"/>
                </a:cubicBezTo>
                <a:cubicBezTo>
                  <a:pt x="279873" y="432700"/>
                  <a:pt x="276907" y="431340"/>
                  <a:pt x="274903" y="428778"/>
                </a:cubicBezTo>
                <a:lnTo>
                  <a:pt x="234981" y="377877"/>
                </a:lnTo>
                <a:cubicBezTo>
                  <a:pt x="233539" y="378277"/>
                  <a:pt x="232015" y="378277"/>
                  <a:pt x="231214" y="378277"/>
                </a:cubicBezTo>
                <a:lnTo>
                  <a:pt x="110808" y="378277"/>
                </a:lnTo>
                <a:cubicBezTo>
                  <a:pt x="105597" y="378277"/>
                  <a:pt x="100066" y="375716"/>
                  <a:pt x="96298" y="371794"/>
                </a:cubicBezTo>
                <a:lnTo>
                  <a:pt x="90526" y="379957"/>
                </a:lnTo>
                <a:cubicBezTo>
                  <a:pt x="89243" y="381718"/>
                  <a:pt x="89644" y="384279"/>
                  <a:pt x="91248" y="385640"/>
                </a:cubicBezTo>
                <a:lnTo>
                  <a:pt x="172213" y="451348"/>
                </a:lnTo>
                <a:cubicBezTo>
                  <a:pt x="177103" y="455270"/>
                  <a:pt x="183196" y="462793"/>
                  <a:pt x="186001" y="468475"/>
                </a:cubicBezTo>
                <a:lnTo>
                  <a:pt x="203076" y="502410"/>
                </a:lnTo>
                <a:lnTo>
                  <a:pt x="210131" y="502570"/>
                </a:lnTo>
                <a:cubicBezTo>
                  <a:pt x="306568" y="504331"/>
                  <a:pt x="350337" y="532583"/>
                  <a:pt x="364687" y="544668"/>
                </a:cubicBezTo>
                <a:cubicBezTo>
                  <a:pt x="367573" y="547149"/>
                  <a:pt x="369256" y="550831"/>
                  <a:pt x="369256" y="554753"/>
                </a:cubicBezTo>
                <a:cubicBezTo>
                  <a:pt x="369256" y="558594"/>
                  <a:pt x="367573" y="562276"/>
                  <a:pt x="364687" y="564757"/>
                </a:cubicBezTo>
                <a:cubicBezTo>
                  <a:pt x="349616" y="577482"/>
                  <a:pt x="303361" y="607015"/>
                  <a:pt x="200511" y="607015"/>
                </a:cubicBezTo>
                <a:cubicBezTo>
                  <a:pt x="196102" y="607015"/>
                  <a:pt x="191613" y="607015"/>
                  <a:pt x="187043" y="606855"/>
                </a:cubicBezTo>
                <a:cubicBezTo>
                  <a:pt x="86037" y="604454"/>
                  <a:pt x="49803" y="587647"/>
                  <a:pt x="37217" y="577802"/>
                </a:cubicBezTo>
                <a:cubicBezTo>
                  <a:pt x="32087" y="573801"/>
                  <a:pt x="29281" y="566197"/>
                  <a:pt x="29281" y="560995"/>
                </a:cubicBezTo>
                <a:lnTo>
                  <a:pt x="29281" y="548430"/>
                </a:lnTo>
                <a:cubicBezTo>
                  <a:pt x="29281" y="543228"/>
                  <a:pt x="32087" y="535624"/>
                  <a:pt x="37217" y="531623"/>
                </a:cubicBezTo>
                <a:cubicBezTo>
                  <a:pt x="49402" y="522099"/>
                  <a:pt x="78181" y="509693"/>
                  <a:pt x="145759" y="504571"/>
                </a:cubicBezTo>
                <a:lnTo>
                  <a:pt x="145839" y="504571"/>
                </a:lnTo>
                <a:lnTo>
                  <a:pt x="137582" y="492406"/>
                </a:lnTo>
                <a:cubicBezTo>
                  <a:pt x="135017" y="488644"/>
                  <a:pt x="129406" y="483522"/>
                  <a:pt x="125558" y="481281"/>
                </a:cubicBezTo>
                <a:lnTo>
                  <a:pt x="15573" y="415093"/>
                </a:lnTo>
                <a:cubicBezTo>
                  <a:pt x="823" y="406689"/>
                  <a:pt x="-4388" y="387721"/>
                  <a:pt x="4029" y="372834"/>
                </a:cubicBezTo>
                <a:lnTo>
                  <a:pt x="58461" y="275193"/>
                </a:lnTo>
                <a:cubicBezTo>
                  <a:pt x="62950" y="267189"/>
                  <a:pt x="71367" y="266229"/>
                  <a:pt x="80345" y="272151"/>
                </a:cubicBezTo>
                <a:lnTo>
                  <a:pt x="100386" y="283516"/>
                </a:lnTo>
                <a:lnTo>
                  <a:pt x="142713" y="270470"/>
                </a:lnTo>
                <a:cubicBezTo>
                  <a:pt x="147683" y="269590"/>
                  <a:pt x="153054" y="264948"/>
                  <a:pt x="154577" y="260226"/>
                </a:cubicBezTo>
                <a:lnTo>
                  <a:pt x="182715" y="185874"/>
                </a:lnTo>
                <a:cubicBezTo>
                  <a:pt x="186643" y="175390"/>
                  <a:pt x="196503" y="169227"/>
                  <a:pt x="204599" y="172188"/>
                </a:cubicBezTo>
                <a:close/>
                <a:moveTo>
                  <a:pt x="402691" y="4347"/>
                </a:moveTo>
                <a:cubicBezTo>
                  <a:pt x="403603" y="2646"/>
                  <a:pt x="406669" y="2586"/>
                  <a:pt x="411918" y="4667"/>
                </a:cubicBezTo>
                <a:cubicBezTo>
                  <a:pt x="430833" y="12112"/>
                  <a:pt x="462490" y="29562"/>
                  <a:pt x="502964" y="70705"/>
                </a:cubicBezTo>
                <a:cubicBezTo>
                  <a:pt x="510818" y="78710"/>
                  <a:pt x="519153" y="94398"/>
                  <a:pt x="520837" y="105525"/>
                </a:cubicBezTo>
                <a:cubicBezTo>
                  <a:pt x="527088" y="146028"/>
                  <a:pt x="533179" y="239841"/>
                  <a:pt x="474192" y="312363"/>
                </a:cubicBezTo>
                <a:cubicBezTo>
                  <a:pt x="474192" y="312363"/>
                  <a:pt x="451430" y="343100"/>
                  <a:pt x="412800" y="324609"/>
                </a:cubicBezTo>
                <a:cubicBezTo>
                  <a:pt x="402621" y="319727"/>
                  <a:pt x="399175" y="305238"/>
                  <a:pt x="403182" y="294672"/>
                </a:cubicBezTo>
                <a:cubicBezTo>
                  <a:pt x="416406" y="259532"/>
                  <a:pt x="442213" y="182128"/>
                  <a:pt x="438607" y="118652"/>
                </a:cubicBezTo>
                <a:cubicBezTo>
                  <a:pt x="435401" y="62460"/>
                  <a:pt x="418811" y="30362"/>
                  <a:pt x="406388" y="13873"/>
                </a:cubicBezTo>
                <a:cubicBezTo>
                  <a:pt x="403022" y="9391"/>
                  <a:pt x="401780" y="6049"/>
                  <a:pt x="402691" y="4347"/>
                </a:cubicBezTo>
                <a:close/>
                <a:moveTo>
                  <a:pt x="332212" y="1863"/>
                </a:moveTo>
                <a:cubicBezTo>
                  <a:pt x="393925" y="-10785"/>
                  <a:pt x="408913" y="45091"/>
                  <a:pt x="408913" y="45091"/>
                </a:cubicBezTo>
                <a:cubicBezTo>
                  <a:pt x="358580" y="60941"/>
                  <a:pt x="306564" y="108332"/>
                  <a:pt x="289894" y="124342"/>
                </a:cubicBezTo>
                <a:cubicBezTo>
                  <a:pt x="286928" y="127224"/>
                  <a:pt x="281077" y="130346"/>
                  <a:pt x="276910" y="129786"/>
                </a:cubicBezTo>
                <a:cubicBezTo>
                  <a:pt x="260239" y="127624"/>
                  <a:pt x="249659" y="110013"/>
                  <a:pt x="244850" y="100006"/>
                </a:cubicBezTo>
                <a:cubicBezTo>
                  <a:pt x="243087" y="96164"/>
                  <a:pt x="241885" y="89520"/>
                  <a:pt x="242446" y="85357"/>
                </a:cubicBezTo>
                <a:cubicBezTo>
                  <a:pt x="246534" y="55097"/>
                  <a:pt x="275387" y="13551"/>
                  <a:pt x="332212" y="1863"/>
                </a:cubicBezTo>
                <a:close/>
              </a:path>
            </a:pathLst>
          </a:custGeom>
          <a:solidFill>
            <a:schemeClr val="accent1"/>
          </a:solidFill>
          <a:ln>
            <a:noFill/>
          </a:ln>
        </p:spPr>
      </p:sp>
      <p:sp>
        <p:nvSpPr>
          <p:cNvPr id="86" name="artistic-gymnast-silhouette_38378">
            <a:extLst>
              <a:ext uri="{FF2B5EF4-FFF2-40B4-BE49-F238E27FC236}">
                <a16:creationId xmlns:a16="http://schemas.microsoft.com/office/drawing/2014/main" id="{81CC6D60-ABED-4499-998A-96CD9B7CAB7C}"/>
              </a:ext>
            </a:extLst>
          </p:cNvPr>
          <p:cNvSpPr>
            <a:spLocks noChangeAspect="1"/>
          </p:cNvSpPr>
          <p:nvPr/>
        </p:nvSpPr>
        <p:spPr bwMode="auto">
          <a:xfrm>
            <a:off x="4318000" y="3774398"/>
            <a:ext cx="448566" cy="609685"/>
          </a:xfrm>
          <a:custGeom>
            <a:avLst/>
            <a:gdLst>
              <a:gd name="T0" fmla="*/ 5170 w 5294"/>
              <a:gd name="T1" fmla="*/ 4756 h 7207"/>
              <a:gd name="T2" fmla="*/ 4102 w 5294"/>
              <a:gd name="T3" fmla="*/ 2923 h 7207"/>
              <a:gd name="T4" fmla="*/ 3623 w 5294"/>
              <a:gd name="T5" fmla="*/ 2711 h 7207"/>
              <a:gd name="T6" fmla="*/ 1923 w 5294"/>
              <a:gd name="T7" fmla="*/ 3073 h 7207"/>
              <a:gd name="T8" fmla="*/ 1920 w 5294"/>
              <a:gd name="T9" fmla="*/ 3071 h 7207"/>
              <a:gd name="T10" fmla="*/ 1035 w 5294"/>
              <a:gd name="T11" fmla="*/ 2305 h 7207"/>
              <a:gd name="T12" fmla="*/ 1786 w 5294"/>
              <a:gd name="T13" fmla="*/ 697 h 7207"/>
              <a:gd name="T14" fmla="*/ 1571 w 5294"/>
              <a:gd name="T15" fmla="*/ 104 h 7207"/>
              <a:gd name="T16" fmla="*/ 977 w 5294"/>
              <a:gd name="T17" fmla="*/ 320 h 7207"/>
              <a:gd name="T18" fmla="*/ 84 w 5294"/>
              <a:gd name="T19" fmla="*/ 2233 h 7207"/>
              <a:gd name="T20" fmla="*/ 197 w 5294"/>
              <a:gd name="T21" fmla="*/ 2760 h 7207"/>
              <a:gd name="T22" fmla="*/ 928 w 5294"/>
              <a:gd name="T23" fmla="*/ 3392 h 7207"/>
              <a:gd name="T24" fmla="*/ 775 w 5294"/>
              <a:gd name="T25" fmla="*/ 4207 h 7207"/>
              <a:gd name="T26" fmla="*/ 750 w 5294"/>
              <a:gd name="T27" fmla="*/ 4448 h 7207"/>
              <a:gd name="T28" fmla="*/ 1310 w 5294"/>
              <a:gd name="T29" fmla="*/ 5461 h 7207"/>
              <a:gd name="T30" fmla="*/ 1310 w 5294"/>
              <a:gd name="T31" fmla="*/ 6888 h 7207"/>
              <a:gd name="T32" fmla="*/ 1628 w 5294"/>
              <a:gd name="T33" fmla="*/ 7207 h 7207"/>
              <a:gd name="T34" fmla="*/ 3325 w 5294"/>
              <a:gd name="T35" fmla="*/ 7207 h 7207"/>
              <a:gd name="T36" fmla="*/ 3644 w 5294"/>
              <a:gd name="T37" fmla="*/ 6888 h 7207"/>
              <a:gd name="T38" fmla="*/ 3639 w 5294"/>
              <a:gd name="T39" fmla="*/ 6843 h 7207"/>
              <a:gd name="T40" fmla="*/ 4657 w 5294"/>
              <a:gd name="T41" fmla="*/ 6843 h 7207"/>
              <a:gd name="T42" fmla="*/ 4975 w 5294"/>
              <a:gd name="T43" fmla="*/ 6524 h 7207"/>
              <a:gd name="T44" fmla="*/ 4657 w 5294"/>
              <a:gd name="T45" fmla="*/ 6205 h 7207"/>
              <a:gd name="T46" fmla="*/ 3218 w 5294"/>
              <a:gd name="T47" fmla="*/ 6205 h 7207"/>
              <a:gd name="T48" fmla="*/ 3218 w 5294"/>
              <a:gd name="T49" fmla="*/ 6020 h 7207"/>
              <a:gd name="T50" fmla="*/ 3788 w 5294"/>
              <a:gd name="T51" fmla="*/ 5192 h 7207"/>
              <a:gd name="T52" fmla="*/ 2899 w 5294"/>
              <a:gd name="T53" fmla="*/ 4303 h 7207"/>
              <a:gd name="T54" fmla="*/ 2267 w 5294"/>
              <a:gd name="T55" fmla="*/ 4568 h 7207"/>
              <a:gd name="T56" fmla="*/ 2111 w 5294"/>
              <a:gd name="T57" fmla="*/ 4310 h 7207"/>
              <a:gd name="T58" fmla="*/ 2142 w 5294"/>
              <a:gd name="T59" fmla="*/ 4102 h 7207"/>
              <a:gd name="T60" fmla="*/ 2283 w 5294"/>
              <a:gd name="T61" fmla="*/ 3909 h 7207"/>
              <a:gd name="T62" fmla="*/ 3493 w 5294"/>
              <a:gd name="T63" fmla="*/ 3651 h 7207"/>
              <a:gd name="T64" fmla="*/ 4399 w 5294"/>
              <a:gd name="T65" fmla="*/ 5206 h 7207"/>
              <a:gd name="T66" fmla="*/ 4784 w 5294"/>
              <a:gd name="T67" fmla="*/ 5427 h 7207"/>
              <a:gd name="T68" fmla="*/ 5009 w 5294"/>
              <a:gd name="T69" fmla="*/ 5366 h 7207"/>
              <a:gd name="T70" fmla="*/ 5170 w 5294"/>
              <a:gd name="T71" fmla="*/ 4756 h 7207"/>
              <a:gd name="T72" fmla="*/ 2585 w 5294"/>
              <a:gd name="T73" fmla="*/ 6569 h 7207"/>
              <a:gd name="T74" fmla="*/ 1947 w 5294"/>
              <a:gd name="T75" fmla="*/ 6569 h 7207"/>
              <a:gd name="T76" fmla="*/ 1947 w 5294"/>
              <a:gd name="T77" fmla="*/ 5532 h 7207"/>
              <a:gd name="T78" fmla="*/ 2060 w 5294"/>
              <a:gd name="T79" fmla="*/ 5480 h 7207"/>
              <a:gd name="T80" fmla="*/ 2581 w 5294"/>
              <a:gd name="T81" fmla="*/ 6020 h 7207"/>
              <a:gd name="T82" fmla="*/ 2581 w 5294"/>
              <a:gd name="T83" fmla="*/ 6524 h 7207"/>
              <a:gd name="T84" fmla="*/ 2585 w 5294"/>
              <a:gd name="T85" fmla="*/ 6569 h 7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94" h="7207">
                <a:moveTo>
                  <a:pt x="5170" y="4756"/>
                </a:moveTo>
                <a:lnTo>
                  <a:pt x="4102" y="2923"/>
                </a:lnTo>
                <a:cubicBezTo>
                  <a:pt x="4005" y="2756"/>
                  <a:pt x="3811" y="2670"/>
                  <a:pt x="3623" y="2711"/>
                </a:cubicBezTo>
                <a:lnTo>
                  <a:pt x="1923" y="3073"/>
                </a:lnTo>
                <a:cubicBezTo>
                  <a:pt x="1922" y="3073"/>
                  <a:pt x="1921" y="3072"/>
                  <a:pt x="1920" y="3071"/>
                </a:cubicBezTo>
                <a:lnTo>
                  <a:pt x="1035" y="2305"/>
                </a:lnTo>
                <a:lnTo>
                  <a:pt x="1786" y="697"/>
                </a:lnTo>
                <a:cubicBezTo>
                  <a:pt x="1890" y="474"/>
                  <a:pt x="1794" y="208"/>
                  <a:pt x="1571" y="104"/>
                </a:cubicBezTo>
                <a:cubicBezTo>
                  <a:pt x="1348" y="0"/>
                  <a:pt x="1082" y="96"/>
                  <a:pt x="977" y="320"/>
                </a:cubicBezTo>
                <a:lnTo>
                  <a:pt x="84" y="2233"/>
                </a:lnTo>
                <a:cubicBezTo>
                  <a:pt x="0" y="2414"/>
                  <a:pt x="46" y="2629"/>
                  <a:pt x="197" y="2760"/>
                </a:cubicBezTo>
                <a:lnTo>
                  <a:pt x="928" y="3392"/>
                </a:lnTo>
                <a:lnTo>
                  <a:pt x="775" y="4207"/>
                </a:lnTo>
                <a:cubicBezTo>
                  <a:pt x="726" y="4269"/>
                  <a:pt x="714" y="4377"/>
                  <a:pt x="750" y="4448"/>
                </a:cubicBezTo>
                <a:lnTo>
                  <a:pt x="1310" y="5461"/>
                </a:lnTo>
                <a:lnTo>
                  <a:pt x="1310" y="6888"/>
                </a:lnTo>
                <a:cubicBezTo>
                  <a:pt x="1310" y="7064"/>
                  <a:pt x="1452" y="7207"/>
                  <a:pt x="1628" y="7207"/>
                </a:cubicBezTo>
                <a:lnTo>
                  <a:pt x="3325" y="7207"/>
                </a:lnTo>
                <a:cubicBezTo>
                  <a:pt x="3501" y="7207"/>
                  <a:pt x="3644" y="7064"/>
                  <a:pt x="3644" y="6888"/>
                </a:cubicBezTo>
                <a:cubicBezTo>
                  <a:pt x="3644" y="6872"/>
                  <a:pt x="3641" y="6858"/>
                  <a:pt x="3639" y="6843"/>
                </a:cubicBezTo>
                <a:lnTo>
                  <a:pt x="4657" y="6843"/>
                </a:lnTo>
                <a:cubicBezTo>
                  <a:pt x="4833" y="6843"/>
                  <a:pt x="4975" y="6700"/>
                  <a:pt x="4975" y="6524"/>
                </a:cubicBezTo>
                <a:cubicBezTo>
                  <a:pt x="4975" y="6348"/>
                  <a:pt x="4833" y="6205"/>
                  <a:pt x="4657" y="6205"/>
                </a:cubicBezTo>
                <a:lnTo>
                  <a:pt x="3218" y="6205"/>
                </a:lnTo>
                <a:lnTo>
                  <a:pt x="3218" y="6020"/>
                </a:lnTo>
                <a:cubicBezTo>
                  <a:pt x="3551" y="5892"/>
                  <a:pt x="3788" y="5570"/>
                  <a:pt x="3788" y="5192"/>
                </a:cubicBezTo>
                <a:cubicBezTo>
                  <a:pt x="3788" y="4701"/>
                  <a:pt x="3390" y="4303"/>
                  <a:pt x="2899" y="4303"/>
                </a:cubicBezTo>
                <a:cubicBezTo>
                  <a:pt x="2652" y="4303"/>
                  <a:pt x="2428" y="4404"/>
                  <a:pt x="2267" y="4568"/>
                </a:cubicBezTo>
                <a:lnTo>
                  <a:pt x="2111" y="4310"/>
                </a:lnTo>
                <a:cubicBezTo>
                  <a:pt x="2066" y="4244"/>
                  <a:pt x="2080" y="4152"/>
                  <a:pt x="2142" y="4102"/>
                </a:cubicBezTo>
                <a:lnTo>
                  <a:pt x="2283" y="3909"/>
                </a:lnTo>
                <a:lnTo>
                  <a:pt x="3493" y="3651"/>
                </a:lnTo>
                <a:lnTo>
                  <a:pt x="4399" y="5206"/>
                </a:lnTo>
                <a:cubicBezTo>
                  <a:pt x="4481" y="5348"/>
                  <a:pt x="4631" y="5427"/>
                  <a:pt x="4784" y="5427"/>
                </a:cubicBezTo>
                <a:cubicBezTo>
                  <a:pt x="4861" y="5427"/>
                  <a:pt x="4938" y="5408"/>
                  <a:pt x="5009" y="5366"/>
                </a:cubicBezTo>
                <a:cubicBezTo>
                  <a:pt x="5222" y="5242"/>
                  <a:pt x="5294" y="4969"/>
                  <a:pt x="5170" y="4756"/>
                </a:cubicBezTo>
                <a:close/>
                <a:moveTo>
                  <a:pt x="2585" y="6569"/>
                </a:moveTo>
                <a:lnTo>
                  <a:pt x="1947" y="6569"/>
                </a:lnTo>
                <a:lnTo>
                  <a:pt x="1947" y="5532"/>
                </a:lnTo>
                <a:lnTo>
                  <a:pt x="2060" y="5480"/>
                </a:lnTo>
                <a:cubicBezTo>
                  <a:pt x="2145" y="5728"/>
                  <a:pt x="2337" y="5926"/>
                  <a:pt x="2581" y="6020"/>
                </a:cubicBezTo>
                <a:lnTo>
                  <a:pt x="2581" y="6524"/>
                </a:lnTo>
                <a:cubicBezTo>
                  <a:pt x="2581" y="6539"/>
                  <a:pt x="2583" y="6554"/>
                  <a:pt x="2585" y="6569"/>
                </a:cubicBezTo>
                <a:close/>
              </a:path>
            </a:pathLst>
          </a:custGeom>
          <a:solidFill>
            <a:schemeClr val="accent1"/>
          </a:solidFill>
          <a:ln>
            <a:noFill/>
          </a:ln>
        </p:spPr>
      </p:sp>
      <p:sp>
        <p:nvSpPr>
          <p:cNvPr id="87" name="paralympic-alpine-ski-silhouette_39490">
            <a:extLst>
              <a:ext uri="{FF2B5EF4-FFF2-40B4-BE49-F238E27FC236}">
                <a16:creationId xmlns:a16="http://schemas.microsoft.com/office/drawing/2014/main" id="{A8C2A5EC-0223-4DE3-A41E-A3952A9C4389}"/>
              </a:ext>
            </a:extLst>
          </p:cNvPr>
          <p:cNvSpPr>
            <a:spLocks noChangeAspect="1"/>
          </p:cNvSpPr>
          <p:nvPr/>
        </p:nvSpPr>
        <p:spPr bwMode="auto">
          <a:xfrm>
            <a:off x="5524500" y="3774398"/>
            <a:ext cx="609685" cy="577004"/>
          </a:xfrm>
          <a:custGeom>
            <a:avLst/>
            <a:gdLst>
              <a:gd name="connsiteX0" fmla="*/ 111590 w 606346"/>
              <a:gd name="connsiteY0" fmla="*/ 39599 h 573844"/>
              <a:gd name="connsiteX1" fmla="*/ 132348 w 606346"/>
              <a:gd name="connsiteY1" fmla="*/ 47301 h 573844"/>
              <a:gd name="connsiteX2" fmla="*/ 199426 w 606346"/>
              <a:gd name="connsiteY2" fmla="*/ 109371 h 573844"/>
              <a:gd name="connsiteX3" fmla="*/ 254779 w 606346"/>
              <a:gd name="connsiteY3" fmla="*/ 107829 h 573844"/>
              <a:gd name="connsiteX4" fmla="*/ 266776 w 606346"/>
              <a:gd name="connsiteY4" fmla="*/ 110188 h 573844"/>
              <a:gd name="connsiteX5" fmla="*/ 394570 w 606346"/>
              <a:gd name="connsiteY5" fmla="*/ 146305 h 573844"/>
              <a:gd name="connsiteX6" fmla="*/ 400387 w 606346"/>
              <a:gd name="connsiteY6" fmla="*/ 147666 h 573844"/>
              <a:gd name="connsiteX7" fmla="*/ 474827 w 606346"/>
              <a:gd name="connsiteY7" fmla="*/ 173710 h 573844"/>
              <a:gd name="connsiteX8" fmla="*/ 567628 w 606346"/>
              <a:gd name="connsiteY8" fmla="*/ 140588 h 573844"/>
              <a:gd name="connsiteX9" fmla="*/ 604620 w 606346"/>
              <a:gd name="connsiteY9" fmla="*/ 158102 h 573844"/>
              <a:gd name="connsiteX10" fmla="*/ 587078 w 606346"/>
              <a:gd name="connsiteY10" fmla="*/ 195035 h 573844"/>
              <a:gd name="connsiteX11" fmla="*/ 484644 w 606346"/>
              <a:gd name="connsiteY11" fmla="*/ 231605 h 573844"/>
              <a:gd name="connsiteX12" fmla="*/ 465284 w 606346"/>
              <a:gd name="connsiteY12" fmla="*/ 231605 h 573844"/>
              <a:gd name="connsiteX13" fmla="*/ 391571 w 606346"/>
              <a:gd name="connsiteY13" fmla="*/ 205834 h 573844"/>
              <a:gd name="connsiteX14" fmla="*/ 364303 w 606346"/>
              <a:gd name="connsiteY14" fmla="*/ 340954 h 573844"/>
              <a:gd name="connsiteX15" fmla="*/ 364576 w 606346"/>
              <a:gd name="connsiteY15" fmla="*/ 343495 h 573844"/>
              <a:gd name="connsiteX16" fmla="*/ 367757 w 606346"/>
              <a:gd name="connsiteY16" fmla="*/ 481972 h 573844"/>
              <a:gd name="connsiteX17" fmla="*/ 425655 w 606346"/>
              <a:gd name="connsiteY17" fmla="*/ 499577 h 573844"/>
              <a:gd name="connsiteX18" fmla="*/ 482917 w 606346"/>
              <a:gd name="connsiteY18" fmla="*/ 556837 h 573844"/>
              <a:gd name="connsiteX19" fmla="*/ 382390 w 606346"/>
              <a:gd name="connsiteY19" fmla="*/ 566002 h 573844"/>
              <a:gd name="connsiteX20" fmla="*/ 74813 w 606346"/>
              <a:gd name="connsiteY20" fmla="*/ 471355 h 573844"/>
              <a:gd name="connsiteX21" fmla="*/ 100 w 606346"/>
              <a:gd name="connsiteY21" fmla="*/ 409467 h 573844"/>
              <a:gd name="connsiteX22" fmla="*/ 83084 w 606346"/>
              <a:gd name="connsiteY22" fmla="*/ 395764 h 573844"/>
              <a:gd name="connsiteX23" fmla="*/ 297770 w 606346"/>
              <a:gd name="connsiteY23" fmla="*/ 460828 h 573844"/>
              <a:gd name="connsiteX24" fmla="*/ 295498 w 606346"/>
              <a:gd name="connsiteY24" fmla="*/ 366453 h 573844"/>
              <a:gd name="connsiteX25" fmla="*/ 225148 w 606346"/>
              <a:gd name="connsiteY25" fmla="*/ 332787 h 573844"/>
              <a:gd name="connsiteX26" fmla="*/ 203607 w 606346"/>
              <a:gd name="connsiteY26" fmla="*/ 336053 h 573844"/>
              <a:gd name="connsiteX27" fmla="*/ 201425 w 606346"/>
              <a:gd name="connsiteY27" fmla="*/ 352206 h 573844"/>
              <a:gd name="connsiteX28" fmla="*/ 188428 w 606346"/>
              <a:gd name="connsiteY28" fmla="*/ 362460 h 573844"/>
              <a:gd name="connsiteX29" fmla="*/ 147436 w 606346"/>
              <a:gd name="connsiteY29" fmla="*/ 358286 h 573844"/>
              <a:gd name="connsiteX30" fmla="*/ 134620 w 606346"/>
              <a:gd name="connsiteY30" fmla="*/ 345582 h 573844"/>
              <a:gd name="connsiteX31" fmla="*/ 130621 w 606346"/>
              <a:gd name="connsiteY31" fmla="*/ 311008 h 573844"/>
              <a:gd name="connsiteX32" fmla="*/ 159797 w 606346"/>
              <a:gd name="connsiteY32" fmla="*/ 272622 h 573844"/>
              <a:gd name="connsiteX33" fmla="*/ 225239 w 606346"/>
              <a:gd name="connsiteY33" fmla="*/ 262550 h 573844"/>
              <a:gd name="connsiteX34" fmla="*/ 234601 w 606346"/>
              <a:gd name="connsiteY34" fmla="*/ 262459 h 573844"/>
              <a:gd name="connsiteX35" fmla="*/ 250689 w 606346"/>
              <a:gd name="connsiteY35" fmla="*/ 165815 h 573844"/>
              <a:gd name="connsiteX36" fmla="*/ 189155 w 606346"/>
              <a:gd name="connsiteY36" fmla="*/ 167448 h 573844"/>
              <a:gd name="connsiteX37" fmla="*/ 175885 w 606346"/>
              <a:gd name="connsiteY37" fmla="*/ 164635 h 573844"/>
              <a:gd name="connsiteX38" fmla="*/ 168704 w 606346"/>
              <a:gd name="connsiteY38" fmla="*/ 159735 h 573844"/>
              <a:gd name="connsiteX39" fmla="*/ 92992 w 606346"/>
              <a:gd name="connsiteY39" fmla="*/ 89680 h 573844"/>
              <a:gd name="connsiteX40" fmla="*/ 91446 w 606346"/>
              <a:gd name="connsiteY40" fmla="*/ 48844 h 573844"/>
              <a:gd name="connsiteX41" fmla="*/ 111590 w 606346"/>
              <a:gd name="connsiteY41" fmla="*/ 39599 h 573844"/>
              <a:gd name="connsiteX42" fmla="*/ 347288 w 606346"/>
              <a:gd name="connsiteY42" fmla="*/ 0 h 573844"/>
              <a:gd name="connsiteX43" fmla="*/ 405222 w 606346"/>
              <a:gd name="connsiteY43" fmla="*/ 57829 h 573844"/>
              <a:gd name="connsiteX44" fmla="*/ 347288 w 606346"/>
              <a:gd name="connsiteY44" fmla="*/ 115658 h 573844"/>
              <a:gd name="connsiteX45" fmla="*/ 289354 w 606346"/>
              <a:gd name="connsiteY45" fmla="*/ 57829 h 573844"/>
              <a:gd name="connsiteX46" fmla="*/ 347288 w 606346"/>
              <a:gd name="connsiteY46" fmla="*/ 0 h 57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606346" h="573844">
                <a:moveTo>
                  <a:pt x="111590" y="39599"/>
                </a:moveTo>
                <a:cubicBezTo>
                  <a:pt x="118987" y="39316"/>
                  <a:pt x="126486" y="41857"/>
                  <a:pt x="132348" y="47301"/>
                </a:cubicBezTo>
                <a:lnTo>
                  <a:pt x="199426" y="109371"/>
                </a:lnTo>
                <a:lnTo>
                  <a:pt x="254779" y="107829"/>
                </a:lnTo>
                <a:cubicBezTo>
                  <a:pt x="259051" y="107738"/>
                  <a:pt x="263050" y="108555"/>
                  <a:pt x="266776" y="110188"/>
                </a:cubicBezTo>
                <a:lnTo>
                  <a:pt x="394570" y="146305"/>
                </a:lnTo>
                <a:cubicBezTo>
                  <a:pt x="396479" y="146486"/>
                  <a:pt x="398478" y="146940"/>
                  <a:pt x="400387" y="147666"/>
                </a:cubicBezTo>
                <a:lnTo>
                  <a:pt x="474827" y="173710"/>
                </a:lnTo>
                <a:lnTo>
                  <a:pt x="567628" y="140588"/>
                </a:lnTo>
                <a:cubicBezTo>
                  <a:pt x="582716" y="135143"/>
                  <a:pt x="599258" y="143038"/>
                  <a:pt x="604620" y="158102"/>
                </a:cubicBezTo>
                <a:cubicBezTo>
                  <a:pt x="610074" y="173075"/>
                  <a:pt x="602166" y="189681"/>
                  <a:pt x="587078" y="195035"/>
                </a:cubicBezTo>
                <a:lnTo>
                  <a:pt x="484644" y="231605"/>
                </a:lnTo>
                <a:cubicBezTo>
                  <a:pt x="478372" y="233783"/>
                  <a:pt x="471555" y="233874"/>
                  <a:pt x="465284" y="231605"/>
                </a:cubicBezTo>
                <a:lnTo>
                  <a:pt x="391571" y="205834"/>
                </a:lnTo>
                <a:lnTo>
                  <a:pt x="364303" y="340954"/>
                </a:lnTo>
                <a:cubicBezTo>
                  <a:pt x="364394" y="341770"/>
                  <a:pt x="364485" y="342678"/>
                  <a:pt x="364576" y="343495"/>
                </a:cubicBezTo>
                <a:lnTo>
                  <a:pt x="367757" y="481972"/>
                </a:lnTo>
                <a:lnTo>
                  <a:pt x="425655" y="499577"/>
                </a:lnTo>
                <a:cubicBezTo>
                  <a:pt x="469283" y="512735"/>
                  <a:pt x="494823" y="538416"/>
                  <a:pt x="482917" y="556837"/>
                </a:cubicBezTo>
                <a:cubicBezTo>
                  <a:pt x="470919" y="575258"/>
                  <a:pt x="425928" y="579342"/>
                  <a:pt x="382390" y="566002"/>
                </a:cubicBezTo>
                <a:lnTo>
                  <a:pt x="74813" y="471355"/>
                </a:lnTo>
                <a:cubicBezTo>
                  <a:pt x="31367" y="458015"/>
                  <a:pt x="-2081" y="430247"/>
                  <a:pt x="100" y="409467"/>
                </a:cubicBezTo>
                <a:cubicBezTo>
                  <a:pt x="2373" y="388686"/>
                  <a:pt x="39547" y="382515"/>
                  <a:pt x="83084" y="395764"/>
                </a:cubicBezTo>
                <a:lnTo>
                  <a:pt x="297770" y="460828"/>
                </a:lnTo>
                <a:lnTo>
                  <a:pt x="295498" y="366453"/>
                </a:lnTo>
                <a:lnTo>
                  <a:pt x="225148" y="332787"/>
                </a:lnTo>
                <a:lnTo>
                  <a:pt x="203607" y="336053"/>
                </a:lnTo>
                <a:lnTo>
                  <a:pt x="201425" y="352206"/>
                </a:lnTo>
                <a:cubicBezTo>
                  <a:pt x="200607" y="358558"/>
                  <a:pt x="194790" y="363096"/>
                  <a:pt x="188428" y="362460"/>
                </a:cubicBezTo>
                <a:lnTo>
                  <a:pt x="147436" y="358286"/>
                </a:lnTo>
                <a:cubicBezTo>
                  <a:pt x="141073" y="357651"/>
                  <a:pt x="135347" y="351934"/>
                  <a:pt x="134620" y="345582"/>
                </a:cubicBezTo>
                <a:lnTo>
                  <a:pt x="130621" y="311008"/>
                </a:lnTo>
                <a:cubicBezTo>
                  <a:pt x="128348" y="292405"/>
                  <a:pt x="141255" y="275436"/>
                  <a:pt x="159797" y="272622"/>
                </a:cubicBezTo>
                <a:lnTo>
                  <a:pt x="225239" y="262550"/>
                </a:lnTo>
                <a:cubicBezTo>
                  <a:pt x="228420" y="262096"/>
                  <a:pt x="231510" y="262096"/>
                  <a:pt x="234601" y="262459"/>
                </a:cubicBezTo>
                <a:lnTo>
                  <a:pt x="250689" y="165815"/>
                </a:lnTo>
                <a:lnTo>
                  <a:pt x="189155" y="167448"/>
                </a:lnTo>
                <a:cubicBezTo>
                  <a:pt x="184519" y="167630"/>
                  <a:pt x="179975" y="166632"/>
                  <a:pt x="175885" y="164635"/>
                </a:cubicBezTo>
                <a:cubicBezTo>
                  <a:pt x="173249" y="163456"/>
                  <a:pt x="170795" y="161822"/>
                  <a:pt x="168704" y="159735"/>
                </a:cubicBezTo>
                <a:lnTo>
                  <a:pt x="92992" y="89680"/>
                </a:lnTo>
                <a:cubicBezTo>
                  <a:pt x="81267" y="78881"/>
                  <a:pt x="80539" y="60550"/>
                  <a:pt x="91446" y="48844"/>
                </a:cubicBezTo>
                <a:cubicBezTo>
                  <a:pt x="96900" y="42991"/>
                  <a:pt x="104194" y="39883"/>
                  <a:pt x="111590" y="39599"/>
                </a:cubicBezTo>
                <a:close/>
                <a:moveTo>
                  <a:pt x="347288" y="0"/>
                </a:moveTo>
                <a:cubicBezTo>
                  <a:pt x="379284" y="0"/>
                  <a:pt x="405222" y="25891"/>
                  <a:pt x="405222" y="57829"/>
                </a:cubicBezTo>
                <a:cubicBezTo>
                  <a:pt x="405222" y="89767"/>
                  <a:pt x="379284" y="115658"/>
                  <a:pt x="347288" y="115658"/>
                </a:cubicBezTo>
                <a:cubicBezTo>
                  <a:pt x="315292" y="115658"/>
                  <a:pt x="289354" y="89767"/>
                  <a:pt x="289354" y="57829"/>
                </a:cubicBezTo>
                <a:cubicBezTo>
                  <a:pt x="289354" y="25891"/>
                  <a:pt x="315292" y="0"/>
                  <a:pt x="347288" y="0"/>
                </a:cubicBezTo>
                <a:close/>
              </a:path>
            </a:pathLst>
          </a:custGeom>
          <a:solidFill>
            <a:schemeClr val="accent1"/>
          </a:solidFill>
          <a:ln>
            <a:noFill/>
          </a:ln>
        </p:spPr>
      </p:sp>
      <p:sp>
        <p:nvSpPr>
          <p:cNvPr id="88" name="athlete-jumping-silhouette_38471">
            <a:extLst>
              <a:ext uri="{FF2B5EF4-FFF2-40B4-BE49-F238E27FC236}">
                <a16:creationId xmlns:a16="http://schemas.microsoft.com/office/drawing/2014/main" id="{30EC324B-A311-47A1-BE52-E2952BD32C6D}"/>
              </a:ext>
            </a:extLst>
          </p:cNvPr>
          <p:cNvSpPr>
            <a:spLocks noChangeAspect="1"/>
          </p:cNvSpPr>
          <p:nvPr/>
        </p:nvSpPr>
        <p:spPr bwMode="auto">
          <a:xfrm>
            <a:off x="6731000" y="3774398"/>
            <a:ext cx="547366" cy="609685"/>
          </a:xfrm>
          <a:custGeom>
            <a:avLst/>
            <a:gdLst>
              <a:gd name="connsiteX0" fmla="*/ 335600 w 543439"/>
              <a:gd name="connsiteY0" fmla="*/ 394602 h 605310"/>
              <a:gd name="connsiteX1" fmla="*/ 351753 w 543439"/>
              <a:gd name="connsiteY1" fmla="*/ 410735 h 605310"/>
              <a:gd name="connsiteX2" fmla="*/ 351753 w 543439"/>
              <a:gd name="connsiteY2" fmla="*/ 522975 h 605310"/>
              <a:gd name="connsiteX3" fmla="*/ 411050 w 543439"/>
              <a:gd name="connsiteY3" fmla="*/ 577275 h 605310"/>
              <a:gd name="connsiteX4" fmla="*/ 415187 w 543439"/>
              <a:gd name="connsiteY4" fmla="*/ 594981 h 605310"/>
              <a:gd name="connsiteX5" fmla="*/ 400117 w 543439"/>
              <a:gd name="connsiteY5" fmla="*/ 605310 h 605310"/>
              <a:gd name="connsiteX6" fmla="*/ 263892 w 543439"/>
              <a:gd name="connsiteY6" fmla="*/ 605310 h 605310"/>
              <a:gd name="connsiteX7" fmla="*/ 248723 w 543439"/>
              <a:gd name="connsiteY7" fmla="*/ 594588 h 605310"/>
              <a:gd name="connsiteX8" fmla="*/ 253648 w 543439"/>
              <a:gd name="connsiteY8" fmla="*/ 576783 h 605310"/>
              <a:gd name="connsiteX9" fmla="*/ 319446 w 543439"/>
              <a:gd name="connsiteY9" fmla="*/ 522384 h 605310"/>
              <a:gd name="connsiteX10" fmla="*/ 319446 w 543439"/>
              <a:gd name="connsiteY10" fmla="*/ 410735 h 605310"/>
              <a:gd name="connsiteX11" fmla="*/ 335600 w 543439"/>
              <a:gd name="connsiteY11" fmla="*/ 394602 h 605310"/>
              <a:gd name="connsiteX12" fmla="*/ 109056 w 543439"/>
              <a:gd name="connsiteY12" fmla="*/ 89303 h 605310"/>
              <a:gd name="connsiteX13" fmla="*/ 310124 w 543439"/>
              <a:gd name="connsiteY13" fmla="*/ 99730 h 605310"/>
              <a:gd name="connsiteX14" fmla="*/ 332093 w 543439"/>
              <a:gd name="connsiteY14" fmla="*/ 113206 h 605310"/>
              <a:gd name="connsiteX15" fmla="*/ 400659 w 543439"/>
              <a:gd name="connsiteY15" fmla="*/ 167601 h 605310"/>
              <a:gd name="connsiteX16" fmla="*/ 496415 w 543439"/>
              <a:gd name="connsiteY16" fmla="*/ 208913 h 605310"/>
              <a:gd name="connsiteX17" fmla="*/ 510404 w 543439"/>
              <a:gd name="connsiteY17" fmla="*/ 244127 h 605310"/>
              <a:gd name="connsiteX18" fmla="*/ 485677 w 543439"/>
              <a:gd name="connsiteY18" fmla="*/ 260357 h 605310"/>
              <a:gd name="connsiteX19" fmla="*/ 475038 w 543439"/>
              <a:gd name="connsiteY19" fmla="*/ 258193 h 605310"/>
              <a:gd name="connsiteX20" fmla="*/ 372977 w 543439"/>
              <a:gd name="connsiteY20" fmla="*/ 214225 h 605310"/>
              <a:gd name="connsiteX21" fmla="*/ 300766 w 543439"/>
              <a:gd name="connsiteY21" fmla="*/ 278358 h 605310"/>
              <a:gd name="connsiteX22" fmla="*/ 513064 w 543439"/>
              <a:gd name="connsiteY22" fmla="*/ 319965 h 605310"/>
              <a:gd name="connsiteX23" fmla="*/ 542717 w 543439"/>
              <a:gd name="connsiteY23" fmla="*/ 364131 h 605310"/>
              <a:gd name="connsiteX24" fmla="*/ 505873 w 543439"/>
              <a:gd name="connsiteY24" fmla="*/ 394426 h 605310"/>
              <a:gd name="connsiteX25" fmla="*/ 498484 w 543439"/>
              <a:gd name="connsiteY25" fmla="*/ 393738 h 605310"/>
              <a:gd name="connsiteX26" fmla="*/ 226092 w 543439"/>
              <a:gd name="connsiteY26" fmla="*/ 340425 h 605310"/>
              <a:gd name="connsiteX27" fmla="*/ 278501 w 543439"/>
              <a:gd name="connsiteY27" fmla="*/ 449608 h 605310"/>
              <a:gd name="connsiteX28" fmla="*/ 276334 w 543439"/>
              <a:gd name="connsiteY28" fmla="*/ 486003 h 605310"/>
              <a:gd name="connsiteX29" fmla="*/ 244514 w 543439"/>
              <a:gd name="connsiteY29" fmla="*/ 503413 h 605310"/>
              <a:gd name="connsiteX30" fmla="*/ 244218 w 543439"/>
              <a:gd name="connsiteY30" fmla="*/ 503413 h 605310"/>
              <a:gd name="connsiteX31" fmla="*/ 37239 w 543439"/>
              <a:gd name="connsiteY31" fmla="*/ 501544 h 605310"/>
              <a:gd name="connsiteX32" fmla="*/ 1 w 543439"/>
              <a:gd name="connsiteY32" fmla="*/ 463576 h 605310"/>
              <a:gd name="connsiteX33" fmla="*/ 37633 w 543439"/>
              <a:gd name="connsiteY33" fmla="*/ 426296 h 605310"/>
              <a:gd name="connsiteX34" fmla="*/ 37929 w 543439"/>
              <a:gd name="connsiteY34" fmla="*/ 426296 h 605310"/>
              <a:gd name="connsiteX35" fmla="*/ 184420 w 543439"/>
              <a:gd name="connsiteY35" fmla="*/ 427673 h 605310"/>
              <a:gd name="connsiteX36" fmla="*/ 130138 w 543439"/>
              <a:gd name="connsiteY36" fmla="*/ 314555 h 605310"/>
              <a:gd name="connsiteX37" fmla="*/ 130040 w 543439"/>
              <a:gd name="connsiteY37" fmla="*/ 314162 h 605310"/>
              <a:gd name="connsiteX38" fmla="*/ 128562 w 543439"/>
              <a:gd name="connsiteY38" fmla="*/ 311703 h 605310"/>
              <a:gd name="connsiteX39" fmla="*/ 119893 w 543439"/>
              <a:gd name="connsiteY39" fmla="*/ 290456 h 605310"/>
              <a:gd name="connsiteX40" fmla="*/ 123735 w 543439"/>
              <a:gd name="connsiteY40" fmla="*/ 273243 h 605310"/>
              <a:gd name="connsiteX41" fmla="*/ 256533 w 543439"/>
              <a:gd name="connsiteY41" fmla="*/ 150682 h 605310"/>
              <a:gd name="connsiteX42" fmla="*/ 106298 w 543439"/>
              <a:gd name="connsiteY42" fmla="*/ 142911 h 605310"/>
              <a:gd name="connsiteX43" fmla="*/ 80783 w 543439"/>
              <a:gd name="connsiteY43" fmla="*/ 114681 h 605310"/>
              <a:gd name="connsiteX44" fmla="*/ 109056 w 543439"/>
              <a:gd name="connsiteY44" fmla="*/ 89303 h 605310"/>
              <a:gd name="connsiteX45" fmla="*/ 429829 w 543439"/>
              <a:gd name="connsiteY45" fmla="*/ 0 h 605310"/>
              <a:gd name="connsiteX46" fmla="*/ 502370 w 543439"/>
              <a:gd name="connsiteY46" fmla="*/ 72436 h 605310"/>
              <a:gd name="connsiteX47" fmla="*/ 429829 w 543439"/>
              <a:gd name="connsiteY47" fmla="*/ 144872 h 605310"/>
              <a:gd name="connsiteX48" fmla="*/ 357288 w 543439"/>
              <a:gd name="connsiteY48" fmla="*/ 72436 h 605310"/>
              <a:gd name="connsiteX49" fmla="*/ 429829 w 543439"/>
              <a:gd name="connsiteY49" fmla="*/ 0 h 605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43439" h="605310">
                <a:moveTo>
                  <a:pt x="335600" y="394602"/>
                </a:moveTo>
                <a:cubicBezTo>
                  <a:pt x="344563" y="394602"/>
                  <a:pt x="351753" y="401881"/>
                  <a:pt x="351753" y="410735"/>
                </a:cubicBezTo>
                <a:lnTo>
                  <a:pt x="351753" y="522975"/>
                </a:lnTo>
                <a:lnTo>
                  <a:pt x="411050" y="577275"/>
                </a:lnTo>
                <a:cubicBezTo>
                  <a:pt x="415975" y="581800"/>
                  <a:pt x="417551" y="588882"/>
                  <a:pt x="415187" y="594981"/>
                </a:cubicBezTo>
                <a:cubicBezTo>
                  <a:pt x="412823" y="601178"/>
                  <a:pt x="406815" y="605310"/>
                  <a:pt x="400117" y="605310"/>
                </a:cubicBezTo>
                <a:lnTo>
                  <a:pt x="263892" y="605310"/>
                </a:lnTo>
                <a:cubicBezTo>
                  <a:pt x="257096" y="605310"/>
                  <a:pt x="250989" y="600982"/>
                  <a:pt x="248723" y="594588"/>
                </a:cubicBezTo>
                <a:cubicBezTo>
                  <a:pt x="246359" y="588292"/>
                  <a:pt x="248329" y="581111"/>
                  <a:pt x="253648" y="576783"/>
                </a:cubicBezTo>
                <a:lnTo>
                  <a:pt x="319446" y="522384"/>
                </a:lnTo>
                <a:lnTo>
                  <a:pt x="319446" y="410735"/>
                </a:lnTo>
                <a:cubicBezTo>
                  <a:pt x="319446" y="401881"/>
                  <a:pt x="326735" y="394602"/>
                  <a:pt x="335600" y="394602"/>
                </a:cubicBezTo>
                <a:close/>
                <a:moveTo>
                  <a:pt x="109056" y="89303"/>
                </a:moveTo>
                <a:lnTo>
                  <a:pt x="310124" y="99730"/>
                </a:lnTo>
                <a:cubicBezTo>
                  <a:pt x="319582" y="100222"/>
                  <a:pt x="327660" y="105533"/>
                  <a:pt x="332093" y="113206"/>
                </a:cubicBezTo>
                <a:lnTo>
                  <a:pt x="400659" y="167601"/>
                </a:lnTo>
                <a:lnTo>
                  <a:pt x="496415" y="208913"/>
                </a:lnTo>
                <a:cubicBezTo>
                  <a:pt x="510010" y="214717"/>
                  <a:pt x="516315" y="230553"/>
                  <a:pt x="510404" y="244127"/>
                </a:cubicBezTo>
                <a:cubicBezTo>
                  <a:pt x="506070" y="254357"/>
                  <a:pt x="496120" y="260357"/>
                  <a:pt x="485677" y="260357"/>
                </a:cubicBezTo>
                <a:cubicBezTo>
                  <a:pt x="482131" y="260357"/>
                  <a:pt x="478584" y="259669"/>
                  <a:pt x="475038" y="258193"/>
                </a:cubicBezTo>
                <a:lnTo>
                  <a:pt x="372977" y="214225"/>
                </a:lnTo>
                <a:lnTo>
                  <a:pt x="300766" y="278358"/>
                </a:lnTo>
                <a:lnTo>
                  <a:pt x="513064" y="319965"/>
                </a:lnTo>
                <a:cubicBezTo>
                  <a:pt x="533457" y="323900"/>
                  <a:pt x="546756" y="343671"/>
                  <a:pt x="542717" y="364131"/>
                </a:cubicBezTo>
                <a:cubicBezTo>
                  <a:pt x="539170" y="382033"/>
                  <a:pt x="523507" y="394426"/>
                  <a:pt x="505873" y="394426"/>
                </a:cubicBezTo>
                <a:cubicBezTo>
                  <a:pt x="503410" y="394426"/>
                  <a:pt x="500947" y="394230"/>
                  <a:pt x="498484" y="393738"/>
                </a:cubicBezTo>
                <a:lnTo>
                  <a:pt x="226092" y="340425"/>
                </a:lnTo>
                <a:lnTo>
                  <a:pt x="278501" y="449608"/>
                </a:lnTo>
                <a:cubicBezTo>
                  <a:pt x="284117" y="461313"/>
                  <a:pt x="283329" y="475084"/>
                  <a:pt x="276334" y="486003"/>
                </a:cubicBezTo>
                <a:cubicBezTo>
                  <a:pt x="269438" y="496921"/>
                  <a:pt x="257419" y="503413"/>
                  <a:pt x="244514" y="503413"/>
                </a:cubicBezTo>
                <a:lnTo>
                  <a:pt x="244218" y="503413"/>
                </a:lnTo>
                <a:lnTo>
                  <a:pt x="37239" y="501544"/>
                </a:lnTo>
                <a:cubicBezTo>
                  <a:pt x="16453" y="501347"/>
                  <a:pt x="-196" y="484331"/>
                  <a:pt x="1" y="463576"/>
                </a:cubicBezTo>
                <a:cubicBezTo>
                  <a:pt x="99" y="442920"/>
                  <a:pt x="16945" y="426296"/>
                  <a:pt x="37633" y="426296"/>
                </a:cubicBezTo>
                <a:lnTo>
                  <a:pt x="37929" y="426296"/>
                </a:lnTo>
                <a:lnTo>
                  <a:pt x="184420" y="427673"/>
                </a:lnTo>
                <a:lnTo>
                  <a:pt x="130138" y="314555"/>
                </a:lnTo>
                <a:cubicBezTo>
                  <a:pt x="130138" y="314457"/>
                  <a:pt x="130040" y="314359"/>
                  <a:pt x="130040" y="314162"/>
                </a:cubicBezTo>
                <a:cubicBezTo>
                  <a:pt x="129547" y="313375"/>
                  <a:pt x="128858" y="312588"/>
                  <a:pt x="128562" y="311703"/>
                </a:cubicBezTo>
                <a:lnTo>
                  <a:pt x="119893" y="290456"/>
                </a:lnTo>
                <a:cubicBezTo>
                  <a:pt x="117627" y="284948"/>
                  <a:pt x="119400" y="277276"/>
                  <a:pt x="123735" y="273243"/>
                </a:cubicBezTo>
                <a:lnTo>
                  <a:pt x="256533" y="150682"/>
                </a:lnTo>
                <a:lnTo>
                  <a:pt x="106298" y="142911"/>
                </a:lnTo>
                <a:cubicBezTo>
                  <a:pt x="91422" y="142124"/>
                  <a:pt x="79995" y="129534"/>
                  <a:pt x="80783" y="114681"/>
                </a:cubicBezTo>
                <a:cubicBezTo>
                  <a:pt x="81571" y="99927"/>
                  <a:pt x="94279" y="88418"/>
                  <a:pt x="109056" y="89303"/>
                </a:cubicBezTo>
                <a:close/>
                <a:moveTo>
                  <a:pt x="429829" y="0"/>
                </a:moveTo>
                <a:cubicBezTo>
                  <a:pt x="469892" y="0"/>
                  <a:pt x="502370" y="32431"/>
                  <a:pt x="502370" y="72436"/>
                </a:cubicBezTo>
                <a:cubicBezTo>
                  <a:pt x="502370" y="112441"/>
                  <a:pt x="469892" y="144872"/>
                  <a:pt x="429829" y="144872"/>
                </a:cubicBezTo>
                <a:cubicBezTo>
                  <a:pt x="389766" y="144872"/>
                  <a:pt x="357288" y="112441"/>
                  <a:pt x="357288" y="72436"/>
                </a:cubicBezTo>
                <a:cubicBezTo>
                  <a:pt x="357288" y="32431"/>
                  <a:pt x="389766" y="0"/>
                  <a:pt x="429829" y="0"/>
                </a:cubicBezTo>
                <a:close/>
              </a:path>
            </a:pathLst>
          </a:custGeom>
          <a:solidFill>
            <a:schemeClr val="accent1"/>
          </a:solidFill>
          <a:ln>
            <a:noFill/>
          </a:ln>
        </p:spPr>
      </p:sp>
      <p:sp>
        <p:nvSpPr>
          <p:cNvPr id="89" name="weightlifting-silhouette_38406">
            <a:extLst>
              <a:ext uri="{FF2B5EF4-FFF2-40B4-BE49-F238E27FC236}">
                <a16:creationId xmlns:a16="http://schemas.microsoft.com/office/drawing/2014/main" id="{B9E2F017-BB2E-4395-944C-6D247190755E}"/>
              </a:ext>
            </a:extLst>
          </p:cNvPr>
          <p:cNvSpPr>
            <a:spLocks noChangeAspect="1"/>
          </p:cNvSpPr>
          <p:nvPr/>
        </p:nvSpPr>
        <p:spPr bwMode="auto">
          <a:xfrm>
            <a:off x="7937499" y="3774398"/>
            <a:ext cx="609685" cy="458713"/>
          </a:xfrm>
          <a:custGeom>
            <a:avLst/>
            <a:gdLst>
              <a:gd name="connsiteX0" fmla="*/ 304248 w 608415"/>
              <a:gd name="connsiteY0" fmla="*/ 87501 h 457758"/>
              <a:gd name="connsiteX1" fmla="*/ 344642 w 608415"/>
              <a:gd name="connsiteY1" fmla="*/ 127935 h 457758"/>
              <a:gd name="connsiteX2" fmla="*/ 304248 w 608415"/>
              <a:gd name="connsiteY2" fmla="*/ 168369 h 457758"/>
              <a:gd name="connsiteX3" fmla="*/ 263774 w 608415"/>
              <a:gd name="connsiteY3" fmla="*/ 127935 h 457758"/>
              <a:gd name="connsiteX4" fmla="*/ 304248 w 608415"/>
              <a:gd name="connsiteY4" fmla="*/ 87501 h 457758"/>
              <a:gd name="connsiteX5" fmla="*/ 242543 w 608415"/>
              <a:gd name="connsiteY5" fmla="*/ 74588 h 457758"/>
              <a:gd name="connsiteX6" fmla="*/ 242543 w 608415"/>
              <a:gd name="connsiteY6" fmla="*/ 153606 h 457758"/>
              <a:gd name="connsiteX7" fmla="*/ 274242 w 608415"/>
              <a:gd name="connsiteY7" fmla="*/ 172374 h 457758"/>
              <a:gd name="connsiteX8" fmla="*/ 278598 w 608415"/>
              <a:gd name="connsiteY8" fmla="*/ 175918 h 457758"/>
              <a:gd name="connsiteX9" fmla="*/ 330543 w 608415"/>
              <a:gd name="connsiteY9" fmla="*/ 175918 h 457758"/>
              <a:gd name="connsiteX10" fmla="*/ 334898 w 608415"/>
              <a:gd name="connsiteY10" fmla="*/ 172374 h 457758"/>
              <a:gd name="connsiteX11" fmla="*/ 366598 w 608415"/>
              <a:gd name="connsiteY11" fmla="*/ 153606 h 457758"/>
              <a:gd name="connsiteX12" fmla="*/ 366598 w 608415"/>
              <a:gd name="connsiteY12" fmla="*/ 74588 h 457758"/>
              <a:gd name="connsiteX13" fmla="*/ 26940 w 608415"/>
              <a:gd name="connsiteY13" fmla="*/ 0 h 457758"/>
              <a:gd name="connsiteX14" fmla="*/ 37103 w 608415"/>
              <a:gd name="connsiteY14" fmla="*/ 0 h 457758"/>
              <a:gd name="connsiteX15" fmla="*/ 64044 w 608415"/>
              <a:gd name="connsiteY15" fmla="*/ 26903 h 457758"/>
              <a:gd name="connsiteX16" fmla="*/ 64044 w 608415"/>
              <a:gd name="connsiteY16" fmla="*/ 50182 h 457758"/>
              <a:gd name="connsiteX17" fmla="*/ 207053 w 608415"/>
              <a:gd name="connsiteY17" fmla="*/ 50182 h 457758"/>
              <a:gd name="connsiteX18" fmla="*/ 221975 w 608415"/>
              <a:gd name="connsiteY18" fmla="*/ 43738 h 457758"/>
              <a:gd name="connsiteX19" fmla="*/ 236897 w 608415"/>
              <a:gd name="connsiteY19" fmla="*/ 50182 h 457758"/>
              <a:gd name="connsiteX20" fmla="*/ 372244 w 608415"/>
              <a:gd name="connsiteY20" fmla="*/ 50182 h 457758"/>
              <a:gd name="connsiteX21" fmla="*/ 387166 w 608415"/>
              <a:gd name="connsiteY21" fmla="*/ 43738 h 457758"/>
              <a:gd name="connsiteX22" fmla="*/ 402088 w 608415"/>
              <a:gd name="connsiteY22" fmla="*/ 50182 h 457758"/>
              <a:gd name="connsiteX23" fmla="*/ 544371 w 608415"/>
              <a:gd name="connsiteY23" fmla="*/ 50182 h 457758"/>
              <a:gd name="connsiteX24" fmla="*/ 544371 w 608415"/>
              <a:gd name="connsiteY24" fmla="*/ 26903 h 457758"/>
              <a:gd name="connsiteX25" fmla="*/ 571312 w 608415"/>
              <a:gd name="connsiteY25" fmla="*/ 0 h 457758"/>
              <a:gd name="connsiteX26" fmla="*/ 581394 w 608415"/>
              <a:gd name="connsiteY26" fmla="*/ 0 h 457758"/>
              <a:gd name="connsiteX27" fmla="*/ 608415 w 608415"/>
              <a:gd name="connsiteY27" fmla="*/ 26903 h 457758"/>
              <a:gd name="connsiteX28" fmla="*/ 608415 w 608415"/>
              <a:gd name="connsiteY28" fmla="*/ 97867 h 457758"/>
              <a:gd name="connsiteX29" fmla="*/ 581394 w 608415"/>
              <a:gd name="connsiteY29" fmla="*/ 124770 h 457758"/>
              <a:gd name="connsiteX30" fmla="*/ 571312 w 608415"/>
              <a:gd name="connsiteY30" fmla="*/ 124770 h 457758"/>
              <a:gd name="connsiteX31" fmla="*/ 544371 w 608415"/>
              <a:gd name="connsiteY31" fmla="*/ 97867 h 457758"/>
              <a:gd name="connsiteX32" fmla="*/ 544371 w 608415"/>
              <a:gd name="connsiteY32" fmla="*/ 74588 h 457758"/>
              <a:gd name="connsiteX33" fmla="*/ 407734 w 608415"/>
              <a:gd name="connsiteY33" fmla="*/ 74588 h 457758"/>
              <a:gd name="connsiteX34" fmla="*/ 407734 w 608415"/>
              <a:gd name="connsiteY34" fmla="*/ 165286 h 457758"/>
              <a:gd name="connsiteX35" fmla="*/ 397652 w 608415"/>
              <a:gd name="connsiteY35" fmla="*/ 182926 h 457758"/>
              <a:gd name="connsiteX36" fmla="*/ 362887 w 608415"/>
              <a:gd name="connsiteY36" fmla="*/ 203546 h 457758"/>
              <a:gd name="connsiteX37" fmla="*/ 362887 w 608415"/>
              <a:gd name="connsiteY37" fmla="*/ 315187 h 457758"/>
              <a:gd name="connsiteX38" fmla="*/ 363371 w 608415"/>
              <a:gd name="connsiteY38" fmla="*/ 315187 h 457758"/>
              <a:gd name="connsiteX39" fmla="*/ 383052 w 608415"/>
              <a:gd name="connsiteY39" fmla="*/ 321631 h 457758"/>
              <a:gd name="connsiteX40" fmla="*/ 391521 w 608415"/>
              <a:gd name="connsiteY40" fmla="*/ 340479 h 457758"/>
              <a:gd name="connsiteX41" fmla="*/ 392328 w 608415"/>
              <a:gd name="connsiteY41" fmla="*/ 431821 h 457758"/>
              <a:gd name="connsiteX42" fmla="*/ 366840 w 608415"/>
              <a:gd name="connsiteY42" fmla="*/ 457758 h 457758"/>
              <a:gd name="connsiteX43" fmla="*/ 366598 w 608415"/>
              <a:gd name="connsiteY43" fmla="*/ 457758 h 457758"/>
              <a:gd name="connsiteX44" fmla="*/ 340867 w 608415"/>
              <a:gd name="connsiteY44" fmla="*/ 432224 h 457758"/>
              <a:gd name="connsiteX45" fmla="*/ 340303 w 608415"/>
              <a:gd name="connsiteY45" fmla="*/ 368913 h 457758"/>
              <a:gd name="connsiteX46" fmla="*/ 305861 w 608415"/>
              <a:gd name="connsiteY46" fmla="*/ 372215 h 457758"/>
              <a:gd name="connsiteX47" fmla="*/ 301021 w 608415"/>
              <a:gd name="connsiteY47" fmla="*/ 372215 h 457758"/>
              <a:gd name="connsiteX48" fmla="*/ 264160 w 608415"/>
              <a:gd name="connsiteY48" fmla="*/ 368832 h 457758"/>
              <a:gd name="connsiteX49" fmla="*/ 264160 w 608415"/>
              <a:gd name="connsiteY49" fmla="*/ 432063 h 457758"/>
              <a:gd name="connsiteX50" fmla="*/ 238430 w 608415"/>
              <a:gd name="connsiteY50" fmla="*/ 457677 h 457758"/>
              <a:gd name="connsiteX51" fmla="*/ 212699 w 608415"/>
              <a:gd name="connsiteY51" fmla="*/ 432063 h 457758"/>
              <a:gd name="connsiteX52" fmla="*/ 212699 w 608415"/>
              <a:gd name="connsiteY52" fmla="*/ 340721 h 457758"/>
              <a:gd name="connsiteX53" fmla="*/ 221088 w 608415"/>
              <a:gd name="connsiteY53" fmla="*/ 321711 h 457758"/>
              <a:gd name="connsiteX54" fmla="*/ 240769 w 608415"/>
              <a:gd name="connsiteY54" fmla="*/ 315106 h 457758"/>
              <a:gd name="connsiteX55" fmla="*/ 245528 w 608415"/>
              <a:gd name="connsiteY55" fmla="*/ 315590 h 457758"/>
              <a:gd name="connsiteX56" fmla="*/ 245528 w 608415"/>
              <a:gd name="connsiteY56" fmla="*/ 203144 h 457758"/>
              <a:gd name="connsiteX57" fmla="*/ 211489 w 608415"/>
              <a:gd name="connsiteY57" fmla="*/ 182926 h 457758"/>
              <a:gd name="connsiteX58" fmla="*/ 201407 w 608415"/>
              <a:gd name="connsiteY58" fmla="*/ 165286 h 457758"/>
              <a:gd name="connsiteX59" fmla="*/ 201407 w 608415"/>
              <a:gd name="connsiteY59" fmla="*/ 74588 h 457758"/>
              <a:gd name="connsiteX60" fmla="*/ 64044 w 608415"/>
              <a:gd name="connsiteY60" fmla="*/ 74588 h 457758"/>
              <a:gd name="connsiteX61" fmla="*/ 64044 w 608415"/>
              <a:gd name="connsiteY61" fmla="*/ 97867 h 457758"/>
              <a:gd name="connsiteX62" fmla="*/ 37103 w 608415"/>
              <a:gd name="connsiteY62" fmla="*/ 124770 h 457758"/>
              <a:gd name="connsiteX63" fmla="*/ 26940 w 608415"/>
              <a:gd name="connsiteY63" fmla="*/ 124770 h 457758"/>
              <a:gd name="connsiteX64" fmla="*/ 0 w 608415"/>
              <a:gd name="connsiteY64" fmla="*/ 97867 h 457758"/>
              <a:gd name="connsiteX65" fmla="*/ 0 w 608415"/>
              <a:gd name="connsiteY65" fmla="*/ 26903 h 457758"/>
              <a:gd name="connsiteX66" fmla="*/ 26940 w 608415"/>
              <a:gd name="connsiteY66" fmla="*/ 0 h 45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8415" h="457758">
                <a:moveTo>
                  <a:pt x="304248" y="87501"/>
                </a:moveTo>
                <a:cubicBezTo>
                  <a:pt x="326582" y="87501"/>
                  <a:pt x="344642" y="105543"/>
                  <a:pt x="344642" y="127935"/>
                </a:cubicBezTo>
                <a:cubicBezTo>
                  <a:pt x="344642" y="150166"/>
                  <a:pt x="326582" y="168369"/>
                  <a:pt x="304248" y="168369"/>
                </a:cubicBezTo>
                <a:cubicBezTo>
                  <a:pt x="281915" y="168369"/>
                  <a:pt x="263774" y="150166"/>
                  <a:pt x="263774" y="127935"/>
                </a:cubicBezTo>
                <a:cubicBezTo>
                  <a:pt x="263774" y="105543"/>
                  <a:pt x="281915" y="87501"/>
                  <a:pt x="304248" y="87501"/>
                </a:cubicBezTo>
                <a:close/>
                <a:moveTo>
                  <a:pt x="242543" y="74588"/>
                </a:moveTo>
                <a:lnTo>
                  <a:pt x="242543" y="153606"/>
                </a:lnTo>
                <a:lnTo>
                  <a:pt x="274242" y="172374"/>
                </a:lnTo>
                <a:cubicBezTo>
                  <a:pt x="275936" y="173421"/>
                  <a:pt x="277308" y="174629"/>
                  <a:pt x="278598" y="175918"/>
                </a:cubicBezTo>
                <a:lnTo>
                  <a:pt x="330543" y="175918"/>
                </a:lnTo>
                <a:cubicBezTo>
                  <a:pt x="331833" y="174629"/>
                  <a:pt x="333205" y="173421"/>
                  <a:pt x="334898" y="172374"/>
                </a:cubicBezTo>
                <a:lnTo>
                  <a:pt x="366598" y="153606"/>
                </a:lnTo>
                <a:lnTo>
                  <a:pt x="366598" y="74588"/>
                </a:lnTo>
                <a:close/>
                <a:moveTo>
                  <a:pt x="26940" y="0"/>
                </a:moveTo>
                <a:lnTo>
                  <a:pt x="37103" y="0"/>
                </a:lnTo>
                <a:cubicBezTo>
                  <a:pt x="51945" y="0"/>
                  <a:pt x="64044" y="12082"/>
                  <a:pt x="64044" y="26903"/>
                </a:cubicBezTo>
                <a:lnTo>
                  <a:pt x="64044" y="50182"/>
                </a:lnTo>
                <a:lnTo>
                  <a:pt x="207053" y="50182"/>
                </a:lnTo>
                <a:cubicBezTo>
                  <a:pt x="210844" y="46235"/>
                  <a:pt x="216087" y="43738"/>
                  <a:pt x="221975" y="43738"/>
                </a:cubicBezTo>
                <a:cubicBezTo>
                  <a:pt x="227863" y="43738"/>
                  <a:pt x="233106" y="46235"/>
                  <a:pt x="236897" y="50182"/>
                </a:cubicBezTo>
                <a:lnTo>
                  <a:pt x="372244" y="50182"/>
                </a:lnTo>
                <a:cubicBezTo>
                  <a:pt x="376035" y="46235"/>
                  <a:pt x="381278" y="43738"/>
                  <a:pt x="387166" y="43738"/>
                </a:cubicBezTo>
                <a:cubicBezTo>
                  <a:pt x="393054" y="43738"/>
                  <a:pt x="398297" y="46235"/>
                  <a:pt x="402088" y="50182"/>
                </a:cubicBezTo>
                <a:lnTo>
                  <a:pt x="544371" y="50182"/>
                </a:lnTo>
                <a:lnTo>
                  <a:pt x="544371" y="26903"/>
                </a:lnTo>
                <a:cubicBezTo>
                  <a:pt x="544371" y="12082"/>
                  <a:pt x="556390" y="0"/>
                  <a:pt x="571312" y="0"/>
                </a:cubicBezTo>
                <a:lnTo>
                  <a:pt x="581394" y="0"/>
                </a:lnTo>
                <a:cubicBezTo>
                  <a:pt x="596316" y="0"/>
                  <a:pt x="608415" y="12082"/>
                  <a:pt x="608415" y="26903"/>
                </a:cubicBezTo>
                <a:lnTo>
                  <a:pt x="608415" y="97867"/>
                </a:lnTo>
                <a:cubicBezTo>
                  <a:pt x="608415" y="112688"/>
                  <a:pt x="596316" y="124770"/>
                  <a:pt x="581394" y="124770"/>
                </a:cubicBezTo>
                <a:lnTo>
                  <a:pt x="571312" y="124770"/>
                </a:lnTo>
                <a:cubicBezTo>
                  <a:pt x="556390" y="124770"/>
                  <a:pt x="544371" y="112688"/>
                  <a:pt x="544371" y="97867"/>
                </a:cubicBezTo>
                <a:lnTo>
                  <a:pt x="544371" y="74588"/>
                </a:lnTo>
                <a:lnTo>
                  <a:pt x="407734" y="74588"/>
                </a:lnTo>
                <a:lnTo>
                  <a:pt x="407734" y="165286"/>
                </a:lnTo>
                <a:cubicBezTo>
                  <a:pt x="407734" y="172535"/>
                  <a:pt x="403943" y="179221"/>
                  <a:pt x="397652" y="182926"/>
                </a:cubicBezTo>
                <a:lnTo>
                  <a:pt x="362887" y="203546"/>
                </a:lnTo>
                <a:lnTo>
                  <a:pt x="362887" y="315187"/>
                </a:lnTo>
                <a:lnTo>
                  <a:pt x="363371" y="315187"/>
                </a:lnTo>
                <a:cubicBezTo>
                  <a:pt x="370550" y="314462"/>
                  <a:pt x="377648" y="316798"/>
                  <a:pt x="383052" y="321631"/>
                </a:cubicBezTo>
                <a:cubicBezTo>
                  <a:pt x="388376" y="326464"/>
                  <a:pt x="391441" y="333310"/>
                  <a:pt x="391521" y="340479"/>
                </a:cubicBezTo>
                <a:lnTo>
                  <a:pt x="392328" y="431821"/>
                </a:lnTo>
                <a:cubicBezTo>
                  <a:pt x="392409" y="445998"/>
                  <a:pt x="381036" y="457597"/>
                  <a:pt x="366840" y="457758"/>
                </a:cubicBezTo>
                <a:lnTo>
                  <a:pt x="366598" y="457758"/>
                </a:lnTo>
                <a:cubicBezTo>
                  <a:pt x="352482" y="457758"/>
                  <a:pt x="341029" y="446401"/>
                  <a:pt x="340867" y="432224"/>
                </a:cubicBezTo>
                <a:lnTo>
                  <a:pt x="340303" y="368913"/>
                </a:lnTo>
                <a:lnTo>
                  <a:pt x="305861" y="372215"/>
                </a:lnTo>
                <a:cubicBezTo>
                  <a:pt x="304248" y="372376"/>
                  <a:pt x="302635" y="372376"/>
                  <a:pt x="301021" y="372215"/>
                </a:cubicBezTo>
                <a:lnTo>
                  <a:pt x="264160" y="368832"/>
                </a:lnTo>
                <a:lnTo>
                  <a:pt x="264160" y="432063"/>
                </a:lnTo>
                <a:cubicBezTo>
                  <a:pt x="264160" y="446240"/>
                  <a:pt x="252626" y="457677"/>
                  <a:pt x="238430" y="457677"/>
                </a:cubicBezTo>
                <a:cubicBezTo>
                  <a:pt x="224234" y="457677"/>
                  <a:pt x="212699" y="446240"/>
                  <a:pt x="212699" y="432063"/>
                </a:cubicBezTo>
                <a:lnTo>
                  <a:pt x="212699" y="340721"/>
                </a:lnTo>
                <a:cubicBezTo>
                  <a:pt x="212699" y="333471"/>
                  <a:pt x="215764" y="326625"/>
                  <a:pt x="221088" y="321711"/>
                </a:cubicBezTo>
                <a:cubicBezTo>
                  <a:pt x="226411" y="316878"/>
                  <a:pt x="233509" y="314542"/>
                  <a:pt x="240769" y="315106"/>
                </a:cubicBezTo>
                <a:lnTo>
                  <a:pt x="245528" y="315590"/>
                </a:lnTo>
                <a:lnTo>
                  <a:pt x="245528" y="203144"/>
                </a:lnTo>
                <a:lnTo>
                  <a:pt x="211489" y="182926"/>
                </a:lnTo>
                <a:cubicBezTo>
                  <a:pt x="205198" y="179221"/>
                  <a:pt x="201407" y="172535"/>
                  <a:pt x="201407" y="165286"/>
                </a:cubicBezTo>
                <a:lnTo>
                  <a:pt x="201407" y="74588"/>
                </a:lnTo>
                <a:lnTo>
                  <a:pt x="64044" y="74588"/>
                </a:lnTo>
                <a:lnTo>
                  <a:pt x="64044" y="97867"/>
                </a:lnTo>
                <a:cubicBezTo>
                  <a:pt x="64044" y="112688"/>
                  <a:pt x="51945" y="124770"/>
                  <a:pt x="37103" y="124770"/>
                </a:cubicBezTo>
                <a:lnTo>
                  <a:pt x="26940" y="124770"/>
                </a:lnTo>
                <a:cubicBezTo>
                  <a:pt x="12099" y="124770"/>
                  <a:pt x="0" y="112688"/>
                  <a:pt x="0" y="97867"/>
                </a:cubicBezTo>
                <a:lnTo>
                  <a:pt x="0" y="26903"/>
                </a:lnTo>
                <a:cubicBezTo>
                  <a:pt x="0" y="12082"/>
                  <a:pt x="12099" y="0"/>
                  <a:pt x="26940" y="0"/>
                </a:cubicBezTo>
                <a:close/>
              </a:path>
            </a:pathLst>
          </a:custGeom>
          <a:solidFill>
            <a:schemeClr val="accent1"/>
          </a:solidFill>
          <a:ln>
            <a:noFill/>
          </a:ln>
        </p:spPr>
      </p:sp>
      <p:sp>
        <p:nvSpPr>
          <p:cNvPr id="90" name="badminton-player_37525">
            <a:extLst>
              <a:ext uri="{FF2B5EF4-FFF2-40B4-BE49-F238E27FC236}">
                <a16:creationId xmlns:a16="http://schemas.microsoft.com/office/drawing/2014/main" id="{4555141F-7A53-4E22-B684-2BADBC0BF138}"/>
              </a:ext>
            </a:extLst>
          </p:cNvPr>
          <p:cNvSpPr>
            <a:spLocks noChangeAspect="1"/>
          </p:cNvSpPr>
          <p:nvPr/>
        </p:nvSpPr>
        <p:spPr bwMode="auto">
          <a:xfrm>
            <a:off x="9143999" y="3774398"/>
            <a:ext cx="330188" cy="609685"/>
          </a:xfrm>
          <a:custGeom>
            <a:avLst/>
            <a:gdLst>
              <a:gd name="connsiteX0" fmla="*/ 43853 w 328408"/>
              <a:gd name="connsiteY0" fmla="*/ 94761 h 606397"/>
              <a:gd name="connsiteX1" fmla="*/ 46659 w 328408"/>
              <a:gd name="connsiteY1" fmla="*/ 124294 h 606397"/>
              <a:gd name="connsiteX2" fmla="*/ 48823 w 328408"/>
              <a:gd name="connsiteY2" fmla="*/ 125014 h 606397"/>
              <a:gd name="connsiteX3" fmla="*/ 67823 w 328408"/>
              <a:gd name="connsiteY3" fmla="*/ 102764 h 606397"/>
              <a:gd name="connsiteX4" fmla="*/ 56600 w 328408"/>
              <a:gd name="connsiteY4" fmla="*/ 100203 h 606397"/>
              <a:gd name="connsiteX5" fmla="*/ 43853 w 328408"/>
              <a:gd name="connsiteY5" fmla="*/ 94761 h 606397"/>
              <a:gd name="connsiteX6" fmla="*/ 205322 w 328408"/>
              <a:gd name="connsiteY6" fmla="*/ 83405 h 606397"/>
              <a:gd name="connsiteX7" fmla="*/ 250202 w 328408"/>
              <a:gd name="connsiteY7" fmla="*/ 128250 h 606397"/>
              <a:gd name="connsiteX8" fmla="*/ 205322 w 328408"/>
              <a:gd name="connsiteY8" fmla="*/ 173095 h 606397"/>
              <a:gd name="connsiteX9" fmla="*/ 160442 w 328408"/>
              <a:gd name="connsiteY9" fmla="*/ 128250 h 606397"/>
              <a:gd name="connsiteX10" fmla="*/ 205322 w 328408"/>
              <a:gd name="connsiteY10" fmla="*/ 83405 h 606397"/>
              <a:gd name="connsiteX11" fmla="*/ 195843 w 328408"/>
              <a:gd name="connsiteY11" fmla="*/ 39120 h 606397"/>
              <a:gd name="connsiteX12" fmla="*/ 175650 w 328408"/>
              <a:gd name="connsiteY12" fmla="*/ 44723 h 606397"/>
              <a:gd name="connsiteX13" fmla="*/ 174608 w 328408"/>
              <a:gd name="connsiteY13" fmla="*/ 46564 h 606397"/>
              <a:gd name="connsiteX14" fmla="*/ 176371 w 328408"/>
              <a:gd name="connsiteY14" fmla="*/ 47525 h 606397"/>
              <a:gd name="connsiteX15" fmla="*/ 196564 w 328408"/>
              <a:gd name="connsiteY15" fmla="*/ 41922 h 606397"/>
              <a:gd name="connsiteX16" fmla="*/ 197606 w 328408"/>
              <a:gd name="connsiteY16" fmla="*/ 40161 h 606397"/>
              <a:gd name="connsiteX17" fmla="*/ 197445 w 328408"/>
              <a:gd name="connsiteY17" fmla="*/ 39841 h 606397"/>
              <a:gd name="connsiteX18" fmla="*/ 195843 w 328408"/>
              <a:gd name="connsiteY18" fmla="*/ 39120 h 606397"/>
              <a:gd name="connsiteX19" fmla="*/ 189913 w 328408"/>
              <a:gd name="connsiteY19" fmla="*/ 28955 h 606397"/>
              <a:gd name="connsiteX20" fmla="*/ 171964 w 328408"/>
              <a:gd name="connsiteY20" fmla="*/ 38720 h 606397"/>
              <a:gd name="connsiteX21" fmla="*/ 171403 w 328408"/>
              <a:gd name="connsiteY21" fmla="*/ 40641 h 606397"/>
              <a:gd name="connsiteX22" fmla="*/ 173326 w 328408"/>
              <a:gd name="connsiteY22" fmla="*/ 41201 h 606397"/>
              <a:gd name="connsiteX23" fmla="*/ 191275 w 328408"/>
              <a:gd name="connsiteY23" fmla="*/ 31516 h 606397"/>
              <a:gd name="connsiteX24" fmla="*/ 191836 w 328408"/>
              <a:gd name="connsiteY24" fmla="*/ 29515 h 606397"/>
              <a:gd name="connsiteX25" fmla="*/ 189913 w 328408"/>
              <a:gd name="connsiteY25" fmla="*/ 28955 h 606397"/>
              <a:gd name="connsiteX26" fmla="*/ 184064 w 328408"/>
              <a:gd name="connsiteY26" fmla="*/ 18789 h 606397"/>
              <a:gd name="connsiteX27" fmla="*/ 168278 w 328408"/>
              <a:gd name="connsiteY27" fmla="*/ 32717 h 606397"/>
              <a:gd name="connsiteX28" fmla="*/ 168198 w 328408"/>
              <a:gd name="connsiteY28" fmla="*/ 34718 h 606397"/>
              <a:gd name="connsiteX29" fmla="*/ 170281 w 328408"/>
              <a:gd name="connsiteY29" fmla="*/ 34878 h 606397"/>
              <a:gd name="connsiteX30" fmla="*/ 185987 w 328408"/>
              <a:gd name="connsiteY30" fmla="*/ 21031 h 606397"/>
              <a:gd name="connsiteX31" fmla="*/ 186307 w 328408"/>
              <a:gd name="connsiteY31" fmla="*/ 19190 h 606397"/>
              <a:gd name="connsiteX32" fmla="*/ 186067 w 328408"/>
              <a:gd name="connsiteY32" fmla="*/ 18950 h 606397"/>
              <a:gd name="connsiteX33" fmla="*/ 184064 w 328408"/>
              <a:gd name="connsiteY33" fmla="*/ 18789 h 606397"/>
              <a:gd name="connsiteX34" fmla="*/ 187669 w 328408"/>
              <a:gd name="connsiteY34" fmla="*/ 8464 h 606397"/>
              <a:gd name="connsiteX35" fmla="*/ 189593 w 328408"/>
              <a:gd name="connsiteY35" fmla="*/ 8784 h 606397"/>
              <a:gd name="connsiteX36" fmla="*/ 191516 w 328408"/>
              <a:gd name="connsiteY36" fmla="*/ 11826 h 606397"/>
              <a:gd name="connsiteX37" fmla="*/ 190955 w 328408"/>
              <a:gd name="connsiteY37" fmla="*/ 14147 h 606397"/>
              <a:gd name="connsiteX38" fmla="*/ 191676 w 328408"/>
              <a:gd name="connsiteY38" fmla="*/ 15908 h 606397"/>
              <a:gd name="connsiteX39" fmla="*/ 193599 w 328408"/>
              <a:gd name="connsiteY39" fmla="*/ 16228 h 606397"/>
              <a:gd name="connsiteX40" fmla="*/ 195602 w 328408"/>
              <a:gd name="connsiteY40" fmla="*/ 19270 h 606397"/>
              <a:gd name="connsiteX41" fmla="*/ 195041 w 328408"/>
              <a:gd name="connsiteY41" fmla="*/ 21591 h 606397"/>
              <a:gd name="connsiteX42" fmla="*/ 195763 w 328408"/>
              <a:gd name="connsiteY42" fmla="*/ 23432 h 606397"/>
              <a:gd name="connsiteX43" fmla="*/ 197686 w 328408"/>
              <a:gd name="connsiteY43" fmla="*/ 23672 h 606397"/>
              <a:gd name="connsiteX44" fmla="*/ 199689 w 328408"/>
              <a:gd name="connsiteY44" fmla="*/ 26794 h 606397"/>
              <a:gd name="connsiteX45" fmla="*/ 199128 w 328408"/>
              <a:gd name="connsiteY45" fmla="*/ 29115 h 606397"/>
              <a:gd name="connsiteX46" fmla="*/ 199849 w 328408"/>
              <a:gd name="connsiteY46" fmla="*/ 30876 h 606397"/>
              <a:gd name="connsiteX47" fmla="*/ 201772 w 328408"/>
              <a:gd name="connsiteY47" fmla="*/ 31196 h 606397"/>
              <a:gd name="connsiteX48" fmla="*/ 203776 w 328408"/>
              <a:gd name="connsiteY48" fmla="*/ 34238 h 606397"/>
              <a:gd name="connsiteX49" fmla="*/ 203215 w 328408"/>
              <a:gd name="connsiteY49" fmla="*/ 36559 h 606397"/>
              <a:gd name="connsiteX50" fmla="*/ 203936 w 328408"/>
              <a:gd name="connsiteY50" fmla="*/ 38400 h 606397"/>
              <a:gd name="connsiteX51" fmla="*/ 205859 w 328408"/>
              <a:gd name="connsiteY51" fmla="*/ 38720 h 606397"/>
              <a:gd name="connsiteX52" fmla="*/ 207782 w 328408"/>
              <a:gd name="connsiteY52" fmla="*/ 41762 h 606397"/>
              <a:gd name="connsiteX53" fmla="*/ 207221 w 328408"/>
              <a:gd name="connsiteY53" fmla="*/ 44083 h 606397"/>
              <a:gd name="connsiteX54" fmla="*/ 203215 w 328408"/>
              <a:gd name="connsiteY54" fmla="*/ 46804 h 606397"/>
              <a:gd name="connsiteX55" fmla="*/ 177252 w 328408"/>
              <a:gd name="connsiteY55" fmla="*/ 52007 h 606397"/>
              <a:gd name="connsiteX56" fmla="*/ 171002 w 328408"/>
              <a:gd name="connsiteY56" fmla="*/ 59051 h 606397"/>
              <a:gd name="connsiteX57" fmla="*/ 149367 w 328408"/>
              <a:gd name="connsiteY57" fmla="*/ 52647 h 606397"/>
              <a:gd name="connsiteX58" fmla="*/ 155777 w 328408"/>
              <a:gd name="connsiteY58" fmla="*/ 31116 h 606397"/>
              <a:gd name="connsiteX59" fmla="*/ 164672 w 328408"/>
              <a:gd name="connsiteY59" fmla="*/ 28875 h 606397"/>
              <a:gd name="connsiteX60" fmla="*/ 164672 w 328408"/>
              <a:gd name="connsiteY60" fmla="*/ 28795 h 606397"/>
              <a:gd name="connsiteX61" fmla="*/ 183583 w 328408"/>
              <a:gd name="connsiteY61" fmla="*/ 10625 h 606397"/>
              <a:gd name="connsiteX62" fmla="*/ 187669 w 328408"/>
              <a:gd name="connsiteY62" fmla="*/ 8464 h 606397"/>
              <a:gd name="connsiteX63" fmla="*/ 86903 w 328408"/>
              <a:gd name="connsiteY63" fmla="*/ 1838 h 606397"/>
              <a:gd name="connsiteX64" fmla="*/ 109190 w 328408"/>
              <a:gd name="connsiteY64" fmla="*/ 19686 h 606397"/>
              <a:gd name="connsiteX65" fmla="*/ 111274 w 328408"/>
              <a:gd name="connsiteY65" fmla="*/ 53382 h 606397"/>
              <a:gd name="connsiteX66" fmla="*/ 79448 w 328408"/>
              <a:gd name="connsiteY66" fmla="*/ 99963 h 606397"/>
              <a:gd name="connsiteX67" fmla="*/ 53393 w 328408"/>
              <a:gd name="connsiteY67" fmla="*/ 129496 h 606397"/>
              <a:gd name="connsiteX68" fmla="*/ 47621 w 328408"/>
              <a:gd name="connsiteY68" fmla="*/ 143503 h 606397"/>
              <a:gd name="connsiteX69" fmla="*/ 43292 w 328408"/>
              <a:gd name="connsiteY69" fmla="*/ 163752 h 606397"/>
              <a:gd name="connsiteX70" fmla="*/ 43933 w 328408"/>
              <a:gd name="connsiteY70" fmla="*/ 167514 h 606397"/>
              <a:gd name="connsiteX71" fmla="*/ 43853 w 328408"/>
              <a:gd name="connsiteY71" fmla="*/ 167674 h 606397"/>
              <a:gd name="connsiteX72" fmla="*/ 93717 w 328408"/>
              <a:gd name="connsiteY72" fmla="*/ 217536 h 606397"/>
              <a:gd name="connsiteX73" fmla="*/ 143502 w 328408"/>
              <a:gd name="connsiteY73" fmla="*/ 188483 h 606397"/>
              <a:gd name="connsiteX74" fmla="*/ 154405 w 328408"/>
              <a:gd name="connsiteY74" fmla="*/ 182961 h 606397"/>
              <a:gd name="connsiteX75" fmla="*/ 172363 w 328408"/>
              <a:gd name="connsiteY75" fmla="*/ 182961 h 606397"/>
              <a:gd name="connsiteX76" fmla="*/ 240024 w 328408"/>
              <a:gd name="connsiteY76" fmla="*/ 182961 h 606397"/>
              <a:gd name="connsiteX77" fmla="*/ 261109 w 328408"/>
              <a:gd name="connsiteY77" fmla="*/ 203050 h 606397"/>
              <a:gd name="connsiteX78" fmla="*/ 261109 w 328408"/>
              <a:gd name="connsiteY78" fmla="*/ 363763 h 606397"/>
              <a:gd name="connsiteX79" fmla="*/ 327247 w 328408"/>
              <a:gd name="connsiteY79" fmla="*/ 564494 h 606397"/>
              <a:gd name="connsiteX80" fmla="*/ 303758 w 328408"/>
              <a:gd name="connsiteY80" fmla="*/ 605233 h 606397"/>
              <a:gd name="connsiteX81" fmla="*/ 262952 w 328408"/>
              <a:gd name="connsiteY81" fmla="*/ 581702 h 606397"/>
              <a:gd name="connsiteX82" fmla="*/ 203468 w 328408"/>
              <a:gd name="connsiteY82" fmla="*/ 405302 h 606397"/>
              <a:gd name="connsiteX83" fmla="*/ 145105 w 328408"/>
              <a:gd name="connsiteY83" fmla="*/ 581302 h 606397"/>
              <a:gd name="connsiteX84" fmla="*/ 104300 w 328408"/>
              <a:gd name="connsiteY84" fmla="*/ 604913 h 606397"/>
              <a:gd name="connsiteX85" fmla="*/ 80730 w 328408"/>
              <a:gd name="connsiteY85" fmla="*/ 564174 h 606397"/>
              <a:gd name="connsiteX86" fmla="*/ 147591 w 328408"/>
              <a:gd name="connsiteY86" fmla="*/ 360241 h 606397"/>
              <a:gd name="connsiteX87" fmla="*/ 147591 w 328408"/>
              <a:gd name="connsiteY87" fmla="*/ 242348 h 606397"/>
              <a:gd name="connsiteX88" fmla="*/ 103819 w 328408"/>
              <a:gd name="connsiteY88" fmla="*/ 266359 h 606397"/>
              <a:gd name="connsiteX89" fmla="*/ 89950 w 328408"/>
              <a:gd name="connsiteY89" fmla="*/ 270761 h 606397"/>
              <a:gd name="connsiteX90" fmla="*/ 72232 w 328408"/>
              <a:gd name="connsiteY90" fmla="*/ 262677 h 606397"/>
              <a:gd name="connsiteX91" fmla="*/ 27739 w 328408"/>
              <a:gd name="connsiteY91" fmla="*/ 218337 h 606397"/>
              <a:gd name="connsiteX92" fmla="*/ 27579 w 328408"/>
              <a:gd name="connsiteY92" fmla="*/ 218897 h 606397"/>
              <a:gd name="connsiteX93" fmla="*/ 15474 w 328408"/>
              <a:gd name="connsiteY93" fmla="*/ 226100 h 606397"/>
              <a:gd name="connsiteX94" fmla="*/ 9782 w 328408"/>
              <a:gd name="connsiteY94" fmla="*/ 213215 h 606397"/>
              <a:gd name="connsiteX95" fmla="*/ 12908 w 328408"/>
              <a:gd name="connsiteY95" fmla="*/ 203450 h 606397"/>
              <a:gd name="connsiteX96" fmla="*/ 5853 w 328408"/>
              <a:gd name="connsiteY96" fmla="*/ 196487 h 606397"/>
              <a:gd name="connsiteX97" fmla="*/ 8178 w 328408"/>
              <a:gd name="connsiteY97" fmla="*/ 162471 h 606397"/>
              <a:gd name="connsiteX98" fmla="*/ 29583 w 328408"/>
              <a:gd name="connsiteY98" fmla="*/ 157829 h 606397"/>
              <a:gd name="connsiteX99" fmla="*/ 36878 w 328408"/>
              <a:gd name="connsiteY99" fmla="*/ 141182 h 606397"/>
              <a:gd name="connsiteX100" fmla="*/ 40245 w 328408"/>
              <a:gd name="connsiteY100" fmla="*/ 125335 h 606397"/>
              <a:gd name="connsiteX101" fmla="*/ 36077 w 328408"/>
              <a:gd name="connsiteY101" fmla="*/ 86197 h 606397"/>
              <a:gd name="connsiteX102" fmla="*/ 36959 w 328408"/>
              <a:gd name="connsiteY102" fmla="*/ 29851 h 606397"/>
              <a:gd name="connsiteX103" fmla="*/ 58604 w 328408"/>
              <a:gd name="connsiteY103" fmla="*/ 4079 h 606397"/>
              <a:gd name="connsiteX104" fmla="*/ 86903 w 328408"/>
              <a:gd name="connsiteY104" fmla="*/ 1838 h 60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28408" h="606397">
                <a:moveTo>
                  <a:pt x="43853" y="94761"/>
                </a:moveTo>
                <a:cubicBezTo>
                  <a:pt x="46338" y="111328"/>
                  <a:pt x="46659" y="121013"/>
                  <a:pt x="46659" y="124294"/>
                </a:cubicBezTo>
                <a:lnTo>
                  <a:pt x="48823" y="125014"/>
                </a:lnTo>
                <a:cubicBezTo>
                  <a:pt x="50667" y="122293"/>
                  <a:pt x="56439" y="114690"/>
                  <a:pt x="67823" y="102764"/>
                </a:cubicBezTo>
                <a:cubicBezTo>
                  <a:pt x="64857" y="102364"/>
                  <a:pt x="61009" y="101564"/>
                  <a:pt x="56600" y="100203"/>
                </a:cubicBezTo>
                <a:cubicBezTo>
                  <a:pt x="50908" y="98442"/>
                  <a:pt x="46819" y="96521"/>
                  <a:pt x="43853" y="94761"/>
                </a:cubicBezTo>
                <a:close/>
                <a:moveTo>
                  <a:pt x="205322" y="83405"/>
                </a:moveTo>
                <a:cubicBezTo>
                  <a:pt x="230109" y="83405"/>
                  <a:pt x="250202" y="103483"/>
                  <a:pt x="250202" y="128250"/>
                </a:cubicBezTo>
                <a:cubicBezTo>
                  <a:pt x="250202" y="153017"/>
                  <a:pt x="230109" y="173095"/>
                  <a:pt x="205322" y="173095"/>
                </a:cubicBezTo>
                <a:cubicBezTo>
                  <a:pt x="180535" y="173095"/>
                  <a:pt x="160442" y="153017"/>
                  <a:pt x="160442" y="128250"/>
                </a:cubicBezTo>
                <a:cubicBezTo>
                  <a:pt x="160442" y="103483"/>
                  <a:pt x="180535" y="83405"/>
                  <a:pt x="205322" y="83405"/>
                </a:cubicBezTo>
                <a:close/>
                <a:moveTo>
                  <a:pt x="195843" y="39120"/>
                </a:moveTo>
                <a:lnTo>
                  <a:pt x="175650" y="44723"/>
                </a:lnTo>
                <a:cubicBezTo>
                  <a:pt x="174849" y="44963"/>
                  <a:pt x="174368" y="45764"/>
                  <a:pt x="174608" y="46564"/>
                </a:cubicBezTo>
                <a:cubicBezTo>
                  <a:pt x="174849" y="47285"/>
                  <a:pt x="175650" y="47765"/>
                  <a:pt x="176371" y="47525"/>
                </a:cubicBezTo>
                <a:lnTo>
                  <a:pt x="196564" y="41922"/>
                </a:lnTo>
                <a:cubicBezTo>
                  <a:pt x="197365" y="41682"/>
                  <a:pt x="197846" y="40881"/>
                  <a:pt x="197606" y="40161"/>
                </a:cubicBezTo>
                <a:cubicBezTo>
                  <a:pt x="197606" y="40001"/>
                  <a:pt x="197525" y="39921"/>
                  <a:pt x="197445" y="39841"/>
                </a:cubicBezTo>
                <a:cubicBezTo>
                  <a:pt x="197205" y="39280"/>
                  <a:pt x="196484" y="38960"/>
                  <a:pt x="195843" y="39120"/>
                </a:cubicBezTo>
                <a:close/>
                <a:moveTo>
                  <a:pt x="189913" y="28955"/>
                </a:moveTo>
                <a:lnTo>
                  <a:pt x="171964" y="38720"/>
                </a:lnTo>
                <a:cubicBezTo>
                  <a:pt x="171243" y="39040"/>
                  <a:pt x="171002" y="39921"/>
                  <a:pt x="171403" y="40641"/>
                </a:cubicBezTo>
                <a:cubicBezTo>
                  <a:pt x="171723" y="41361"/>
                  <a:pt x="172605" y="41602"/>
                  <a:pt x="173326" y="41201"/>
                </a:cubicBezTo>
                <a:lnTo>
                  <a:pt x="191275" y="31516"/>
                </a:lnTo>
                <a:cubicBezTo>
                  <a:pt x="191996" y="31116"/>
                  <a:pt x="192237" y="30236"/>
                  <a:pt x="191836" y="29515"/>
                </a:cubicBezTo>
                <a:cubicBezTo>
                  <a:pt x="191516" y="28795"/>
                  <a:pt x="190634" y="28555"/>
                  <a:pt x="189913" y="28955"/>
                </a:cubicBezTo>
                <a:close/>
                <a:moveTo>
                  <a:pt x="184064" y="18789"/>
                </a:moveTo>
                <a:lnTo>
                  <a:pt x="168278" y="32717"/>
                </a:lnTo>
                <a:cubicBezTo>
                  <a:pt x="167717" y="33197"/>
                  <a:pt x="167717" y="34158"/>
                  <a:pt x="168198" y="34718"/>
                </a:cubicBezTo>
                <a:cubicBezTo>
                  <a:pt x="168759" y="35358"/>
                  <a:pt x="169640" y="35358"/>
                  <a:pt x="170281" y="34878"/>
                </a:cubicBezTo>
                <a:lnTo>
                  <a:pt x="185987" y="21031"/>
                </a:lnTo>
                <a:cubicBezTo>
                  <a:pt x="186467" y="20550"/>
                  <a:pt x="186628" y="19830"/>
                  <a:pt x="186307" y="19190"/>
                </a:cubicBezTo>
                <a:cubicBezTo>
                  <a:pt x="186227" y="19110"/>
                  <a:pt x="186147" y="19030"/>
                  <a:pt x="186067" y="18950"/>
                </a:cubicBezTo>
                <a:cubicBezTo>
                  <a:pt x="185586" y="18389"/>
                  <a:pt x="184624" y="18309"/>
                  <a:pt x="184064" y="18789"/>
                </a:cubicBezTo>
                <a:close/>
                <a:moveTo>
                  <a:pt x="187669" y="8464"/>
                </a:moveTo>
                <a:cubicBezTo>
                  <a:pt x="188471" y="8464"/>
                  <a:pt x="189032" y="8544"/>
                  <a:pt x="189593" y="8784"/>
                </a:cubicBezTo>
                <a:cubicBezTo>
                  <a:pt x="190474" y="9024"/>
                  <a:pt x="191596" y="10705"/>
                  <a:pt x="191516" y="11826"/>
                </a:cubicBezTo>
                <a:cubicBezTo>
                  <a:pt x="191516" y="12626"/>
                  <a:pt x="191275" y="13427"/>
                  <a:pt x="190955" y="14147"/>
                </a:cubicBezTo>
                <a:cubicBezTo>
                  <a:pt x="190474" y="15348"/>
                  <a:pt x="190634" y="15988"/>
                  <a:pt x="191676" y="15908"/>
                </a:cubicBezTo>
                <a:cubicBezTo>
                  <a:pt x="192477" y="15908"/>
                  <a:pt x="193118" y="16068"/>
                  <a:pt x="193599" y="16228"/>
                </a:cubicBezTo>
                <a:cubicBezTo>
                  <a:pt x="194561" y="16548"/>
                  <a:pt x="195682" y="18229"/>
                  <a:pt x="195602" y="19270"/>
                </a:cubicBezTo>
                <a:cubicBezTo>
                  <a:pt x="195602" y="20150"/>
                  <a:pt x="195362" y="20951"/>
                  <a:pt x="195041" y="21591"/>
                </a:cubicBezTo>
                <a:cubicBezTo>
                  <a:pt x="194561" y="22872"/>
                  <a:pt x="194721" y="23432"/>
                  <a:pt x="195763" y="23432"/>
                </a:cubicBezTo>
                <a:cubicBezTo>
                  <a:pt x="196564" y="23432"/>
                  <a:pt x="197205" y="23512"/>
                  <a:pt x="197686" y="23672"/>
                </a:cubicBezTo>
                <a:cubicBezTo>
                  <a:pt x="198647" y="23992"/>
                  <a:pt x="199769" y="25673"/>
                  <a:pt x="199689" y="26794"/>
                </a:cubicBezTo>
                <a:cubicBezTo>
                  <a:pt x="199609" y="27594"/>
                  <a:pt x="199449" y="28395"/>
                  <a:pt x="199128" y="29115"/>
                </a:cubicBezTo>
                <a:cubicBezTo>
                  <a:pt x="198647" y="30316"/>
                  <a:pt x="198808" y="30956"/>
                  <a:pt x="199849" y="30876"/>
                </a:cubicBezTo>
                <a:cubicBezTo>
                  <a:pt x="200651" y="30876"/>
                  <a:pt x="201292" y="31036"/>
                  <a:pt x="201772" y="31196"/>
                </a:cubicBezTo>
                <a:cubicBezTo>
                  <a:pt x="202734" y="31516"/>
                  <a:pt x="203776" y="33197"/>
                  <a:pt x="203776" y="34238"/>
                </a:cubicBezTo>
                <a:cubicBezTo>
                  <a:pt x="203695" y="35118"/>
                  <a:pt x="203455" y="35919"/>
                  <a:pt x="203215" y="36559"/>
                </a:cubicBezTo>
                <a:cubicBezTo>
                  <a:pt x="202654" y="37840"/>
                  <a:pt x="202814" y="38400"/>
                  <a:pt x="203936" y="38400"/>
                </a:cubicBezTo>
                <a:cubicBezTo>
                  <a:pt x="204737" y="38400"/>
                  <a:pt x="205298" y="38480"/>
                  <a:pt x="205859" y="38720"/>
                </a:cubicBezTo>
                <a:cubicBezTo>
                  <a:pt x="206740" y="38960"/>
                  <a:pt x="207862" y="40641"/>
                  <a:pt x="207782" y="41762"/>
                </a:cubicBezTo>
                <a:cubicBezTo>
                  <a:pt x="207782" y="42562"/>
                  <a:pt x="207542" y="43362"/>
                  <a:pt x="207221" y="44083"/>
                </a:cubicBezTo>
                <a:cubicBezTo>
                  <a:pt x="206740" y="45283"/>
                  <a:pt x="204817" y="46484"/>
                  <a:pt x="203215" y="46804"/>
                </a:cubicBezTo>
                <a:cubicBezTo>
                  <a:pt x="195362" y="48725"/>
                  <a:pt x="177172" y="51927"/>
                  <a:pt x="177252" y="52007"/>
                </a:cubicBezTo>
                <a:cubicBezTo>
                  <a:pt x="177252" y="52007"/>
                  <a:pt x="174127" y="57370"/>
                  <a:pt x="171002" y="59051"/>
                </a:cubicBezTo>
                <a:cubicBezTo>
                  <a:pt x="163230" y="63293"/>
                  <a:pt x="153534" y="60411"/>
                  <a:pt x="149367" y="52647"/>
                </a:cubicBezTo>
                <a:cubicBezTo>
                  <a:pt x="145200" y="44963"/>
                  <a:pt x="148005" y="35278"/>
                  <a:pt x="155777" y="31116"/>
                </a:cubicBezTo>
                <a:cubicBezTo>
                  <a:pt x="158422" y="29675"/>
                  <a:pt x="164672" y="28875"/>
                  <a:pt x="164672" y="28875"/>
                </a:cubicBezTo>
                <a:lnTo>
                  <a:pt x="164672" y="28795"/>
                </a:lnTo>
                <a:lnTo>
                  <a:pt x="183583" y="10625"/>
                </a:lnTo>
                <a:cubicBezTo>
                  <a:pt x="184785" y="9585"/>
                  <a:pt x="186548" y="8464"/>
                  <a:pt x="187669" y="8464"/>
                </a:cubicBezTo>
                <a:close/>
                <a:moveTo>
                  <a:pt x="86903" y="1838"/>
                </a:moveTo>
                <a:cubicBezTo>
                  <a:pt x="97165" y="5120"/>
                  <a:pt x="104700" y="11123"/>
                  <a:pt x="109190" y="19686"/>
                </a:cubicBezTo>
                <a:cubicBezTo>
                  <a:pt x="114160" y="29291"/>
                  <a:pt x="114962" y="41857"/>
                  <a:pt x="111274" y="53382"/>
                </a:cubicBezTo>
                <a:cubicBezTo>
                  <a:pt x="105903" y="70350"/>
                  <a:pt x="98768" y="80834"/>
                  <a:pt x="79448" y="99963"/>
                </a:cubicBezTo>
                <a:cubicBezTo>
                  <a:pt x="61570" y="117731"/>
                  <a:pt x="54195" y="128296"/>
                  <a:pt x="53393" y="129496"/>
                </a:cubicBezTo>
                <a:cubicBezTo>
                  <a:pt x="51228" y="133738"/>
                  <a:pt x="49224" y="138461"/>
                  <a:pt x="47621" y="143503"/>
                </a:cubicBezTo>
                <a:cubicBezTo>
                  <a:pt x="44895" y="152147"/>
                  <a:pt x="43693" y="159910"/>
                  <a:pt x="43292" y="163752"/>
                </a:cubicBezTo>
                <a:cubicBezTo>
                  <a:pt x="44093" y="164792"/>
                  <a:pt x="44334" y="166233"/>
                  <a:pt x="43933" y="167514"/>
                </a:cubicBezTo>
                <a:lnTo>
                  <a:pt x="43853" y="167674"/>
                </a:lnTo>
                <a:lnTo>
                  <a:pt x="93717" y="217536"/>
                </a:lnTo>
                <a:lnTo>
                  <a:pt x="143502" y="188483"/>
                </a:lnTo>
                <a:cubicBezTo>
                  <a:pt x="150878" y="182400"/>
                  <a:pt x="154405" y="182961"/>
                  <a:pt x="154405" y="182961"/>
                </a:cubicBezTo>
                <a:lnTo>
                  <a:pt x="172363" y="182961"/>
                </a:lnTo>
                <a:lnTo>
                  <a:pt x="240024" y="182961"/>
                </a:lnTo>
                <a:cubicBezTo>
                  <a:pt x="240024" y="182961"/>
                  <a:pt x="261109" y="182080"/>
                  <a:pt x="261109" y="203050"/>
                </a:cubicBezTo>
                <a:lnTo>
                  <a:pt x="261109" y="363763"/>
                </a:lnTo>
                <a:lnTo>
                  <a:pt x="327247" y="564494"/>
                </a:lnTo>
                <a:cubicBezTo>
                  <a:pt x="332057" y="582262"/>
                  <a:pt x="321475" y="600511"/>
                  <a:pt x="303758" y="605233"/>
                </a:cubicBezTo>
                <a:cubicBezTo>
                  <a:pt x="285961" y="610035"/>
                  <a:pt x="267682" y="599550"/>
                  <a:pt x="262952" y="581702"/>
                </a:cubicBezTo>
                <a:lnTo>
                  <a:pt x="203468" y="405302"/>
                </a:lnTo>
                <a:lnTo>
                  <a:pt x="145105" y="581302"/>
                </a:lnTo>
                <a:cubicBezTo>
                  <a:pt x="140375" y="599070"/>
                  <a:pt x="122097" y="609635"/>
                  <a:pt x="104300" y="604913"/>
                </a:cubicBezTo>
                <a:cubicBezTo>
                  <a:pt x="86422" y="600110"/>
                  <a:pt x="75840" y="581862"/>
                  <a:pt x="80730" y="564174"/>
                </a:cubicBezTo>
                <a:lnTo>
                  <a:pt x="147591" y="360241"/>
                </a:lnTo>
                <a:lnTo>
                  <a:pt x="147591" y="242348"/>
                </a:lnTo>
                <a:lnTo>
                  <a:pt x="103819" y="266359"/>
                </a:lnTo>
                <a:cubicBezTo>
                  <a:pt x="99971" y="269080"/>
                  <a:pt x="95160" y="270761"/>
                  <a:pt x="89950" y="270761"/>
                </a:cubicBezTo>
                <a:cubicBezTo>
                  <a:pt x="82975" y="270761"/>
                  <a:pt x="76802" y="267479"/>
                  <a:pt x="72232" y="262677"/>
                </a:cubicBezTo>
                <a:lnTo>
                  <a:pt x="27739" y="218337"/>
                </a:lnTo>
                <a:lnTo>
                  <a:pt x="27579" y="218897"/>
                </a:lnTo>
                <a:cubicBezTo>
                  <a:pt x="25815" y="224420"/>
                  <a:pt x="20364" y="227701"/>
                  <a:pt x="15474" y="226100"/>
                </a:cubicBezTo>
                <a:cubicBezTo>
                  <a:pt x="10583" y="224580"/>
                  <a:pt x="8018" y="218737"/>
                  <a:pt x="9782" y="213215"/>
                </a:cubicBezTo>
                <a:lnTo>
                  <a:pt x="12908" y="203450"/>
                </a:lnTo>
                <a:lnTo>
                  <a:pt x="5853" y="196487"/>
                </a:lnTo>
                <a:cubicBezTo>
                  <a:pt x="-2564" y="186322"/>
                  <a:pt x="-2003" y="170955"/>
                  <a:pt x="8178" y="162471"/>
                </a:cubicBezTo>
                <a:cubicBezTo>
                  <a:pt x="14351" y="157269"/>
                  <a:pt x="22368" y="155828"/>
                  <a:pt x="29583" y="157829"/>
                </a:cubicBezTo>
                <a:cubicBezTo>
                  <a:pt x="32549" y="152547"/>
                  <a:pt x="35035" y="146944"/>
                  <a:pt x="36878" y="141182"/>
                </a:cubicBezTo>
                <a:cubicBezTo>
                  <a:pt x="39764" y="131898"/>
                  <a:pt x="40245" y="125415"/>
                  <a:pt x="40245" y="125335"/>
                </a:cubicBezTo>
                <a:cubicBezTo>
                  <a:pt x="40245" y="125255"/>
                  <a:pt x="40646" y="112449"/>
                  <a:pt x="36077" y="86197"/>
                </a:cubicBezTo>
                <a:cubicBezTo>
                  <a:pt x="31347" y="59465"/>
                  <a:pt x="31587" y="46819"/>
                  <a:pt x="36959" y="29851"/>
                </a:cubicBezTo>
                <a:cubicBezTo>
                  <a:pt x="40406" y="19046"/>
                  <a:pt x="48663" y="9122"/>
                  <a:pt x="58604" y="4079"/>
                </a:cubicBezTo>
                <a:cubicBezTo>
                  <a:pt x="67422" y="-483"/>
                  <a:pt x="77203" y="-1203"/>
                  <a:pt x="86903" y="1838"/>
                </a:cubicBezTo>
                <a:close/>
              </a:path>
            </a:pathLst>
          </a:custGeom>
          <a:solidFill>
            <a:schemeClr val="accent1"/>
          </a:solidFill>
          <a:ln>
            <a:noFill/>
          </a:ln>
        </p:spPr>
      </p:sp>
      <p:sp>
        <p:nvSpPr>
          <p:cNvPr id="91" name="velleyball_94128">
            <a:extLst>
              <a:ext uri="{FF2B5EF4-FFF2-40B4-BE49-F238E27FC236}">
                <a16:creationId xmlns:a16="http://schemas.microsoft.com/office/drawing/2014/main" id="{79174849-D37E-4117-853D-1EC8906466AC}"/>
              </a:ext>
            </a:extLst>
          </p:cNvPr>
          <p:cNvSpPr>
            <a:spLocks noChangeAspect="1"/>
          </p:cNvSpPr>
          <p:nvPr/>
        </p:nvSpPr>
        <p:spPr bwMode="auto">
          <a:xfrm>
            <a:off x="10350499" y="3774398"/>
            <a:ext cx="451199" cy="609685"/>
          </a:xfrm>
          <a:custGeom>
            <a:avLst/>
            <a:gdLst>
              <a:gd name="connsiteX0" fmla="*/ 182933 w 449544"/>
              <a:gd name="connsiteY0" fmla="*/ 231686 h 607448"/>
              <a:gd name="connsiteX1" fmla="*/ 179984 w 449544"/>
              <a:gd name="connsiteY1" fmla="*/ 232422 h 607448"/>
              <a:gd name="connsiteX2" fmla="*/ 150676 w 449544"/>
              <a:gd name="connsiteY2" fmla="*/ 233895 h 607448"/>
              <a:gd name="connsiteX3" fmla="*/ 150768 w 449544"/>
              <a:gd name="connsiteY3" fmla="*/ 235091 h 607448"/>
              <a:gd name="connsiteX4" fmla="*/ 150768 w 449544"/>
              <a:gd name="connsiteY4" fmla="*/ 235827 h 607448"/>
              <a:gd name="connsiteX5" fmla="*/ 175468 w 449544"/>
              <a:gd name="connsiteY5" fmla="*/ 246228 h 607448"/>
              <a:gd name="connsiteX6" fmla="*/ 334022 w 449544"/>
              <a:gd name="connsiteY6" fmla="*/ 216298 h 607448"/>
              <a:gd name="connsiteX7" fmla="*/ 334022 w 449544"/>
              <a:gd name="connsiteY7" fmla="*/ 302639 h 607448"/>
              <a:gd name="connsiteX8" fmla="*/ 418290 w 449544"/>
              <a:gd name="connsiteY8" fmla="*/ 345257 h 607448"/>
              <a:gd name="connsiteX9" fmla="*/ 418290 w 449544"/>
              <a:gd name="connsiteY9" fmla="*/ 258916 h 607448"/>
              <a:gd name="connsiteX10" fmla="*/ 325448 w 449544"/>
              <a:gd name="connsiteY10" fmla="*/ 176994 h 607448"/>
              <a:gd name="connsiteX11" fmla="*/ 440970 w 449544"/>
              <a:gd name="connsiteY11" fmla="*/ 235444 h 607448"/>
              <a:gd name="connsiteX12" fmla="*/ 449544 w 449544"/>
              <a:gd name="connsiteY12" fmla="*/ 249343 h 607448"/>
              <a:gd name="connsiteX13" fmla="*/ 449544 w 449544"/>
              <a:gd name="connsiteY13" fmla="*/ 580347 h 607448"/>
              <a:gd name="connsiteX14" fmla="*/ 433871 w 449544"/>
              <a:gd name="connsiteY14" fmla="*/ 595995 h 607448"/>
              <a:gd name="connsiteX15" fmla="*/ 418290 w 449544"/>
              <a:gd name="connsiteY15" fmla="*/ 580347 h 607448"/>
              <a:gd name="connsiteX16" fmla="*/ 418290 w 449544"/>
              <a:gd name="connsiteY16" fmla="*/ 380235 h 607448"/>
              <a:gd name="connsiteX17" fmla="*/ 334022 w 449544"/>
              <a:gd name="connsiteY17" fmla="*/ 337617 h 607448"/>
              <a:gd name="connsiteX18" fmla="*/ 334022 w 449544"/>
              <a:gd name="connsiteY18" fmla="*/ 521436 h 607448"/>
              <a:gd name="connsiteX19" fmla="*/ 318441 w 449544"/>
              <a:gd name="connsiteY19" fmla="*/ 537085 h 607448"/>
              <a:gd name="connsiteX20" fmla="*/ 302768 w 449544"/>
              <a:gd name="connsiteY20" fmla="*/ 521436 h 607448"/>
              <a:gd name="connsiteX21" fmla="*/ 302768 w 449544"/>
              <a:gd name="connsiteY21" fmla="*/ 190893 h 607448"/>
              <a:gd name="connsiteX22" fmla="*/ 310236 w 449544"/>
              <a:gd name="connsiteY22" fmla="*/ 177638 h 607448"/>
              <a:gd name="connsiteX23" fmla="*/ 325448 w 449544"/>
              <a:gd name="connsiteY23" fmla="*/ 176994 h 607448"/>
              <a:gd name="connsiteX24" fmla="*/ 260719 w 449544"/>
              <a:gd name="connsiteY24" fmla="*/ 106706 h 607448"/>
              <a:gd name="connsiteX25" fmla="*/ 276203 w 449544"/>
              <a:gd name="connsiteY25" fmla="*/ 113045 h 607448"/>
              <a:gd name="connsiteX26" fmla="*/ 276203 w 449544"/>
              <a:gd name="connsiteY26" fmla="*/ 143971 h 607448"/>
              <a:gd name="connsiteX27" fmla="*/ 244591 w 449544"/>
              <a:gd name="connsiteY27" fmla="*/ 175633 h 607448"/>
              <a:gd name="connsiteX28" fmla="*/ 248277 w 449544"/>
              <a:gd name="connsiteY28" fmla="*/ 200392 h 607448"/>
              <a:gd name="connsiteX29" fmla="*/ 205053 w 449544"/>
              <a:gd name="connsiteY29" fmla="*/ 284241 h 607448"/>
              <a:gd name="connsiteX30" fmla="*/ 177035 w 449544"/>
              <a:gd name="connsiteY30" fmla="*/ 294365 h 607448"/>
              <a:gd name="connsiteX31" fmla="*/ 150768 w 449544"/>
              <a:gd name="connsiteY31" fmla="*/ 283228 h 607448"/>
              <a:gd name="connsiteX32" fmla="*/ 150768 w 449544"/>
              <a:gd name="connsiteY32" fmla="*/ 382816 h 607448"/>
              <a:gd name="connsiteX33" fmla="*/ 185237 w 449544"/>
              <a:gd name="connsiteY33" fmla="*/ 441905 h 607448"/>
              <a:gd name="connsiteX34" fmla="*/ 188740 w 449544"/>
              <a:gd name="connsiteY34" fmla="*/ 458565 h 607448"/>
              <a:gd name="connsiteX35" fmla="*/ 177680 w 449544"/>
              <a:gd name="connsiteY35" fmla="*/ 555115 h 607448"/>
              <a:gd name="connsiteX36" fmla="*/ 147727 w 449544"/>
              <a:gd name="connsiteY36" fmla="*/ 578861 h 607448"/>
              <a:gd name="connsiteX37" fmla="*/ 123856 w 449544"/>
              <a:gd name="connsiteY37" fmla="*/ 548948 h 607448"/>
              <a:gd name="connsiteX38" fmla="*/ 133902 w 449544"/>
              <a:gd name="connsiteY38" fmla="*/ 461326 h 607448"/>
              <a:gd name="connsiteX39" fmla="*/ 111875 w 449544"/>
              <a:gd name="connsiteY39" fmla="*/ 423497 h 607448"/>
              <a:gd name="connsiteX40" fmla="*/ 96115 w 449544"/>
              <a:gd name="connsiteY40" fmla="*/ 423497 h 607448"/>
              <a:gd name="connsiteX41" fmla="*/ 96115 w 449544"/>
              <a:gd name="connsiteY41" fmla="*/ 476144 h 607448"/>
              <a:gd name="connsiteX42" fmla="*/ 91599 w 449544"/>
              <a:gd name="connsiteY42" fmla="*/ 498234 h 607448"/>
              <a:gd name="connsiteX43" fmla="*/ 51969 w 449544"/>
              <a:gd name="connsiteY43" fmla="*/ 591010 h 607448"/>
              <a:gd name="connsiteX44" fmla="*/ 16486 w 449544"/>
              <a:gd name="connsiteY44" fmla="*/ 605277 h 607448"/>
              <a:gd name="connsiteX45" fmla="*/ 2200 w 449544"/>
              <a:gd name="connsiteY45" fmla="*/ 569749 h 607448"/>
              <a:gd name="connsiteX46" fmla="*/ 42015 w 449544"/>
              <a:gd name="connsiteY46" fmla="*/ 476605 h 607448"/>
              <a:gd name="connsiteX47" fmla="*/ 42199 w 449544"/>
              <a:gd name="connsiteY47" fmla="*/ 235091 h 607448"/>
              <a:gd name="connsiteX48" fmla="*/ 86991 w 449544"/>
              <a:gd name="connsiteY48" fmla="*/ 190452 h 607448"/>
              <a:gd name="connsiteX49" fmla="*/ 106069 w 449544"/>
              <a:gd name="connsiteY49" fmla="*/ 190452 h 607448"/>
              <a:gd name="connsiteX50" fmla="*/ 169385 w 449544"/>
              <a:gd name="connsiteY50" fmla="*/ 189255 h 607448"/>
              <a:gd name="connsiteX51" fmla="*/ 245236 w 449544"/>
              <a:gd name="connsiteY51" fmla="*/ 113137 h 607448"/>
              <a:gd name="connsiteX52" fmla="*/ 260719 w 449544"/>
              <a:gd name="connsiteY52" fmla="*/ 106706 h 607448"/>
              <a:gd name="connsiteX53" fmla="*/ 96470 w 449544"/>
              <a:gd name="connsiteY53" fmla="*/ 76563 h 607448"/>
              <a:gd name="connsiteX54" fmla="*/ 148442 w 449544"/>
              <a:gd name="connsiteY54" fmla="*/ 128499 h 607448"/>
              <a:gd name="connsiteX55" fmla="*/ 96470 w 449544"/>
              <a:gd name="connsiteY55" fmla="*/ 180435 h 607448"/>
              <a:gd name="connsiteX56" fmla="*/ 44498 w 449544"/>
              <a:gd name="connsiteY56" fmla="*/ 128499 h 607448"/>
              <a:gd name="connsiteX57" fmla="*/ 96470 w 449544"/>
              <a:gd name="connsiteY57" fmla="*/ 76563 h 607448"/>
              <a:gd name="connsiteX58" fmla="*/ 339251 w 449544"/>
              <a:gd name="connsiteY58" fmla="*/ 0 h 607448"/>
              <a:gd name="connsiteX59" fmla="*/ 389988 w 449544"/>
              <a:gd name="connsiteY59" fmla="*/ 50666 h 607448"/>
              <a:gd name="connsiteX60" fmla="*/ 339251 w 449544"/>
              <a:gd name="connsiteY60" fmla="*/ 101332 h 607448"/>
              <a:gd name="connsiteX61" fmla="*/ 288514 w 449544"/>
              <a:gd name="connsiteY61" fmla="*/ 50666 h 607448"/>
              <a:gd name="connsiteX62" fmla="*/ 339251 w 449544"/>
              <a:gd name="connsiteY62" fmla="*/ 0 h 60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49544" h="607448">
                <a:moveTo>
                  <a:pt x="182933" y="231686"/>
                </a:moveTo>
                <a:cubicBezTo>
                  <a:pt x="181919" y="231870"/>
                  <a:pt x="180998" y="232330"/>
                  <a:pt x="179984" y="232422"/>
                </a:cubicBezTo>
                <a:lnTo>
                  <a:pt x="150676" y="233895"/>
                </a:lnTo>
                <a:cubicBezTo>
                  <a:pt x="150676" y="234263"/>
                  <a:pt x="150768" y="234723"/>
                  <a:pt x="150768" y="235091"/>
                </a:cubicBezTo>
                <a:lnTo>
                  <a:pt x="150768" y="235827"/>
                </a:lnTo>
                <a:lnTo>
                  <a:pt x="175468" y="246228"/>
                </a:lnTo>
                <a:close/>
                <a:moveTo>
                  <a:pt x="334022" y="216298"/>
                </a:moveTo>
                <a:lnTo>
                  <a:pt x="334022" y="302639"/>
                </a:lnTo>
                <a:lnTo>
                  <a:pt x="418290" y="345257"/>
                </a:lnTo>
                <a:lnTo>
                  <a:pt x="418290" y="258916"/>
                </a:lnTo>
                <a:close/>
                <a:moveTo>
                  <a:pt x="325448" y="176994"/>
                </a:moveTo>
                <a:lnTo>
                  <a:pt x="440970" y="235444"/>
                </a:lnTo>
                <a:cubicBezTo>
                  <a:pt x="446225" y="238113"/>
                  <a:pt x="449544" y="243544"/>
                  <a:pt x="449544" y="249343"/>
                </a:cubicBezTo>
                <a:lnTo>
                  <a:pt x="449544" y="580347"/>
                </a:lnTo>
                <a:cubicBezTo>
                  <a:pt x="449544" y="589000"/>
                  <a:pt x="442537" y="595995"/>
                  <a:pt x="433871" y="595995"/>
                </a:cubicBezTo>
                <a:cubicBezTo>
                  <a:pt x="425296" y="595995"/>
                  <a:pt x="418290" y="589000"/>
                  <a:pt x="418290" y="580347"/>
                </a:cubicBezTo>
                <a:lnTo>
                  <a:pt x="418290" y="380235"/>
                </a:lnTo>
                <a:lnTo>
                  <a:pt x="334022" y="337617"/>
                </a:lnTo>
                <a:lnTo>
                  <a:pt x="334022" y="521436"/>
                </a:lnTo>
                <a:cubicBezTo>
                  <a:pt x="334022" y="530089"/>
                  <a:pt x="327016" y="537085"/>
                  <a:pt x="318441" y="537085"/>
                </a:cubicBezTo>
                <a:cubicBezTo>
                  <a:pt x="309775" y="537085"/>
                  <a:pt x="302768" y="530089"/>
                  <a:pt x="302768" y="521436"/>
                </a:cubicBezTo>
                <a:lnTo>
                  <a:pt x="302768" y="190893"/>
                </a:lnTo>
                <a:cubicBezTo>
                  <a:pt x="302768" y="185462"/>
                  <a:pt x="305626" y="180491"/>
                  <a:pt x="310236" y="177638"/>
                </a:cubicBezTo>
                <a:cubicBezTo>
                  <a:pt x="314846" y="174784"/>
                  <a:pt x="320654" y="174508"/>
                  <a:pt x="325448" y="176994"/>
                </a:cubicBezTo>
                <a:close/>
                <a:moveTo>
                  <a:pt x="260719" y="106706"/>
                </a:moveTo>
                <a:cubicBezTo>
                  <a:pt x="266318" y="106695"/>
                  <a:pt x="271917" y="108812"/>
                  <a:pt x="276203" y="113045"/>
                </a:cubicBezTo>
                <a:cubicBezTo>
                  <a:pt x="284774" y="121605"/>
                  <a:pt x="284774" y="135411"/>
                  <a:pt x="276203" y="143971"/>
                </a:cubicBezTo>
                <a:lnTo>
                  <a:pt x="244591" y="175633"/>
                </a:lnTo>
                <a:cubicBezTo>
                  <a:pt x="250766" y="182168"/>
                  <a:pt x="252609" y="192016"/>
                  <a:pt x="248277" y="200392"/>
                </a:cubicBezTo>
                <a:lnTo>
                  <a:pt x="205053" y="284241"/>
                </a:lnTo>
                <a:cubicBezTo>
                  <a:pt x="199891" y="294365"/>
                  <a:pt x="187634" y="298875"/>
                  <a:pt x="177035" y="294365"/>
                </a:cubicBezTo>
                <a:lnTo>
                  <a:pt x="150768" y="283228"/>
                </a:lnTo>
                <a:lnTo>
                  <a:pt x="150768" y="382816"/>
                </a:lnTo>
                <a:lnTo>
                  <a:pt x="185237" y="441905"/>
                </a:lnTo>
                <a:cubicBezTo>
                  <a:pt x="188187" y="446876"/>
                  <a:pt x="189385" y="452766"/>
                  <a:pt x="188740" y="458565"/>
                </a:cubicBezTo>
                <a:lnTo>
                  <a:pt x="177680" y="555115"/>
                </a:lnTo>
                <a:cubicBezTo>
                  <a:pt x="176021" y="570025"/>
                  <a:pt x="162473" y="580610"/>
                  <a:pt x="147727" y="578861"/>
                </a:cubicBezTo>
                <a:cubicBezTo>
                  <a:pt x="132888" y="577204"/>
                  <a:pt x="122197" y="563767"/>
                  <a:pt x="123856" y="548948"/>
                </a:cubicBezTo>
                <a:lnTo>
                  <a:pt x="133902" y="461326"/>
                </a:lnTo>
                <a:lnTo>
                  <a:pt x="111875" y="423497"/>
                </a:lnTo>
                <a:lnTo>
                  <a:pt x="96115" y="423497"/>
                </a:lnTo>
                <a:lnTo>
                  <a:pt x="96115" y="476144"/>
                </a:lnTo>
                <a:cubicBezTo>
                  <a:pt x="96115" y="483784"/>
                  <a:pt x="94641" y="491239"/>
                  <a:pt x="91599" y="498234"/>
                </a:cubicBezTo>
                <a:lnTo>
                  <a:pt x="51969" y="591010"/>
                </a:lnTo>
                <a:cubicBezTo>
                  <a:pt x="46162" y="604632"/>
                  <a:pt x="30310" y="611167"/>
                  <a:pt x="16486" y="605277"/>
                </a:cubicBezTo>
                <a:cubicBezTo>
                  <a:pt x="2661" y="599386"/>
                  <a:pt x="-3698" y="583463"/>
                  <a:pt x="2200" y="569749"/>
                </a:cubicBezTo>
                <a:lnTo>
                  <a:pt x="42015" y="476605"/>
                </a:lnTo>
                <a:cubicBezTo>
                  <a:pt x="42015" y="318388"/>
                  <a:pt x="42199" y="431321"/>
                  <a:pt x="42199" y="235091"/>
                </a:cubicBezTo>
                <a:cubicBezTo>
                  <a:pt x="42199" y="210424"/>
                  <a:pt x="62199" y="190452"/>
                  <a:pt x="86991" y="190452"/>
                </a:cubicBezTo>
                <a:lnTo>
                  <a:pt x="106069" y="190452"/>
                </a:lnTo>
                <a:lnTo>
                  <a:pt x="169385" y="189255"/>
                </a:lnTo>
                <a:lnTo>
                  <a:pt x="245236" y="113137"/>
                </a:lnTo>
                <a:cubicBezTo>
                  <a:pt x="249522" y="108858"/>
                  <a:pt x="255120" y="106718"/>
                  <a:pt x="260719" y="106706"/>
                </a:cubicBezTo>
                <a:close/>
                <a:moveTo>
                  <a:pt x="96470" y="76563"/>
                </a:moveTo>
                <a:cubicBezTo>
                  <a:pt x="125173" y="76563"/>
                  <a:pt x="148442" y="99816"/>
                  <a:pt x="148442" y="128499"/>
                </a:cubicBezTo>
                <a:cubicBezTo>
                  <a:pt x="148442" y="157182"/>
                  <a:pt x="125173" y="180435"/>
                  <a:pt x="96470" y="180435"/>
                </a:cubicBezTo>
                <a:cubicBezTo>
                  <a:pt x="67767" y="180435"/>
                  <a:pt x="44498" y="157182"/>
                  <a:pt x="44498" y="128499"/>
                </a:cubicBezTo>
                <a:cubicBezTo>
                  <a:pt x="44498" y="99816"/>
                  <a:pt x="67767" y="76563"/>
                  <a:pt x="96470" y="76563"/>
                </a:cubicBezTo>
                <a:close/>
                <a:moveTo>
                  <a:pt x="339251" y="0"/>
                </a:moveTo>
                <a:cubicBezTo>
                  <a:pt x="367272" y="0"/>
                  <a:pt x="389988" y="22684"/>
                  <a:pt x="389988" y="50666"/>
                </a:cubicBezTo>
                <a:cubicBezTo>
                  <a:pt x="389988" y="78648"/>
                  <a:pt x="367272" y="101332"/>
                  <a:pt x="339251" y="101332"/>
                </a:cubicBezTo>
                <a:cubicBezTo>
                  <a:pt x="311230" y="101332"/>
                  <a:pt x="288514" y="78648"/>
                  <a:pt x="288514" y="50666"/>
                </a:cubicBezTo>
                <a:cubicBezTo>
                  <a:pt x="288514" y="22684"/>
                  <a:pt x="311230" y="0"/>
                  <a:pt x="339251" y="0"/>
                </a:cubicBezTo>
                <a:close/>
              </a:path>
            </a:pathLst>
          </a:custGeom>
          <a:solidFill>
            <a:schemeClr val="accent1"/>
          </a:solidFill>
          <a:ln>
            <a:noFill/>
          </a:ln>
        </p:spPr>
      </p:sp>
      <p:sp>
        <p:nvSpPr>
          <p:cNvPr id="92" name="swimmer-diving-to-water_37826">
            <a:extLst>
              <a:ext uri="{FF2B5EF4-FFF2-40B4-BE49-F238E27FC236}">
                <a16:creationId xmlns:a16="http://schemas.microsoft.com/office/drawing/2014/main" id="{7FB8DF10-C1A0-4C88-8EDC-5F37B0AF7DE1}"/>
              </a:ext>
            </a:extLst>
          </p:cNvPr>
          <p:cNvSpPr>
            <a:spLocks noChangeAspect="1"/>
          </p:cNvSpPr>
          <p:nvPr/>
        </p:nvSpPr>
        <p:spPr bwMode="auto">
          <a:xfrm>
            <a:off x="698500" y="4790398"/>
            <a:ext cx="609685" cy="511911"/>
          </a:xfrm>
          <a:custGeom>
            <a:avLst/>
            <a:gdLst>
              <a:gd name="connsiteX0" fmla="*/ 595372 w 607929"/>
              <a:gd name="connsiteY0" fmla="*/ 423720 h 510437"/>
              <a:gd name="connsiteX1" fmla="*/ 605010 w 607929"/>
              <a:gd name="connsiteY1" fmla="*/ 429560 h 510437"/>
              <a:gd name="connsiteX2" fmla="*/ 601969 w 607929"/>
              <a:gd name="connsiteY2" fmla="*/ 450169 h 510437"/>
              <a:gd name="connsiteX3" fmla="*/ 539989 w 607929"/>
              <a:gd name="connsiteY3" fmla="*/ 495904 h 510437"/>
              <a:gd name="connsiteX4" fmla="*/ 490832 w 607929"/>
              <a:gd name="connsiteY4" fmla="*/ 497136 h 510437"/>
              <a:gd name="connsiteX5" fmla="*/ 436579 w 607929"/>
              <a:gd name="connsiteY5" fmla="*/ 461418 h 510437"/>
              <a:gd name="connsiteX6" fmla="*/ 419810 w 607929"/>
              <a:gd name="connsiteY6" fmla="*/ 461336 h 510437"/>
              <a:gd name="connsiteX7" fmla="*/ 364242 w 607929"/>
              <a:gd name="connsiteY7" fmla="*/ 497382 h 510437"/>
              <a:gd name="connsiteX8" fmla="*/ 315168 w 607929"/>
              <a:gd name="connsiteY8" fmla="*/ 497710 h 510437"/>
              <a:gd name="connsiteX9" fmla="*/ 257380 w 607929"/>
              <a:gd name="connsiteY9" fmla="*/ 461254 h 510437"/>
              <a:gd name="connsiteX10" fmla="*/ 241762 w 607929"/>
              <a:gd name="connsiteY10" fmla="*/ 461911 h 510437"/>
              <a:gd name="connsiteX11" fmla="*/ 196880 w 607929"/>
              <a:gd name="connsiteY11" fmla="*/ 495658 h 510437"/>
              <a:gd name="connsiteX12" fmla="*/ 147723 w 607929"/>
              <a:gd name="connsiteY12" fmla="*/ 497382 h 510437"/>
              <a:gd name="connsiteX13" fmla="*/ 92155 w 607929"/>
              <a:gd name="connsiteY13" fmla="*/ 461336 h 510437"/>
              <a:gd name="connsiteX14" fmla="*/ 78017 w 607929"/>
              <a:gd name="connsiteY14" fmla="*/ 462239 h 510437"/>
              <a:gd name="connsiteX15" fmla="*/ 24257 w 607929"/>
              <a:gd name="connsiteY15" fmla="*/ 506989 h 510437"/>
              <a:gd name="connsiteX16" fmla="*/ 14804 w 607929"/>
              <a:gd name="connsiteY16" fmla="*/ 510437 h 510437"/>
              <a:gd name="connsiteX17" fmla="*/ 3460 w 607929"/>
              <a:gd name="connsiteY17" fmla="*/ 505100 h 510437"/>
              <a:gd name="connsiteX18" fmla="*/ 5350 w 607929"/>
              <a:gd name="connsiteY18" fmla="*/ 484327 h 510437"/>
              <a:gd name="connsiteX19" fmla="*/ 59110 w 607929"/>
              <a:gd name="connsiteY19" fmla="*/ 439577 h 510437"/>
              <a:gd name="connsiteX20" fmla="*/ 108267 w 607929"/>
              <a:gd name="connsiteY20" fmla="*/ 436621 h 510437"/>
              <a:gd name="connsiteX21" fmla="*/ 163835 w 607929"/>
              <a:gd name="connsiteY21" fmla="*/ 472585 h 510437"/>
              <a:gd name="connsiteX22" fmla="*/ 179124 w 607929"/>
              <a:gd name="connsiteY22" fmla="*/ 472092 h 510437"/>
              <a:gd name="connsiteX23" fmla="*/ 224006 w 607929"/>
              <a:gd name="connsiteY23" fmla="*/ 438345 h 510437"/>
              <a:gd name="connsiteX24" fmla="*/ 273163 w 607929"/>
              <a:gd name="connsiteY24" fmla="*/ 436293 h 510437"/>
              <a:gd name="connsiteX25" fmla="*/ 330868 w 607929"/>
              <a:gd name="connsiteY25" fmla="*/ 472749 h 510437"/>
              <a:gd name="connsiteX26" fmla="*/ 348131 w 607929"/>
              <a:gd name="connsiteY26" fmla="*/ 472667 h 510437"/>
              <a:gd name="connsiteX27" fmla="*/ 403699 w 607929"/>
              <a:gd name="connsiteY27" fmla="*/ 436621 h 510437"/>
              <a:gd name="connsiteX28" fmla="*/ 452855 w 607929"/>
              <a:gd name="connsiteY28" fmla="*/ 436785 h 510437"/>
              <a:gd name="connsiteX29" fmla="*/ 507108 w 607929"/>
              <a:gd name="connsiteY29" fmla="*/ 472585 h 510437"/>
              <a:gd name="connsiteX30" fmla="*/ 522480 w 607929"/>
              <a:gd name="connsiteY30" fmla="*/ 472174 h 510437"/>
              <a:gd name="connsiteX31" fmla="*/ 584378 w 607929"/>
              <a:gd name="connsiteY31" fmla="*/ 426440 h 510437"/>
              <a:gd name="connsiteX32" fmla="*/ 595372 w 607929"/>
              <a:gd name="connsiteY32" fmla="*/ 423720 h 510437"/>
              <a:gd name="connsiteX33" fmla="*/ 206261 w 607929"/>
              <a:gd name="connsiteY33" fmla="*/ 199173 h 510437"/>
              <a:gd name="connsiteX34" fmla="*/ 245601 w 607929"/>
              <a:gd name="connsiteY34" fmla="*/ 238443 h 510437"/>
              <a:gd name="connsiteX35" fmla="*/ 206261 w 607929"/>
              <a:gd name="connsiteY35" fmla="*/ 277713 h 510437"/>
              <a:gd name="connsiteX36" fmla="*/ 166921 w 607929"/>
              <a:gd name="connsiteY36" fmla="*/ 238443 h 510437"/>
              <a:gd name="connsiteX37" fmla="*/ 206261 w 607929"/>
              <a:gd name="connsiteY37" fmla="*/ 199173 h 510437"/>
              <a:gd name="connsiteX38" fmla="*/ 492418 w 607929"/>
              <a:gd name="connsiteY38" fmla="*/ 970 h 510437"/>
              <a:gd name="connsiteX39" fmla="*/ 513367 w 607929"/>
              <a:gd name="connsiteY39" fmla="*/ 3637 h 510437"/>
              <a:gd name="connsiteX40" fmla="*/ 523477 w 607929"/>
              <a:gd name="connsiteY40" fmla="*/ 41229 h 510437"/>
              <a:gd name="connsiteX41" fmla="*/ 427968 w 607929"/>
              <a:gd name="connsiteY41" fmla="*/ 203497 h 510437"/>
              <a:gd name="connsiteX42" fmla="*/ 413913 w 607929"/>
              <a:gd name="connsiteY42" fmla="*/ 217451 h 510437"/>
              <a:gd name="connsiteX43" fmla="*/ 283061 w 607929"/>
              <a:gd name="connsiteY43" fmla="*/ 307982 h 510437"/>
              <a:gd name="connsiteX44" fmla="*/ 211800 w 607929"/>
              <a:gd name="connsiteY44" fmla="*/ 413617 h 510437"/>
              <a:gd name="connsiteX45" fmla="*/ 181552 w 607929"/>
              <a:gd name="connsiteY45" fmla="*/ 421414 h 510437"/>
              <a:gd name="connsiteX46" fmla="*/ 173497 w 607929"/>
              <a:gd name="connsiteY46" fmla="*/ 391210 h 510437"/>
              <a:gd name="connsiteX47" fmla="*/ 264732 w 607929"/>
              <a:gd name="connsiteY47" fmla="*/ 234276 h 510437"/>
              <a:gd name="connsiteX48" fmla="*/ 278787 w 607929"/>
              <a:gd name="connsiteY48" fmla="*/ 220241 h 510437"/>
              <a:gd name="connsiteX49" fmla="*/ 396077 w 607929"/>
              <a:gd name="connsiteY49" fmla="*/ 149244 h 510437"/>
              <a:gd name="connsiteX50" fmla="*/ 475723 w 607929"/>
              <a:gd name="connsiteY50" fmla="*/ 13815 h 510437"/>
              <a:gd name="connsiteX51" fmla="*/ 492418 w 607929"/>
              <a:gd name="connsiteY51" fmla="*/ 970 h 51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929" h="510437">
                <a:moveTo>
                  <a:pt x="595372" y="423720"/>
                </a:moveTo>
                <a:cubicBezTo>
                  <a:pt x="599112" y="424284"/>
                  <a:pt x="602626" y="426275"/>
                  <a:pt x="605010" y="429560"/>
                </a:cubicBezTo>
                <a:cubicBezTo>
                  <a:pt x="609860" y="436046"/>
                  <a:pt x="608545" y="445325"/>
                  <a:pt x="601969" y="450169"/>
                </a:cubicBezTo>
                <a:lnTo>
                  <a:pt x="539989" y="495904"/>
                </a:lnTo>
                <a:cubicBezTo>
                  <a:pt x="526261" y="506085"/>
                  <a:pt x="505135" y="506578"/>
                  <a:pt x="490832" y="497136"/>
                </a:cubicBezTo>
                <a:lnTo>
                  <a:pt x="436579" y="461418"/>
                </a:lnTo>
                <a:cubicBezTo>
                  <a:pt x="432387" y="458709"/>
                  <a:pt x="424003" y="458626"/>
                  <a:pt x="419810" y="461336"/>
                </a:cubicBezTo>
                <a:lnTo>
                  <a:pt x="364242" y="497382"/>
                </a:lnTo>
                <a:cubicBezTo>
                  <a:pt x="350268" y="506414"/>
                  <a:pt x="329142" y="506496"/>
                  <a:pt x="315168" y="497710"/>
                </a:cubicBezTo>
                <a:lnTo>
                  <a:pt x="257380" y="461254"/>
                </a:lnTo>
                <a:cubicBezTo>
                  <a:pt x="253435" y="458709"/>
                  <a:pt x="245543" y="459037"/>
                  <a:pt x="241762" y="461911"/>
                </a:cubicBezTo>
                <a:lnTo>
                  <a:pt x="196880" y="495658"/>
                </a:lnTo>
                <a:cubicBezTo>
                  <a:pt x="183235" y="505921"/>
                  <a:pt x="162109" y="506660"/>
                  <a:pt x="147723" y="497382"/>
                </a:cubicBezTo>
                <a:lnTo>
                  <a:pt x="92155" y="461336"/>
                </a:lnTo>
                <a:cubicBezTo>
                  <a:pt x="88456" y="458955"/>
                  <a:pt x="81469" y="459365"/>
                  <a:pt x="78017" y="462239"/>
                </a:cubicBezTo>
                <a:lnTo>
                  <a:pt x="24257" y="506989"/>
                </a:lnTo>
                <a:cubicBezTo>
                  <a:pt x="21462" y="509288"/>
                  <a:pt x="18174" y="510437"/>
                  <a:pt x="14804" y="510437"/>
                </a:cubicBezTo>
                <a:cubicBezTo>
                  <a:pt x="10611" y="510437"/>
                  <a:pt x="6419" y="508631"/>
                  <a:pt x="3460" y="505100"/>
                </a:cubicBezTo>
                <a:cubicBezTo>
                  <a:pt x="-1801" y="498860"/>
                  <a:pt x="-979" y="489582"/>
                  <a:pt x="5350" y="484327"/>
                </a:cubicBezTo>
                <a:lnTo>
                  <a:pt x="59110" y="439577"/>
                </a:lnTo>
                <a:cubicBezTo>
                  <a:pt x="72509" y="428410"/>
                  <a:pt x="93635" y="427097"/>
                  <a:pt x="108267" y="436621"/>
                </a:cubicBezTo>
                <a:lnTo>
                  <a:pt x="163835" y="472585"/>
                </a:lnTo>
                <a:cubicBezTo>
                  <a:pt x="167698" y="475130"/>
                  <a:pt x="175425" y="474884"/>
                  <a:pt x="179124" y="472092"/>
                </a:cubicBezTo>
                <a:lnTo>
                  <a:pt x="224006" y="438345"/>
                </a:lnTo>
                <a:cubicBezTo>
                  <a:pt x="237570" y="428082"/>
                  <a:pt x="258695" y="427261"/>
                  <a:pt x="273163" y="436293"/>
                </a:cubicBezTo>
                <a:lnTo>
                  <a:pt x="330868" y="472749"/>
                </a:lnTo>
                <a:cubicBezTo>
                  <a:pt x="335225" y="475459"/>
                  <a:pt x="343856" y="475377"/>
                  <a:pt x="348131" y="472667"/>
                </a:cubicBezTo>
                <a:lnTo>
                  <a:pt x="403699" y="436621"/>
                </a:lnTo>
                <a:cubicBezTo>
                  <a:pt x="417755" y="427507"/>
                  <a:pt x="438881" y="427589"/>
                  <a:pt x="452855" y="436785"/>
                </a:cubicBezTo>
                <a:lnTo>
                  <a:pt x="507108" y="472585"/>
                </a:lnTo>
                <a:cubicBezTo>
                  <a:pt x="510972" y="475130"/>
                  <a:pt x="518781" y="474884"/>
                  <a:pt x="522480" y="472174"/>
                </a:cubicBezTo>
                <a:lnTo>
                  <a:pt x="584378" y="426440"/>
                </a:lnTo>
                <a:cubicBezTo>
                  <a:pt x="587666" y="424018"/>
                  <a:pt x="591632" y="423155"/>
                  <a:pt x="595372" y="423720"/>
                </a:cubicBezTo>
                <a:close/>
                <a:moveTo>
                  <a:pt x="206261" y="199173"/>
                </a:moveTo>
                <a:cubicBezTo>
                  <a:pt x="227988" y="199173"/>
                  <a:pt x="245601" y="216755"/>
                  <a:pt x="245601" y="238443"/>
                </a:cubicBezTo>
                <a:cubicBezTo>
                  <a:pt x="245601" y="260131"/>
                  <a:pt x="227988" y="277713"/>
                  <a:pt x="206261" y="277713"/>
                </a:cubicBezTo>
                <a:cubicBezTo>
                  <a:pt x="184534" y="277713"/>
                  <a:pt x="166921" y="260131"/>
                  <a:pt x="166921" y="238443"/>
                </a:cubicBezTo>
                <a:cubicBezTo>
                  <a:pt x="166921" y="216755"/>
                  <a:pt x="184534" y="199173"/>
                  <a:pt x="206261" y="199173"/>
                </a:cubicBezTo>
                <a:close/>
                <a:moveTo>
                  <a:pt x="492418" y="970"/>
                </a:moveTo>
                <a:cubicBezTo>
                  <a:pt x="499230" y="-877"/>
                  <a:pt x="506751" y="-138"/>
                  <a:pt x="513367" y="3637"/>
                </a:cubicBezTo>
                <a:cubicBezTo>
                  <a:pt x="526518" y="11271"/>
                  <a:pt x="531039" y="28097"/>
                  <a:pt x="523477" y="41229"/>
                </a:cubicBezTo>
                <a:lnTo>
                  <a:pt x="427968" y="203497"/>
                </a:lnTo>
                <a:cubicBezTo>
                  <a:pt x="424763" y="209325"/>
                  <a:pt x="419913" y="214249"/>
                  <a:pt x="413913" y="217451"/>
                </a:cubicBezTo>
                <a:lnTo>
                  <a:pt x="283061" y="307982"/>
                </a:lnTo>
                <a:lnTo>
                  <a:pt x="211800" y="413617"/>
                </a:lnTo>
                <a:cubicBezTo>
                  <a:pt x="205635" y="424123"/>
                  <a:pt x="192073" y="427734"/>
                  <a:pt x="181552" y="421414"/>
                </a:cubicBezTo>
                <a:cubicBezTo>
                  <a:pt x="170949" y="415340"/>
                  <a:pt x="167415" y="401716"/>
                  <a:pt x="173497" y="391210"/>
                </a:cubicBezTo>
                <a:lnTo>
                  <a:pt x="264732" y="234276"/>
                </a:lnTo>
                <a:cubicBezTo>
                  <a:pt x="268102" y="228367"/>
                  <a:pt x="272952" y="223524"/>
                  <a:pt x="278787" y="220241"/>
                </a:cubicBezTo>
                <a:lnTo>
                  <a:pt x="396077" y="149244"/>
                </a:lnTo>
                <a:lnTo>
                  <a:pt x="475723" y="13815"/>
                </a:lnTo>
                <a:cubicBezTo>
                  <a:pt x="479504" y="7249"/>
                  <a:pt x="485607" y="2817"/>
                  <a:pt x="492418" y="970"/>
                </a:cubicBezTo>
                <a:close/>
              </a:path>
            </a:pathLst>
          </a:custGeom>
          <a:solidFill>
            <a:schemeClr val="accent1"/>
          </a:solidFill>
          <a:ln>
            <a:noFill/>
          </a:ln>
        </p:spPr>
      </p:sp>
      <p:sp>
        <p:nvSpPr>
          <p:cNvPr id="93" name="pole-vault_94139">
            <a:extLst>
              <a:ext uri="{FF2B5EF4-FFF2-40B4-BE49-F238E27FC236}">
                <a16:creationId xmlns:a16="http://schemas.microsoft.com/office/drawing/2014/main" id="{25E62F6E-8E6A-4F0F-B7AD-1175ED78F8DD}"/>
              </a:ext>
            </a:extLst>
          </p:cNvPr>
          <p:cNvSpPr>
            <a:spLocks noChangeAspect="1"/>
          </p:cNvSpPr>
          <p:nvPr/>
        </p:nvSpPr>
        <p:spPr bwMode="auto">
          <a:xfrm>
            <a:off x="1905000" y="4790398"/>
            <a:ext cx="606603" cy="609685"/>
          </a:xfrm>
          <a:custGeom>
            <a:avLst/>
            <a:gdLst>
              <a:gd name="connsiteX0" fmla="*/ 98697 w 604431"/>
              <a:gd name="connsiteY0" fmla="*/ 313734 h 607501"/>
              <a:gd name="connsiteX1" fmla="*/ 111879 w 604431"/>
              <a:gd name="connsiteY1" fmla="*/ 345455 h 607501"/>
              <a:gd name="connsiteX2" fmla="*/ 25920 w 604431"/>
              <a:gd name="connsiteY2" fmla="*/ 399572 h 607501"/>
              <a:gd name="connsiteX3" fmla="*/ 16949 w 604431"/>
              <a:gd name="connsiteY3" fmla="*/ 402223 h 607501"/>
              <a:gd name="connsiteX4" fmla="*/ 2577 w 604431"/>
              <a:gd name="connsiteY4" fmla="*/ 394362 h 607501"/>
              <a:gd name="connsiteX5" fmla="*/ 7887 w 604431"/>
              <a:gd name="connsiteY5" fmla="*/ 371051 h 607501"/>
              <a:gd name="connsiteX6" fmla="*/ 327474 w 604431"/>
              <a:gd name="connsiteY6" fmla="*/ 229408 h 607501"/>
              <a:gd name="connsiteX7" fmla="*/ 327474 w 604431"/>
              <a:gd name="connsiteY7" fmla="*/ 331211 h 607501"/>
              <a:gd name="connsiteX8" fmla="*/ 383019 w 604431"/>
              <a:gd name="connsiteY8" fmla="*/ 423327 h 607501"/>
              <a:gd name="connsiteX9" fmla="*/ 386405 w 604431"/>
              <a:gd name="connsiteY9" fmla="*/ 445168 h 607501"/>
              <a:gd name="connsiteX10" fmla="*/ 353462 w 604431"/>
              <a:gd name="connsiteY10" fmla="*/ 584895 h 607501"/>
              <a:gd name="connsiteX11" fmla="*/ 318232 w 604431"/>
              <a:gd name="connsiteY11" fmla="*/ 606736 h 607501"/>
              <a:gd name="connsiteX12" fmla="*/ 296453 w 604431"/>
              <a:gd name="connsiteY12" fmla="*/ 571553 h 607501"/>
              <a:gd name="connsiteX13" fmla="*/ 326650 w 604431"/>
              <a:gd name="connsiteY13" fmla="*/ 443340 h 607501"/>
              <a:gd name="connsiteX14" fmla="*/ 285747 w 604431"/>
              <a:gd name="connsiteY14" fmla="*/ 375441 h 607501"/>
              <a:gd name="connsiteX15" fmla="*/ 268269 w 604431"/>
              <a:gd name="connsiteY15" fmla="*/ 375441 h 607501"/>
              <a:gd name="connsiteX16" fmla="*/ 268269 w 604431"/>
              <a:gd name="connsiteY16" fmla="*/ 446904 h 607501"/>
              <a:gd name="connsiteX17" fmla="*/ 260216 w 604431"/>
              <a:gd name="connsiteY17" fmla="*/ 460612 h 607501"/>
              <a:gd name="connsiteX18" fmla="*/ 158094 w 604431"/>
              <a:gd name="connsiteY18" fmla="*/ 517544 h 607501"/>
              <a:gd name="connsiteX19" fmla="*/ 118196 w 604431"/>
              <a:gd name="connsiteY19" fmla="*/ 506213 h 607501"/>
              <a:gd name="connsiteX20" fmla="*/ 129544 w 604431"/>
              <a:gd name="connsiteY20" fmla="*/ 466369 h 607501"/>
              <a:gd name="connsiteX21" fmla="*/ 209704 w 604431"/>
              <a:gd name="connsiteY21" fmla="*/ 421773 h 607501"/>
              <a:gd name="connsiteX22" fmla="*/ 209796 w 604431"/>
              <a:gd name="connsiteY22" fmla="*/ 303613 h 607501"/>
              <a:gd name="connsiteX23" fmla="*/ 444101 w 604431"/>
              <a:gd name="connsiteY23" fmla="*/ 155808 h 607501"/>
              <a:gd name="connsiteX24" fmla="*/ 439341 w 604431"/>
              <a:gd name="connsiteY24" fmla="*/ 164948 h 607501"/>
              <a:gd name="connsiteX25" fmla="*/ 383038 w 604431"/>
              <a:gd name="connsiteY25" fmla="*/ 229474 h 607501"/>
              <a:gd name="connsiteX26" fmla="*/ 355940 w 604431"/>
              <a:gd name="connsiteY26" fmla="*/ 235689 h 607501"/>
              <a:gd name="connsiteX27" fmla="*/ 332961 w 604431"/>
              <a:gd name="connsiteY27" fmla="*/ 225909 h 607501"/>
              <a:gd name="connsiteX28" fmla="*/ 258374 w 604431"/>
              <a:gd name="connsiteY28" fmla="*/ 123207 h 607501"/>
              <a:gd name="connsiteX29" fmla="*/ 279061 w 604431"/>
              <a:gd name="connsiteY29" fmla="*/ 123207 h 607501"/>
              <a:gd name="connsiteX30" fmla="*/ 323364 w 604431"/>
              <a:gd name="connsiteY30" fmla="*/ 152082 h 607501"/>
              <a:gd name="connsiteX31" fmla="*/ 209861 w 604431"/>
              <a:gd name="connsiteY31" fmla="*/ 223630 h 607501"/>
              <a:gd name="connsiteX32" fmla="*/ 209861 w 604431"/>
              <a:gd name="connsiteY32" fmla="*/ 214219 h 607501"/>
              <a:gd name="connsiteX33" fmla="*/ 167480 w 604431"/>
              <a:gd name="connsiteY33" fmla="*/ 240535 h 607501"/>
              <a:gd name="connsiteX34" fmla="*/ 167480 w 604431"/>
              <a:gd name="connsiteY34" fmla="*/ 313728 h 607501"/>
              <a:gd name="connsiteX35" fmla="*/ 143773 w 604431"/>
              <a:gd name="connsiteY35" fmla="*/ 337303 h 607501"/>
              <a:gd name="connsiteX36" fmla="*/ 120065 w 604431"/>
              <a:gd name="connsiteY36" fmla="*/ 313728 h 607501"/>
              <a:gd name="connsiteX37" fmla="*/ 120065 w 604431"/>
              <a:gd name="connsiteY37" fmla="*/ 227377 h 607501"/>
              <a:gd name="connsiteX38" fmla="*/ 131233 w 604431"/>
              <a:gd name="connsiteY38" fmla="*/ 207365 h 607501"/>
              <a:gd name="connsiteX39" fmla="*/ 212332 w 604431"/>
              <a:gd name="connsiteY39" fmla="*/ 156925 h 607501"/>
              <a:gd name="connsiteX40" fmla="*/ 258374 w 604431"/>
              <a:gd name="connsiteY40" fmla="*/ 123207 h 607501"/>
              <a:gd name="connsiteX41" fmla="*/ 591186 w 604431"/>
              <a:gd name="connsiteY41" fmla="*/ 8998 h 607501"/>
              <a:gd name="connsiteX42" fmla="*/ 601792 w 604431"/>
              <a:gd name="connsiteY42" fmla="*/ 16447 h 607501"/>
              <a:gd name="connsiteX43" fmla="*/ 596483 w 604431"/>
              <a:gd name="connsiteY43" fmla="*/ 39754 h 607501"/>
              <a:gd name="connsiteX44" fmla="*/ 188937 w 604431"/>
              <a:gd name="connsiteY44" fmla="*/ 296869 h 607501"/>
              <a:gd name="connsiteX45" fmla="*/ 188937 w 604431"/>
              <a:gd name="connsiteY45" fmla="*/ 256926 h 607501"/>
              <a:gd name="connsiteX46" fmla="*/ 578454 w 604431"/>
              <a:gd name="connsiteY46" fmla="*/ 11145 h 607501"/>
              <a:gd name="connsiteX47" fmla="*/ 591186 w 604431"/>
              <a:gd name="connsiteY47" fmla="*/ 8998 h 607501"/>
              <a:gd name="connsiteX48" fmla="*/ 268676 w 604431"/>
              <a:gd name="connsiteY48" fmla="*/ 0 h 607501"/>
              <a:gd name="connsiteX49" fmla="*/ 324917 w 604431"/>
              <a:gd name="connsiteY49" fmla="*/ 56206 h 607501"/>
              <a:gd name="connsiteX50" fmla="*/ 268676 w 604431"/>
              <a:gd name="connsiteY50" fmla="*/ 112412 h 607501"/>
              <a:gd name="connsiteX51" fmla="*/ 212435 w 604431"/>
              <a:gd name="connsiteY51" fmla="*/ 56206 h 607501"/>
              <a:gd name="connsiteX52" fmla="*/ 268676 w 604431"/>
              <a:gd name="connsiteY52" fmla="*/ 0 h 60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4431" h="607501">
                <a:moveTo>
                  <a:pt x="98697" y="313734"/>
                </a:moveTo>
                <a:cubicBezTo>
                  <a:pt x="98788" y="326075"/>
                  <a:pt x="103731" y="337319"/>
                  <a:pt x="111879" y="345455"/>
                </a:cubicBezTo>
                <a:lnTo>
                  <a:pt x="25920" y="399572"/>
                </a:lnTo>
                <a:cubicBezTo>
                  <a:pt x="23174" y="401401"/>
                  <a:pt x="20062" y="402223"/>
                  <a:pt x="16949" y="402223"/>
                </a:cubicBezTo>
                <a:cubicBezTo>
                  <a:pt x="11274" y="402223"/>
                  <a:pt x="5873" y="399389"/>
                  <a:pt x="2577" y="394362"/>
                </a:cubicBezTo>
                <a:cubicBezTo>
                  <a:pt x="-2366" y="386500"/>
                  <a:pt x="14" y="376079"/>
                  <a:pt x="7887" y="371051"/>
                </a:cubicBezTo>
                <a:close/>
                <a:moveTo>
                  <a:pt x="327474" y="229408"/>
                </a:moveTo>
                <a:lnTo>
                  <a:pt x="327474" y="331211"/>
                </a:lnTo>
                <a:lnTo>
                  <a:pt x="383019" y="423327"/>
                </a:lnTo>
                <a:cubicBezTo>
                  <a:pt x="386954" y="429906"/>
                  <a:pt x="388143" y="437765"/>
                  <a:pt x="386405" y="445168"/>
                </a:cubicBezTo>
                <a:lnTo>
                  <a:pt x="353462" y="584895"/>
                </a:lnTo>
                <a:cubicBezTo>
                  <a:pt x="349802" y="600613"/>
                  <a:pt x="334062" y="610391"/>
                  <a:pt x="318232" y="606736"/>
                </a:cubicBezTo>
                <a:cubicBezTo>
                  <a:pt x="302492" y="602989"/>
                  <a:pt x="292701" y="587271"/>
                  <a:pt x="296453" y="571553"/>
                </a:cubicBezTo>
                <a:lnTo>
                  <a:pt x="326650" y="443340"/>
                </a:lnTo>
                <a:lnTo>
                  <a:pt x="285747" y="375441"/>
                </a:lnTo>
                <a:lnTo>
                  <a:pt x="268269" y="375441"/>
                </a:lnTo>
                <a:lnTo>
                  <a:pt x="268269" y="446904"/>
                </a:lnTo>
                <a:cubicBezTo>
                  <a:pt x="268269" y="452570"/>
                  <a:pt x="265249" y="457870"/>
                  <a:pt x="260216" y="460612"/>
                </a:cubicBezTo>
                <a:lnTo>
                  <a:pt x="158094" y="517544"/>
                </a:lnTo>
                <a:cubicBezTo>
                  <a:pt x="144002" y="525312"/>
                  <a:pt x="126158" y="520377"/>
                  <a:pt x="118196" y="506213"/>
                </a:cubicBezTo>
                <a:cubicBezTo>
                  <a:pt x="110327" y="492048"/>
                  <a:pt x="115451" y="474228"/>
                  <a:pt x="129544" y="466369"/>
                </a:cubicBezTo>
                <a:lnTo>
                  <a:pt x="209704" y="421773"/>
                </a:lnTo>
                <a:cubicBezTo>
                  <a:pt x="209704" y="381564"/>
                  <a:pt x="209796" y="352229"/>
                  <a:pt x="209796" y="303613"/>
                </a:cubicBezTo>
                <a:close/>
                <a:moveTo>
                  <a:pt x="444101" y="155808"/>
                </a:moveTo>
                <a:cubicBezTo>
                  <a:pt x="443186" y="159099"/>
                  <a:pt x="441721" y="162206"/>
                  <a:pt x="439341" y="164948"/>
                </a:cubicBezTo>
                <a:lnTo>
                  <a:pt x="383038" y="229474"/>
                </a:lnTo>
                <a:cubicBezTo>
                  <a:pt x="376355" y="237060"/>
                  <a:pt x="365553" y="239710"/>
                  <a:pt x="355940" y="235689"/>
                </a:cubicBezTo>
                <a:lnTo>
                  <a:pt x="332961" y="225909"/>
                </a:lnTo>
                <a:close/>
                <a:moveTo>
                  <a:pt x="258374" y="123207"/>
                </a:moveTo>
                <a:lnTo>
                  <a:pt x="279061" y="123207"/>
                </a:lnTo>
                <a:cubicBezTo>
                  <a:pt x="298833" y="123207"/>
                  <a:pt x="315858" y="135086"/>
                  <a:pt x="323364" y="152082"/>
                </a:cubicBezTo>
                <a:lnTo>
                  <a:pt x="209861" y="223630"/>
                </a:lnTo>
                <a:lnTo>
                  <a:pt x="209861" y="214219"/>
                </a:lnTo>
                <a:cubicBezTo>
                  <a:pt x="184140" y="230118"/>
                  <a:pt x="193110" y="224544"/>
                  <a:pt x="167480" y="240535"/>
                </a:cubicBezTo>
                <a:lnTo>
                  <a:pt x="167480" y="313728"/>
                </a:lnTo>
                <a:cubicBezTo>
                  <a:pt x="167480" y="326795"/>
                  <a:pt x="156862" y="337303"/>
                  <a:pt x="143773" y="337303"/>
                </a:cubicBezTo>
                <a:cubicBezTo>
                  <a:pt x="130683" y="337303"/>
                  <a:pt x="120065" y="326795"/>
                  <a:pt x="120065" y="313728"/>
                </a:cubicBezTo>
                <a:lnTo>
                  <a:pt x="120065" y="227377"/>
                </a:lnTo>
                <a:cubicBezTo>
                  <a:pt x="120065" y="219244"/>
                  <a:pt x="124276" y="211660"/>
                  <a:pt x="131233" y="207365"/>
                </a:cubicBezTo>
                <a:cubicBezTo>
                  <a:pt x="172332" y="181871"/>
                  <a:pt x="154391" y="193019"/>
                  <a:pt x="212332" y="156925"/>
                </a:cubicBezTo>
                <a:cubicBezTo>
                  <a:pt x="218648" y="137462"/>
                  <a:pt x="236681" y="123207"/>
                  <a:pt x="258374" y="123207"/>
                </a:cubicBezTo>
                <a:close/>
                <a:moveTo>
                  <a:pt x="591186" y="8998"/>
                </a:moveTo>
                <a:cubicBezTo>
                  <a:pt x="595408" y="9957"/>
                  <a:pt x="599275" y="12517"/>
                  <a:pt x="601792" y="16447"/>
                </a:cubicBezTo>
                <a:cubicBezTo>
                  <a:pt x="606825" y="24307"/>
                  <a:pt x="604446" y="34727"/>
                  <a:pt x="596483" y="39754"/>
                </a:cubicBezTo>
                <a:lnTo>
                  <a:pt x="188937" y="296869"/>
                </a:lnTo>
                <a:lnTo>
                  <a:pt x="188937" y="256926"/>
                </a:lnTo>
                <a:lnTo>
                  <a:pt x="578454" y="11145"/>
                </a:lnTo>
                <a:cubicBezTo>
                  <a:pt x="582389" y="8678"/>
                  <a:pt x="586965" y="8038"/>
                  <a:pt x="591186" y="8998"/>
                </a:cubicBezTo>
                <a:close/>
                <a:moveTo>
                  <a:pt x="268676" y="0"/>
                </a:moveTo>
                <a:cubicBezTo>
                  <a:pt x="299737" y="0"/>
                  <a:pt x="324917" y="25164"/>
                  <a:pt x="324917" y="56206"/>
                </a:cubicBezTo>
                <a:cubicBezTo>
                  <a:pt x="324917" y="87248"/>
                  <a:pt x="299737" y="112412"/>
                  <a:pt x="268676" y="112412"/>
                </a:cubicBezTo>
                <a:cubicBezTo>
                  <a:pt x="237615" y="112412"/>
                  <a:pt x="212435" y="87248"/>
                  <a:pt x="212435" y="56206"/>
                </a:cubicBezTo>
                <a:cubicBezTo>
                  <a:pt x="212435" y="25164"/>
                  <a:pt x="237615" y="0"/>
                  <a:pt x="268676" y="0"/>
                </a:cubicBezTo>
                <a:close/>
              </a:path>
            </a:pathLst>
          </a:custGeom>
          <a:solidFill>
            <a:schemeClr val="accent1"/>
          </a:solidFill>
          <a:ln>
            <a:noFill/>
          </a:ln>
        </p:spPr>
      </p:sp>
      <p:sp>
        <p:nvSpPr>
          <p:cNvPr id="94" name="paralympic-weightlifting-silhouette_39661">
            <a:extLst>
              <a:ext uri="{FF2B5EF4-FFF2-40B4-BE49-F238E27FC236}">
                <a16:creationId xmlns:a16="http://schemas.microsoft.com/office/drawing/2014/main" id="{AFFFD907-00E7-4FF8-97C2-38409B024631}"/>
              </a:ext>
            </a:extLst>
          </p:cNvPr>
          <p:cNvSpPr>
            <a:spLocks noChangeAspect="1"/>
          </p:cNvSpPr>
          <p:nvPr/>
        </p:nvSpPr>
        <p:spPr bwMode="auto">
          <a:xfrm>
            <a:off x="3111500" y="4790398"/>
            <a:ext cx="609685" cy="411834"/>
          </a:xfrm>
          <a:custGeom>
            <a:avLst/>
            <a:gdLst>
              <a:gd name="connsiteX0" fmla="*/ 68947 w 607615"/>
              <a:gd name="connsiteY0" fmla="*/ 282967 h 410436"/>
              <a:gd name="connsiteX1" fmla="*/ 531947 w 607615"/>
              <a:gd name="connsiteY1" fmla="*/ 282967 h 410436"/>
              <a:gd name="connsiteX2" fmla="*/ 553810 w 607615"/>
              <a:gd name="connsiteY2" fmla="*/ 294700 h 410436"/>
              <a:gd name="connsiteX3" fmla="*/ 603291 w 607615"/>
              <a:gd name="connsiteY3" fmla="*/ 369937 h 410436"/>
              <a:gd name="connsiteX4" fmla="*/ 595812 w 607615"/>
              <a:gd name="connsiteY4" fmla="*/ 406120 h 410436"/>
              <a:gd name="connsiteX5" fmla="*/ 559482 w 607615"/>
              <a:gd name="connsiteY5" fmla="*/ 398653 h 410436"/>
              <a:gd name="connsiteX6" fmla="*/ 517809 w 607615"/>
              <a:gd name="connsiteY6" fmla="*/ 335231 h 410436"/>
              <a:gd name="connsiteX7" fmla="*/ 84153 w 607615"/>
              <a:gd name="connsiteY7" fmla="*/ 335231 h 410436"/>
              <a:gd name="connsiteX8" fmla="*/ 48973 w 607615"/>
              <a:gd name="connsiteY8" fmla="*/ 397176 h 410436"/>
              <a:gd name="connsiteX9" fmla="*/ 26206 w 607615"/>
              <a:gd name="connsiteY9" fmla="*/ 410386 h 410436"/>
              <a:gd name="connsiteX10" fmla="*/ 13219 w 607615"/>
              <a:gd name="connsiteY10" fmla="*/ 407022 h 410436"/>
              <a:gd name="connsiteX11" fmla="*/ 3438 w 607615"/>
              <a:gd name="connsiteY11" fmla="*/ 371332 h 410436"/>
              <a:gd name="connsiteX12" fmla="*/ 46179 w 607615"/>
              <a:gd name="connsiteY12" fmla="*/ 296177 h 410436"/>
              <a:gd name="connsiteX13" fmla="*/ 68947 w 607615"/>
              <a:gd name="connsiteY13" fmla="*/ 282967 h 410436"/>
              <a:gd name="connsiteX14" fmla="*/ 81742 w 607615"/>
              <a:gd name="connsiteY14" fmla="*/ 164700 h 410436"/>
              <a:gd name="connsiteX15" fmla="*/ 131985 w 607615"/>
              <a:gd name="connsiteY15" fmla="*/ 214802 h 410436"/>
              <a:gd name="connsiteX16" fmla="*/ 81742 w 607615"/>
              <a:gd name="connsiteY16" fmla="*/ 264904 h 410436"/>
              <a:gd name="connsiteX17" fmla="*/ 31499 w 607615"/>
              <a:gd name="connsiteY17" fmla="*/ 214802 h 410436"/>
              <a:gd name="connsiteX18" fmla="*/ 81742 w 607615"/>
              <a:gd name="connsiteY18" fmla="*/ 164700 h 410436"/>
              <a:gd name="connsiteX19" fmla="*/ 240063 w 607615"/>
              <a:gd name="connsiteY19" fmla="*/ 89396 h 410436"/>
              <a:gd name="connsiteX20" fmla="*/ 210798 w 607615"/>
              <a:gd name="connsiteY20" fmla="*/ 111067 h 410436"/>
              <a:gd name="connsiteX21" fmla="*/ 208003 w 607615"/>
              <a:gd name="connsiteY21" fmla="*/ 111560 h 410436"/>
              <a:gd name="connsiteX22" fmla="*/ 207839 w 607615"/>
              <a:gd name="connsiteY22" fmla="*/ 115993 h 410436"/>
              <a:gd name="connsiteX23" fmla="*/ 196001 w 607615"/>
              <a:gd name="connsiteY23" fmla="*/ 193814 h 410436"/>
              <a:gd name="connsiteX24" fmla="*/ 220416 w 607615"/>
              <a:gd name="connsiteY24" fmla="*/ 193814 h 410436"/>
              <a:gd name="connsiteX25" fmla="*/ 241132 w 607615"/>
              <a:gd name="connsiteY25" fmla="*/ 94814 h 410436"/>
              <a:gd name="connsiteX26" fmla="*/ 242447 w 607615"/>
              <a:gd name="connsiteY26" fmla="*/ 90955 h 410436"/>
              <a:gd name="connsiteX27" fmla="*/ 240063 w 607615"/>
              <a:gd name="connsiteY27" fmla="*/ 89396 h 410436"/>
              <a:gd name="connsiteX28" fmla="*/ 269574 w 607615"/>
              <a:gd name="connsiteY28" fmla="*/ 20933 h 410436"/>
              <a:gd name="connsiteX29" fmla="*/ 262094 w 607615"/>
              <a:gd name="connsiteY29" fmla="*/ 21918 h 410436"/>
              <a:gd name="connsiteX30" fmla="*/ 244666 w 607615"/>
              <a:gd name="connsiteY30" fmla="*/ 35299 h 410436"/>
              <a:gd name="connsiteX31" fmla="*/ 242529 w 607615"/>
              <a:gd name="connsiteY31" fmla="*/ 39978 h 410436"/>
              <a:gd name="connsiteX32" fmla="*/ 246228 w 607615"/>
              <a:gd name="connsiteY32" fmla="*/ 49664 h 410436"/>
              <a:gd name="connsiteX33" fmla="*/ 247626 w 607615"/>
              <a:gd name="connsiteY33" fmla="*/ 67806 h 410436"/>
              <a:gd name="connsiteX34" fmla="*/ 276973 w 607615"/>
              <a:gd name="connsiteY34" fmla="*/ 77246 h 410436"/>
              <a:gd name="connsiteX35" fmla="*/ 294400 w 607615"/>
              <a:gd name="connsiteY35" fmla="*/ 63866 h 410436"/>
              <a:gd name="connsiteX36" fmla="*/ 297195 w 607615"/>
              <a:gd name="connsiteY36" fmla="*/ 42194 h 410436"/>
              <a:gd name="connsiteX37" fmla="*/ 269574 w 607615"/>
              <a:gd name="connsiteY37" fmla="*/ 20933 h 410436"/>
              <a:gd name="connsiteX38" fmla="*/ 269574 w 607615"/>
              <a:gd name="connsiteY38" fmla="*/ 0 h 410436"/>
              <a:gd name="connsiteX39" fmla="*/ 317500 w 607615"/>
              <a:gd name="connsiteY39" fmla="*/ 36776 h 410436"/>
              <a:gd name="connsiteX40" fmla="*/ 312567 w 607615"/>
              <a:gd name="connsiteY40" fmla="*/ 74373 h 410436"/>
              <a:gd name="connsiteX41" fmla="*/ 282480 w 607615"/>
              <a:gd name="connsiteY41" fmla="*/ 97440 h 410436"/>
              <a:gd name="connsiteX42" fmla="*/ 282234 w 607615"/>
              <a:gd name="connsiteY42" fmla="*/ 103351 h 410436"/>
              <a:gd name="connsiteX43" fmla="*/ 263327 w 607615"/>
              <a:gd name="connsiteY43" fmla="*/ 193814 h 410436"/>
              <a:gd name="connsiteX44" fmla="*/ 341339 w 607615"/>
              <a:gd name="connsiteY44" fmla="*/ 193814 h 410436"/>
              <a:gd name="connsiteX45" fmla="*/ 351861 w 607615"/>
              <a:gd name="connsiteY45" fmla="*/ 204321 h 410436"/>
              <a:gd name="connsiteX46" fmla="*/ 351861 w 607615"/>
              <a:gd name="connsiteY46" fmla="*/ 212284 h 410436"/>
              <a:gd name="connsiteX47" fmla="*/ 401924 w 607615"/>
              <a:gd name="connsiteY47" fmla="*/ 212284 h 410436"/>
              <a:gd name="connsiteX48" fmla="*/ 428147 w 607615"/>
              <a:gd name="connsiteY48" fmla="*/ 238470 h 410436"/>
              <a:gd name="connsiteX49" fmla="*/ 401924 w 607615"/>
              <a:gd name="connsiteY49" fmla="*/ 264575 h 410436"/>
              <a:gd name="connsiteX50" fmla="*/ 351861 w 607615"/>
              <a:gd name="connsiteY50" fmla="*/ 264575 h 410436"/>
              <a:gd name="connsiteX51" fmla="*/ 351861 w 607615"/>
              <a:gd name="connsiteY51" fmla="*/ 264903 h 410436"/>
              <a:gd name="connsiteX52" fmla="*/ 152351 w 607615"/>
              <a:gd name="connsiteY52" fmla="*/ 264903 h 410436"/>
              <a:gd name="connsiteX53" fmla="*/ 152351 w 607615"/>
              <a:gd name="connsiteY53" fmla="*/ 207605 h 410436"/>
              <a:gd name="connsiteX54" fmla="*/ 152433 w 607615"/>
              <a:gd name="connsiteY54" fmla="*/ 202187 h 410436"/>
              <a:gd name="connsiteX55" fmla="*/ 166408 w 607615"/>
              <a:gd name="connsiteY55" fmla="*/ 109672 h 410436"/>
              <a:gd name="connsiteX56" fmla="*/ 168627 w 607615"/>
              <a:gd name="connsiteY56" fmla="*/ 103187 h 410436"/>
              <a:gd name="connsiteX57" fmla="*/ 149309 w 607615"/>
              <a:gd name="connsiteY57" fmla="*/ 75687 h 410436"/>
              <a:gd name="connsiteX58" fmla="*/ 184739 w 607615"/>
              <a:gd name="connsiteY58" fmla="*/ 14284 h 410436"/>
              <a:gd name="connsiteX59" fmla="*/ 227979 w 607615"/>
              <a:gd name="connsiteY59" fmla="*/ 22821 h 410436"/>
              <a:gd name="connsiteX60" fmla="*/ 256668 w 607615"/>
              <a:gd name="connsiteY60" fmla="*/ 1724 h 410436"/>
              <a:gd name="connsiteX61" fmla="*/ 269574 w 607615"/>
              <a:gd name="connsiteY61" fmla="*/ 0 h 410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07615" h="410436">
                <a:moveTo>
                  <a:pt x="68947" y="282967"/>
                </a:moveTo>
                <a:lnTo>
                  <a:pt x="531947" y="282967"/>
                </a:lnTo>
                <a:cubicBezTo>
                  <a:pt x="540741" y="282967"/>
                  <a:pt x="548961" y="287398"/>
                  <a:pt x="553810" y="294700"/>
                </a:cubicBezTo>
                <a:lnTo>
                  <a:pt x="603291" y="369937"/>
                </a:lnTo>
                <a:cubicBezTo>
                  <a:pt x="611264" y="381998"/>
                  <a:pt x="607894" y="398161"/>
                  <a:pt x="595812" y="406120"/>
                </a:cubicBezTo>
                <a:cubicBezTo>
                  <a:pt x="583729" y="414078"/>
                  <a:pt x="567454" y="410714"/>
                  <a:pt x="559482" y="398653"/>
                </a:cubicBezTo>
                <a:lnTo>
                  <a:pt x="517809" y="335231"/>
                </a:lnTo>
                <a:lnTo>
                  <a:pt x="84153" y="335231"/>
                </a:lnTo>
                <a:lnTo>
                  <a:pt x="48973" y="397176"/>
                </a:lnTo>
                <a:cubicBezTo>
                  <a:pt x="44124" y="405627"/>
                  <a:pt x="35247" y="410386"/>
                  <a:pt x="26206" y="410386"/>
                </a:cubicBezTo>
                <a:cubicBezTo>
                  <a:pt x="21767" y="410386"/>
                  <a:pt x="17329" y="409319"/>
                  <a:pt x="13219" y="407022"/>
                </a:cubicBezTo>
                <a:cubicBezTo>
                  <a:pt x="643" y="399884"/>
                  <a:pt x="-3713" y="383885"/>
                  <a:pt x="3438" y="371332"/>
                </a:cubicBezTo>
                <a:lnTo>
                  <a:pt x="46179" y="296177"/>
                </a:lnTo>
                <a:cubicBezTo>
                  <a:pt x="50782" y="287972"/>
                  <a:pt x="59494" y="282967"/>
                  <a:pt x="68947" y="282967"/>
                </a:cubicBezTo>
                <a:close/>
                <a:moveTo>
                  <a:pt x="81742" y="164700"/>
                </a:moveTo>
                <a:cubicBezTo>
                  <a:pt x="109490" y="164700"/>
                  <a:pt x="131985" y="187131"/>
                  <a:pt x="131985" y="214802"/>
                </a:cubicBezTo>
                <a:cubicBezTo>
                  <a:pt x="131985" y="242473"/>
                  <a:pt x="109490" y="264904"/>
                  <a:pt x="81742" y="264904"/>
                </a:cubicBezTo>
                <a:cubicBezTo>
                  <a:pt x="53994" y="264904"/>
                  <a:pt x="31499" y="242473"/>
                  <a:pt x="31499" y="214802"/>
                </a:cubicBezTo>
                <a:cubicBezTo>
                  <a:pt x="31499" y="187131"/>
                  <a:pt x="53994" y="164700"/>
                  <a:pt x="81742" y="164700"/>
                </a:cubicBezTo>
                <a:close/>
                <a:moveTo>
                  <a:pt x="240063" y="89396"/>
                </a:moveTo>
                <a:cubicBezTo>
                  <a:pt x="233569" y="99657"/>
                  <a:pt x="223458" y="107702"/>
                  <a:pt x="210798" y="111067"/>
                </a:cubicBezTo>
                <a:cubicBezTo>
                  <a:pt x="209894" y="111314"/>
                  <a:pt x="208907" y="111396"/>
                  <a:pt x="208003" y="111560"/>
                </a:cubicBezTo>
                <a:cubicBezTo>
                  <a:pt x="208085" y="113037"/>
                  <a:pt x="208003" y="114433"/>
                  <a:pt x="207839" y="115993"/>
                </a:cubicBezTo>
                <a:lnTo>
                  <a:pt x="196001" y="193814"/>
                </a:lnTo>
                <a:lnTo>
                  <a:pt x="220416" y="193814"/>
                </a:lnTo>
                <a:lnTo>
                  <a:pt x="241132" y="94814"/>
                </a:lnTo>
                <a:cubicBezTo>
                  <a:pt x="241460" y="93418"/>
                  <a:pt x="241871" y="92187"/>
                  <a:pt x="242447" y="90955"/>
                </a:cubicBezTo>
                <a:cubicBezTo>
                  <a:pt x="241625" y="90463"/>
                  <a:pt x="240803" y="89970"/>
                  <a:pt x="240063" y="89396"/>
                </a:cubicBezTo>
                <a:close/>
                <a:moveTo>
                  <a:pt x="269574" y="20933"/>
                </a:moveTo>
                <a:cubicBezTo>
                  <a:pt x="267026" y="20933"/>
                  <a:pt x="264560" y="21261"/>
                  <a:pt x="262094" y="21918"/>
                </a:cubicBezTo>
                <a:cubicBezTo>
                  <a:pt x="254695" y="23970"/>
                  <a:pt x="248530" y="28649"/>
                  <a:pt x="244666" y="35299"/>
                </a:cubicBezTo>
                <a:cubicBezTo>
                  <a:pt x="243762" y="36858"/>
                  <a:pt x="243104" y="38418"/>
                  <a:pt x="242529" y="39978"/>
                </a:cubicBezTo>
                <a:cubicBezTo>
                  <a:pt x="244091" y="43015"/>
                  <a:pt x="245324" y="46299"/>
                  <a:pt x="246228" y="49664"/>
                </a:cubicBezTo>
                <a:cubicBezTo>
                  <a:pt x="247872" y="55739"/>
                  <a:pt x="248201" y="61896"/>
                  <a:pt x="247626" y="67806"/>
                </a:cubicBezTo>
                <a:cubicBezTo>
                  <a:pt x="254613" y="76015"/>
                  <a:pt x="266040" y="80202"/>
                  <a:pt x="276973" y="77246"/>
                </a:cubicBezTo>
                <a:cubicBezTo>
                  <a:pt x="284371" y="75276"/>
                  <a:pt x="290536" y="70515"/>
                  <a:pt x="294400" y="63866"/>
                </a:cubicBezTo>
                <a:cubicBezTo>
                  <a:pt x="298182" y="57299"/>
                  <a:pt x="299250" y="49582"/>
                  <a:pt x="297195" y="42194"/>
                </a:cubicBezTo>
                <a:cubicBezTo>
                  <a:pt x="293825" y="29716"/>
                  <a:pt x="282480" y="20933"/>
                  <a:pt x="269574" y="20933"/>
                </a:cubicBezTo>
                <a:close/>
                <a:moveTo>
                  <a:pt x="269574" y="0"/>
                </a:moveTo>
                <a:cubicBezTo>
                  <a:pt x="291934" y="0"/>
                  <a:pt x="311663" y="15105"/>
                  <a:pt x="317500" y="36776"/>
                </a:cubicBezTo>
                <a:cubicBezTo>
                  <a:pt x="320952" y="49500"/>
                  <a:pt x="319144" y="62881"/>
                  <a:pt x="312567" y="74373"/>
                </a:cubicBezTo>
                <a:cubicBezTo>
                  <a:pt x="305909" y="85784"/>
                  <a:pt x="295304" y="93993"/>
                  <a:pt x="282480" y="97440"/>
                </a:cubicBezTo>
                <a:cubicBezTo>
                  <a:pt x="282645" y="99411"/>
                  <a:pt x="282645" y="101381"/>
                  <a:pt x="282234" y="103351"/>
                </a:cubicBezTo>
                <a:lnTo>
                  <a:pt x="263327" y="193814"/>
                </a:lnTo>
                <a:lnTo>
                  <a:pt x="341339" y="193814"/>
                </a:lnTo>
                <a:cubicBezTo>
                  <a:pt x="347175" y="193814"/>
                  <a:pt x="351861" y="198575"/>
                  <a:pt x="351861" y="204321"/>
                </a:cubicBezTo>
                <a:lnTo>
                  <a:pt x="351861" y="212284"/>
                </a:lnTo>
                <a:lnTo>
                  <a:pt x="401924" y="212284"/>
                </a:lnTo>
                <a:cubicBezTo>
                  <a:pt x="416392" y="212284"/>
                  <a:pt x="428147" y="224022"/>
                  <a:pt x="428147" y="238470"/>
                </a:cubicBezTo>
                <a:cubicBezTo>
                  <a:pt x="428147" y="252918"/>
                  <a:pt x="416392" y="264575"/>
                  <a:pt x="401924" y="264575"/>
                </a:cubicBezTo>
                <a:lnTo>
                  <a:pt x="351861" y="264575"/>
                </a:lnTo>
                <a:lnTo>
                  <a:pt x="351861" y="264903"/>
                </a:lnTo>
                <a:lnTo>
                  <a:pt x="152351" y="264903"/>
                </a:lnTo>
                <a:lnTo>
                  <a:pt x="152351" y="207605"/>
                </a:lnTo>
                <a:cubicBezTo>
                  <a:pt x="152186" y="205881"/>
                  <a:pt x="152104" y="203993"/>
                  <a:pt x="152433" y="202187"/>
                </a:cubicBezTo>
                <a:lnTo>
                  <a:pt x="166408" y="109672"/>
                </a:lnTo>
                <a:cubicBezTo>
                  <a:pt x="166736" y="107373"/>
                  <a:pt x="167558" y="105157"/>
                  <a:pt x="168627" y="103187"/>
                </a:cubicBezTo>
                <a:cubicBezTo>
                  <a:pt x="159502" y="96702"/>
                  <a:pt x="152433" y="87261"/>
                  <a:pt x="149309" y="75687"/>
                </a:cubicBezTo>
                <a:cubicBezTo>
                  <a:pt x="142075" y="48925"/>
                  <a:pt x="157940" y="21425"/>
                  <a:pt x="184739" y="14284"/>
                </a:cubicBezTo>
                <a:cubicBezTo>
                  <a:pt x="200358" y="10097"/>
                  <a:pt x="215977" y="13873"/>
                  <a:pt x="227979" y="22821"/>
                </a:cubicBezTo>
                <a:cubicBezTo>
                  <a:pt x="234637" y="12478"/>
                  <a:pt x="244666" y="4925"/>
                  <a:pt x="256668" y="1724"/>
                </a:cubicBezTo>
                <a:cubicBezTo>
                  <a:pt x="260861" y="575"/>
                  <a:pt x="265217" y="0"/>
                  <a:pt x="269574" y="0"/>
                </a:cubicBezTo>
                <a:close/>
              </a:path>
            </a:pathLst>
          </a:custGeom>
          <a:solidFill>
            <a:schemeClr val="accent1"/>
          </a:solidFill>
          <a:ln>
            <a:noFill/>
          </a:ln>
        </p:spPr>
      </p:sp>
      <p:sp>
        <p:nvSpPr>
          <p:cNvPr id="96" name="football_94183">
            <a:extLst>
              <a:ext uri="{FF2B5EF4-FFF2-40B4-BE49-F238E27FC236}">
                <a16:creationId xmlns:a16="http://schemas.microsoft.com/office/drawing/2014/main" id="{9F71651D-85BD-4E3E-8AB0-0128D9F3C9DB}"/>
              </a:ext>
            </a:extLst>
          </p:cNvPr>
          <p:cNvSpPr>
            <a:spLocks noChangeAspect="1"/>
          </p:cNvSpPr>
          <p:nvPr/>
        </p:nvSpPr>
        <p:spPr bwMode="auto">
          <a:xfrm>
            <a:off x="4318000" y="4790398"/>
            <a:ext cx="600874" cy="609685"/>
          </a:xfrm>
          <a:custGeom>
            <a:avLst/>
            <a:gdLst>
              <a:gd name="connsiteX0" fmla="*/ 170497 w 595672"/>
              <a:gd name="connsiteY0" fmla="*/ 105201 h 604406"/>
              <a:gd name="connsiteX1" fmla="*/ 185620 w 595672"/>
              <a:gd name="connsiteY1" fmla="*/ 107617 h 604406"/>
              <a:gd name="connsiteX2" fmla="*/ 206591 w 595672"/>
              <a:gd name="connsiteY2" fmla="*/ 117686 h 604406"/>
              <a:gd name="connsiteX3" fmla="*/ 246314 w 595672"/>
              <a:gd name="connsiteY3" fmla="*/ 148394 h 604406"/>
              <a:gd name="connsiteX4" fmla="*/ 292692 w 595672"/>
              <a:gd name="connsiteY4" fmla="*/ 204071 h 604406"/>
              <a:gd name="connsiteX5" fmla="*/ 376070 w 595672"/>
              <a:gd name="connsiteY5" fmla="*/ 228638 h 604406"/>
              <a:gd name="connsiteX6" fmla="*/ 377482 w 595672"/>
              <a:gd name="connsiteY6" fmla="*/ 229040 h 604406"/>
              <a:gd name="connsiteX7" fmla="*/ 392302 w 595672"/>
              <a:gd name="connsiteY7" fmla="*/ 264380 h 604406"/>
              <a:gd name="connsiteX8" fmla="*/ 361451 w 595672"/>
              <a:gd name="connsiteY8" fmla="*/ 280590 h 604406"/>
              <a:gd name="connsiteX9" fmla="*/ 265470 w 595672"/>
              <a:gd name="connsiteY9" fmla="*/ 252499 h 604406"/>
              <a:gd name="connsiteX10" fmla="*/ 255791 w 595672"/>
              <a:gd name="connsiteY10" fmla="*/ 245653 h 604406"/>
              <a:gd name="connsiteX11" fmla="*/ 230687 w 595672"/>
              <a:gd name="connsiteY11" fmla="*/ 213737 h 604406"/>
              <a:gd name="connsiteX12" fmla="*/ 179773 w 595672"/>
              <a:gd name="connsiteY12" fmla="*/ 302035 h 604406"/>
              <a:gd name="connsiteX13" fmla="*/ 259623 w 595672"/>
              <a:gd name="connsiteY13" fmla="*/ 337576 h 604406"/>
              <a:gd name="connsiteX14" fmla="*/ 278879 w 595672"/>
              <a:gd name="connsiteY14" fmla="*/ 362243 h 604406"/>
              <a:gd name="connsiteX15" fmla="*/ 296523 w 595672"/>
              <a:gd name="connsiteY15" fmla="*/ 473598 h 604406"/>
              <a:gd name="connsiteX16" fmla="*/ 296321 w 595672"/>
              <a:gd name="connsiteY16" fmla="*/ 482962 h 604406"/>
              <a:gd name="connsiteX17" fmla="*/ 257203 w 595672"/>
              <a:gd name="connsiteY17" fmla="*/ 511757 h 604406"/>
              <a:gd name="connsiteX18" fmla="*/ 228872 w 595672"/>
              <a:gd name="connsiteY18" fmla="*/ 485278 h 604406"/>
              <a:gd name="connsiteX19" fmla="*/ 214354 w 595672"/>
              <a:gd name="connsiteY19" fmla="*/ 392952 h 604406"/>
              <a:gd name="connsiteX20" fmla="*/ 125127 w 595672"/>
              <a:gd name="connsiteY20" fmla="*/ 354088 h 604406"/>
              <a:gd name="connsiteX21" fmla="*/ 125531 w 595672"/>
              <a:gd name="connsiteY21" fmla="*/ 448428 h 604406"/>
              <a:gd name="connsiteX22" fmla="*/ 125228 w 595672"/>
              <a:gd name="connsiteY22" fmla="*/ 453160 h 604406"/>
              <a:gd name="connsiteX23" fmla="*/ 122506 w 595672"/>
              <a:gd name="connsiteY23" fmla="*/ 462322 h 604406"/>
              <a:gd name="connsiteX24" fmla="*/ 64333 w 595672"/>
              <a:gd name="connsiteY24" fmla="*/ 586665 h 604406"/>
              <a:gd name="connsiteX25" fmla="*/ 29146 w 595672"/>
              <a:gd name="connsiteY25" fmla="*/ 603982 h 604406"/>
              <a:gd name="connsiteX26" fmla="*/ 413 w 595672"/>
              <a:gd name="connsiteY26" fmla="*/ 565018 h 604406"/>
              <a:gd name="connsiteX27" fmla="*/ 4143 w 595672"/>
              <a:gd name="connsiteY27" fmla="*/ 553540 h 604406"/>
              <a:gd name="connsiteX28" fmla="*/ 56973 w 595672"/>
              <a:gd name="connsiteY28" fmla="*/ 439970 h 604406"/>
              <a:gd name="connsiteX29" fmla="*/ 54553 w 595672"/>
              <a:gd name="connsiteY29" fmla="*/ 287235 h 604406"/>
              <a:gd name="connsiteX30" fmla="*/ 54755 w 595672"/>
              <a:gd name="connsiteY30" fmla="*/ 284617 h 604406"/>
              <a:gd name="connsiteX31" fmla="*/ 65845 w 595672"/>
              <a:gd name="connsiteY31" fmla="*/ 155945 h 604406"/>
              <a:gd name="connsiteX32" fmla="*/ 170497 w 595672"/>
              <a:gd name="connsiteY32" fmla="*/ 105201 h 604406"/>
              <a:gd name="connsiteX33" fmla="*/ 565021 w 595672"/>
              <a:gd name="connsiteY33" fmla="*/ 16700 h 604406"/>
              <a:gd name="connsiteX34" fmla="*/ 570163 w 595672"/>
              <a:gd name="connsiteY34" fmla="*/ 17908 h 604406"/>
              <a:gd name="connsiteX35" fmla="*/ 595168 w 595672"/>
              <a:gd name="connsiteY35" fmla="*/ 49422 h 604406"/>
              <a:gd name="connsiteX36" fmla="*/ 595672 w 595672"/>
              <a:gd name="connsiteY36" fmla="*/ 566128 h 604406"/>
              <a:gd name="connsiteX37" fmla="*/ 569760 w 595672"/>
              <a:gd name="connsiteY37" fmla="*/ 591903 h 604406"/>
              <a:gd name="connsiteX38" fmla="*/ 192668 w 595672"/>
              <a:gd name="connsiteY38" fmla="*/ 591903 h 604406"/>
              <a:gd name="connsiteX39" fmla="*/ 166049 w 595672"/>
              <a:gd name="connsiteY39" fmla="*/ 577707 h 604406"/>
              <a:gd name="connsiteX40" fmla="*/ 190248 w 595672"/>
              <a:gd name="connsiteY40" fmla="*/ 557469 h 604406"/>
              <a:gd name="connsiteX41" fmla="*/ 305493 w 595672"/>
              <a:gd name="connsiteY41" fmla="*/ 529479 h 604406"/>
              <a:gd name="connsiteX42" fmla="*/ 333523 w 595672"/>
              <a:gd name="connsiteY42" fmla="*/ 500583 h 604406"/>
              <a:gd name="connsiteX43" fmla="*/ 361149 w 595672"/>
              <a:gd name="connsiteY43" fmla="*/ 470278 h 604406"/>
              <a:gd name="connsiteX44" fmla="*/ 389885 w 595672"/>
              <a:gd name="connsiteY44" fmla="*/ 453866 h 604406"/>
              <a:gd name="connsiteX45" fmla="*/ 420839 w 595672"/>
              <a:gd name="connsiteY45" fmla="*/ 427185 h 604406"/>
              <a:gd name="connsiteX46" fmla="*/ 416705 w 595672"/>
              <a:gd name="connsiteY46" fmla="*/ 384395 h 604406"/>
              <a:gd name="connsiteX47" fmla="*/ 418621 w 595672"/>
              <a:gd name="connsiteY47" fmla="*/ 330731 h 604406"/>
              <a:gd name="connsiteX48" fmla="*/ 416806 w 595672"/>
              <a:gd name="connsiteY48" fmla="*/ 283108 h 604406"/>
              <a:gd name="connsiteX49" fmla="*/ 446650 w 595672"/>
              <a:gd name="connsiteY49" fmla="*/ 199943 h 604406"/>
              <a:gd name="connsiteX50" fmla="*/ 478915 w 595672"/>
              <a:gd name="connsiteY50" fmla="*/ 165812 h 604406"/>
              <a:gd name="connsiteX51" fmla="*/ 484561 w 595672"/>
              <a:gd name="connsiteY51" fmla="*/ 163395 h 604406"/>
              <a:gd name="connsiteX52" fmla="*/ 513801 w 595672"/>
              <a:gd name="connsiteY52" fmla="*/ 128358 h 604406"/>
              <a:gd name="connsiteX53" fmla="*/ 534370 w 595672"/>
              <a:gd name="connsiteY53" fmla="*/ 35930 h 604406"/>
              <a:gd name="connsiteX54" fmla="*/ 565021 w 595672"/>
              <a:gd name="connsiteY54" fmla="*/ 16700 h 604406"/>
              <a:gd name="connsiteX55" fmla="*/ 224427 w 595672"/>
              <a:gd name="connsiteY55" fmla="*/ 0 h 604406"/>
              <a:gd name="connsiteX56" fmla="*/ 275869 w 595672"/>
              <a:gd name="connsiteY56" fmla="*/ 51407 h 604406"/>
              <a:gd name="connsiteX57" fmla="*/ 224427 w 595672"/>
              <a:gd name="connsiteY57" fmla="*/ 102814 h 604406"/>
              <a:gd name="connsiteX58" fmla="*/ 172985 w 595672"/>
              <a:gd name="connsiteY58" fmla="*/ 51407 h 604406"/>
              <a:gd name="connsiteX59" fmla="*/ 224427 w 595672"/>
              <a:gd name="connsiteY59" fmla="*/ 0 h 60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95672" h="604406">
                <a:moveTo>
                  <a:pt x="170497" y="105201"/>
                </a:moveTo>
                <a:cubicBezTo>
                  <a:pt x="175639" y="104698"/>
                  <a:pt x="180882" y="105402"/>
                  <a:pt x="185620" y="107617"/>
                </a:cubicBezTo>
                <a:lnTo>
                  <a:pt x="206591" y="117686"/>
                </a:lnTo>
                <a:cubicBezTo>
                  <a:pt x="219496" y="123727"/>
                  <a:pt x="237240" y="137520"/>
                  <a:pt x="246314" y="148394"/>
                </a:cubicBezTo>
                <a:lnTo>
                  <a:pt x="292692" y="204071"/>
                </a:lnTo>
                <a:lnTo>
                  <a:pt x="376070" y="228638"/>
                </a:lnTo>
                <a:lnTo>
                  <a:pt x="377482" y="229040"/>
                </a:lnTo>
                <a:cubicBezTo>
                  <a:pt x="391294" y="234679"/>
                  <a:pt x="397948" y="250385"/>
                  <a:pt x="392302" y="264380"/>
                </a:cubicBezTo>
                <a:cubicBezTo>
                  <a:pt x="387362" y="276663"/>
                  <a:pt x="374356" y="283308"/>
                  <a:pt x="361451" y="280590"/>
                </a:cubicBezTo>
                <a:lnTo>
                  <a:pt x="265470" y="252499"/>
                </a:lnTo>
                <a:cubicBezTo>
                  <a:pt x="261740" y="251090"/>
                  <a:pt x="258312" y="248573"/>
                  <a:pt x="255791" y="245653"/>
                </a:cubicBezTo>
                <a:lnTo>
                  <a:pt x="230687" y="213737"/>
                </a:lnTo>
                <a:lnTo>
                  <a:pt x="179773" y="302035"/>
                </a:lnTo>
                <a:lnTo>
                  <a:pt x="259623" y="337576"/>
                </a:lnTo>
                <a:cubicBezTo>
                  <a:pt x="269604" y="342208"/>
                  <a:pt x="276762" y="351470"/>
                  <a:pt x="278879" y="362243"/>
                </a:cubicBezTo>
                <a:lnTo>
                  <a:pt x="296523" y="473598"/>
                </a:lnTo>
                <a:cubicBezTo>
                  <a:pt x="296825" y="476619"/>
                  <a:pt x="296825" y="479841"/>
                  <a:pt x="296321" y="482962"/>
                </a:cubicBezTo>
                <a:cubicBezTo>
                  <a:pt x="293498" y="501588"/>
                  <a:pt x="275955" y="514475"/>
                  <a:pt x="257203" y="511757"/>
                </a:cubicBezTo>
                <a:cubicBezTo>
                  <a:pt x="242786" y="509542"/>
                  <a:pt x="231695" y="498769"/>
                  <a:pt x="228872" y="485278"/>
                </a:cubicBezTo>
                <a:lnTo>
                  <a:pt x="214354" y="392952"/>
                </a:lnTo>
                <a:lnTo>
                  <a:pt x="125127" y="354088"/>
                </a:lnTo>
                <a:lnTo>
                  <a:pt x="125531" y="448428"/>
                </a:lnTo>
                <a:cubicBezTo>
                  <a:pt x="125531" y="449938"/>
                  <a:pt x="125329" y="451650"/>
                  <a:pt x="125228" y="453160"/>
                </a:cubicBezTo>
                <a:cubicBezTo>
                  <a:pt x="124825" y="456482"/>
                  <a:pt x="123716" y="459503"/>
                  <a:pt x="122506" y="462322"/>
                </a:cubicBezTo>
                <a:lnTo>
                  <a:pt x="64333" y="586665"/>
                </a:lnTo>
                <a:cubicBezTo>
                  <a:pt x="57679" y="598948"/>
                  <a:pt x="43866" y="606298"/>
                  <a:pt x="29146" y="603982"/>
                </a:cubicBezTo>
                <a:cubicBezTo>
                  <a:pt x="10394" y="601163"/>
                  <a:pt x="-2511" y="583745"/>
                  <a:pt x="413" y="565018"/>
                </a:cubicBezTo>
                <a:cubicBezTo>
                  <a:pt x="1017" y="560890"/>
                  <a:pt x="2328" y="556863"/>
                  <a:pt x="4143" y="553540"/>
                </a:cubicBezTo>
                <a:lnTo>
                  <a:pt x="56973" y="439970"/>
                </a:lnTo>
                <a:lnTo>
                  <a:pt x="54553" y="287235"/>
                </a:lnTo>
                <a:cubicBezTo>
                  <a:pt x="54553" y="286329"/>
                  <a:pt x="54654" y="285523"/>
                  <a:pt x="54755" y="284617"/>
                </a:cubicBezTo>
                <a:cubicBezTo>
                  <a:pt x="54755" y="284617"/>
                  <a:pt x="34692" y="214441"/>
                  <a:pt x="65845" y="155945"/>
                </a:cubicBezTo>
                <a:cubicBezTo>
                  <a:pt x="93672" y="103590"/>
                  <a:pt x="157390" y="104496"/>
                  <a:pt x="170497" y="105201"/>
                </a:cubicBezTo>
                <a:close/>
                <a:moveTo>
                  <a:pt x="565021" y="16700"/>
                </a:moveTo>
                <a:lnTo>
                  <a:pt x="570163" y="17908"/>
                </a:lnTo>
                <a:cubicBezTo>
                  <a:pt x="583976" y="21130"/>
                  <a:pt x="595168" y="35226"/>
                  <a:pt x="595168" y="49422"/>
                </a:cubicBezTo>
                <a:lnTo>
                  <a:pt x="595672" y="566128"/>
                </a:lnTo>
                <a:cubicBezTo>
                  <a:pt x="595672" y="580425"/>
                  <a:pt x="584077" y="591903"/>
                  <a:pt x="569760" y="591903"/>
                </a:cubicBezTo>
                <a:lnTo>
                  <a:pt x="192668" y="591903"/>
                </a:lnTo>
                <a:cubicBezTo>
                  <a:pt x="178451" y="591903"/>
                  <a:pt x="166553" y="585560"/>
                  <a:pt x="166049" y="577707"/>
                </a:cubicBezTo>
                <a:cubicBezTo>
                  <a:pt x="165646" y="569954"/>
                  <a:pt x="176435" y="560893"/>
                  <a:pt x="190248" y="557469"/>
                </a:cubicBezTo>
                <a:lnTo>
                  <a:pt x="305493" y="529479"/>
                </a:lnTo>
                <a:cubicBezTo>
                  <a:pt x="319306" y="526157"/>
                  <a:pt x="331910" y="513169"/>
                  <a:pt x="333523" y="500583"/>
                </a:cubicBezTo>
                <a:cubicBezTo>
                  <a:pt x="335237" y="487998"/>
                  <a:pt x="347538" y="474406"/>
                  <a:pt x="361149" y="470278"/>
                </a:cubicBezTo>
                <a:lnTo>
                  <a:pt x="389885" y="453866"/>
                </a:lnTo>
                <a:cubicBezTo>
                  <a:pt x="403496" y="449738"/>
                  <a:pt x="417411" y="437858"/>
                  <a:pt x="420839" y="427185"/>
                </a:cubicBezTo>
                <a:cubicBezTo>
                  <a:pt x="424368" y="416513"/>
                  <a:pt x="422452" y="397383"/>
                  <a:pt x="416705" y="384395"/>
                </a:cubicBezTo>
                <a:lnTo>
                  <a:pt x="418621" y="330731"/>
                </a:lnTo>
                <a:cubicBezTo>
                  <a:pt x="412873" y="317743"/>
                  <a:pt x="412067" y="296398"/>
                  <a:pt x="416806" y="283108"/>
                </a:cubicBezTo>
                <a:lnTo>
                  <a:pt x="446650" y="199943"/>
                </a:lnTo>
                <a:cubicBezTo>
                  <a:pt x="451389" y="186552"/>
                  <a:pt x="465908" y="171249"/>
                  <a:pt x="478915" y="165812"/>
                </a:cubicBezTo>
                <a:lnTo>
                  <a:pt x="484561" y="163395"/>
                </a:lnTo>
                <a:cubicBezTo>
                  <a:pt x="497568" y="157958"/>
                  <a:pt x="510776" y="142252"/>
                  <a:pt x="513801" y="128358"/>
                </a:cubicBezTo>
                <a:lnTo>
                  <a:pt x="534370" y="35930"/>
                </a:lnTo>
                <a:cubicBezTo>
                  <a:pt x="537394" y="22137"/>
                  <a:pt x="551208" y="13478"/>
                  <a:pt x="565021" y="16700"/>
                </a:cubicBezTo>
                <a:close/>
                <a:moveTo>
                  <a:pt x="224427" y="0"/>
                </a:moveTo>
                <a:cubicBezTo>
                  <a:pt x="252838" y="0"/>
                  <a:pt x="275869" y="23016"/>
                  <a:pt x="275869" y="51407"/>
                </a:cubicBezTo>
                <a:cubicBezTo>
                  <a:pt x="275869" y="79798"/>
                  <a:pt x="252838" y="102814"/>
                  <a:pt x="224427" y="102814"/>
                </a:cubicBezTo>
                <a:cubicBezTo>
                  <a:pt x="196016" y="102814"/>
                  <a:pt x="172985" y="79798"/>
                  <a:pt x="172985" y="51407"/>
                </a:cubicBezTo>
                <a:cubicBezTo>
                  <a:pt x="172985" y="23016"/>
                  <a:pt x="196016" y="0"/>
                  <a:pt x="224427" y="0"/>
                </a:cubicBezTo>
                <a:close/>
              </a:path>
            </a:pathLst>
          </a:custGeom>
          <a:solidFill>
            <a:schemeClr val="accent1"/>
          </a:solidFill>
          <a:ln>
            <a:noFill/>
          </a:ln>
        </p:spPr>
        <p:txBody>
          <a:bodyPr/>
          <a:lstStyle/>
          <a:p>
            <a:endParaRPr lang="zh-CN" altLang="en-US"/>
          </a:p>
        </p:txBody>
      </p:sp>
      <p:sp>
        <p:nvSpPr>
          <p:cNvPr id="97" name="jumping-silhouette_39717">
            <a:extLst>
              <a:ext uri="{FF2B5EF4-FFF2-40B4-BE49-F238E27FC236}">
                <a16:creationId xmlns:a16="http://schemas.microsoft.com/office/drawing/2014/main" id="{CC84AFBC-FBF4-40A8-A5D5-AE6F84131E9E}"/>
              </a:ext>
            </a:extLst>
          </p:cNvPr>
          <p:cNvSpPr>
            <a:spLocks noChangeAspect="1"/>
          </p:cNvSpPr>
          <p:nvPr/>
        </p:nvSpPr>
        <p:spPr bwMode="auto">
          <a:xfrm>
            <a:off x="5524500" y="4790398"/>
            <a:ext cx="459241" cy="609685"/>
          </a:xfrm>
          <a:custGeom>
            <a:avLst/>
            <a:gdLst>
              <a:gd name="connsiteX0" fmla="*/ 222185 w 457337"/>
              <a:gd name="connsiteY0" fmla="*/ 339752 h 607156"/>
              <a:gd name="connsiteX1" fmla="*/ 205165 w 457337"/>
              <a:gd name="connsiteY1" fmla="*/ 351350 h 607156"/>
              <a:gd name="connsiteX2" fmla="*/ 321399 w 457337"/>
              <a:gd name="connsiteY2" fmla="*/ 385098 h 607156"/>
              <a:gd name="connsiteX3" fmla="*/ 319624 w 457337"/>
              <a:gd name="connsiteY3" fmla="*/ 374385 h 607156"/>
              <a:gd name="connsiteX4" fmla="*/ 189597 w 457337"/>
              <a:gd name="connsiteY4" fmla="*/ 220467 h 607156"/>
              <a:gd name="connsiteX5" fmla="*/ 229525 w 457337"/>
              <a:gd name="connsiteY5" fmla="*/ 277008 h 607156"/>
              <a:gd name="connsiteX6" fmla="*/ 357374 w 457337"/>
              <a:gd name="connsiteY6" fmla="*/ 322435 h 607156"/>
              <a:gd name="connsiteX7" fmla="*/ 377459 w 457337"/>
              <a:gd name="connsiteY7" fmla="*/ 346356 h 607156"/>
              <a:gd name="connsiteX8" fmla="*/ 387138 w 457337"/>
              <a:gd name="connsiteY8" fmla="*/ 404106 h 607156"/>
              <a:gd name="connsiteX9" fmla="*/ 402383 w 457337"/>
              <a:gd name="connsiteY9" fmla="*/ 408536 h 607156"/>
              <a:gd name="connsiteX10" fmla="*/ 355357 w 457337"/>
              <a:gd name="connsiteY10" fmla="*/ 241166 h 607156"/>
              <a:gd name="connsiteX11" fmla="*/ 349792 w 457337"/>
              <a:gd name="connsiteY11" fmla="*/ 241811 h 607156"/>
              <a:gd name="connsiteX12" fmla="*/ 257111 w 457337"/>
              <a:gd name="connsiteY12" fmla="*/ 241811 h 607156"/>
              <a:gd name="connsiteX13" fmla="*/ 248884 w 457337"/>
              <a:gd name="connsiteY13" fmla="*/ 240442 h 607156"/>
              <a:gd name="connsiteX14" fmla="*/ 61674 w 457337"/>
              <a:gd name="connsiteY14" fmla="*/ 60838 h 607156"/>
              <a:gd name="connsiteX15" fmla="*/ 123348 w 457337"/>
              <a:gd name="connsiteY15" fmla="*/ 122442 h 607156"/>
              <a:gd name="connsiteX16" fmla="*/ 61674 w 457337"/>
              <a:gd name="connsiteY16" fmla="*/ 184046 h 607156"/>
              <a:gd name="connsiteX17" fmla="*/ 0 w 457337"/>
              <a:gd name="connsiteY17" fmla="*/ 122442 h 607156"/>
              <a:gd name="connsiteX18" fmla="*/ 61674 w 457337"/>
              <a:gd name="connsiteY18" fmla="*/ 60838 h 607156"/>
              <a:gd name="connsiteX19" fmla="*/ 173626 w 457337"/>
              <a:gd name="connsiteY19" fmla="*/ 422 h 607156"/>
              <a:gd name="connsiteX20" fmla="*/ 356729 w 457337"/>
              <a:gd name="connsiteY20" fmla="*/ 191471 h 607156"/>
              <a:gd name="connsiteX21" fmla="*/ 375523 w 457337"/>
              <a:gd name="connsiteY21" fmla="*/ 216117 h 607156"/>
              <a:gd name="connsiteX22" fmla="*/ 372780 w 457337"/>
              <a:gd name="connsiteY22" fmla="*/ 227394 h 607156"/>
              <a:gd name="connsiteX23" fmla="*/ 424484 w 457337"/>
              <a:gd name="connsiteY23" fmla="*/ 414979 h 607156"/>
              <a:gd name="connsiteX24" fmla="*/ 435051 w 457337"/>
              <a:gd name="connsiteY24" fmla="*/ 418040 h 607156"/>
              <a:gd name="connsiteX25" fmla="*/ 456104 w 457337"/>
              <a:gd name="connsiteY25" fmla="*/ 456218 h 607156"/>
              <a:gd name="connsiteX26" fmla="*/ 433357 w 457337"/>
              <a:gd name="connsiteY26" fmla="*/ 477562 h 607156"/>
              <a:gd name="connsiteX27" fmla="*/ 442149 w 457337"/>
              <a:gd name="connsiteY27" fmla="*/ 596524 h 607156"/>
              <a:gd name="connsiteX28" fmla="*/ 432228 w 457337"/>
              <a:gd name="connsiteY28" fmla="*/ 607156 h 607156"/>
              <a:gd name="connsiteX29" fmla="*/ 431905 w 457337"/>
              <a:gd name="connsiteY29" fmla="*/ 607156 h 607156"/>
              <a:gd name="connsiteX30" fmla="*/ 421581 w 457337"/>
              <a:gd name="connsiteY30" fmla="*/ 597249 h 607156"/>
              <a:gd name="connsiteX31" fmla="*/ 412305 w 457337"/>
              <a:gd name="connsiteY31" fmla="*/ 475629 h 607156"/>
              <a:gd name="connsiteX32" fmla="*/ 398511 w 457337"/>
              <a:gd name="connsiteY32" fmla="*/ 471601 h 607156"/>
              <a:gd name="connsiteX33" fmla="*/ 400125 w 457337"/>
              <a:gd name="connsiteY33" fmla="*/ 481508 h 607156"/>
              <a:gd name="connsiteX34" fmla="*/ 374878 w 457337"/>
              <a:gd name="connsiteY34" fmla="*/ 517028 h 607156"/>
              <a:gd name="connsiteX35" fmla="*/ 369715 w 457337"/>
              <a:gd name="connsiteY35" fmla="*/ 517431 h 607156"/>
              <a:gd name="connsiteX36" fmla="*/ 339306 w 457337"/>
              <a:gd name="connsiteY36" fmla="*/ 491737 h 607156"/>
              <a:gd name="connsiteX37" fmla="*/ 332691 w 457337"/>
              <a:gd name="connsiteY37" fmla="*/ 452513 h 607156"/>
              <a:gd name="connsiteX38" fmla="*/ 162092 w 457337"/>
              <a:gd name="connsiteY38" fmla="*/ 403059 h 607156"/>
              <a:gd name="connsiteX39" fmla="*/ 145879 w 457337"/>
              <a:gd name="connsiteY39" fmla="*/ 391541 h 607156"/>
              <a:gd name="connsiteX40" fmla="*/ 145233 w 457337"/>
              <a:gd name="connsiteY40" fmla="*/ 391944 h 607156"/>
              <a:gd name="connsiteX41" fmla="*/ 43680 w 457337"/>
              <a:gd name="connsiteY41" fmla="*/ 220145 h 607156"/>
              <a:gd name="connsiteX42" fmla="*/ 145879 w 457337"/>
              <a:gd name="connsiteY42" fmla="*/ 158448 h 607156"/>
              <a:gd name="connsiteX43" fmla="*/ 146282 w 457337"/>
              <a:gd name="connsiteY43" fmla="*/ 159012 h 607156"/>
              <a:gd name="connsiteX44" fmla="*/ 164995 w 457337"/>
              <a:gd name="connsiteY44" fmla="*/ 157965 h 607156"/>
              <a:gd name="connsiteX45" fmla="*/ 261386 w 457337"/>
              <a:gd name="connsiteY45" fmla="*/ 190424 h 607156"/>
              <a:gd name="connsiteX46" fmla="*/ 332127 w 457337"/>
              <a:gd name="connsiteY46" fmla="*/ 190424 h 607156"/>
              <a:gd name="connsiteX47" fmla="*/ 167738 w 457337"/>
              <a:gd name="connsiteY47" fmla="*/ 20155 h 607156"/>
              <a:gd name="connsiteX48" fmla="*/ 160801 w 457337"/>
              <a:gd name="connsiteY48" fmla="*/ 7349 h 607156"/>
              <a:gd name="connsiteX49" fmla="*/ 173626 w 457337"/>
              <a:gd name="connsiteY49" fmla="*/ 422 h 607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57337" h="607156">
                <a:moveTo>
                  <a:pt x="222185" y="339752"/>
                </a:moveTo>
                <a:lnTo>
                  <a:pt x="205165" y="351350"/>
                </a:lnTo>
                <a:lnTo>
                  <a:pt x="321399" y="385098"/>
                </a:lnTo>
                <a:lnTo>
                  <a:pt x="319624" y="374385"/>
                </a:lnTo>
                <a:close/>
                <a:moveTo>
                  <a:pt x="189597" y="220467"/>
                </a:moveTo>
                <a:lnTo>
                  <a:pt x="229525" y="277008"/>
                </a:lnTo>
                <a:lnTo>
                  <a:pt x="357374" y="322435"/>
                </a:lnTo>
                <a:cubicBezTo>
                  <a:pt x="367941" y="326140"/>
                  <a:pt x="375603" y="335322"/>
                  <a:pt x="377459" y="346356"/>
                </a:cubicBezTo>
                <a:lnTo>
                  <a:pt x="387138" y="404106"/>
                </a:lnTo>
                <a:lnTo>
                  <a:pt x="402383" y="408536"/>
                </a:lnTo>
                <a:cubicBezTo>
                  <a:pt x="390365" y="342329"/>
                  <a:pt x="373990" y="287076"/>
                  <a:pt x="355357" y="241166"/>
                </a:cubicBezTo>
                <a:cubicBezTo>
                  <a:pt x="353583" y="241569"/>
                  <a:pt x="351728" y="241811"/>
                  <a:pt x="349792" y="241811"/>
                </a:cubicBezTo>
                <a:lnTo>
                  <a:pt x="257111" y="241811"/>
                </a:lnTo>
                <a:cubicBezTo>
                  <a:pt x="254369" y="241811"/>
                  <a:pt x="251546" y="241328"/>
                  <a:pt x="248884" y="240442"/>
                </a:cubicBezTo>
                <a:close/>
                <a:moveTo>
                  <a:pt x="61674" y="60838"/>
                </a:moveTo>
                <a:cubicBezTo>
                  <a:pt x="95736" y="60838"/>
                  <a:pt x="123348" y="88419"/>
                  <a:pt x="123348" y="122442"/>
                </a:cubicBezTo>
                <a:cubicBezTo>
                  <a:pt x="123348" y="156465"/>
                  <a:pt x="95736" y="184046"/>
                  <a:pt x="61674" y="184046"/>
                </a:cubicBezTo>
                <a:cubicBezTo>
                  <a:pt x="27612" y="184046"/>
                  <a:pt x="0" y="156465"/>
                  <a:pt x="0" y="122442"/>
                </a:cubicBezTo>
                <a:cubicBezTo>
                  <a:pt x="0" y="88419"/>
                  <a:pt x="27612" y="60838"/>
                  <a:pt x="61674" y="60838"/>
                </a:cubicBezTo>
                <a:close/>
                <a:moveTo>
                  <a:pt x="173626" y="422"/>
                </a:moveTo>
                <a:cubicBezTo>
                  <a:pt x="180160" y="2355"/>
                  <a:pt x="280342" y="34411"/>
                  <a:pt x="356729" y="191471"/>
                </a:cubicBezTo>
                <a:cubicBezTo>
                  <a:pt x="367537" y="194532"/>
                  <a:pt x="375523" y="204358"/>
                  <a:pt x="375523" y="216117"/>
                </a:cubicBezTo>
                <a:cubicBezTo>
                  <a:pt x="375523" y="220145"/>
                  <a:pt x="374474" y="223930"/>
                  <a:pt x="372780" y="227394"/>
                </a:cubicBezTo>
                <a:cubicBezTo>
                  <a:pt x="393672" y="278136"/>
                  <a:pt x="411821" y="339913"/>
                  <a:pt x="424484" y="414979"/>
                </a:cubicBezTo>
                <a:lnTo>
                  <a:pt x="435051" y="418040"/>
                </a:lnTo>
                <a:cubicBezTo>
                  <a:pt x="451426" y="422792"/>
                  <a:pt x="460863" y="439867"/>
                  <a:pt x="456104" y="456218"/>
                </a:cubicBezTo>
                <a:cubicBezTo>
                  <a:pt x="452877" y="467252"/>
                  <a:pt x="443924" y="475145"/>
                  <a:pt x="433357" y="477562"/>
                </a:cubicBezTo>
                <a:cubicBezTo>
                  <a:pt x="437632" y="514370"/>
                  <a:pt x="440698" y="553917"/>
                  <a:pt x="442149" y="596524"/>
                </a:cubicBezTo>
                <a:cubicBezTo>
                  <a:pt x="442391" y="602162"/>
                  <a:pt x="437955" y="606914"/>
                  <a:pt x="432228" y="607156"/>
                </a:cubicBezTo>
                <a:cubicBezTo>
                  <a:pt x="432147" y="607156"/>
                  <a:pt x="431986" y="607156"/>
                  <a:pt x="431905" y="607156"/>
                </a:cubicBezTo>
                <a:cubicBezTo>
                  <a:pt x="426340" y="607156"/>
                  <a:pt x="421823" y="602807"/>
                  <a:pt x="421581" y="597249"/>
                </a:cubicBezTo>
                <a:cubicBezTo>
                  <a:pt x="420048" y="553514"/>
                  <a:pt x="416902" y="513081"/>
                  <a:pt x="412305" y="475629"/>
                </a:cubicBezTo>
                <a:lnTo>
                  <a:pt x="398511" y="471601"/>
                </a:lnTo>
                <a:lnTo>
                  <a:pt x="400125" y="481508"/>
                </a:lnTo>
                <a:cubicBezTo>
                  <a:pt x="402948" y="498342"/>
                  <a:pt x="391655" y="514209"/>
                  <a:pt x="374878" y="517028"/>
                </a:cubicBezTo>
                <a:cubicBezTo>
                  <a:pt x="373103" y="517270"/>
                  <a:pt x="371409" y="517431"/>
                  <a:pt x="369715" y="517431"/>
                </a:cubicBezTo>
                <a:cubicBezTo>
                  <a:pt x="354873" y="517431"/>
                  <a:pt x="341806" y="506799"/>
                  <a:pt x="339306" y="491737"/>
                </a:cubicBezTo>
                <a:lnTo>
                  <a:pt x="332691" y="452513"/>
                </a:lnTo>
                <a:lnTo>
                  <a:pt x="162092" y="403059"/>
                </a:lnTo>
                <a:cubicBezTo>
                  <a:pt x="155235" y="401045"/>
                  <a:pt x="149750" y="396857"/>
                  <a:pt x="145879" y="391541"/>
                </a:cubicBezTo>
                <a:lnTo>
                  <a:pt x="145233" y="391944"/>
                </a:lnTo>
                <a:lnTo>
                  <a:pt x="43680" y="220145"/>
                </a:lnTo>
                <a:lnTo>
                  <a:pt x="145879" y="158448"/>
                </a:lnTo>
                <a:lnTo>
                  <a:pt x="146282" y="159012"/>
                </a:lnTo>
                <a:cubicBezTo>
                  <a:pt x="152009" y="156435"/>
                  <a:pt x="158623" y="155871"/>
                  <a:pt x="164995" y="157965"/>
                </a:cubicBezTo>
                <a:lnTo>
                  <a:pt x="261386" y="190424"/>
                </a:lnTo>
                <a:lnTo>
                  <a:pt x="332127" y="190424"/>
                </a:lnTo>
                <a:cubicBezTo>
                  <a:pt x="259450" y="49473"/>
                  <a:pt x="169190" y="20558"/>
                  <a:pt x="167738" y="20155"/>
                </a:cubicBezTo>
                <a:cubicBezTo>
                  <a:pt x="162334" y="18544"/>
                  <a:pt x="159188" y="12826"/>
                  <a:pt x="160801" y="7349"/>
                </a:cubicBezTo>
                <a:cubicBezTo>
                  <a:pt x="162414" y="1952"/>
                  <a:pt x="168141" y="-1189"/>
                  <a:pt x="173626" y="422"/>
                </a:cubicBezTo>
                <a:close/>
              </a:path>
            </a:pathLst>
          </a:custGeom>
          <a:solidFill>
            <a:schemeClr val="accent1"/>
          </a:solidFill>
          <a:ln>
            <a:noFill/>
          </a:ln>
        </p:spPr>
      </p:sp>
      <p:sp>
        <p:nvSpPr>
          <p:cNvPr id="98" name="jumping-silhouette_38662">
            <a:extLst>
              <a:ext uri="{FF2B5EF4-FFF2-40B4-BE49-F238E27FC236}">
                <a16:creationId xmlns:a16="http://schemas.microsoft.com/office/drawing/2014/main" id="{B1891B8D-996F-4AEB-A65F-C0931228E534}"/>
              </a:ext>
            </a:extLst>
          </p:cNvPr>
          <p:cNvSpPr>
            <a:spLocks noChangeAspect="1"/>
          </p:cNvSpPr>
          <p:nvPr/>
        </p:nvSpPr>
        <p:spPr bwMode="auto">
          <a:xfrm>
            <a:off x="6731000" y="4790398"/>
            <a:ext cx="609684" cy="512256"/>
          </a:xfrm>
          <a:custGeom>
            <a:avLst/>
            <a:gdLst>
              <a:gd name="connsiteX0" fmla="*/ 279823 w 605123"/>
              <a:gd name="connsiteY0" fmla="*/ 224532 h 508424"/>
              <a:gd name="connsiteX1" fmla="*/ 290968 w 605123"/>
              <a:gd name="connsiteY1" fmla="*/ 244447 h 508424"/>
              <a:gd name="connsiteX2" fmla="*/ 326455 w 605123"/>
              <a:gd name="connsiteY2" fmla="*/ 235368 h 508424"/>
              <a:gd name="connsiteX3" fmla="*/ 424118 w 605123"/>
              <a:gd name="connsiteY3" fmla="*/ 120659 h 508424"/>
              <a:gd name="connsiteX4" fmla="*/ 349136 w 605123"/>
              <a:gd name="connsiteY4" fmla="*/ 156488 h 508424"/>
              <a:gd name="connsiteX5" fmla="*/ 320492 w 605123"/>
              <a:gd name="connsiteY5" fmla="*/ 159709 h 508424"/>
              <a:gd name="connsiteX6" fmla="*/ 272589 w 605123"/>
              <a:gd name="connsiteY6" fmla="*/ 148580 h 508424"/>
              <a:gd name="connsiteX7" fmla="*/ 279530 w 605123"/>
              <a:gd name="connsiteY7" fmla="*/ 160588 h 508424"/>
              <a:gd name="connsiteX8" fmla="*/ 364387 w 605123"/>
              <a:gd name="connsiteY8" fmla="*/ 180210 h 508424"/>
              <a:gd name="connsiteX9" fmla="*/ 387654 w 605123"/>
              <a:gd name="connsiteY9" fmla="*/ 217503 h 508424"/>
              <a:gd name="connsiteX10" fmla="*/ 386969 w 605123"/>
              <a:gd name="connsiteY10" fmla="*/ 219748 h 508424"/>
              <a:gd name="connsiteX11" fmla="*/ 496070 w 605123"/>
              <a:gd name="connsiteY11" fmla="*/ 191632 h 508424"/>
              <a:gd name="connsiteX12" fmla="*/ 440102 w 605123"/>
              <a:gd name="connsiteY12" fmla="*/ 25158 h 508424"/>
              <a:gd name="connsiteX13" fmla="*/ 463516 w 605123"/>
              <a:gd name="connsiteY13" fmla="*/ 37093 h 508424"/>
              <a:gd name="connsiteX14" fmla="*/ 592169 w 605123"/>
              <a:gd name="connsiteY14" fmla="*/ 164005 h 508424"/>
              <a:gd name="connsiteX15" fmla="*/ 592560 w 605123"/>
              <a:gd name="connsiteY15" fmla="*/ 225606 h 508424"/>
              <a:gd name="connsiteX16" fmla="*/ 580047 w 605123"/>
              <a:gd name="connsiteY16" fmla="*/ 234294 h 508424"/>
              <a:gd name="connsiteX17" fmla="*/ 580047 w 605123"/>
              <a:gd name="connsiteY17" fmla="*/ 425736 h 508424"/>
              <a:gd name="connsiteX18" fmla="*/ 561375 w 605123"/>
              <a:gd name="connsiteY18" fmla="*/ 444382 h 508424"/>
              <a:gd name="connsiteX19" fmla="*/ 542702 w 605123"/>
              <a:gd name="connsiteY19" fmla="*/ 425736 h 508424"/>
              <a:gd name="connsiteX20" fmla="*/ 542702 w 605123"/>
              <a:gd name="connsiteY20" fmla="*/ 234099 h 508424"/>
              <a:gd name="connsiteX21" fmla="*/ 530873 w 605123"/>
              <a:gd name="connsiteY21" fmla="*/ 225996 h 508424"/>
              <a:gd name="connsiteX22" fmla="*/ 516698 w 605123"/>
              <a:gd name="connsiteY22" fmla="*/ 212036 h 508424"/>
              <a:gd name="connsiteX23" fmla="*/ 303482 w 605123"/>
              <a:gd name="connsiteY23" fmla="*/ 266999 h 508424"/>
              <a:gd name="connsiteX24" fmla="*/ 310423 w 605123"/>
              <a:gd name="connsiteY24" fmla="*/ 279495 h 508424"/>
              <a:gd name="connsiteX25" fmla="*/ 298202 w 605123"/>
              <a:gd name="connsiteY25" fmla="*/ 321766 h 508424"/>
              <a:gd name="connsiteX26" fmla="*/ 283147 w 605123"/>
              <a:gd name="connsiteY26" fmla="*/ 325671 h 508424"/>
              <a:gd name="connsiteX27" fmla="*/ 255872 w 605123"/>
              <a:gd name="connsiteY27" fmla="*/ 309660 h 508424"/>
              <a:gd name="connsiteX28" fmla="*/ 241110 w 605123"/>
              <a:gd name="connsiteY28" fmla="*/ 283009 h 508424"/>
              <a:gd name="connsiteX29" fmla="*/ 144816 w 605123"/>
              <a:gd name="connsiteY29" fmla="*/ 307903 h 508424"/>
              <a:gd name="connsiteX30" fmla="*/ 144816 w 605123"/>
              <a:gd name="connsiteY30" fmla="*/ 489680 h 508424"/>
              <a:gd name="connsiteX31" fmla="*/ 126143 w 605123"/>
              <a:gd name="connsiteY31" fmla="*/ 508424 h 508424"/>
              <a:gd name="connsiteX32" fmla="*/ 107471 w 605123"/>
              <a:gd name="connsiteY32" fmla="*/ 489680 h 508424"/>
              <a:gd name="connsiteX33" fmla="*/ 107471 w 605123"/>
              <a:gd name="connsiteY33" fmla="*/ 237906 h 508424"/>
              <a:gd name="connsiteX34" fmla="*/ 126143 w 605123"/>
              <a:gd name="connsiteY34" fmla="*/ 219260 h 508424"/>
              <a:gd name="connsiteX35" fmla="*/ 144816 w 605123"/>
              <a:gd name="connsiteY35" fmla="*/ 237906 h 508424"/>
              <a:gd name="connsiteX36" fmla="*/ 144816 w 605123"/>
              <a:gd name="connsiteY36" fmla="*/ 282130 h 508424"/>
              <a:gd name="connsiteX37" fmla="*/ 228597 w 605123"/>
              <a:gd name="connsiteY37" fmla="*/ 260555 h 508424"/>
              <a:gd name="connsiteX38" fmla="*/ 144327 w 605123"/>
              <a:gd name="connsiteY38" fmla="*/ 109042 h 508424"/>
              <a:gd name="connsiteX39" fmla="*/ 142469 w 605123"/>
              <a:gd name="connsiteY39" fmla="*/ 83172 h 508424"/>
              <a:gd name="connsiteX40" fmla="*/ 143545 w 605123"/>
              <a:gd name="connsiteY40" fmla="*/ 74092 h 508424"/>
              <a:gd name="connsiteX41" fmla="*/ 195945 w 605123"/>
              <a:gd name="connsiteY41" fmla="*/ 41486 h 508424"/>
              <a:gd name="connsiteX42" fmla="*/ 325184 w 605123"/>
              <a:gd name="connsiteY42" fmla="*/ 71359 h 508424"/>
              <a:gd name="connsiteX43" fmla="*/ 414049 w 605123"/>
              <a:gd name="connsiteY43" fmla="*/ 28892 h 508424"/>
              <a:gd name="connsiteX44" fmla="*/ 440102 w 605123"/>
              <a:gd name="connsiteY44" fmla="*/ 25158 h 508424"/>
              <a:gd name="connsiteX45" fmla="*/ 65167 w 605123"/>
              <a:gd name="connsiteY45" fmla="*/ 0 h 508424"/>
              <a:gd name="connsiteX46" fmla="*/ 130334 w 605123"/>
              <a:gd name="connsiteY46" fmla="*/ 65097 h 508424"/>
              <a:gd name="connsiteX47" fmla="*/ 65167 w 605123"/>
              <a:gd name="connsiteY47" fmla="*/ 130194 h 508424"/>
              <a:gd name="connsiteX48" fmla="*/ 0 w 605123"/>
              <a:gd name="connsiteY48" fmla="*/ 65097 h 508424"/>
              <a:gd name="connsiteX49" fmla="*/ 65167 w 605123"/>
              <a:gd name="connsiteY49" fmla="*/ 0 h 50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05123" h="508424">
                <a:moveTo>
                  <a:pt x="279823" y="224532"/>
                </a:moveTo>
                <a:lnTo>
                  <a:pt x="290968" y="244447"/>
                </a:lnTo>
                <a:lnTo>
                  <a:pt x="326455" y="235368"/>
                </a:lnTo>
                <a:close/>
                <a:moveTo>
                  <a:pt x="424118" y="120659"/>
                </a:moveTo>
                <a:lnTo>
                  <a:pt x="349136" y="156488"/>
                </a:lnTo>
                <a:cubicBezTo>
                  <a:pt x="340240" y="160783"/>
                  <a:pt x="330170" y="161857"/>
                  <a:pt x="320492" y="159709"/>
                </a:cubicBezTo>
                <a:lnTo>
                  <a:pt x="272589" y="148580"/>
                </a:lnTo>
                <a:lnTo>
                  <a:pt x="279530" y="160588"/>
                </a:lnTo>
                <a:lnTo>
                  <a:pt x="364387" y="180210"/>
                </a:lnTo>
                <a:cubicBezTo>
                  <a:pt x="381104" y="184018"/>
                  <a:pt x="391564" y="200809"/>
                  <a:pt x="387654" y="217503"/>
                </a:cubicBezTo>
                <a:cubicBezTo>
                  <a:pt x="387458" y="218284"/>
                  <a:pt x="387165" y="218967"/>
                  <a:pt x="386969" y="219748"/>
                </a:cubicBezTo>
                <a:lnTo>
                  <a:pt x="496070" y="191632"/>
                </a:lnTo>
                <a:close/>
                <a:moveTo>
                  <a:pt x="440102" y="25158"/>
                </a:moveTo>
                <a:cubicBezTo>
                  <a:pt x="448754" y="26598"/>
                  <a:pt x="456966" y="30650"/>
                  <a:pt x="463516" y="37093"/>
                </a:cubicBezTo>
                <a:lnTo>
                  <a:pt x="592169" y="164005"/>
                </a:lnTo>
                <a:cubicBezTo>
                  <a:pt x="609277" y="180894"/>
                  <a:pt x="609473" y="208521"/>
                  <a:pt x="592560" y="225606"/>
                </a:cubicBezTo>
                <a:cubicBezTo>
                  <a:pt x="588845" y="229315"/>
                  <a:pt x="584544" y="232147"/>
                  <a:pt x="580047" y="234294"/>
                </a:cubicBezTo>
                <a:lnTo>
                  <a:pt x="580047" y="425736"/>
                </a:lnTo>
                <a:cubicBezTo>
                  <a:pt x="580047" y="435987"/>
                  <a:pt x="571640" y="444382"/>
                  <a:pt x="561375" y="444382"/>
                </a:cubicBezTo>
                <a:cubicBezTo>
                  <a:pt x="551012" y="444382"/>
                  <a:pt x="542702" y="435987"/>
                  <a:pt x="542702" y="425736"/>
                </a:cubicBezTo>
                <a:lnTo>
                  <a:pt x="542702" y="234099"/>
                </a:lnTo>
                <a:cubicBezTo>
                  <a:pt x="538499" y="232049"/>
                  <a:pt x="534393" y="229511"/>
                  <a:pt x="530873" y="225996"/>
                </a:cubicBezTo>
                <a:lnTo>
                  <a:pt x="516698" y="212036"/>
                </a:lnTo>
                <a:lnTo>
                  <a:pt x="303482" y="266999"/>
                </a:lnTo>
                <a:lnTo>
                  <a:pt x="310423" y="279495"/>
                </a:lnTo>
                <a:cubicBezTo>
                  <a:pt x="318732" y="294529"/>
                  <a:pt x="313258" y="313468"/>
                  <a:pt x="298202" y="321766"/>
                </a:cubicBezTo>
                <a:cubicBezTo>
                  <a:pt x="293412" y="324402"/>
                  <a:pt x="288231" y="325671"/>
                  <a:pt x="283147" y="325671"/>
                </a:cubicBezTo>
                <a:cubicBezTo>
                  <a:pt x="272198" y="325671"/>
                  <a:pt x="261542" y="319911"/>
                  <a:pt x="255872" y="309660"/>
                </a:cubicBezTo>
                <a:lnTo>
                  <a:pt x="241110" y="283009"/>
                </a:lnTo>
                <a:lnTo>
                  <a:pt x="144816" y="307903"/>
                </a:lnTo>
                <a:lnTo>
                  <a:pt x="144816" y="489680"/>
                </a:lnTo>
                <a:cubicBezTo>
                  <a:pt x="144816" y="500028"/>
                  <a:pt x="136408" y="508424"/>
                  <a:pt x="126143" y="508424"/>
                </a:cubicBezTo>
                <a:cubicBezTo>
                  <a:pt x="115781" y="508424"/>
                  <a:pt x="107471" y="500028"/>
                  <a:pt x="107471" y="489680"/>
                </a:cubicBezTo>
                <a:lnTo>
                  <a:pt x="107471" y="237906"/>
                </a:lnTo>
                <a:cubicBezTo>
                  <a:pt x="107471" y="227656"/>
                  <a:pt x="115781" y="219260"/>
                  <a:pt x="126143" y="219260"/>
                </a:cubicBezTo>
                <a:cubicBezTo>
                  <a:pt x="136506" y="219260"/>
                  <a:pt x="144816" y="227656"/>
                  <a:pt x="144816" y="237906"/>
                </a:cubicBezTo>
                <a:lnTo>
                  <a:pt x="144816" y="282130"/>
                </a:lnTo>
                <a:lnTo>
                  <a:pt x="228597" y="260555"/>
                </a:lnTo>
                <a:lnTo>
                  <a:pt x="144327" y="109042"/>
                </a:lnTo>
                <a:cubicBezTo>
                  <a:pt x="139732" y="100744"/>
                  <a:pt x="139439" y="91372"/>
                  <a:pt x="142469" y="83172"/>
                </a:cubicBezTo>
                <a:cubicBezTo>
                  <a:pt x="142567" y="80243"/>
                  <a:pt x="142860" y="77119"/>
                  <a:pt x="143545" y="74092"/>
                </a:cubicBezTo>
                <a:cubicBezTo>
                  <a:pt x="149019" y="50663"/>
                  <a:pt x="172384" y="36019"/>
                  <a:pt x="195945" y="41486"/>
                </a:cubicBezTo>
                <a:lnTo>
                  <a:pt x="325184" y="71359"/>
                </a:lnTo>
                <a:lnTo>
                  <a:pt x="414049" y="28892"/>
                </a:lnTo>
                <a:cubicBezTo>
                  <a:pt x="422359" y="24890"/>
                  <a:pt x="431450" y="23718"/>
                  <a:pt x="440102" y="25158"/>
                </a:cubicBezTo>
                <a:close/>
                <a:moveTo>
                  <a:pt x="65167" y="0"/>
                </a:moveTo>
                <a:cubicBezTo>
                  <a:pt x="101158" y="0"/>
                  <a:pt x="130334" y="29145"/>
                  <a:pt x="130334" y="65097"/>
                </a:cubicBezTo>
                <a:cubicBezTo>
                  <a:pt x="130334" y="101049"/>
                  <a:pt x="101158" y="130194"/>
                  <a:pt x="65167" y="130194"/>
                </a:cubicBezTo>
                <a:cubicBezTo>
                  <a:pt x="29176" y="130194"/>
                  <a:pt x="0" y="101049"/>
                  <a:pt x="0" y="65097"/>
                </a:cubicBezTo>
                <a:cubicBezTo>
                  <a:pt x="0" y="29145"/>
                  <a:pt x="29176" y="0"/>
                  <a:pt x="65167" y="0"/>
                </a:cubicBezTo>
                <a:close/>
              </a:path>
            </a:pathLst>
          </a:custGeom>
          <a:solidFill>
            <a:schemeClr val="accent1"/>
          </a:solidFill>
          <a:ln>
            <a:noFill/>
          </a:ln>
        </p:spPr>
      </p:sp>
    </p:spTree>
    <p:custDataLst>
      <p:tags r:id="rId1"/>
    </p:custDataLst>
    <p:extLst>
      <p:ext uri="{BB962C8B-B14F-4D97-AF65-F5344CB8AC3E}">
        <p14:creationId xmlns:p14="http://schemas.microsoft.com/office/powerpoint/2010/main" val="24373897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7D453EB-D59E-4999-BC23-71AC6808A0E8}"/>
              </a:ext>
            </a:extLst>
          </p:cNvPr>
          <p:cNvSpPr txBox="1"/>
          <p:nvPr/>
        </p:nvSpPr>
        <p:spPr>
          <a:xfrm>
            <a:off x="1361440" y="467360"/>
            <a:ext cx="1544320" cy="430567"/>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latin typeface="思源宋体 CN Heavy" panose="02020900000000000000" pitchFamily="18" charset="-122"/>
                <a:ea typeface="思源宋体 CN Heavy" panose="02020900000000000000" pitchFamily="18" charset="-122"/>
              </a:rPr>
              <a:t>使用说明</a:t>
            </a:r>
          </a:p>
        </p:txBody>
      </p:sp>
      <p:sp>
        <p:nvSpPr>
          <p:cNvPr id="5" name="文本框 4">
            <a:extLst>
              <a:ext uri="{FF2B5EF4-FFF2-40B4-BE49-F238E27FC236}">
                <a16:creationId xmlns:a16="http://schemas.microsoft.com/office/drawing/2014/main" id="{811615C5-5F10-4E72-8FAE-2EB00B3806B9}"/>
              </a:ext>
            </a:extLst>
          </p:cNvPr>
          <p:cNvSpPr txBox="1"/>
          <p:nvPr/>
        </p:nvSpPr>
        <p:spPr>
          <a:xfrm>
            <a:off x="5257800" y="1293676"/>
            <a:ext cx="1676400" cy="430374"/>
          </a:xfrm>
          <a:prstGeom prst="rect">
            <a:avLst/>
          </a:prstGeom>
          <a:solidFill>
            <a:schemeClr val="accent1"/>
          </a:solidFill>
        </p:spPr>
        <p:txBody>
          <a:bodyPr wrap="square" rtlCol="0">
            <a:spAutoFit/>
          </a:bodyPr>
          <a:lstStyle/>
          <a:p>
            <a:pPr algn="ctr">
              <a:lnSpc>
                <a:spcPct val="120000"/>
              </a:lnSpc>
            </a:pPr>
            <a:r>
              <a:rPr lang="zh-CN" altLang="en-US" sz="2000" spc="100" dirty="0">
                <a:solidFill>
                  <a:schemeClr val="bg1"/>
                </a:solidFill>
                <a:latin typeface="微软雅黑" panose="020B0503020204020204" pitchFamily="34" charset="-122"/>
                <a:ea typeface="微软雅黑" panose="020B0503020204020204" pitchFamily="34" charset="-122"/>
              </a:rPr>
              <a:t>版式替换</a:t>
            </a:r>
          </a:p>
        </p:txBody>
      </p:sp>
      <p:pic>
        <p:nvPicPr>
          <p:cNvPr id="7" name="图片 6">
            <a:extLst>
              <a:ext uri="{FF2B5EF4-FFF2-40B4-BE49-F238E27FC236}">
                <a16:creationId xmlns:a16="http://schemas.microsoft.com/office/drawing/2014/main" id="{35CCE634-16BA-4C7B-AFBB-67B9237AA5DB}"/>
              </a:ext>
            </a:extLst>
          </p:cNvPr>
          <p:cNvPicPr>
            <a:picLocks noChangeAspect="1"/>
          </p:cNvPicPr>
          <p:nvPr/>
        </p:nvPicPr>
        <p:blipFill rotWithShape="1">
          <a:blip r:embed="rId3">
            <a:extLst>
              <a:ext uri="{28A0092B-C50C-407E-A947-70E740481C1C}">
                <a14:useLocalDpi xmlns:a14="http://schemas.microsoft.com/office/drawing/2010/main" val="0"/>
              </a:ext>
            </a:extLst>
          </a:blip>
          <a:srcRect t="36810" r="55388" b="2500"/>
          <a:stretch/>
        </p:blipFill>
        <p:spPr>
          <a:xfrm>
            <a:off x="698500" y="1902395"/>
            <a:ext cx="5679441" cy="4346006"/>
          </a:xfrm>
          <a:prstGeom prst="rect">
            <a:avLst/>
          </a:prstGeom>
        </p:spPr>
      </p:pic>
      <p:sp>
        <p:nvSpPr>
          <p:cNvPr id="8" name="文本框 7">
            <a:extLst>
              <a:ext uri="{FF2B5EF4-FFF2-40B4-BE49-F238E27FC236}">
                <a16:creationId xmlns:a16="http://schemas.microsoft.com/office/drawing/2014/main" id="{75B76142-0EC3-4C31-B145-1BCB6256C6FB}"/>
              </a:ext>
            </a:extLst>
          </p:cNvPr>
          <p:cNvSpPr txBox="1"/>
          <p:nvPr/>
        </p:nvSpPr>
        <p:spPr>
          <a:xfrm>
            <a:off x="7051040" y="3230708"/>
            <a:ext cx="3982720" cy="396583"/>
          </a:xfrm>
          <a:prstGeom prst="rect">
            <a:avLst/>
          </a:prstGeom>
          <a:noFill/>
        </p:spPr>
        <p:txBody>
          <a:bodyPr wrap="square" rtlCol="0">
            <a:spAutoFit/>
          </a:bodyPr>
          <a:lstStyle/>
          <a:p>
            <a:pPr algn="just">
              <a:lnSpc>
                <a:spcPct val="120000"/>
              </a:lnSpc>
            </a:pPr>
            <a:r>
              <a:rPr lang="zh-CN" altLang="en-US" spc="100" dirty="0">
                <a:solidFill>
                  <a:schemeClr val="tx1">
                    <a:lumMod val="65000"/>
                    <a:lumOff val="35000"/>
                  </a:schemeClr>
                </a:solidFill>
                <a:latin typeface="微软雅黑" panose="020B0503020204020204" pitchFamily="34" charset="-122"/>
                <a:ea typeface="微软雅黑" panose="020B0503020204020204" pitchFamily="34" charset="-122"/>
              </a:rPr>
              <a:t>选中幻灯片</a:t>
            </a:r>
            <a:r>
              <a:rPr lang="en-US" altLang="zh-CN" spc="1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pc="100" dirty="0">
                <a:solidFill>
                  <a:schemeClr val="tx1">
                    <a:lumMod val="65000"/>
                    <a:lumOff val="35000"/>
                  </a:schemeClr>
                </a:solidFill>
                <a:latin typeface="微软雅黑" panose="020B0503020204020204" pitchFamily="34" charset="-122"/>
                <a:ea typeface="微软雅黑" panose="020B0503020204020204" pitchFamily="34" charset="-122"/>
              </a:rPr>
              <a:t>版式</a:t>
            </a:r>
            <a:r>
              <a:rPr lang="en-US" altLang="zh-CN" spc="1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pc="100" dirty="0">
                <a:solidFill>
                  <a:schemeClr val="tx1">
                    <a:lumMod val="65000"/>
                    <a:lumOff val="35000"/>
                  </a:schemeClr>
                </a:solidFill>
                <a:latin typeface="微软雅黑" panose="020B0503020204020204" pitchFamily="34" charset="-122"/>
                <a:ea typeface="微软雅黑" panose="020B0503020204020204" pitchFamily="34" charset="-122"/>
              </a:rPr>
              <a:t>选择版式</a:t>
            </a:r>
          </a:p>
        </p:txBody>
      </p:sp>
    </p:spTree>
    <p:extLst>
      <p:ext uri="{BB962C8B-B14F-4D97-AF65-F5344CB8AC3E}">
        <p14:creationId xmlns:p14="http://schemas.microsoft.com/office/powerpoint/2010/main" val="14367085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7D453EB-D59E-4999-BC23-71AC6808A0E8}"/>
              </a:ext>
            </a:extLst>
          </p:cNvPr>
          <p:cNvSpPr txBox="1"/>
          <p:nvPr/>
        </p:nvSpPr>
        <p:spPr>
          <a:xfrm>
            <a:off x="1361440" y="467360"/>
            <a:ext cx="1544320" cy="430567"/>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latin typeface="思源宋体 CN Heavy" panose="02020900000000000000" pitchFamily="18" charset="-122"/>
                <a:ea typeface="思源宋体 CN Heavy" panose="02020900000000000000" pitchFamily="18" charset="-122"/>
              </a:rPr>
              <a:t>使用说明</a:t>
            </a:r>
          </a:p>
        </p:txBody>
      </p:sp>
      <p:sp>
        <p:nvSpPr>
          <p:cNvPr id="5" name="文本框 4">
            <a:extLst>
              <a:ext uri="{FF2B5EF4-FFF2-40B4-BE49-F238E27FC236}">
                <a16:creationId xmlns:a16="http://schemas.microsoft.com/office/drawing/2014/main" id="{811615C5-5F10-4E72-8FAE-2EB00B3806B9}"/>
              </a:ext>
            </a:extLst>
          </p:cNvPr>
          <p:cNvSpPr txBox="1"/>
          <p:nvPr/>
        </p:nvSpPr>
        <p:spPr>
          <a:xfrm>
            <a:off x="5257800" y="1293676"/>
            <a:ext cx="1676400" cy="430374"/>
          </a:xfrm>
          <a:prstGeom prst="rect">
            <a:avLst/>
          </a:prstGeom>
          <a:solidFill>
            <a:schemeClr val="accent1"/>
          </a:solidFill>
        </p:spPr>
        <p:txBody>
          <a:bodyPr wrap="square" rtlCol="0">
            <a:spAutoFit/>
          </a:bodyPr>
          <a:lstStyle/>
          <a:p>
            <a:pPr algn="ctr">
              <a:lnSpc>
                <a:spcPct val="120000"/>
              </a:lnSpc>
            </a:pPr>
            <a:r>
              <a:rPr lang="zh-CN" altLang="en-US" sz="2000" spc="100" dirty="0">
                <a:solidFill>
                  <a:schemeClr val="bg1"/>
                </a:solidFill>
                <a:latin typeface="微软雅黑" panose="020B0503020204020204" pitchFamily="34" charset="-122"/>
                <a:ea typeface="微软雅黑" panose="020B0503020204020204" pitchFamily="34" charset="-122"/>
              </a:rPr>
              <a:t>一键换色</a:t>
            </a:r>
          </a:p>
        </p:txBody>
      </p:sp>
      <p:pic>
        <p:nvPicPr>
          <p:cNvPr id="4" name="图片 3">
            <a:extLst>
              <a:ext uri="{FF2B5EF4-FFF2-40B4-BE49-F238E27FC236}">
                <a16:creationId xmlns:a16="http://schemas.microsoft.com/office/drawing/2014/main" id="{B72C9996-F3E2-438F-A8CD-73C4F1888A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500" y="2204220"/>
            <a:ext cx="7978140" cy="3217863"/>
          </a:xfrm>
          <a:prstGeom prst="rect">
            <a:avLst/>
          </a:prstGeom>
        </p:spPr>
      </p:pic>
      <p:sp>
        <p:nvSpPr>
          <p:cNvPr id="6" name="文本框 5">
            <a:extLst>
              <a:ext uri="{FF2B5EF4-FFF2-40B4-BE49-F238E27FC236}">
                <a16:creationId xmlns:a16="http://schemas.microsoft.com/office/drawing/2014/main" id="{F41AB0AC-8718-4EFD-9C27-C414F36246B3}"/>
              </a:ext>
            </a:extLst>
          </p:cNvPr>
          <p:cNvSpPr txBox="1"/>
          <p:nvPr/>
        </p:nvSpPr>
        <p:spPr>
          <a:xfrm>
            <a:off x="9187180" y="2859300"/>
            <a:ext cx="2306320" cy="1907702"/>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latin typeface="微软雅黑" panose="020B0503020204020204" pitchFamily="34" charset="-122"/>
                <a:ea typeface="微软雅黑" panose="020B0503020204020204" pitchFamily="34" charset="-122"/>
              </a:rPr>
              <a:t>更改整个</a:t>
            </a:r>
            <a:r>
              <a:rPr lang="en-US" altLang="zh-CN" sz="2000" spc="100" dirty="0">
                <a:solidFill>
                  <a:schemeClr val="tx1">
                    <a:lumMod val="65000"/>
                    <a:lumOff val="35000"/>
                  </a:schemeClr>
                </a:solidFill>
                <a:latin typeface="微软雅黑" panose="020B0503020204020204" pitchFamily="34" charset="-122"/>
                <a:ea typeface="微软雅黑" panose="020B0503020204020204" pitchFamily="34" charset="-122"/>
              </a:rPr>
              <a:t>PPT</a:t>
            </a:r>
            <a:r>
              <a:rPr lang="zh-CN" altLang="en-US" sz="2000" spc="100" dirty="0">
                <a:solidFill>
                  <a:schemeClr val="tx1">
                    <a:lumMod val="65000"/>
                    <a:lumOff val="35000"/>
                  </a:schemeClr>
                </a:solidFill>
                <a:latin typeface="微软雅黑" panose="020B0503020204020204" pitchFamily="34" charset="-122"/>
                <a:ea typeface="微软雅黑" panose="020B0503020204020204" pitchFamily="34" charset="-122"/>
              </a:rPr>
              <a:t>配色：</a:t>
            </a:r>
            <a:endParaRPr lang="en-US" altLang="zh-CN" sz="2000" spc="100" dirty="0">
              <a:solidFill>
                <a:schemeClr val="tx1">
                  <a:lumMod val="65000"/>
                  <a:lumOff val="35000"/>
                </a:schemeClr>
              </a:solidFill>
              <a:latin typeface="微软雅黑" panose="020B0503020204020204" pitchFamily="34" charset="-122"/>
              <a:ea typeface="微软雅黑" panose="020B0503020204020204" pitchFamily="34" charset="-122"/>
            </a:endParaRPr>
          </a:p>
          <a:p>
            <a:pPr algn="just">
              <a:lnSpc>
                <a:spcPct val="120000"/>
              </a:lnSpc>
            </a:pPr>
            <a:endParaRPr lang="en-US" altLang="zh-CN" sz="2000" spc="100" dirty="0">
              <a:solidFill>
                <a:schemeClr val="tx1">
                  <a:lumMod val="65000"/>
                  <a:lumOff val="35000"/>
                </a:schemeClr>
              </a:solidFill>
              <a:latin typeface="微软雅黑" panose="020B0503020204020204" pitchFamily="34" charset="-122"/>
              <a:ea typeface="微软雅黑" panose="020B0503020204020204" pitchFamily="34" charset="-122"/>
            </a:endParaRPr>
          </a:p>
          <a:p>
            <a:pPr algn="just">
              <a:lnSpc>
                <a:spcPct val="120000"/>
              </a:lnSpc>
            </a:pPr>
            <a:r>
              <a:rPr lang="zh-CN" altLang="en-US" sz="2000" spc="100" dirty="0">
                <a:solidFill>
                  <a:schemeClr val="tx1">
                    <a:lumMod val="65000"/>
                    <a:lumOff val="35000"/>
                  </a:schemeClr>
                </a:solidFill>
                <a:latin typeface="微软雅黑" panose="020B0503020204020204" pitchFamily="34" charset="-122"/>
                <a:ea typeface="微软雅黑" panose="020B0503020204020204" pitchFamily="34" charset="-122"/>
              </a:rPr>
              <a:t>设计</a:t>
            </a:r>
            <a:r>
              <a:rPr lang="en-US" altLang="zh-CN" sz="2000" spc="1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2000" spc="100" dirty="0">
                <a:solidFill>
                  <a:schemeClr val="tx1">
                    <a:lumMod val="65000"/>
                    <a:lumOff val="35000"/>
                  </a:schemeClr>
                </a:solidFill>
                <a:latin typeface="微软雅黑" panose="020B0503020204020204" pitchFamily="34" charset="-122"/>
                <a:ea typeface="微软雅黑" panose="020B0503020204020204" pitchFamily="34" charset="-122"/>
              </a:rPr>
              <a:t>主题更改颜色或变体颜色更改</a:t>
            </a:r>
          </a:p>
        </p:txBody>
      </p:sp>
    </p:spTree>
    <p:extLst>
      <p:ext uri="{BB962C8B-B14F-4D97-AF65-F5344CB8AC3E}">
        <p14:creationId xmlns:p14="http://schemas.microsoft.com/office/powerpoint/2010/main" val="41854623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4CCC4DC-8DF6-4F73-9562-172AFE6A858F}"/>
              </a:ext>
            </a:extLst>
          </p:cNvPr>
          <p:cNvSpPr txBox="1"/>
          <p:nvPr/>
        </p:nvSpPr>
        <p:spPr>
          <a:xfrm>
            <a:off x="1361440" y="467360"/>
            <a:ext cx="1544320" cy="430567"/>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latin typeface="思源宋体 CN Heavy" panose="02020900000000000000" pitchFamily="18" charset="-122"/>
                <a:ea typeface="思源宋体 CN Heavy" panose="02020900000000000000" pitchFamily="18" charset="-122"/>
              </a:rPr>
              <a:t>使用说明</a:t>
            </a:r>
          </a:p>
        </p:txBody>
      </p:sp>
      <p:sp>
        <p:nvSpPr>
          <p:cNvPr id="5" name="文本框 4">
            <a:extLst>
              <a:ext uri="{FF2B5EF4-FFF2-40B4-BE49-F238E27FC236}">
                <a16:creationId xmlns:a16="http://schemas.microsoft.com/office/drawing/2014/main" id="{E5986A38-A993-4B93-8E23-067692312E3E}"/>
              </a:ext>
            </a:extLst>
          </p:cNvPr>
          <p:cNvSpPr txBox="1"/>
          <p:nvPr/>
        </p:nvSpPr>
        <p:spPr>
          <a:xfrm>
            <a:off x="5257800" y="1293676"/>
            <a:ext cx="1676400" cy="430374"/>
          </a:xfrm>
          <a:prstGeom prst="rect">
            <a:avLst/>
          </a:prstGeom>
          <a:solidFill>
            <a:schemeClr val="accent1"/>
          </a:solidFill>
        </p:spPr>
        <p:txBody>
          <a:bodyPr wrap="square" rtlCol="0">
            <a:spAutoFit/>
          </a:bodyPr>
          <a:lstStyle/>
          <a:p>
            <a:pPr algn="ctr">
              <a:lnSpc>
                <a:spcPct val="120000"/>
              </a:lnSpc>
            </a:pPr>
            <a:r>
              <a:rPr lang="zh-CN" altLang="en-US" sz="2000" spc="100" dirty="0">
                <a:solidFill>
                  <a:schemeClr val="bg1"/>
                </a:solidFill>
                <a:latin typeface="微软雅黑" panose="020B0503020204020204" pitchFamily="34" charset="-122"/>
                <a:ea typeface="微软雅黑" panose="020B0503020204020204" pitchFamily="34" charset="-122"/>
              </a:rPr>
              <a:t>版式更改</a:t>
            </a:r>
          </a:p>
        </p:txBody>
      </p:sp>
      <p:pic>
        <p:nvPicPr>
          <p:cNvPr id="7" name="图片 6">
            <a:extLst>
              <a:ext uri="{FF2B5EF4-FFF2-40B4-BE49-F238E27FC236}">
                <a16:creationId xmlns:a16="http://schemas.microsoft.com/office/drawing/2014/main" id="{88CC86FA-54F6-4C3A-94BA-D2A6455BD5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760" y="2122361"/>
            <a:ext cx="10190480" cy="1250188"/>
          </a:xfrm>
          <a:prstGeom prst="rect">
            <a:avLst/>
          </a:prstGeom>
        </p:spPr>
      </p:pic>
      <p:sp>
        <p:nvSpPr>
          <p:cNvPr id="9" name="文本框 8">
            <a:extLst>
              <a:ext uri="{FF2B5EF4-FFF2-40B4-BE49-F238E27FC236}">
                <a16:creationId xmlns:a16="http://schemas.microsoft.com/office/drawing/2014/main" id="{3D544630-1E14-4093-951B-F113A2BF9ABE}"/>
              </a:ext>
            </a:extLst>
          </p:cNvPr>
          <p:cNvSpPr txBox="1"/>
          <p:nvPr/>
        </p:nvSpPr>
        <p:spPr>
          <a:xfrm>
            <a:off x="3693160" y="4023188"/>
            <a:ext cx="4805680" cy="1061381"/>
          </a:xfrm>
          <a:prstGeom prst="rect">
            <a:avLst/>
          </a:prstGeom>
          <a:noFill/>
        </p:spPr>
        <p:txBody>
          <a:bodyPr wrap="square" rtlCol="0">
            <a:spAutoFit/>
          </a:bodyPr>
          <a:lstStyle/>
          <a:p>
            <a:pPr algn="just">
              <a:lnSpc>
                <a:spcPct val="120000"/>
              </a:lnSpc>
            </a:pPr>
            <a:r>
              <a:rPr lang="zh-CN" altLang="en-US" spc="100" dirty="0">
                <a:solidFill>
                  <a:schemeClr val="tx1">
                    <a:lumMod val="65000"/>
                    <a:lumOff val="35000"/>
                  </a:schemeClr>
                </a:solidFill>
                <a:latin typeface="微软雅黑" panose="020B0503020204020204" pitchFamily="34" charset="-122"/>
                <a:ea typeface="微软雅黑" panose="020B0503020204020204" pitchFamily="34" charset="-122"/>
              </a:rPr>
              <a:t>视图</a:t>
            </a:r>
            <a:r>
              <a:rPr lang="en-US" altLang="zh-CN" spc="1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pc="100" dirty="0">
                <a:solidFill>
                  <a:schemeClr val="tx1">
                    <a:lumMod val="65000"/>
                    <a:lumOff val="35000"/>
                  </a:schemeClr>
                </a:solidFill>
                <a:latin typeface="微软雅黑" panose="020B0503020204020204" pitchFamily="34" charset="-122"/>
                <a:ea typeface="微软雅黑" panose="020B0503020204020204" pitchFamily="34" charset="-122"/>
              </a:rPr>
              <a:t>幻灯片母版</a:t>
            </a:r>
            <a:r>
              <a:rPr lang="en-US" altLang="zh-CN" spc="1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pc="100" dirty="0">
                <a:solidFill>
                  <a:schemeClr val="tx1">
                    <a:lumMod val="65000"/>
                    <a:lumOff val="35000"/>
                  </a:schemeClr>
                </a:solidFill>
                <a:latin typeface="微软雅黑" panose="020B0503020204020204" pitchFamily="34" charset="-122"/>
                <a:ea typeface="微软雅黑" panose="020B0503020204020204" pitchFamily="34" charset="-122"/>
              </a:rPr>
              <a:t>删除或增加元素</a:t>
            </a:r>
            <a:endParaRPr lang="en-US" altLang="zh-CN" spc="100"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20000"/>
              </a:lnSpc>
            </a:pPr>
            <a:r>
              <a:rPr lang="zh-CN" altLang="en-US" spc="100" dirty="0">
                <a:solidFill>
                  <a:schemeClr val="tx1">
                    <a:lumMod val="65000"/>
                    <a:lumOff val="35000"/>
                  </a:schemeClr>
                </a:solidFill>
                <a:latin typeface="微软雅黑" panose="020B0503020204020204" pitchFamily="34" charset="-122"/>
                <a:ea typeface="微软雅黑" panose="020B0503020204020204" pitchFamily="34" charset="-122"/>
              </a:rPr>
              <a:t>（注意：此只用作部分幻灯片素材无法更改的情况下使用其他情况最好不要更改母版）</a:t>
            </a:r>
          </a:p>
        </p:txBody>
      </p:sp>
    </p:spTree>
    <p:extLst>
      <p:ext uri="{BB962C8B-B14F-4D97-AF65-F5344CB8AC3E}">
        <p14:creationId xmlns:p14="http://schemas.microsoft.com/office/powerpoint/2010/main" val="19440612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3904E2B-B7B7-4447-BBFF-0D5EAB4A91EF}"/>
              </a:ext>
            </a:extLst>
          </p:cNvPr>
          <p:cNvSpPr txBox="1"/>
          <p:nvPr/>
        </p:nvSpPr>
        <p:spPr>
          <a:xfrm>
            <a:off x="1361440" y="467360"/>
            <a:ext cx="1544320" cy="430567"/>
          </a:xfrm>
          <a:prstGeom prst="rect">
            <a:avLst/>
          </a:prstGeom>
          <a:noFill/>
        </p:spPr>
        <p:txBody>
          <a:bodyPr wrap="square" rtlCol="0">
            <a:spAutoFit/>
          </a:bodyPr>
          <a:lstStyle/>
          <a:p>
            <a:pPr algn="just">
              <a:lnSpc>
                <a:spcPct val="120000"/>
              </a:lnSpc>
            </a:pPr>
            <a:r>
              <a:rPr lang="zh-CN" altLang="en-US" sz="2000" spc="100" dirty="0">
                <a:solidFill>
                  <a:schemeClr val="tx1">
                    <a:lumMod val="65000"/>
                    <a:lumOff val="35000"/>
                  </a:schemeClr>
                </a:solidFill>
                <a:latin typeface="思源宋体 CN Heavy" panose="02020900000000000000" pitchFamily="18" charset="-122"/>
                <a:ea typeface="思源宋体 CN Heavy" panose="02020900000000000000" pitchFamily="18" charset="-122"/>
              </a:rPr>
              <a:t>使用说明</a:t>
            </a:r>
          </a:p>
        </p:txBody>
      </p:sp>
      <p:pic>
        <p:nvPicPr>
          <p:cNvPr id="8" name="图片 7">
            <a:extLst>
              <a:ext uri="{FF2B5EF4-FFF2-40B4-BE49-F238E27FC236}">
                <a16:creationId xmlns:a16="http://schemas.microsoft.com/office/drawing/2014/main" id="{D6BC6DDE-9F6F-44AB-89BA-F8BFA56271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2100" y="2383191"/>
            <a:ext cx="9067800" cy="1010957"/>
          </a:xfrm>
          <a:prstGeom prst="rect">
            <a:avLst/>
          </a:prstGeom>
        </p:spPr>
      </p:pic>
      <p:sp>
        <p:nvSpPr>
          <p:cNvPr id="9" name="文本框 8">
            <a:extLst>
              <a:ext uri="{FF2B5EF4-FFF2-40B4-BE49-F238E27FC236}">
                <a16:creationId xmlns:a16="http://schemas.microsoft.com/office/drawing/2014/main" id="{ACD90F5C-0B90-411B-94A9-6BDD2C1992EA}"/>
              </a:ext>
            </a:extLst>
          </p:cNvPr>
          <p:cNvSpPr txBox="1"/>
          <p:nvPr/>
        </p:nvSpPr>
        <p:spPr>
          <a:xfrm>
            <a:off x="1620520" y="3939327"/>
            <a:ext cx="8950960" cy="799706"/>
          </a:xfrm>
          <a:prstGeom prst="rect">
            <a:avLst/>
          </a:prstGeom>
          <a:noFill/>
        </p:spPr>
        <p:txBody>
          <a:bodyPr wrap="square" rtlCol="0">
            <a:spAutoFit/>
          </a:bodyPr>
          <a:lstStyle/>
          <a:p>
            <a:pPr>
              <a:lnSpc>
                <a:spcPct val="120000"/>
              </a:lnSpc>
            </a:pPr>
            <a:r>
              <a:rPr lang="zh-CN" altLang="en-US" sz="2000" spc="100" dirty="0">
                <a:solidFill>
                  <a:schemeClr val="tx1">
                    <a:lumMod val="65000"/>
                    <a:lumOff val="35000"/>
                  </a:schemeClr>
                </a:solidFill>
                <a:latin typeface="微软雅黑" panose="020B0503020204020204" pitchFamily="34" charset="-122"/>
                <a:ea typeface="微软雅黑" panose="020B0503020204020204" pitchFamily="34" charset="-122"/>
              </a:rPr>
              <a:t>建议下载</a:t>
            </a:r>
            <a:r>
              <a:rPr lang="en-US" altLang="zh-CN" sz="2000" spc="100" dirty="0" err="1">
                <a:solidFill>
                  <a:schemeClr val="tx1">
                    <a:lumMod val="65000"/>
                    <a:lumOff val="35000"/>
                  </a:schemeClr>
                </a:solidFill>
                <a:latin typeface="微软雅黑" panose="020B0503020204020204" pitchFamily="34" charset="-122"/>
                <a:ea typeface="微软雅黑" panose="020B0503020204020204" pitchFamily="34" charset="-122"/>
              </a:rPr>
              <a:t>islide</a:t>
            </a:r>
            <a:r>
              <a:rPr lang="zh-CN" altLang="en-US" sz="2000" spc="100" dirty="0">
                <a:solidFill>
                  <a:schemeClr val="tx1">
                    <a:lumMod val="65000"/>
                    <a:lumOff val="35000"/>
                  </a:schemeClr>
                </a:solidFill>
                <a:latin typeface="微软雅黑" panose="020B0503020204020204" pitchFamily="34" charset="-122"/>
                <a:ea typeface="微软雅黑" panose="020B0503020204020204" pitchFamily="34" charset="-122"/>
              </a:rPr>
              <a:t>插件配合使用，插件功能丰富，适合</a:t>
            </a:r>
            <a:r>
              <a:rPr lang="en-US" altLang="zh-CN" sz="2000" spc="100" dirty="0">
                <a:solidFill>
                  <a:schemeClr val="tx1">
                    <a:lumMod val="65000"/>
                    <a:lumOff val="35000"/>
                  </a:schemeClr>
                </a:solidFill>
                <a:latin typeface="微软雅黑" panose="020B0503020204020204" pitchFamily="34" charset="-122"/>
                <a:ea typeface="微软雅黑" panose="020B0503020204020204" pitchFamily="34" charset="-122"/>
              </a:rPr>
              <a:t>PPT</a:t>
            </a:r>
            <a:r>
              <a:rPr lang="zh-CN" altLang="en-US" sz="2000" spc="100" dirty="0">
                <a:solidFill>
                  <a:schemeClr val="tx1">
                    <a:lumMod val="65000"/>
                    <a:lumOff val="35000"/>
                  </a:schemeClr>
                </a:solidFill>
                <a:latin typeface="微软雅黑" panose="020B0503020204020204" pitchFamily="34" charset="-122"/>
                <a:ea typeface="微软雅黑" panose="020B0503020204020204" pitchFamily="34" charset="-122"/>
              </a:rPr>
              <a:t>制作的多种需求</a:t>
            </a:r>
            <a:endParaRPr lang="en-US" altLang="zh-CN" sz="2000" spc="100"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20000"/>
              </a:lnSpc>
            </a:pPr>
            <a:r>
              <a:rPr lang="en-US" altLang="zh-CN" sz="2000" spc="100" dirty="0" err="1">
                <a:solidFill>
                  <a:schemeClr val="tx1">
                    <a:lumMod val="65000"/>
                    <a:lumOff val="35000"/>
                  </a:schemeClr>
                </a:solidFill>
                <a:latin typeface="微软雅黑" panose="020B0503020204020204" pitchFamily="34" charset="-122"/>
                <a:ea typeface="微软雅黑" panose="020B0503020204020204" pitchFamily="34" charset="-122"/>
              </a:rPr>
              <a:t>islide</a:t>
            </a:r>
            <a:r>
              <a:rPr lang="zh-CN" altLang="en-US" sz="2000" spc="100" dirty="0">
                <a:solidFill>
                  <a:schemeClr val="tx1">
                    <a:lumMod val="65000"/>
                    <a:lumOff val="35000"/>
                  </a:schemeClr>
                </a:solidFill>
                <a:latin typeface="微软雅黑" panose="020B0503020204020204" pitchFamily="34" charset="-122"/>
                <a:ea typeface="微软雅黑" panose="020B0503020204020204" pitchFamily="34" charset="-122"/>
              </a:rPr>
              <a:t>官网：</a:t>
            </a:r>
            <a:r>
              <a:rPr lang="en-US" altLang="zh-CN" sz="2000" spc="100" dirty="0">
                <a:solidFill>
                  <a:schemeClr val="tx1">
                    <a:lumMod val="65000"/>
                    <a:lumOff val="35000"/>
                  </a:schemeClr>
                </a:solidFill>
                <a:latin typeface="微软雅黑" panose="020B0503020204020204" pitchFamily="34" charset="-122"/>
                <a:ea typeface="微软雅黑" panose="020B0503020204020204" pitchFamily="34" charset="-122"/>
              </a:rPr>
              <a:t>https://www.islide.cc/</a:t>
            </a:r>
            <a:endParaRPr lang="zh-CN" altLang="en-US" sz="2000" spc="1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13" name="图片 12">
            <a:extLst>
              <a:ext uri="{FF2B5EF4-FFF2-40B4-BE49-F238E27FC236}">
                <a16:creationId xmlns:a16="http://schemas.microsoft.com/office/drawing/2014/main" id="{B9038C8A-8197-46E7-948E-7EC66E6735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67350" y="1091334"/>
            <a:ext cx="1257300" cy="857250"/>
          </a:xfrm>
          <a:prstGeom prst="rect">
            <a:avLst/>
          </a:prstGeom>
        </p:spPr>
      </p:pic>
    </p:spTree>
    <p:extLst>
      <p:ext uri="{BB962C8B-B14F-4D97-AF65-F5344CB8AC3E}">
        <p14:creationId xmlns:p14="http://schemas.microsoft.com/office/powerpoint/2010/main" val="13439924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HeaderHeight&quot;:15.0,&quot;FooterHeight&quot;:9.0,&quot;SideMargin&quot;:5.5,&quot;TopMargin&quot;:0.0,&quot;BottomMargin&quot;:0.0,&quot;IntervalMargin&quot;:1.5,&quot;SettingType&quot;:&quot;System&quot;}"/>
</p:tagLst>
</file>

<file path=ppt/tags/tag2.xml><?xml version="1.0" encoding="utf-8"?>
<p:tagLst xmlns:a="http://schemas.openxmlformats.org/drawingml/2006/main" xmlns:r="http://schemas.openxmlformats.org/officeDocument/2006/relationships" xmlns:p="http://schemas.openxmlformats.org/presentationml/2006/main">
  <p:tag name="ISLIDE.ICON" val="#59920;"/>
</p:tagLst>
</file>

<file path=ppt/tags/tag3.xml><?xml version="1.0" encoding="utf-8"?>
<p:tagLst xmlns:a="http://schemas.openxmlformats.org/drawingml/2006/main" xmlns:r="http://schemas.openxmlformats.org/officeDocument/2006/relationships" xmlns:p="http://schemas.openxmlformats.org/presentationml/2006/main">
  <p:tag name="ISLIDE.ICON" val="#114535;#65344;#66117;#65344;"/>
</p:tagLst>
</file>

<file path=ppt/tags/tag4.xml><?xml version="1.0" encoding="utf-8"?>
<p:tagLst xmlns:a="http://schemas.openxmlformats.org/drawingml/2006/main" xmlns:r="http://schemas.openxmlformats.org/officeDocument/2006/relationships" xmlns:p="http://schemas.openxmlformats.org/presentationml/2006/main">
  <p:tag name="ISLIDE.ICON" val="#176859;#393864;#117561;"/>
</p:tagLst>
</file>

<file path=ppt/tags/tag5.xml><?xml version="1.0" encoding="utf-8"?>
<p:tagLst xmlns:a="http://schemas.openxmlformats.org/drawingml/2006/main" xmlns:r="http://schemas.openxmlformats.org/officeDocument/2006/relationships" xmlns:p="http://schemas.openxmlformats.org/presentationml/2006/main">
  <p:tag name="ISLIDE.ICON" val="#42283;#11305;"/>
</p:tagLst>
</file>

<file path=ppt/tags/tag6.xml><?xml version="1.0" encoding="utf-8"?>
<p:tagLst xmlns:a="http://schemas.openxmlformats.org/drawingml/2006/main" xmlns:r="http://schemas.openxmlformats.org/officeDocument/2006/relationships" xmlns:p="http://schemas.openxmlformats.org/presentationml/2006/main">
  <p:tag name="ISLIDE.ICON" val="#176859;#393864;#117561;#380101;#400068;"/>
</p:tagLst>
</file>

<file path=ppt/tags/tag7.xml><?xml version="1.0" encoding="utf-8"?>
<p:tagLst xmlns:a="http://schemas.openxmlformats.org/drawingml/2006/main" xmlns:r="http://schemas.openxmlformats.org/officeDocument/2006/relationships" xmlns:p="http://schemas.openxmlformats.org/presentationml/2006/main">
  <p:tag name="ISLIDE.ICON" val="#407327;"/>
</p:tagLst>
</file>

<file path=ppt/tags/tag8.xml><?xml version="1.0" encoding="utf-8"?>
<p:tagLst xmlns:a="http://schemas.openxmlformats.org/drawingml/2006/main" xmlns:r="http://schemas.openxmlformats.org/officeDocument/2006/relationships" xmlns:p="http://schemas.openxmlformats.org/presentationml/2006/main">
  <p:tag name="ISLIDE.PICTURE" val="#240833;"/>
  <p:tag name="ISLIDE.ICON" val="#87608;#171052;#89482;#70267;#373424;#90925;#139051;#34393;"/>
</p:tagLst>
</file>

<file path=ppt/tags/tag9.xml><?xml version="1.0" encoding="utf-8"?>
<p:tagLst xmlns:a="http://schemas.openxmlformats.org/drawingml/2006/main" xmlns:r="http://schemas.openxmlformats.org/officeDocument/2006/relationships" xmlns:p="http://schemas.openxmlformats.org/presentationml/2006/main">
  <p:tag name="ISLIDE.ICON" val="#393842;#400796;"/>
</p:tagLst>
</file>

<file path=ppt/tags/tag10.xml><?xml version="1.0" encoding="utf-8"?>
<p:tagLst xmlns:a="http://schemas.openxmlformats.org/drawingml/2006/main" xmlns:r="http://schemas.openxmlformats.org/officeDocument/2006/relationships" xmlns:p="http://schemas.openxmlformats.org/presentationml/2006/main">
  <p:tag name="ISLIDE.ICON" val="#393355;"/>
</p:tagLst>
</file>

<file path=ppt/tags/tag11.xml><?xml version="1.0" encoding="utf-8"?>
<p:tagLst xmlns:a="http://schemas.openxmlformats.org/drawingml/2006/main" xmlns:r="http://schemas.openxmlformats.org/officeDocument/2006/relationships" xmlns:p="http://schemas.openxmlformats.org/presentationml/2006/main">
  <p:tag name="ISLIDE.ICON" val="#93992;#93746;#94389;"/>
</p:tagLst>
</file>

<file path=ppt/tags/tag12.xml><?xml version="1.0" encoding="utf-8"?>
<p:tagLst xmlns:a="http://schemas.openxmlformats.org/drawingml/2006/main" xmlns:r="http://schemas.openxmlformats.org/officeDocument/2006/relationships" xmlns:p="http://schemas.openxmlformats.org/presentationml/2006/main">
  <p:tag name="ISLIDE.ICON" val="#165565;#95735;#90293;#20623;"/>
</p:tagLst>
</file>

<file path=ppt/tags/tag13.xml><?xml version="1.0" encoding="utf-8"?>
<p:tagLst xmlns:a="http://schemas.openxmlformats.org/drawingml/2006/main" xmlns:r="http://schemas.openxmlformats.org/officeDocument/2006/relationships" xmlns:p="http://schemas.openxmlformats.org/presentationml/2006/main">
  <p:tag name="ISLIDE.ICON" val="#384265;#405338;#373877;#181656;#174974;#175939;#180414;"/>
</p:tagLst>
</file>

<file path=ppt/tags/tag14.xml><?xml version="1.0" encoding="utf-8"?>
<p:tagLst xmlns:a="http://schemas.openxmlformats.org/drawingml/2006/main" xmlns:r="http://schemas.openxmlformats.org/officeDocument/2006/relationships" xmlns:p="http://schemas.openxmlformats.org/presentationml/2006/main">
  <p:tag name="ISLIDE.ICON" val="#405337;#407186;#118641;#136397;#168022;#169444;#17183;"/>
</p:tagLst>
</file>

<file path=ppt/tags/tag15.xml><?xml version="1.0" encoding="utf-8"?>
<p:tagLst xmlns:a="http://schemas.openxmlformats.org/drawingml/2006/main" xmlns:r="http://schemas.openxmlformats.org/officeDocument/2006/relationships" xmlns:p="http://schemas.openxmlformats.org/presentationml/2006/main">
  <p:tag name="ISLIDE.ICON" val="#373099;#370518;"/>
</p:tagLst>
</file>

<file path=ppt/tags/tag16.xml><?xml version="1.0" encoding="utf-8"?>
<p:tagLst xmlns:a="http://schemas.openxmlformats.org/drawingml/2006/main" xmlns:r="http://schemas.openxmlformats.org/officeDocument/2006/relationships" xmlns:p="http://schemas.openxmlformats.org/presentationml/2006/main">
  <p:tag name="ISLIDE.ICON" val="#370726;"/>
</p:tagLst>
</file>

<file path=ppt/tags/tag17.xml><?xml version="1.0" encoding="utf-8"?>
<p:tagLst xmlns:a="http://schemas.openxmlformats.org/drawingml/2006/main" xmlns:r="http://schemas.openxmlformats.org/officeDocument/2006/relationships" xmlns:p="http://schemas.openxmlformats.org/presentationml/2006/main">
  <p:tag name="ISLIDE.ICON" val="#171442;"/>
</p:tagLst>
</file>

<file path=ppt/tags/tag18.xml><?xml version="1.0" encoding="utf-8"?>
<p:tagLst xmlns:a="http://schemas.openxmlformats.org/drawingml/2006/main" xmlns:r="http://schemas.openxmlformats.org/officeDocument/2006/relationships" xmlns:p="http://schemas.openxmlformats.org/presentationml/2006/main">
  <p:tag name="ISLIDE.ICON" val="#171442;"/>
</p:tagLst>
</file>

<file path=ppt/tags/tag19.xml><?xml version="1.0" encoding="utf-8"?>
<p:tagLst xmlns:a="http://schemas.openxmlformats.org/drawingml/2006/main" xmlns:r="http://schemas.openxmlformats.org/officeDocument/2006/relationships" xmlns:p="http://schemas.openxmlformats.org/presentationml/2006/main">
  <p:tag name="ISLIDE.ICON" val="#67439;#145306;#68237;#150284;#142125;#36032;#54093;#152618;#117759;#36607;#168460;#8620;#79199;#79279;#167464;#168135;#166343;#166733;#166318;#168013;#167920;#166530;#167900;#155066;#167473;#78636;#36347;#35848;#152059;#78527;#117946;#118287;#150967;#36114;#167994;#8677;#36276;#35955;#36013;#35812;#36013;#7887;#96976;#96029;#161282;#134094;#134178;#67958;#67542;#35963;#18362;#8410;"/>
</p:tagLst>
</file>

<file path=ppt/tags/tag20.xml><?xml version="1.0" encoding="utf-8"?>
<p:tagLst xmlns:a="http://schemas.openxmlformats.org/drawingml/2006/main" xmlns:r="http://schemas.openxmlformats.org/officeDocument/2006/relationships" xmlns:p="http://schemas.openxmlformats.org/presentationml/2006/main">
  <p:tag name="ISLIDE.ICON" val="#67439;#145306;#68237;#150284;#142125;#36032;#54093;#152618;#117759;#36607;#168460;#8620;#79199;#79279;#167464;#168135;#166343;#166733;#166318;#168013;#167920;#166530;#167900;#155066;#167473;#78636;#36347;#35848;#152059;#78527;#117946;#118287;#150967;#36114;#167994;#8677;#36276;#35955;#36013;#35812;#36013;#7887;#96976;#96029;#161282;#134094;#134178;#67958;#67542;#35963;#18362;#8410;#18449;#39221;#18604;#175466;#85886;#156122;#85319;#85780;#113902;#118244;#64514;#85515;#38758;#38824;#85107;#155953;#85856;#85599;#85942;#85174;#65178;#18044;#85385;#18551;#174239;#18268;#174294;#156295;#85813;#85656;#113734;#69735;#64539;#64579;"/>
</p:tagLst>
</file>

<file path=ppt/theme/theme1.xml><?xml version="1.0" encoding="utf-8"?>
<a:theme xmlns:a="http://schemas.openxmlformats.org/drawingml/2006/main" name="南京理工大学通用模板">
  <a:themeElements>
    <a:clrScheme name="紫罗兰色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自定义 1">
      <a:majorFont>
        <a:latin typeface="微软雅黑"/>
        <a:ea typeface="微软雅黑"/>
        <a:cs typeface=""/>
      </a:majorFont>
      <a:minorFont>
        <a:latin typeface="微软雅黑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accent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120000"/>
          </a:lnSpc>
          <a:defRPr sz="1600" dirty="0" smtClean="0">
            <a:solidFill>
              <a:schemeClr val="tx1">
                <a:lumMod val="65000"/>
                <a:lumOff val="35000"/>
              </a:schemeClr>
            </a:solidFill>
            <a:latin typeface="微软雅黑 Light" panose="020B0502040204020203" pitchFamily="34" charset="-122"/>
            <a:ea typeface="微软雅黑 Light" panose="020B0502040204020203"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4054</TotalTime>
  <Words>2951</Words>
  <Application>Microsoft Office PowerPoint</Application>
  <PresentationFormat>宽屏</PresentationFormat>
  <Paragraphs>396</Paragraphs>
  <Slides>60</Slides>
  <Notes>60</Notes>
  <HiddenSlides>0</HiddenSlides>
  <MMClips>0</MMClips>
  <ScaleCrop>false</ScaleCrop>
  <HeadingPairs>
    <vt:vector size="6" baseType="variant">
      <vt:variant>
        <vt:lpstr>已用的字体</vt:lpstr>
      </vt:variant>
      <vt:variant>
        <vt:i4>6</vt:i4>
      </vt:variant>
      <vt:variant>
        <vt:lpstr>主题</vt:lpstr>
      </vt:variant>
      <vt:variant>
        <vt:i4>3</vt:i4>
      </vt:variant>
      <vt:variant>
        <vt:lpstr>幻灯片标题</vt:lpstr>
      </vt:variant>
      <vt:variant>
        <vt:i4>60</vt:i4>
      </vt:variant>
    </vt:vector>
  </HeadingPairs>
  <TitlesOfParts>
    <vt:vector size="69" baseType="lpstr">
      <vt:lpstr>等线</vt:lpstr>
      <vt:lpstr>思源宋体 CN Heavy</vt:lpstr>
      <vt:lpstr>微软雅黑</vt:lpstr>
      <vt:lpstr>微软雅黑 Light</vt:lpstr>
      <vt:lpstr>Arial</vt:lpstr>
      <vt:lpstr>Arial Black</vt:lpstr>
      <vt:lpstr>南京理工大学通用模板</vt:lpstr>
      <vt:lpstr>1_OfficePLUS</vt:lpstr>
      <vt:lpstr>2_OfficePLUS</vt:lpstr>
      <vt:lpstr>南京理工大学通用模板</vt:lpstr>
      <vt:lpstr>南京理工大学通用模板</vt:lpstr>
      <vt:lpstr>南京理工大学通用模板</vt:lpstr>
      <vt:lpstr>南京理工大学通用模板</vt:lpstr>
      <vt:lpstr>南京理工大学 通用模板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 光前</dc:creator>
  <cp:lastModifiedBy>Li Heran</cp:lastModifiedBy>
  <cp:revision>31</cp:revision>
  <dcterms:created xsi:type="dcterms:W3CDTF">2020-04-15T09:32:12Z</dcterms:created>
  <dcterms:modified xsi:type="dcterms:W3CDTF">2020-06-04T02:13:03Z</dcterms:modified>
</cp:coreProperties>
</file>