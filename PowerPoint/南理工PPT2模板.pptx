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2.xml" ContentType="application/vnd.openxmlformats-officedocument.presentationml.tags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4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5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tags/tag6.xml" ContentType="application/vnd.openxmlformats-officedocument.presentationml.tags+xml"/>
  <Override PartName="/ppt/notesSlides/notesSlide29.xml" ContentType="application/vnd.openxmlformats-officedocument.presentationml.notesSlide+xml"/>
  <Override PartName="/ppt/tags/tag7.xml" ContentType="application/vnd.openxmlformats-officedocument.presentationml.tags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5.xml" ContentType="application/vnd.openxmlformats-officedocument.presentationml.notesSlide+xml"/>
  <Override PartName="/ppt/tags/tag8.xml" ContentType="application/vnd.openxmlformats-officedocument.presentationml.tags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tags/tag9.xml" ContentType="application/vnd.openxmlformats-officedocument.presentationml.tags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  <p:sldMasterId id="2147483720" r:id="rId2"/>
    <p:sldMasterId id="2147483758" r:id="rId3"/>
  </p:sldMasterIdLst>
  <p:notesMasterIdLst>
    <p:notesMasterId r:id="rId50"/>
  </p:notesMasterIdLst>
  <p:sldIdLst>
    <p:sldId id="262" r:id="rId4"/>
    <p:sldId id="318" r:id="rId5"/>
    <p:sldId id="260" r:id="rId6"/>
    <p:sldId id="264" r:id="rId7"/>
    <p:sldId id="269" r:id="rId8"/>
    <p:sldId id="320" r:id="rId9"/>
    <p:sldId id="283" r:id="rId10"/>
    <p:sldId id="265" r:id="rId11"/>
    <p:sldId id="275" r:id="rId12"/>
    <p:sldId id="285" r:id="rId13"/>
    <p:sldId id="266" r:id="rId14"/>
    <p:sldId id="282" r:id="rId15"/>
    <p:sldId id="284" r:id="rId16"/>
    <p:sldId id="268" r:id="rId17"/>
    <p:sldId id="281" r:id="rId18"/>
    <p:sldId id="290" r:id="rId19"/>
    <p:sldId id="291" r:id="rId20"/>
    <p:sldId id="279" r:id="rId21"/>
    <p:sldId id="273" r:id="rId22"/>
    <p:sldId id="292" r:id="rId23"/>
    <p:sldId id="295" r:id="rId24"/>
    <p:sldId id="293" r:id="rId25"/>
    <p:sldId id="294" r:id="rId26"/>
    <p:sldId id="274" r:id="rId27"/>
    <p:sldId id="280" r:id="rId28"/>
    <p:sldId id="277" r:id="rId29"/>
    <p:sldId id="286" r:id="rId30"/>
    <p:sldId id="287" r:id="rId31"/>
    <p:sldId id="270" r:id="rId32"/>
    <p:sldId id="288" r:id="rId33"/>
    <p:sldId id="278" r:id="rId34"/>
    <p:sldId id="299" r:id="rId35"/>
    <p:sldId id="300" r:id="rId36"/>
    <p:sldId id="301" r:id="rId37"/>
    <p:sldId id="298" r:id="rId38"/>
    <p:sldId id="289" r:id="rId39"/>
    <p:sldId id="302" r:id="rId40"/>
    <p:sldId id="317" r:id="rId41"/>
    <p:sldId id="303" r:id="rId42"/>
    <p:sldId id="305" r:id="rId43"/>
    <p:sldId id="306" r:id="rId44"/>
    <p:sldId id="310" r:id="rId45"/>
    <p:sldId id="311" r:id="rId46"/>
    <p:sldId id="309" r:id="rId47"/>
    <p:sldId id="313" r:id="rId48"/>
    <p:sldId id="315" r:id="rId49"/>
  </p:sldIdLst>
  <p:sldSz cx="12192000" cy="6858000"/>
  <p:notesSz cx="6858000" cy="9144000"/>
  <p:custDataLst>
    <p:tags r:id="rId5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58E4A015-F864-4015-A66F-CE436E336F9F}">
          <p14:sldIdLst>
            <p14:sldId id="262"/>
            <p14:sldId id="318"/>
            <p14:sldId id="260"/>
            <p14:sldId id="264"/>
            <p14:sldId id="269"/>
            <p14:sldId id="320"/>
            <p14:sldId id="283"/>
          </p14:sldIdLst>
        </p14:section>
        <p14:section name="目录" id="{0A60DCAB-D06A-4950-A3A8-48F7AED88862}">
          <p14:sldIdLst>
            <p14:sldId id="265"/>
            <p14:sldId id="275"/>
            <p14:sldId id="285"/>
          </p14:sldIdLst>
        </p14:section>
        <p14:section name="转场" id="{3B86A492-65B8-4354-B052-10ECF2D316E0}">
          <p14:sldIdLst>
            <p14:sldId id="266"/>
            <p14:sldId id="282"/>
            <p14:sldId id="284"/>
          </p14:sldIdLst>
        </p14:section>
        <p14:section name="纯文字类" id="{FD3AFA0C-0B73-49F3-A2CE-33A8A4EA67BD}">
          <p14:sldIdLst>
            <p14:sldId id="268"/>
            <p14:sldId id="281"/>
            <p14:sldId id="290"/>
            <p14:sldId id="291"/>
            <p14:sldId id="279"/>
          </p14:sldIdLst>
        </p14:section>
        <p14:section name="图文类" id="{20A2FD51-2437-493B-8C32-89C814C9891E}">
          <p14:sldIdLst>
            <p14:sldId id="273"/>
            <p14:sldId id="292"/>
            <p14:sldId id="295"/>
            <p14:sldId id="293"/>
            <p14:sldId id="294"/>
            <p14:sldId id="274"/>
            <p14:sldId id="280"/>
            <p14:sldId id="277"/>
            <p14:sldId id="286"/>
            <p14:sldId id="287"/>
          </p14:sldIdLst>
        </p14:section>
        <p14:section name="时间轴" id="{E8DA9662-9F98-4ECD-A56F-D7DA69B6CC5E}">
          <p14:sldIdLst>
            <p14:sldId id="270"/>
            <p14:sldId id="288"/>
          </p14:sldIdLst>
        </p14:section>
        <p14:section name="图表类" id="{5BE68787-C4DA-4E62-BDBB-13F42CF26D9D}">
          <p14:sldIdLst>
            <p14:sldId id="278"/>
            <p14:sldId id="299"/>
            <p14:sldId id="300"/>
            <p14:sldId id="301"/>
            <p14:sldId id="298"/>
            <p14:sldId id="289"/>
          </p14:sldIdLst>
        </p14:section>
        <p14:section name="参考文献" id="{2A46FD1E-28F3-4364-B63F-D3E9A3798A80}">
          <p14:sldIdLst>
            <p14:sldId id="302"/>
          </p14:sldIdLst>
        </p14:section>
        <p14:section name="结尾" id="{57ED84CC-8FB8-46AF-BC71-F91D80AF725C}">
          <p14:sldIdLst>
            <p14:sldId id="317"/>
          </p14:sldIdLst>
        </p14:section>
        <p14:section name="说明" id="{3B569D1E-DC6F-4D3D-B047-D540DC1563F3}">
          <p14:sldIdLst>
            <p14:sldId id="303"/>
            <p14:sldId id="305"/>
            <p14:sldId id="306"/>
            <p14:sldId id="310"/>
            <p14:sldId id="311"/>
            <p14:sldId id="309"/>
            <p14:sldId id="313"/>
            <p14:sldId id="315"/>
          </p14:sldIdLst>
        </p14:section>
      </p14:sectionLst>
    </p:ext>
    <p:ext uri="{EFAFB233-063F-42B5-8137-9DF3F51BA10A}">
      <p15:sldGuideLst xmlns:p15="http://schemas.microsoft.com/office/powerpoint/2012/main">
        <p15:guide id="1" pos="304" userDrawn="1">
          <p15:clr>
            <a:srgbClr val="A4A3A4"/>
          </p15:clr>
        </p15:guide>
        <p15:guide id="2" pos="7378" userDrawn="1">
          <p15:clr>
            <a:srgbClr val="A4A3A4"/>
          </p15:clr>
        </p15:guide>
        <p15:guide id="3" orient="horz" pos="618" userDrawn="1">
          <p15:clr>
            <a:srgbClr val="A4A3A4"/>
          </p15:clr>
        </p15:guide>
        <p15:guide id="4" orient="horz" pos="624" userDrawn="1">
          <p15:clr>
            <a:srgbClr val="A4A3A4"/>
          </p15:clr>
        </p15:guide>
        <p15:guide id="5" orient="horz" pos="4042" userDrawn="1">
          <p15:clr>
            <a:srgbClr val="A4A3A4"/>
          </p15:clr>
        </p15:guide>
        <p15:guide id="8" orient="horz" pos="3407" userDrawn="1">
          <p15:clr>
            <a:srgbClr val="A4A3A4"/>
          </p15:clr>
        </p15:guide>
        <p15:guide id="9" orient="horz" pos="98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1D86"/>
    <a:srgbClr val="D99ED8"/>
    <a:srgbClr val="FBE7D9"/>
    <a:srgbClr val="8F1E8C"/>
    <a:srgbClr val="B871B6"/>
    <a:srgbClr val="A4A3A4"/>
    <a:srgbClr val="986ABA"/>
    <a:srgbClr val="C0A4D5"/>
    <a:srgbClr val="A9ACCB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15" y="67"/>
      </p:cViewPr>
      <p:guideLst>
        <p:guide pos="304"/>
        <p:guide pos="7378"/>
        <p:guide orient="horz" pos="618"/>
        <p:guide orient="horz" pos="624"/>
        <p:guide orient="horz" pos="4042"/>
        <p:guide orient="horz" pos="3407"/>
        <p:guide orient="horz" pos="98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96" d="100"/>
        <a:sy n="196" d="100"/>
      </p:scale>
      <p:origin x="0" y="-2760"/>
    </p:cViewPr>
  </p:sorterViewPr>
  <p:notesViewPr>
    <p:cSldViewPr snapToGrid="0" showGuides="1">
      <p:cViewPr varScale="1">
        <p:scale>
          <a:sx n="56" d="100"/>
          <a:sy n="56" d="100"/>
        </p:scale>
        <p:origin x="2856" y="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notesMaster" Target="notesMasters/notesMaster1.xml"/><Relationship Id="rId55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openxmlformats.org/officeDocument/2006/relationships/slide" Target="slides/slide38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8" Type="http://schemas.openxmlformats.org/officeDocument/2006/relationships/slide" Target="slides/slide5.xml"/><Relationship Id="rId51" Type="http://schemas.openxmlformats.org/officeDocument/2006/relationships/tags" Target="tags/tag1.xml"/><Relationship Id="rId3" Type="http://schemas.openxmlformats.org/officeDocument/2006/relationships/slideMaster" Target="slideMasters/slideMaster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microsoft.com/office/2011/relationships/chartColorStyle" Target="colors2.xml"/><Relationship Id="rId1" Type="http://schemas.microsoft.com/office/2011/relationships/chartStyle" Target="style2.xml"/><Relationship Id="rId6" Type="http://schemas.openxmlformats.org/officeDocument/2006/relationships/package" Target="../embeddings/Microsoft_Excel_Worksheet1.xlsx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ln w="28575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CE1-4E2B-95C1-664CFF55C8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ln w="28575" cap="rnd">
              <a:solidFill>
                <a:srgbClr val="D99ED8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CE1-4E2B-95C1-664CFF55C8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rgbClr val="891D86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CE1-4E2B-95C1-664CFF55C8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675854144"/>
        <c:axId val="1078952928"/>
      </c:lineChart>
      <c:catAx>
        <c:axId val="1675854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078952928"/>
        <c:crosses val="autoZero"/>
        <c:auto val="1"/>
        <c:lblAlgn val="ctr"/>
        <c:lblOffset val="100"/>
        <c:noMultiLvlLbl val="0"/>
      </c:catAx>
      <c:valAx>
        <c:axId val="107895292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75854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zero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blipFill>
              <a:blip xmlns:r="http://schemas.openxmlformats.org/officeDocument/2006/relationships" r:embed="rId3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DB-40F5-848C-7B31EB957A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blipFill>
              <a:blip xmlns:r="http://schemas.openxmlformats.org/officeDocument/2006/relationships" r:embed="rId4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ADB-40F5-848C-7B31EB957A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blipFill>
              <a:blip xmlns:r="http://schemas.openxmlformats.org/officeDocument/2006/relationships" r:embed="rId5"/>
              <a:stretch>
                <a:fillRect/>
              </a:stretch>
            </a:blip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 1</c:v>
                </c:pt>
                <c:pt idx="1">
                  <c:v>类别 2</c:v>
                </c:pt>
                <c:pt idx="2">
                  <c:v>类别 3</c:v>
                </c:pt>
                <c:pt idx="3">
                  <c:v>类别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ADB-40F5-848C-7B31EB957A8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75859136"/>
        <c:axId val="1675858304"/>
      </c:barChart>
      <c:catAx>
        <c:axId val="1675859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75858304"/>
        <c:crosses val="autoZero"/>
        <c:auto val="1"/>
        <c:lblAlgn val="ctr"/>
        <c:lblOffset val="100"/>
        <c:noMultiLvlLbl val="0"/>
      </c:catAx>
      <c:valAx>
        <c:axId val="16758583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75859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6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dPt>
            <c:idx val="0"/>
            <c:bubble3D val="0"/>
            <c:spPr>
              <a:solidFill>
                <a:srgbClr val="7030A0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793E-426A-AE77-D82757E34FD7}"/>
              </c:ext>
            </c:extLst>
          </c:dPt>
          <c:dPt>
            <c:idx val="1"/>
            <c:bubble3D val="0"/>
            <c:explosion val="12"/>
            <c:spPr>
              <a:solidFill>
                <a:srgbClr val="8F1E8C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2-793E-426A-AE77-D82757E34FD7}"/>
              </c:ext>
            </c:extLst>
          </c:dPt>
          <c:dPt>
            <c:idx val="2"/>
            <c:bubble3D val="0"/>
            <c:spPr>
              <a:solidFill>
                <a:srgbClr val="A9ACCB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4-793E-426A-AE77-D82757E34FD7}"/>
              </c:ext>
            </c:extLst>
          </c:dPt>
          <c:dPt>
            <c:idx val="3"/>
            <c:bubble3D val="0"/>
            <c:spPr>
              <a:solidFill>
                <a:srgbClr val="D99ED8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793E-426A-AE77-D82757E34FD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93E-426A-AE77-D82757E34FD7}"/>
            </c:ext>
          </c:extLst>
        </c:ser>
        <c:dLbls>
          <c:dLblPos val="outEnd"/>
          <c:showLegendKey val="0"/>
          <c:showVal val="0"/>
          <c:showCatName val="1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241393-E2B1-4490-8F56-836F0E6FCF0C}" type="datetimeFigureOut">
              <a:rPr lang="zh-CN" altLang="en-US" smtClean="0"/>
              <a:t>2020.6.4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BC0732-1106-48F0-B4AE-FAB426F790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436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83169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32871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955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340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155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002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5443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0154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4259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67990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378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3786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1246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81965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8161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5129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83283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6006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6385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0580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73412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084026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08634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3903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7838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5075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1944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695814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78090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83166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1659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3903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34273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9957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675108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55495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67598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7BC0732-1106-48F0-B4AE-FAB426F7906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316815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82912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051806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67855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157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68687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93586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47039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BC0732-1106-48F0-B4AE-FAB426F79069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3871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2020.6.4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2883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2020.6.4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椭圆 5"/>
          <p:cNvSpPr/>
          <p:nvPr userDrawn="1"/>
        </p:nvSpPr>
        <p:spPr>
          <a:xfrm>
            <a:off x="8726090" y="0"/>
            <a:ext cx="6931819" cy="6931819"/>
          </a:xfrm>
          <a:prstGeom prst="ellipse">
            <a:avLst/>
          </a:prstGeom>
          <a:blipFill dpi="0" rotWithShape="1">
            <a:blip r:embed="rId2">
              <a:alphaModFix amt="34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5406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2020.6.4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5" name="直接连接符 64"/>
          <p:cNvCxnSpPr/>
          <p:nvPr userDrawn="1"/>
        </p:nvCxnSpPr>
        <p:spPr>
          <a:xfrm>
            <a:off x="485775" y="961331"/>
            <a:ext cx="11220450" cy="0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椭圆 70"/>
          <p:cNvSpPr/>
          <p:nvPr userDrawn="1"/>
        </p:nvSpPr>
        <p:spPr>
          <a:xfrm>
            <a:off x="3472677" y="1418654"/>
            <a:ext cx="5246645" cy="5246645"/>
          </a:xfrm>
          <a:prstGeom prst="ellipse">
            <a:avLst/>
          </a:prstGeom>
          <a:blipFill dpi="0" rotWithShape="1">
            <a:blip r:embed="rId2">
              <a:alphaModFix amt="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 userDrawn="1"/>
        </p:nvGrpSpPr>
        <p:grpSpPr>
          <a:xfrm>
            <a:off x="8762206" y="251214"/>
            <a:ext cx="2934494" cy="675437"/>
            <a:chOff x="-2189163" y="-1093788"/>
            <a:chExt cx="5924551" cy="1363663"/>
          </a:xfrm>
          <a:solidFill>
            <a:srgbClr val="891D86"/>
          </a:solidFill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0"/>
            <p:cNvSpPr>
              <a:spLocks/>
            </p:cNvSpPr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1"/>
            <p:cNvSpPr>
              <a:spLocks/>
            </p:cNvSpPr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3"/>
            <p:cNvSpPr>
              <a:spLocks/>
            </p:cNvSpPr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4"/>
            <p:cNvSpPr>
              <a:spLocks/>
            </p:cNvSpPr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5"/>
            <p:cNvSpPr>
              <a:spLocks/>
            </p:cNvSpPr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6"/>
            <p:cNvSpPr>
              <a:spLocks/>
            </p:cNvSpPr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7"/>
            <p:cNvSpPr>
              <a:spLocks/>
            </p:cNvSpPr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9"/>
            <p:cNvSpPr>
              <a:spLocks/>
            </p:cNvSpPr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51"/>
            <p:cNvSpPr>
              <a:spLocks/>
            </p:cNvSpPr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52"/>
            <p:cNvSpPr>
              <a:spLocks/>
            </p:cNvSpPr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8" name="标题 1"/>
          <p:cNvSpPr>
            <a:spLocks noGrp="1"/>
          </p:cNvSpPr>
          <p:nvPr>
            <p:ph type="title"/>
          </p:nvPr>
        </p:nvSpPr>
        <p:spPr>
          <a:xfrm>
            <a:off x="485775" y="366907"/>
            <a:ext cx="4783090" cy="672105"/>
          </a:xfrm>
        </p:spPr>
        <p:txBody>
          <a:bodyPr>
            <a:noAutofit/>
          </a:bodyPr>
          <a:lstStyle>
            <a:lvl1pPr>
              <a:defRPr sz="280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440624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2020.6.4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65" name="直接连接符 64"/>
          <p:cNvCxnSpPr/>
          <p:nvPr userDrawn="1"/>
        </p:nvCxnSpPr>
        <p:spPr>
          <a:xfrm>
            <a:off x="485775" y="961331"/>
            <a:ext cx="11220450" cy="0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 userDrawn="1"/>
        </p:nvGrpSpPr>
        <p:grpSpPr>
          <a:xfrm>
            <a:off x="8762206" y="251214"/>
            <a:ext cx="2934494" cy="675437"/>
            <a:chOff x="-2189163" y="-1093788"/>
            <a:chExt cx="5924551" cy="1363663"/>
          </a:xfrm>
          <a:solidFill>
            <a:srgbClr val="891D86"/>
          </a:solidFill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8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9" name="Freeform 8"/>
            <p:cNvSpPr>
              <a:spLocks/>
            </p:cNvSpPr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0" name="Freeform 9"/>
            <p:cNvSpPr>
              <a:spLocks/>
            </p:cNvSpPr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" name="Freeform 14"/>
            <p:cNvSpPr>
              <a:spLocks/>
            </p:cNvSpPr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6" name="Freeform 15"/>
            <p:cNvSpPr>
              <a:spLocks/>
            </p:cNvSpPr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7" name="Freeform 16"/>
            <p:cNvSpPr>
              <a:spLocks/>
            </p:cNvSpPr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9" name="Freeform 18"/>
            <p:cNvSpPr>
              <a:spLocks/>
            </p:cNvSpPr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19"/>
            <p:cNvSpPr>
              <a:spLocks/>
            </p:cNvSpPr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21"/>
            <p:cNvSpPr>
              <a:spLocks/>
            </p:cNvSpPr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22"/>
            <p:cNvSpPr>
              <a:spLocks/>
            </p:cNvSpPr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23"/>
            <p:cNvSpPr>
              <a:spLocks/>
            </p:cNvSpPr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24"/>
            <p:cNvSpPr>
              <a:spLocks/>
            </p:cNvSpPr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26"/>
            <p:cNvSpPr>
              <a:spLocks/>
            </p:cNvSpPr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27"/>
            <p:cNvSpPr>
              <a:spLocks/>
            </p:cNvSpPr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29"/>
            <p:cNvSpPr>
              <a:spLocks/>
            </p:cNvSpPr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31"/>
            <p:cNvSpPr>
              <a:spLocks/>
            </p:cNvSpPr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32"/>
            <p:cNvSpPr>
              <a:spLocks/>
            </p:cNvSpPr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34"/>
            <p:cNvSpPr>
              <a:spLocks/>
            </p:cNvSpPr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35"/>
            <p:cNvSpPr>
              <a:spLocks/>
            </p:cNvSpPr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36"/>
            <p:cNvSpPr>
              <a:spLocks/>
            </p:cNvSpPr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39"/>
            <p:cNvSpPr>
              <a:spLocks/>
            </p:cNvSpPr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40"/>
            <p:cNvSpPr>
              <a:spLocks/>
            </p:cNvSpPr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41"/>
            <p:cNvSpPr>
              <a:spLocks/>
            </p:cNvSpPr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Freeform 43"/>
            <p:cNvSpPr>
              <a:spLocks/>
            </p:cNvSpPr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44"/>
            <p:cNvSpPr>
              <a:spLocks/>
            </p:cNvSpPr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45"/>
            <p:cNvSpPr>
              <a:spLocks/>
            </p:cNvSpPr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46"/>
            <p:cNvSpPr>
              <a:spLocks/>
            </p:cNvSpPr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47"/>
            <p:cNvSpPr>
              <a:spLocks/>
            </p:cNvSpPr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49"/>
            <p:cNvSpPr>
              <a:spLocks/>
            </p:cNvSpPr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51"/>
            <p:cNvSpPr>
              <a:spLocks/>
            </p:cNvSpPr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52"/>
            <p:cNvSpPr>
              <a:spLocks/>
            </p:cNvSpPr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56"/>
            <p:cNvSpPr>
              <a:spLocks/>
            </p:cNvSpPr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59"/>
            <p:cNvSpPr>
              <a:spLocks/>
            </p:cNvSpPr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62"/>
            <p:cNvSpPr>
              <a:spLocks/>
            </p:cNvSpPr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63"/>
            <p:cNvSpPr>
              <a:spLocks/>
            </p:cNvSpPr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68" name="标题 1"/>
          <p:cNvSpPr>
            <a:spLocks noGrp="1"/>
          </p:cNvSpPr>
          <p:nvPr>
            <p:ph type="title"/>
          </p:nvPr>
        </p:nvSpPr>
        <p:spPr>
          <a:xfrm>
            <a:off x="485775" y="366907"/>
            <a:ext cx="4783090" cy="672105"/>
          </a:xfrm>
        </p:spPr>
        <p:txBody>
          <a:bodyPr>
            <a:noAutofit/>
          </a:bodyPr>
          <a:lstStyle>
            <a:lvl1pPr>
              <a:defRPr sz="280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783442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EA1BC-73E1-4B32-AD3F-BC46ED9A3A3B}" type="datetimeFigureOut">
              <a:rPr lang="zh-CN" altLang="en-US" smtClean="0"/>
              <a:t>2020.6.4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CBB23C-EF9A-4E62-970A-65B821B17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205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2020.6.4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9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A8FF3F-82D0-46F3-A3A1-0B82FBD73DBA}" type="datetimeFigureOut">
              <a:rPr lang="zh-CN" altLang="en-US" smtClean="0"/>
              <a:t>2020.6.4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12AD1C-DCAB-4D2E-9343-4B9973E32E2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8726091" y="0"/>
            <a:ext cx="3465910" cy="6931819"/>
          </a:xfrm>
          <a:prstGeom prst="rect">
            <a:avLst/>
          </a:prstGeom>
          <a:blipFill dpi="0" rotWithShape="1">
            <a:blip r:embed="rId2">
              <a:alphaModFix amt="34000"/>
            </a:blip>
            <a:srcRect/>
            <a:stretch>
              <a:fillRect r="-10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604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EA1BC-73E1-4B32-AD3F-BC46ED9A3A3B}" type="datetimeFigureOut">
              <a:rPr lang="zh-CN" altLang="en-US" smtClean="0"/>
              <a:t>2020.6.4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BB23C-EF9A-4E62-970A-65B821B17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74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40" r:id="rId3"/>
    <p:sldLayoutId id="2147483742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7EA1BC-73E1-4B32-AD3F-BC46ED9A3A3B}" type="datetimeFigureOut">
              <a:rPr lang="zh-CN" altLang="en-US" smtClean="0"/>
              <a:t>2020.6.4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BB23C-EF9A-4E62-970A-65B821B173F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748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37" r:id="rId2"/>
    <p:sldLayoutId id="2147483738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572599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64">
          <p15:clr>
            <a:srgbClr val="F26B43"/>
          </p15:clr>
        </p15:guide>
        <p15:guide id="2" pos="3840">
          <p15:clr>
            <a:srgbClr val="F26B43"/>
          </p15:clr>
        </p15:guide>
        <p15:guide id="3" pos="192">
          <p15:clr>
            <a:srgbClr val="F26B43"/>
          </p15:clr>
        </p15:guide>
        <p15:guide id="4" pos="748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472">
          <p15:clr>
            <a:srgbClr val="F26B43"/>
          </p15:clr>
        </p15:guide>
        <p15:guide id="7" orient="horz" pos="4104">
          <p15:clr>
            <a:srgbClr val="F26B43"/>
          </p15:clr>
        </p15:guide>
        <p15:guide id="8" orient="horz" pos="405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5" Type="http://schemas.openxmlformats.org/officeDocument/2006/relationships/image" Target="../media/image13.png"/><Relationship Id="rId4" Type="http://schemas.openxmlformats.org/officeDocument/2006/relationships/image" Target="../media/image1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Relationship Id="rId4" Type="http://schemas.openxmlformats.org/officeDocument/2006/relationships/image" Target="../media/image12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9.xml"/><Relationship Id="rId4" Type="http://schemas.openxmlformats.org/officeDocument/2006/relationships/image" Target="../media/image3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942535" y="0"/>
            <a:ext cx="12192000" cy="6858000"/>
          </a:xfrm>
          <a:prstGeom prst="rect">
            <a:avLst/>
          </a:prstGeom>
          <a:gradFill flip="none" rotWithShape="1">
            <a:gsLst>
              <a:gs pos="45000">
                <a:srgbClr val="A34FA1">
                  <a:alpha val="70000"/>
                </a:srgbClr>
              </a:gs>
              <a:gs pos="0">
                <a:srgbClr val="891D86"/>
              </a:gs>
              <a:gs pos="99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5443538" y="1297553"/>
            <a:ext cx="62690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毕业论文答辩</a:t>
            </a:r>
            <a:endParaRPr lang="en-US" altLang="zh-CN" sz="54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en-US" altLang="zh-CN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PPT</a:t>
            </a:r>
            <a:r>
              <a:rPr lang="zh-CN" altLang="en-US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模板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426494" y="4090953"/>
            <a:ext cx="49233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答  辩  人：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      </a:t>
            </a:r>
          </a:p>
          <a:p>
            <a:pPr algn="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指导老师：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 </a:t>
            </a:r>
            <a:endParaRPr lang="zh-CN" altLang="en-US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304800"/>
            <a:ext cx="1192152" cy="6248400"/>
          </a:xfrm>
          <a:prstGeom prst="rect">
            <a:avLst/>
          </a:prstGeom>
        </p:spPr>
      </p:pic>
      <p:cxnSp>
        <p:nvCxnSpPr>
          <p:cNvPr id="3" name="直接连接符 2"/>
          <p:cNvCxnSpPr/>
          <p:nvPr/>
        </p:nvCxnSpPr>
        <p:spPr>
          <a:xfrm>
            <a:off x="9151455" y="3882876"/>
            <a:ext cx="237726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216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r="33755" b="6530"/>
          <a:stretch/>
        </p:blipFill>
        <p:spPr>
          <a:xfrm>
            <a:off x="5447685" y="0"/>
            <a:ext cx="6752336" cy="68580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5000">
                <a:srgbClr val="922E8F"/>
              </a:gs>
              <a:gs pos="23000">
                <a:srgbClr val="A34FA1">
                  <a:alpha val="16000"/>
                </a:srgbClr>
              </a:gs>
              <a:gs pos="100000">
                <a:srgbClr val="891D86"/>
              </a:gs>
              <a:gs pos="10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1034826"/>
            <a:ext cx="488428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毕业论文答辩</a:t>
            </a:r>
            <a:endParaRPr lang="en-US" altLang="zh-CN" sz="54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  <a:p>
            <a:pPr algn="r">
              <a:lnSpc>
                <a:spcPct val="150000"/>
              </a:lnSpc>
            </a:pPr>
            <a:r>
              <a:rPr lang="en-US" altLang="zh-CN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PPT</a:t>
            </a:r>
            <a:r>
              <a:rPr lang="zh-CN" altLang="en-US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模板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82599" y="3828226"/>
            <a:ext cx="48842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答  辩  人：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      </a:t>
            </a:r>
          </a:p>
          <a:p>
            <a:pPr algn="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指导老师：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 </a:t>
            </a:r>
            <a:endParaRPr lang="zh-CN" altLang="en-US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28" name="组合 127"/>
          <p:cNvGrpSpPr/>
          <p:nvPr/>
        </p:nvGrpSpPr>
        <p:grpSpPr>
          <a:xfrm>
            <a:off x="2538212" y="5794670"/>
            <a:ext cx="2909473" cy="597458"/>
            <a:chOff x="1143000" y="5728430"/>
            <a:chExt cx="2909473" cy="597458"/>
          </a:xfrm>
        </p:grpSpPr>
        <p:grpSp>
          <p:nvGrpSpPr>
            <p:cNvPr id="67" name="组合 66"/>
            <p:cNvGrpSpPr/>
            <p:nvPr/>
          </p:nvGrpSpPr>
          <p:grpSpPr>
            <a:xfrm>
              <a:off x="1143000" y="5728431"/>
              <a:ext cx="600372" cy="597457"/>
              <a:chOff x="-1947863" y="-249238"/>
              <a:chExt cx="1308100" cy="1301750"/>
            </a:xfrm>
          </p:grpSpPr>
          <p:sp>
            <p:nvSpPr>
              <p:cNvPr id="68" name="Freeform 53"/>
              <p:cNvSpPr>
                <a:spLocks noEditPoints="1"/>
              </p:cNvSpPr>
              <p:nvPr/>
            </p:nvSpPr>
            <p:spPr bwMode="auto">
              <a:xfrm>
                <a:off x="-1947863" y="-249238"/>
                <a:ext cx="1308100" cy="1301750"/>
              </a:xfrm>
              <a:custGeom>
                <a:avLst/>
                <a:gdLst>
                  <a:gd name="T0" fmla="*/ 421 w 842"/>
                  <a:gd name="T1" fmla="*/ 0 h 841"/>
                  <a:gd name="T2" fmla="*/ 0 w 842"/>
                  <a:gd name="T3" fmla="*/ 421 h 841"/>
                  <a:gd name="T4" fmla="*/ 421 w 842"/>
                  <a:gd name="T5" fmla="*/ 841 h 841"/>
                  <a:gd name="T6" fmla="*/ 842 w 842"/>
                  <a:gd name="T7" fmla="*/ 421 h 841"/>
                  <a:gd name="T8" fmla="*/ 421 w 842"/>
                  <a:gd name="T9" fmla="*/ 0 h 841"/>
                  <a:gd name="T10" fmla="*/ 421 w 842"/>
                  <a:gd name="T11" fmla="*/ 832 h 841"/>
                  <a:gd name="T12" fmla="*/ 10 w 842"/>
                  <a:gd name="T13" fmla="*/ 421 h 841"/>
                  <a:gd name="T14" fmla="*/ 421 w 842"/>
                  <a:gd name="T15" fmla="*/ 9 h 841"/>
                  <a:gd name="T16" fmla="*/ 832 w 842"/>
                  <a:gd name="T17" fmla="*/ 421 h 841"/>
                  <a:gd name="T18" fmla="*/ 421 w 842"/>
                  <a:gd name="T19" fmla="*/ 832 h 8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842" h="841">
                    <a:moveTo>
                      <a:pt x="421" y="0"/>
                    </a:moveTo>
                    <a:cubicBezTo>
                      <a:pt x="189" y="0"/>
                      <a:pt x="0" y="188"/>
                      <a:pt x="0" y="421"/>
                    </a:cubicBezTo>
                    <a:cubicBezTo>
                      <a:pt x="0" y="653"/>
                      <a:pt x="189" y="841"/>
                      <a:pt x="421" y="841"/>
                    </a:cubicBezTo>
                    <a:cubicBezTo>
                      <a:pt x="653" y="841"/>
                      <a:pt x="842" y="653"/>
                      <a:pt x="842" y="421"/>
                    </a:cubicBezTo>
                    <a:cubicBezTo>
                      <a:pt x="842" y="188"/>
                      <a:pt x="653" y="0"/>
                      <a:pt x="421" y="0"/>
                    </a:cubicBezTo>
                    <a:close/>
                    <a:moveTo>
                      <a:pt x="421" y="832"/>
                    </a:moveTo>
                    <a:cubicBezTo>
                      <a:pt x="194" y="832"/>
                      <a:pt x="10" y="648"/>
                      <a:pt x="10" y="421"/>
                    </a:cubicBezTo>
                    <a:cubicBezTo>
                      <a:pt x="10" y="193"/>
                      <a:pt x="194" y="9"/>
                      <a:pt x="421" y="9"/>
                    </a:cubicBezTo>
                    <a:cubicBezTo>
                      <a:pt x="648" y="9"/>
                      <a:pt x="832" y="193"/>
                      <a:pt x="832" y="421"/>
                    </a:cubicBezTo>
                    <a:cubicBezTo>
                      <a:pt x="832" y="648"/>
                      <a:pt x="648" y="832"/>
                      <a:pt x="421" y="83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69" name="Freeform 54"/>
              <p:cNvSpPr>
                <a:spLocks noEditPoints="1"/>
              </p:cNvSpPr>
              <p:nvPr/>
            </p:nvSpPr>
            <p:spPr bwMode="auto">
              <a:xfrm>
                <a:off x="-1863725" y="258763"/>
                <a:ext cx="1139825" cy="711200"/>
              </a:xfrm>
              <a:custGeom>
                <a:avLst/>
                <a:gdLst>
                  <a:gd name="T0" fmla="*/ 19 w 734"/>
                  <a:gd name="T1" fmla="*/ 31 h 460"/>
                  <a:gd name="T2" fmla="*/ 3 w 734"/>
                  <a:gd name="T3" fmla="*/ 41 h 460"/>
                  <a:gd name="T4" fmla="*/ 41 w 734"/>
                  <a:gd name="T5" fmla="*/ 89 h 460"/>
                  <a:gd name="T6" fmla="*/ 18 w 734"/>
                  <a:gd name="T7" fmla="*/ 139 h 460"/>
                  <a:gd name="T8" fmla="*/ 4 w 734"/>
                  <a:gd name="T9" fmla="*/ 121 h 460"/>
                  <a:gd name="T10" fmla="*/ 45 w 734"/>
                  <a:gd name="T11" fmla="*/ 143 h 460"/>
                  <a:gd name="T12" fmla="*/ 13 w 734"/>
                  <a:gd name="T13" fmla="*/ 192 h 460"/>
                  <a:gd name="T14" fmla="*/ 29 w 734"/>
                  <a:gd name="T15" fmla="*/ 207 h 460"/>
                  <a:gd name="T16" fmla="*/ 57 w 734"/>
                  <a:gd name="T17" fmla="*/ 196 h 460"/>
                  <a:gd name="T18" fmla="*/ 43 w 734"/>
                  <a:gd name="T19" fmla="*/ 210 h 460"/>
                  <a:gd name="T20" fmla="*/ 51 w 734"/>
                  <a:gd name="T21" fmla="*/ 255 h 460"/>
                  <a:gd name="T22" fmla="*/ 48 w 734"/>
                  <a:gd name="T23" fmla="*/ 272 h 460"/>
                  <a:gd name="T24" fmla="*/ 59 w 734"/>
                  <a:gd name="T25" fmla="*/ 293 h 460"/>
                  <a:gd name="T26" fmla="*/ 114 w 734"/>
                  <a:gd name="T27" fmla="*/ 297 h 460"/>
                  <a:gd name="T28" fmla="*/ 132 w 734"/>
                  <a:gd name="T29" fmla="*/ 318 h 460"/>
                  <a:gd name="T30" fmla="*/ 111 w 734"/>
                  <a:gd name="T31" fmla="*/ 356 h 460"/>
                  <a:gd name="T32" fmla="*/ 156 w 734"/>
                  <a:gd name="T33" fmla="*/ 393 h 460"/>
                  <a:gd name="T34" fmla="*/ 174 w 734"/>
                  <a:gd name="T35" fmla="*/ 355 h 460"/>
                  <a:gd name="T36" fmla="*/ 173 w 734"/>
                  <a:gd name="T37" fmla="*/ 365 h 460"/>
                  <a:gd name="T38" fmla="*/ 189 w 734"/>
                  <a:gd name="T39" fmla="*/ 380 h 460"/>
                  <a:gd name="T40" fmla="*/ 194 w 734"/>
                  <a:gd name="T41" fmla="*/ 369 h 460"/>
                  <a:gd name="T42" fmla="*/ 182 w 734"/>
                  <a:gd name="T43" fmla="*/ 402 h 460"/>
                  <a:gd name="T44" fmla="*/ 200 w 734"/>
                  <a:gd name="T45" fmla="*/ 398 h 460"/>
                  <a:gd name="T46" fmla="*/ 252 w 734"/>
                  <a:gd name="T47" fmla="*/ 397 h 460"/>
                  <a:gd name="T48" fmla="*/ 251 w 734"/>
                  <a:gd name="T49" fmla="*/ 398 h 460"/>
                  <a:gd name="T50" fmla="*/ 325 w 734"/>
                  <a:gd name="T51" fmla="*/ 437 h 460"/>
                  <a:gd name="T52" fmla="*/ 323 w 734"/>
                  <a:gd name="T53" fmla="*/ 420 h 460"/>
                  <a:gd name="T54" fmla="*/ 317 w 734"/>
                  <a:gd name="T55" fmla="*/ 424 h 460"/>
                  <a:gd name="T56" fmla="*/ 356 w 734"/>
                  <a:gd name="T57" fmla="*/ 418 h 460"/>
                  <a:gd name="T58" fmla="*/ 391 w 734"/>
                  <a:gd name="T59" fmla="*/ 425 h 460"/>
                  <a:gd name="T60" fmla="*/ 386 w 734"/>
                  <a:gd name="T61" fmla="*/ 441 h 460"/>
                  <a:gd name="T62" fmla="*/ 379 w 734"/>
                  <a:gd name="T63" fmla="*/ 457 h 460"/>
                  <a:gd name="T64" fmla="*/ 419 w 734"/>
                  <a:gd name="T65" fmla="*/ 446 h 460"/>
                  <a:gd name="T66" fmla="*/ 409 w 734"/>
                  <a:gd name="T67" fmla="*/ 420 h 460"/>
                  <a:gd name="T68" fmla="*/ 448 w 734"/>
                  <a:gd name="T69" fmla="*/ 450 h 460"/>
                  <a:gd name="T70" fmla="*/ 460 w 734"/>
                  <a:gd name="T71" fmla="*/ 412 h 460"/>
                  <a:gd name="T72" fmla="*/ 511 w 734"/>
                  <a:gd name="T73" fmla="*/ 415 h 460"/>
                  <a:gd name="T74" fmla="*/ 501 w 734"/>
                  <a:gd name="T75" fmla="*/ 389 h 460"/>
                  <a:gd name="T76" fmla="*/ 538 w 734"/>
                  <a:gd name="T77" fmla="*/ 385 h 460"/>
                  <a:gd name="T78" fmla="*/ 552 w 734"/>
                  <a:gd name="T79" fmla="*/ 395 h 460"/>
                  <a:gd name="T80" fmla="*/ 563 w 734"/>
                  <a:gd name="T81" fmla="*/ 352 h 460"/>
                  <a:gd name="T82" fmla="*/ 617 w 734"/>
                  <a:gd name="T83" fmla="*/ 360 h 460"/>
                  <a:gd name="T84" fmla="*/ 586 w 734"/>
                  <a:gd name="T85" fmla="*/ 332 h 460"/>
                  <a:gd name="T86" fmla="*/ 618 w 734"/>
                  <a:gd name="T87" fmla="*/ 347 h 460"/>
                  <a:gd name="T88" fmla="*/ 593 w 734"/>
                  <a:gd name="T89" fmla="*/ 342 h 460"/>
                  <a:gd name="T90" fmla="*/ 611 w 734"/>
                  <a:gd name="T91" fmla="*/ 357 h 460"/>
                  <a:gd name="T92" fmla="*/ 626 w 734"/>
                  <a:gd name="T93" fmla="*/ 301 h 460"/>
                  <a:gd name="T94" fmla="*/ 643 w 734"/>
                  <a:gd name="T95" fmla="*/ 264 h 460"/>
                  <a:gd name="T96" fmla="*/ 684 w 734"/>
                  <a:gd name="T97" fmla="*/ 263 h 460"/>
                  <a:gd name="T98" fmla="*/ 653 w 734"/>
                  <a:gd name="T99" fmla="*/ 246 h 460"/>
                  <a:gd name="T100" fmla="*/ 680 w 734"/>
                  <a:gd name="T101" fmla="*/ 230 h 460"/>
                  <a:gd name="T102" fmla="*/ 673 w 734"/>
                  <a:gd name="T103" fmla="*/ 204 h 460"/>
                  <a:gd name="T104" fmla="*/ 720 w 734"/>
                  <a:gd name="T105" fmla="*/ 190 h 460"/>
                  <a:gd name="T106" fmla="*/ 689 w 734"/>
                  <a:gd name="T107" fmla="*/ 163 h 460"/>
                  <a:gd name="T108" fmla="*/ 698 w 734"/>
                  <a:gd name="T109" fmla="*/ 145 h 460"/>
                  <a:gd name="T110" fmla="*/ 731 w 734"/>
                  <a:gd name="T111" fmla="*/ 133 h 460"/>
                  <a:gd name="T112" fmla="*/ 697 w 734"/>
                  <a:gd name="T113" fmla="*/ 98 h 460"/>
                  <a:gd name="T114" fmla="*/ 702 w 734"/>
                  <a:gd name="T115" fmla="*/ 78 h 460"/>
                  <a:gd name="T116" fmla="*/ 714 w 734"/>
                  <a:gd name="T117" fmla="*/ 37 h 460"/>
                  <a:gd name="T118" fmla="*/ 701 w 734"/>
                  <a:gd name="T119" fmla="*/ 39 h 460"/>
                  <a:gd name="T120" fmla="*/ 731 w 734"/>
                  <a:gd name="T121" fmla="*/ 43 h 460"/>
                  <a:gd name="T122" fmla="*/ 707 w 734"/>
                  <a:gd name="T123" fmla="*/ 14 h 4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734" h="460">
                    <a:moveTo>
                      <a:pt x="45" y="43"/>
                    </a:moveTo>
                    <a:cubicBezTo>
                      <a:pt x="4" y="35"/>
                      <a:pt x="4" y="35"/>
                      <a:pt x="4" y="35"/>
                    </a:cubicBezTo>
                    <a:cubicBezTo>
                      <a:pt x="6" y="28"/>
                      <a:pt x="6" y="28"/>
                      <a:pt x="6" y="28"/>
                    </a:cubicBezTo>
                    <a:cubicBezTo>
                      <a:pt x="35" y="19"/>
                      <a:pt x="35" y="19"/>
                      <a:pt x="35" y="19"/>
                    </a:cubicBezTo>
                    <a:cubicBezTo>
                      <a:pt x="9" y="14"/>
                      <a:pt x="9" y="14"/>
                      <a:pt x="9" y="14"/>
                    </a:cubicBezTo>
                    <a:cubicBezTo>
                      <a:pt x="10" y="7"/>
                      <a:pt x="10" y="7"/>
                      <a:pt x="10" y="7"/>
                    </a:cubicBezTo>
                    <a:cubicBezTo>
                      <a:pt x="51" y="15"/>
                      <a:pt x="51" y="15"/>
                      <a:pt x="51" y="15"/>
                    </a:cubicBezTo>
                    <a:cubicBezTo>
                      <a:pt x="49" y="22"/>
                      <a:pt x="49" y="22"/>
                      <a:pt x="49" y="22"/>
                    </a:cubicBezTo>
                    <a:cubicBezTo>
                      <a:pt x="19" y="31"/>
                      <a:pt x="19" y="31"/>
                      <a:pt x="19" y="31"/>
                    </a:cubicBezTo>
                    <a:cubicBezTo>
                      <a:pt x="46" y="36"/>
                      <a:pt x="46" y="36"/>
                      <a:pt x="46" y="36"/>
                    </a:cubicBezTo>
                    <a:lnTo>
                      <a:pt x="45" y="43"/>
                    </a:lnTo>
                    <a:close/>
                    <a:moveTo>
                      <a:pt x="43" y="66"/>
                    </a:moveTo>
                    <a:cubicBezTo>
                      <a:pt x="0" y="76"/>
                      <a:pt x="0" y="76"/>
                      <a:pt x="0" y="76"/>
                    </a:cubicBezTo>
                    <a:cubicBezTo>
                      <a:pt x="1" y="69"/>
                      <a:pt x="1" y="69"/>
                      <a:pt x="1" y="69"/>
                    </a:cubicBezTo>
                    <a:cubicBezTo>
                      <a:pt x="10" y="67"/>
                      <a:pt x="10" y="67"/>
                      <a:pt x="10" y="67"/>
                    </a:cubicBezTo>
                    <a:cubicBezTo>
                      <a:pt x="12" y="52"/>
                      <a:pt x="12" y="52"/>
                      <a:pt x="12" y="52"/>
                    </a:cubicBezTo>
                    <a:cubicBezTo>
                      <a:pt x="3" y="49"/>
                      <a:pt x="3" y="49"/>
                      <a:pt x="3" y="49"/>
                    </a:cubicBezTo>
                    <a:cubicBezTo>
                      <a:pt x="3" y="41"/>
                      <a:pt x="3" y="41"/>
                      <a:pt x="3" y="41"/>
                    </a:cubicBezTo>
                    <a:cubicBezTo>
                      <a:pt x="43" y="59"/>
                      <a:pt x="43" y="59"/>
                      <a:pt x="43" y="59"/>
                    </a:cubicBezTo>
                    <a:lnTo>
                      <a:pt x="43" y="66"/>
                    </a:lnTo>
                    <a:close/>
                    <a:moveTo>
                      <a:pt x="33" y="61"/>
                    </a:moveTo>
                    <a:cubicBezTo>
                      <a:pt x="18" y="55"/>
                      <a:pt x="18" y="55"/>
                      <a:pt x="18" y="55"/>
                    </a:cubicBezTo>
                    <a:cubicBezTo>
                      <a:pt x="17" y="65"/>
                      <a:pt x="17" y="65"/>
                      <a:pt x="17" y="65"/>
                    </a:cubicBezTo>
                    <a:lnTo>
                      <a:pt x="33" y="61"/>
                    </a:lnTo>
                    <a:close/>
                    <a:moveTo>
                      <a:pt x="42" y="104"/>
                    </a:moveTo>
                    <a:cubicBezTo>
                      <a:pt x="14" y="104"/>
                      <a:pt x="14" y="104"/>
                      <a:pt x="14" y="104"/>
                    </a:cubicBezTo>
                    <a:cubicBezTo>
                      <a:pt x="41" y="89"/>
                      <a:pt x="41" y="89"/>
                      <a:pt x="41" y="89"/>
                    </a:cubicBezTo>
                    <a:cubicBezTo>
                      <a:pt x="41" y="83"/>
                      <a:pt x="41" y="83"/>
                      <a:pt x="41" y="83"/>
                    </a:cubicBezTo>
                    <a:cubicBezTo>
                      <a:pt x="0" y="83"/>
                      <a:pt x="0" y="83"/>
                      <a:pt x="0" y="83"/>
                    </a:cubicBezTo>
                    <a:cubicBezTo>
                      <a:pt x="0" y="90"/>
                      <a:pt x="0" y="90"/>
                      <a:pt x="0" y="90"/>
                    </a:cubicBezTo>
                    <a:cubicBezTo>
                      <a:pt x="27" y="89"/>
                      <a:pt x="27" y="89"/>
                      <a:pt x="27" y="89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0" y="111"/>
                      <a:pt x="0" y="111"/>
                      <a:pt x="0" y="111"/>
                    </a:cubicBezTo>
                    <a:cubicBezTo>
                      <a:pt x="42" y="110"/>
                      <a:pt x="42" y="110"/>
                      <a:pt x="42" y="110"/>
                    </a:cubicBezTo>
                    <a:lnTo>
                      <a:pt x="42" y="104"/>
                    </a:lnTo>
                    <a:close/>
                    <a:moveTo>
                      <a:pt x="18" y="139"/>
                    </a:moveTo>
                    <a:cubicBezTo>
                      <a:pt x="44" y="136"/>
                      <a:pt x="44" y="136"/>
                      <a:pt x="44" y="136"/>
                    </a:cubicBezTo>
                    <a:cubicBezTo>
                      <a:pt x="44" y="129"/>
                      <a:pt x="44" y="129"/>
                      <a:pt x="44" y="129"/>
                    </a:cubicBezTo>
                    <a:cubicBezTo>
                      <a:pt x="17" y="132"/>
                      <a:pt x="17" y="132"/>
                      <a:pt x="17" y="132"/>
                    </a:cubicBezTo>
                    <a:cubicBezTo>
                      <a:pt x="13" y="132"/>
                      <a:pt x="11" y="132"/>
                      <a:pt x="10" y="132"/>
                    </a:cubicBezTo>
                    <a:cubicBezTo>
                      <a:pt x="9" y="131"/>
                      <a:pt x="8" y="130"/>
                      <a:pt x="8" y="128"/>
                    </a:cubicBezTo>
                    <a:cubicBezTo>
                      <a:pt x="8" y="127"/>
                      <a:pt x="9" y="126"/>
                      <a:pt x="10" y="125"/>
                    </a:cubicBezTo>
                    <a:cubicBezTo>
                      <a:pt x="11" y="124"/>
                      <a:pt x="13" y="124"/>
                      <a:pt x="15" y="123"/>
                    </a:cubicBezTo>
                    <a:cubicBezTo>
                      <a:pt x="13" y="117"/>
                      <a:pt x="13" y="117"/>
                      <a:pt x="13" y="117"/>
                    </a:cubicBezTo>
                    <a:cubicBezTo>
                      <a:pt x="9" y="117"/>
                      <a:pt x="6" y="119"/>
                      <a:pt x="4" y="121"/>
                    </a:cubicBezTo>
                    <a:cubicBezTo>
                      <a:pt x="2" y="123"/>
                      <a:pt x="1" y="125"/>
                      <a:pt x="1" y="129"/>
                    </a:cubicBezTo>
                    <a:cubicBezTo>
                      <a:pt x="1" y="132"/>
                      <a:pt x="2" y="134"/>
                      <a:pt x="4" y="136"/>
                    </a:cubicBezTo>
                    <a:cubicBezTo>
                      <a:pt x="6" y="138"/>
                      <a:pt x="8" y="139"/>
                      <a:pt x="10" y="139"/>
                    </a:cubicBezTo>
                    <a:cubicBezTo>
                      <a:pt x="12" y="139"/>
                      <a:pt x="15" y="139"/>
                      <a:pt x="18" y="139"/>
                    </a:cubicBezTo>
                    <a:close/>
                    <a:moveTo>
                      <a:pt x="45" y="143"/>
                    </a:moveTo>
                    <a:cubicBezTo>
                      <a:pt x="4" y="149"/>
                      <a:pt x="4" y="149"/>
                      <a:pt x="4" y="149"/>
                    </a:cubicBezTo>
                    <a:cubicBezTo>
                      <a:pt x="5" y="156"/>
                      <a:pt x="5" y="156"/>
                      <a:pt x="5" y="156"/>
                    </a:cubicBezTo>
                    <a:cubicBezTo>
                      <a:pt x="46" y="150"/>
                      <a:pt x="46" y="150"/>
                      <a:pt x="46" y="150"/>
                    </a:cubicBezTo>
                    <a:lnTo>
                      <a:pt x="45" y="143"/>
                    </a:lnTo>
                    <a:close/>
                    <a:moveTo>
                      <a:pt x="52" y="176"/>
                    </a:moveTo>
                    <a:cubicBezTo>
                      <a:pt x="25" y="182"/>
                      <a:pt x="25" y="182"/>
                      <a:pt x="25" y="182"/>
                    </a:cubicBezTo>
                    <a:cubicBezTo>
                      <a:pt x="49" y="162"/>
                      <a:pt x="49" y="162"/>
                      <a:pt x="49" y="162"/>
                    </a:cubicBezTo>
                    <a:cubicBezTo>
                      <a:pt x="47" y="155"/>
                      <a:pt x="47" y="155"/>
                      <a:pt x="47" y="155"/>
                    </a:cubicBezTo>
                    <a:cubicBezTo>
                      <a:pt x="7" y="165"/>
                      <a:pt x="7" y="165"/>
                      <a:pt x="7" y="165"/>
                    </a:cubicBezTo>
                    <a:cubicBezTo>
                      <a:pt x="8" y="171"/>
                      <a:pt x="8" y="171"/>
                      <a:pt x="8" y="171"/>
                    </a:cubicBezTo>
                    <a:cubicBezTo>
                      <a:pt x="35" y="165"/>
                      <a:pt x="35" y="165"/>
                      <a:pt x="35" y="165"/>
                    </a:cubicBezTo>
                    <a:cubicBezTo>
                      <a:pt x="12" y="185"/>
                      <a:pt x="12" y="185"/>
                      <a:pt x="12" y="185"/>
                    </a:cubicBezTo>
                    <a:cubicBezTo>
                      <a:pt x="13" y="192"/>
                      <a:pt x="13" y="192"/>
                      <a:pt x="13" y="192"/>
                    </a:cubicBezTo>
                    <a:cubicBezTo>
                      <a:pt x="54" y="182"/>
                      <a:pt x="54" y="182"/>
                      <a:pt x="54" y="182"/>
                    </a:cubicBezTo>
                    <a:lnTo>
                      <a:pt x="52" y="176"/>
                    </a:lnTo>
                    <a:close/>
                    <a:moveTo>
                      <a:pt x="43" y="210"/>
                    </a:moveTo>
                    <a:cubicBezTo>
                      <a:pt x="36" y="212"/>
                      <a:pt x="36" y="212"/>
                      <a:pt x="36" y="212"/>
                    </a:cubicBezTo>
                    <a:cubicBezTo>
                      <a:pt x="39" y="220"/>
                      <a:pt x="39" y="220"/>
                      <a:pt x="39" y="220"/>
                    </a:cubicBezTo>
                    <a:cubicBezTo>
                      <a:pt x="34" y="222"/>
                      <a:pt x="34" y="222"/>
                      <a:pt x="34" y="222"/>
                    </a:cubicBezTo>
                    <a:cubicBezTo>
                      <a:pt x="33" y="221"/>
                      <a:pt x="32" y="220"/>
                      <a:pt x="30" y="219"/>
                    </a:cubicBezTo>
                    <a:cubicBezTo>
                      <a:pt x="29" y="218"/>
                      <a:pt x="28" y="217"/>
                      <a:pt x="28" y="215"/>
                    </a:cubicBezTo>
                    <a:cubicBezTo>
                      <a:pt x="27" y="212"/>
                      <a:pt x="27" y="210"/>
                      <a:pt x="29" y="207"/>
                    </a:cubicBezTo>
                    <a:cubicBezTo>
                      <a:pt x="31" y="204"/>
                      <a:pt x="34" y="202"/>
                      <a:pt x="38" y="201"/>
                    </a:cubicBezTo>
                    <a:cubicBezTo>
                      <a:pt x="43" y="199"/>
                      <a:pt x="46" y="199"/>
                      <a:pt x="49" y="200"/>
                    </a:cubicBezTo>
                    <a:cubicBezTo>
                      <a:pt x="52" y="201"/>
                      <a:pt x="54" y="203"/>
                      <a:pt x="55" y="205"/>
                    </a:cubicBezTo>
                    <a:cubicBezTo>
                      <a:pt x="56" y="207"/>
                      <a:pt x="56" y="209"/>
                      <a:pt x="55" y="211"/>
                    </a:cubicBezTo>
                    <a:cubicBezTo>
                      <a:pt x="54" y="213"/>
                      <a:pt x="53" y="214"/>
                      <a:pt x="51" y="215"/>
                    </a:cubicBezTo>
                    <a:cubicBezTo>
                      <a:pt x="55" y="221"/>
                      <a:pt x="55" y="221"/>
                      <a:pt x="55" y="221"/>
                    </a:cubicBezTo>
                    <a:cubicBezTo>
                      <a:pt x="58" y="219"/>
                      <a:pt x="61" y="217"/>
                      <a:pt x="62" y="214"/>
                    </a:cubicBezTo>
                    <a:cubicBezTo>
                      <a:pt x="63" y="211"/>
                      <a:pt x="63" y="207"/>
                      <a:pt x="62" y="203"/>
                    </a:cubicBezTo>
                    <a:cubicBezTo>
                      <a:pt x="60" y="200"/>
                      <a:pt x="59" y="197"/>
                      <a:pt x="57" y="196"/>
                    </a:cubicBezTo>
                    <a:cubicBezTo>
                      <a:pt x="54" y="194"/>
                      <a:pt x="51" y="192"/>
                      <a:pt x="47" y="192"/>
                    </a:cubicBezTo>
                    <a:cubicBezTo>
                      <a:pt x="43" y="192"/>
                      <a:pt x="40" y="192"/>
                      <a:pt x="36" y="194"/>
                    </a:cubicBezTo>
                    <a:cubicBezTo>
                      <a:pt x="32" y="195"/>
                      <a:pt x="29" y="197"/>
                      <a:pt x="26" y="199"/>
                    </a:cubicBezTo>
                    <a:cubicBezTo>
                      <a:pt x="23" y="202"/>
                      <a:pt x="21" y="205"/>
                      <a:pt x="21" y="208"/>
                    </a:cubicBezTo>
                    <a:cubicBezTo>
                      <a:pt x="20" y="211"/>
                      <a:pt x="20" y="214"/>
                      <a:pt x="21" y="218"/>
                    </a:cubicBezTo>
                    <a:cubicBezTo>
                      <a:pt x="22" y="221"/>
                      <a:pt x="24" y="223"/>
                      <a:pt x="26" y="225"/>
                    </a:cubicBezTo>
                    <a:cubicBezTo>
                      <a:pt x="28" y="228"/>
                      <a:pt x="30" y="229"/>
                      <a:pt x="32" y="230"/>
                    </a:cubicBezTo>
                    <a:cubicBezTo>
                      <a:pt x="48" y="224"/>
                      <a:pt x="48" y="224"/>
                      <a:pt x="48" y="224"/>
                    </a:cubicBezTo>
                    <a:lnTo>
                      <a:pt x="43" y="210"/>
                    </a:lnTo>
                    <a:close/>
                    <a:moveTo>
                      <a:pt x="68" y="269"/>
                    </a:moveTo>
                    <a:cubicBezTo>
                      <a:pt x="87" y="259"/>
                      <a:pt x="87" y="259"/>
                      <a:pt x="87" y="259"/>
                    </a:cubicBezTo>
                    <a:cubicBezTo>
                      <a:pt x="83" y="253"/>
                      <a:pt x="83" y="253"/>
                      <a:pt x="83" y="253"/>
                    </a:cubicBezTo>
                    <a:cubicBezTo>
                      <a:pt x="63" y="263"/>
                      <a:pt x="63" y="263"/>
                      <a:pt x="63" y="263"/>
                    </a:cubicBezTo>
                    <a:cubicBezTo>
                      <a:pt x="60" y="265"/>
                      <a:pt x="58" y="266"/>
                      <a:pt x="57" y="267"/>
                    </a:cubicBezTo>
                    <a:cubicBezTo>
                      <a:pt x="56" y="267"/>
                      <a:pt x="54" y="267"/>
                      <a:pt x="53" y="267"/>
                    </a:cubicBezTo>
                    <a:cubicBezTo>
                      <a:pt x="52" y="266"/>
                      <a:pt x="50" y="265"/>
                      <a:pt x="49" y="263"/>
                    </a:cubicBezTo>
                    <a:cubicBezTo>
                      <a:pt x="48" y="262"/>
                      <a:pt x="48" y="260"/>
                      <a:pt x="49" y="258"/>
                    </a:cubicBezTo>
                    <a:cubicBezTo>
                      <a:pt x="49" y="257"/>
                      <a:pt x="50" y="256"/>
                      <a:pt x="51" y="255"/>
                    </a:cubicBezTo>
                    <a:cubicBezTo>
                      <a:pt x="52" y="254"/>
                      <a:pt x="54" y="253"/>
                      <a:pt x="57" y="251"/>
                    </a:cubicBezTo>
                    <a:cubicBezTo>
                      <a:pt x="77" y="240"/>
                      <a:pt x="77" y="240"/>
                      <a:pt x="77" y="240"/>
                    </a:cubicBezTo>
                    <a:cubicBezTo>
                      <a:pt x="74" y="234"/>
                      <a:pt x="74" y="234"/>
                      <a:pt x="74" y="234"/>
                    </a:cubicBezTo>
                    <a:cubicBezTo>
                      <a:pt x="54" y="245"/>
                      <a:pt x="54" y="245"/>
                      <a:pt x="54" y="245"/>
                    </a:cubicBezTo>
                    <a:cubicBezTo>
                      <a:pt x="50" y="247"/>
                      <a:pt x="47" y="249"/>
                      <a:pt x="45" y="250"/>
                    </a:cubicBezTo>
                    <a:cubicBezTo>
                      <a:pt x="44" y="251"/>
                      <a:pt x="43" y="253"/>
                      <a:pt x="42" y="254"/>
                    </a:cubicBezTo>
                    <a:cubicBezTo>
                      <a:pt x="41" y="256"/>
                      <a:pt x="41" y="257"/>
                      <a:pt x="41" y="259"/>
                    </a:cubicBezTo>
                    <a:cubicBezTo>
                      <a:pt x="41" y="261"/>
                      <a:pt x="42" y="264"/>
                      <a:pt x="43" y="267"/>
                    </a:cubicBezTo>
                    <a:cubicBezTo>
                      <a:pt x="45" y="269"/>
                      <a:pt x="46" y="271"/>
                      <a:pt x="48" y="272"/>
                    </a:cubicBezTo>
                    <a:cubicBezTo>
                      <a:pt x="49" y="273"/>
                      <a:pt x="51" y="274"/>
                      <a:pt x="52" y="274"/>
                    </a:cubicBezTo>
                    <a:cubicBezTo>
                      <a:pt x="54" y="275"/>
                      <a:pt x="56" y="274"/>
                      <a:pt x="58" y="274"/>
                    </a:cubicBezTo>
                    <a:cubicBezTo>
                      <a:pt x="60" y="273"/>
                      <a:pt x="63" y="272"/>
                      <a:pt x="68" y="269"/>
                    </a:cubicBezTo>
                    <a:close/>
                    <a:moveTo>
                      <a:pt x="102" y="282"/>
                    </a:moveTo>
                    <a:cubicBezTo>
                      <a:pt x="79" y="297"/>
                      <a:pt x="79" y="297"/>
                      <a:pt x="79" y="297"/>
                    </a:cubicBezTo>
                    <a:cubicBezTo>
                      <a:pt x="94" y="270"/>
                      <a:pt x="94" y="270"/>
                      <a:pt x="94" y="270"/>
                    </a:cubicBezTo>
                    <a:cubicBezTo>
                      <a:pt x="90" y="264"/>
                      <a:pt x="90" y="264"/>
                      <a:pt x="90" y="264"/>
                    </a:cubicBezTo>
                    <a:cubicBezTo>
                      <a:pt x="56" y="287"/>
                      <a:pt x="56" y="287"/>
                      <a:pt x="56" y="287"/>
                    </a:cubicBezTo>
                    <a:cubicBezTo>
                      <a:pt x="59" y="293"/>
                      <a:pt x="59" y="293"/>
                      <a:pt x="59" y="293"/>
                    </a:cubicBezTo>
                    <a:cubicBezTo>
                      <a:pt x="82" y="277"/>
                      <a:pt x="82" y="277"/>
                      <a:pt x="82" y="277"/>
                    </a:cubicBezTo>
                    <a:cubicBezTo>
                      <a:pt x="67" y="304"/>
                      <a:pt x="67" y="304"/>
                      <a:pt x="67" y="304"/>
                    </a:cubicBezTo>
                    <a:cubicBezTo>
                      <a:pt x="71" y="310"/>
                      <a:pt x="71" y="310"/>
                      <a:pt x="71" y="310"/>
                    </a:cubicBezTo>
                    <a:cubicBezTo>
                      <a:pt x="106" y="287"/>
                      <a:pt x="106" y="287"/>
                      <a:pt x="106" y="287"/>
                    </a:cubicBezTo>
                    <a:lnTo>
                      <a:pt x="102" y="282"/>
                    </a:lnTo>
                    <a:close/>
                    <a:moveTo>
                      <a:pt x="110" y="292"/>
                    </a:moveTo>
                    <a:cubicBezTo>
                      <a:pt x="77" y="317"/>
                      <a:pt x="77" y="317"/>
                      <a:pt x="77" y="317"/>
                    </a:cubicBezTo>
                    <a:cubicBezTo>
                      <a:pt x="81" y="323"/>
                      <a:pt x="81" y="323"/>
                      <a:pt x="81" y="323"/>
                    </a:cubicBezTo>
                    <a:cubicBezTo>
                      <a:pt x="114" y="297"/>
                      <a:pt x="114" y="297"/>
                      <a:pt x="114" y="297"/>
                    </a:cubicBezTo>
                    <a:lnTo>
                      <a:pt x="110" y="292"/>
                    </a:lnTo>
                    <a:close/>
                    <a:moveTo>
                      <a:pt x="132" y="318"/>
                    </a:moveTo>
                    <a:cubicBezTo>
                      <a:pt x="103" y="332"/>
                      <a:pt x="103" y="332"/>
                      <a:pt x="103" y="332"/>
                    </a:cubicBezTo>
                    <a:cubicBezTo>
                      <a:pt x="120" y="305"/>
                      <a:pt x="120" y="305"/>
                      <a:pt x="120" y="305"/>
                    </a:cubicBezTo>
                    <a:cubicBezTo>
                      <a:pt x="115" y="299"/>
                      <a:pt x="115" y="299"/>
                      <a:pt x="115" y="299"/>
                    </a:cubicBezTo>
                    <a:cubicBezTo>
                      <a:pt x="93" y="336"/>
                      <a:pt x="93" y="336"/>
                      <a:pt x="93" y="336"/>
                    </a:cubicBezTo>
                    <a:cubicBezTo>
                      <a:pt x="98" y="342"/>
                      <a:pt x="98" y="342"/>
                      <a:pt x="98" y="342"/>
                    </a:cubicBezTo>
                    <a:cubicBezTo>
                      <a:pt x="137" y="324"/>
                      <a:pt x="137" y="324"/>
                      <a:pt x="137" y="324"/>
                    </a:cubicBezTo>
                    <a:lnTo>
                      <a:pt x="132" y="318"/>
                    </a:lnTo>
                    <a:close/>
                    <a:moveTo>
                      <a:pt x="128" y="347"/>
                    </a:moveTo>
                    <a:cubicBezTo>
                      <a:pt x="141" y="359"/>
                      <a:pt x="141" y="359"/>
                      <a:pt x="141" y="359"/>
                    </a:cubicBezTo>
                    <a:cubicBezTo>
                      <a:pt x="146" y="354"/>
                      <a:pt x="146" y="354"/>
                      <a:pt x="146" y="354"/>
                    </a:cubicBezTo>
                    <a:cubicBezTo>
                      <a:pt x="133" y="342"/>
                      <a:pt x="133" y="342"/>
                      <a:pt x="133" y="342"/>
                    </a:cubicBezTo>
                    <a:cubicBezTo>
                      <a:pt x="139" y="335"/>
                      <a:pt x="139" y="335"/>
                      <a:pt x="139" y="335"/>
                    </a:cubicBezTo>
                    <a:cubicBezTo>
                      <a:pt x="153" y="348"/>
                      <a:pt x="153" y="348"/>
                      <a:pt x="153" y="348"/>
                    </a:cubicBezTo>
                    <a:cubicBezTo>
                      <a:pt x="158" y="342"/>
                      <a:pt x="158" y="342"/>
                      <a:pt x="158" y="342"/>
                    </a:cubicBezTo>
                    <a:cubicBezTo>
                      <a:pt x="139" y="325"/>
                      <a:pt x="139" y="325"/>
                      <a:pt x="139" y="325"/>
                    </a:cubicBezTo>
                    <a:cubicBezTo>
                      <a:pt x="111" y="356"/>
                      <a:pt x="111" y="356"/>
                      <a:pt x="111" y="356"/>
                    </a:cubicBezTo>
                    <a:cubicBezTo>
                      <a:pt x="131" y="374"/>
                      <a:pt x="131" y="374"/>
                      <a:pt x="131" y="374"/>
                    </a:cubicBezTo>
                    <a:cubicBezTo>
                      <a:pt x="135" y="368"/>
                      <a:pt x="135" y="368"/>
                      <a:pt x="135" y="368"/>
                    </a:cubicBezTo>
                    <a:cubicBezTo>
                      <a:pt x="121" y="355"/>
                      <a:pt x="121" y="355"/>
                      <a:pt x="121" y="355"/>
                    </a:cubicBezTo>
                    <a:lnTo>
                      <a:pt x="128" y="347"/>
                    </a:lnTo>
                    <a:close/>
                    <a:moveTo>
                      <a:pt x="164" y="376"/>
                    </a:moveTo>
                    <a:cubicBezTo>
                      <a:pt x="164" y="378"/>
                      <a:pt x="165" y="379"/>
                      <a:pt x="165" y="381"/>
                    </a:cubicBezTo>
                    <a:cubicBezTo>
                      <a:pt x="165" y="383"/>
                      <a:pt x="165" y="385"/>
                      <a:pt x="164" y="389"/>
                    </a:cubicBezTo>
                    <a:cubicBezTo>
                      <a:pt x="163" y="398"/>
                      <a:pt x="163" y="398"/>
                      <a:pt x="163" y="398"/>
                    </a:cubicBezTo>
                    <a:cubicBezTo>
                      <a:pt x="156" y="393"/>
                      <a:pt x="156" y="393"/>
                      <a:pt x="156" y="393"/>
                    </a:cubicBezTo>
                    <a:cubicBezTo>
                      <a:pt x="157" y="383"/>
                      <a:pt x="157" y="383"/>
                      <a:pt x="157" y="383"/>
                    </a:cubicBezTo>
                    <a:cubicBezTo>
                      <a:pt x="158" y="379"/>
                      <a:pt x="158" y="377"/>
                      <a:pt x="158" y="375"/>
                    </a:cubicBezTo>
                    <a:cubicBezTo>
                      <a:pt x="158" y="374"/>
                      <a:pt x="157" y="374"/>
                      <a:pt x="157" y="373"/>
                    </a:cubicBezTo>
                    <a:cubicBezTo>
                      <a:pt x="157" y="372"/>
                      <a:pt x="156" y="371"/>
                      <a:pt x="154" y="370"/>
                    </a:cubicBezTo>
                    <a:cubicBezTo>
                      <a:pt x="153" y="369"/>
                      <a:pt x="153" y="369"/>
                      <a:pt x="153" y="369"/>
                    </a:cubicBezTo>
                    <a:cubicBezTo>
                      <a:pt x="143" y="383"/>
                      <a:pt x="143" y="383"/>
                      <a:pt x="143" y="383"/>
                    </a:cubicBezTo>
                    <a:cubicBezTo>
                      <a:pt x="137" y="379"/>
                      <a:pt x="137" y="379"/>
                      <a:pt x="137" y="379"/>
                    </a:cubicBezTo>
                    <a:cubicBezTo>
                      <a:pt x="162" y="346"/>
                      <a:pt x="162" y="346"/>
                      <a:pt x="162" y="346"/>
                    </a:cubicBezTo>
                    <a:cubicBezTo>
                      <a:pt x="174" y="355"/>
                      <a:pt x="174" y="355"/>
                      <a:pt x="174" y="355"/>
                    </a:cubicBezTo>
                    <a:cubicBezTo>
                      <a:pt x="177" y="357"/>
                      <a:pt x="179" y="359"/>
                      <a:pt x="180" y="360"/>
                    </a:cubicBezTo>
                    <a:cubicBezTo>
                      <a:pt x="181" y="362"/>
                      <a:pt x="181" y="364"/>
                      <a:pt x="181" y="366"/>
                    </a:cubicBezTo>
                    <a:cubicBezTo>
                      <a:pt x="181" y="368"/>
                      <a:pt x="180" y="370"/>
                      <a:pt x="178" y="372"/>
                    </a:cubicBezTo>
                    <a:cubicBezTo>
                      <a:pt x="176" y="375"/>
                      <a:pt x="174" y="376"/>
                      <a:pt x="172" y="377"/>
                    </a:cubicBezTo>
                    <a:cubicBezTo>
                      <a:pt x="169" y="378"/>
                      <a:pt x="167" y="377"/>
                      <a:pt x="164" y="376"/>
                    </a:cubicBezTo>
                    <a:close/>
                    <a:moveTo>
                      <a:pt x="167" y="371"/>
                    </a:moveTo>
                    <a:cubicBezTo>
                      <a:pt x="168" y="371"/>
                      <a:pt x="169" y="371"/>
                      <a:pt x="170" y="370"/>
                    </a:cubicBezTo>
                    <a:cubicBezTo>
                      <a:pt x="170" y="370"/>
                      <a:pt x="171" y="369"/>
                      <a:pt x="172" y="368"/>
                    </a:cubicBezTo>
                    <a:cubicBezTo>
                      <a:pt x="173" y="367"/>
                      <a:pt x="173" y="366"/>
                      <a:pt x="173" y="365"/>
                    </a:cubicBezTo>
                    <a:cubicBezTo>
                      <a:pt x="173" y="364"/>
                      <a:pt x="173" y="363"/>
                      <a:pt x="172" y="362"/>
                    </a:cubicBezTo>
                    <a:cubicBezTo>
                      <a:pt x="172" y="362"/>
                      <a:pt x="170" y="361"/>
                      <a:pt x="168" y="359"/>
                    </a:cubicBezTo>
                    <a:cubicBezTo>
                      <a:pt x="164" y="356"/>
                      <a:pt x="164" y="356"/>
                      <a:pt x="164" y="356"/>
                    </a:cubicBezTo>
                    <a:cubicBezTo>
                      <a:pt x="157" y="364"/>
                      <a:pt x="157" y="364"/>
                      <a:pt x="157" y="364"/>
                    </a:cubicBezTo>
                    <a:cubicBezTo>
                      <a:pt x="161" y="367"/>
                      <a:pt x="161" y="367"/>
                      <a:pt x="161" y="367"/>
                    </a:cubicBezTo>
                    <a:cubicBezTo>
                      <a:pt x="164" y="369"/>
                      <a:pt x="166" y="370"/>
                      <a:pt x="167" y="371"/>
                    </a:cubicBezTo>
                    <a:close/>
                    <a:moveTo>
                      <a:pt x="198" y="393"/>
                    </a:moveTo>
                    <a:cubicBezTo>
                      <a:pt x="198" y="391"/>
                      <a:pt x="196" y="389"/>
                      <a:pt x="193" y="386"/>
                    </a:cubicBezTo>
                    <a:cubicBezTo>
                      <a:pt x="191" y="384"/>
                      <a:pt x="189" y="382"/>
                      <a:pt x="189" y="380"/>
                    </a:cubicBezTo>
                    <a:cubicBezTo>
                      <a:pt x="189" y="379"/>
                      <a:pt x="189" y="379"/>
                      <a:pt x="190" y="378"/>
                    </a:cubicBezTo>
                    <a:cubicBezTo>
                      <a:pt x="190" y="377"/>
                      <a:pt x="191" y="376"/>
                      <a:pt x="192" y="376"/>
                    </a:cubicBezTo>
                    <a:cubicBezTo>
                      <a:pt x="193" y="376"/>
                      <a:pt x="195" y="376"/>
                      <a:pt x="197" y="377"/>
                    </a:cubicBezTo>
                    <a:cubicBezTo>
                      <a:pt x="198" y="378"/>
                      <a:pt x="200" y="379"/>
                      <a:pt x="200" y="381"/>
                    </a:cubicBezTo>
                    <a:cubicBezTo>
                      <a:pt x="200" y="382"/>
                      <a:pt x="200" y="384"/>
                      <a:pt x="199" y="386"/>
                    </a:cubicBezTo>
                    <a:cubicBezTo>
                      <a:pt x="206" y="389"/>
                      <a:pt x="206" y="389"/>
                      <a:pt x="206" y="389"/>
                    </a:cubicBezTo>
                    <a:cubicBezTo>
                      <a:pt x="207" y="386"/>
                      <a:pt x="208" y="383"/>
                      <a:pt x="207" y="379"/>
                    </a:cubicBezTo>
                    <a:cubicBezTo>
                      <a:pt x="207" y="376"/>
                      <a:pt x="204" y="374"/>
                      <a:pt x="200" y="371"/>
                    </a:cubicBezTo>
                    <a:cubicBezTo>
                      <a:pt x="198" y="370"/>
                      <a:pt x="196" y="369"/>
                      <a:pt x="194" y="369"/>
                    </a:cubicBezTo>
                    <a:cubicBezTo>
                      <a:pt x="192" y="369"/>
                      <a:pt x="190" y="369"/>
                      <a:pt x="188" y="370"/>
                    </a:cubicBezTo>
                    <a:cubicBezTo>
                      <a:pt x="186" y="371"/>
                      <a:pt x="184" y="373"/>
                      <a:pt x="183" y="375"/>
                    </a:cubicBezTo>
                    <a:cubicBezTo>
                      <a:pt x="182" y="378"/>
                      <a:pt x="181" y="381"/>
                      <a:pt x="182" y="384"/>
                    </a:cubicBezTo>
                    <a:cubicBezTo>
                      <a:pt x="182" y="386"/>
                      <a:pt x="184" y="388"/>
                      <a:pt x="187" y="391"/>
                    </a:cubicBezTo>
                    <a:cubicBezTo>
                      <a:pt x="189" y="394"/>
                      <a:pt x="190" y="395"/>
                      <a:pt x="191" y="396"/>
                    </a:cubicBezTo>
                    <a:cubicBezTo>
                      <a:pt x="191" y="397"/>
                      <a:pt x="192" y="398"/>
                      <a:pt x="192" y="399"/>
                    </a:cubicBezTo>
                    <a:cubicBezTo>
                      <a:pt x="192" y="399"/>
                      <a:pt x="192" y="400"/>
                      <a:pt x="191" y="401"/>
                    </a:cubicBezTo>
                    <a:cubicBezTo>
                      <a:pt x="191" y="402"/>
                      <a:pt x="189" y="403"/>
                      <a:pt x="188" y="404"/>
                    </a:cubicBezTo>
                    <a:cubicBezTo>
                      <a:pt x="186" y="404"/>
                      <a:pt x="184" y="404"/>
                      <a:pt x="182" y="402"/>
                    </a:cubicBezTo>
                    <a:cubicBezTo>
                      <a:pt x="181" y="401"/>
                      <a:pt x="179" y="400"/>
                      <a:pt x="179" y="398"/>
                    </a:cubicBezTo>
                    <a:cubicBezTo>
                      <a:pt x="179" y="396"/>
                      <a:pt x="179" y="394"/>
                      <a:pt x="180" y="392"/>
                    </a:cubicBezTo>
                    <a:cubicBezTo>
                      <a:pt x="174" y="389"/>
                      <a:pt x="174" y="389"/>
                      <a:pt x="174" y="389"/>
                    </a:cubicBezTo>
                    <a:cubicBezTo>
                      <a:pt x="172" y="393"/>
                      <a:pt x="171" y="397"/>
                      <a:pt x="172" y="400"/>
                    </a:cubicBezTo>
                    <a:cubicBezTo>
                      <a:pt x="173" y="403"/>
                      <a:pt x="175" y="406"/>
                      <a:pt x="179" y="409"/>
                    </a:cubicBezTo>
                    <a:cubicBezTo>
                      <a:pt x="181" y="410"/>
                      <a:pt x="184" y="411"/>
                      <a:pt x="186" y="411"/>
                    </a:cubicBezTo>
                    <a:cubicBezTo>
                      <a:pt x="188" y="411"/>
                      <a:pt x="191" y="411"/>
                      <a:pt x="193" y="410"/>
                    </a:cubicBezTo>
                    <a:cubicBezTo>
                      <a:pt x="195" y="408"/>
                      <a:pt x="196" y="407"/>
                      <a:pt x="198" y="405"/>
                    </a:cubicBezTo>
                    <a:cubicBezTo>
                      <a:pt x="199" y="402"/>
                      <a:pt x="200" y="400"/>
                      <a:pt x="200" y="398"/>
                    </a:cubicBezTo>
                    <a:cubicBezTo>
                      <a:pt x="200" y="396"/>
                      <a:pt x="199" y="394"/>
                      <a:pt x="198" y="393"/>
                    </a:cubicBezTo>
                    <a:close/>
                    <a:moveTo>
                      <a:pt x="217" y="381"/>
                    </a:moveTo>
                    <a:cubicBezTo>
                      <a:pt x="198" y="418"/>
                      <a:pt x="198" y="418"/>
                      <a:pt x="198" y="418"/>
                    </a:cubicBezTo>
                    <a:cubicBezTo>
                      <a:pt x="204" y="422"/>
                      <a:pt x="204" y="422"/>
                      <a:pt x="204" y="422"/>
                    </a:cubicBezTo>
                    <a:cubicBezTo>
                      <a:pt x="223" y="385"/>
                      <a:pt x="223" y="385"/>
                      <a:pt x="223" y="385"/>
                    </a:cubicBezTo>
                    <a:lnTo>
                      <a:pt x="217" y="381"/>
                    </a:lnTo>
                    <a:close/>
                    <a:moveTo>
                      <a:pt x="262" y="418"/>
                    </a:moveTo>
                    <a:cubicBezTo>
                      <a:pt x="259" y="400"/>
                      <a:pt x="259" y="400"/>
                      <a:pt x="259" y="400"/>
                    </a:cubicBezTo>
                    <a:cubicBezTo>
                      <a:pt x="252" y="397"/>
                      <a:pt x="252" y="397"/>
                      <a:pt x="252" y="397"/>
                    </a:cubicBezTo>
                    <a:cubicBezTo>
                      <a:pt x="252" y="397"/>
                      <a:pt x="252" y="397"/>
                      <a:pt x="252" y="397"/>
                    </a:cubicBezTo>
                    <a:cubicBezTo>
                      <a:pt x="226" y="386"/>
                      <a:pt x="226" y="386"/>
                      <a:pt x="226" y="386"/>
                    </a:cubicBezTo>
                    <a:cubicBezTo>
                      <a:pt x="223" y="393"/>
                      <a:pt x="223" y="393"/>
                      <a:pt x="223" y="393"/>
                    </a:cubicBezTo>
                    <a:cubicBezTo>
                      <a:pt x="233" y="397"/>
                      <a:pt x="233" y="397"/>
                      <a:pt x="233" y="397"/>
                    </a:cubicBezTo>
                    <a:cubicBezTo>
                      <a:pt x="219" y="429"/>
                      <a:pt x="219" y="429"/>
                      <a:pt x="219" y="429"/>
                    </a:cubicBezTo>
                    <a:cubicBezTo>
                      <a:pt x="226" y="431"/>
                      <a:pt x="226" y="431"/>
                      <a:pt x="226" y="431"/>
                    </a:cubicBezTo>
                    <a:cubicBezTo>
                      <a:pt x="239" y="400"/>
                      <a:pt x="239" y="400"/>
                      <a:pt x="239" y="400"/>
                    </a:cubicBezTo>
                    <a:cubicBezTo>
                      <a:pt x="249" y="404"/>
                      <a:pt x="249" y="404"/>
                      <a:pt x="249" y="404"/>
                    </a:cubicBezTo>
                    <a:cubicBezTo>
                      <a:pt x="251" y="398"/>
                      <a:pt x="251" y="398"/>
                      <a:pt x="251" y="398"/>
                    </a:cubicBezTo>
                    <a:cubicBezTo>
                      <a:pt x="256" y="424"/>
                      <a:pt x="256" y="424"/>
                      <a:pt x="256" y="424"/>
                    </a:cubicBezTo>
                    <a:cubicBezTo>
                      <a:pt x="251" y="441"/>
                      <a:pt x="251" y="441"/>
                      <a:pt x="251" y="441"/>
                    </a:cubicBezTo>
                    <a:cubicBezTo>
                      <a:pt x="257" y="443"/>
                      <a:pt x="257" y="443"/>
                      <a:pt x="257" y="443"/>
                    </a:cubicBezTo>
                    <a:cubicBezTo>
                      <a:pt x="263" y="426"/>
                      <a:pt x="263" y="426"/>
                      <a:pt x="263" y="426"/>
                    </a:cubicBezTo>
                    <a:cubicBezTo>
                      <a:pt x="283" y="407"/>
                      <a:pt x="283" y="407"/>
                      <a:pt x="283" y="407"/>
                    </a:cubicBezTo>
                    <a:cubicBezTo>
                      <a:pt x="275" y="405"/>
                      <a:pt x="275" y="405"/>
                      <a:pt x="275" y="405"/>
                    </a:cubicBezTo>
                    <a:lnTo>
                      <a:pt x="262" y="418"/>
                    </a:lnTo>
                    <a:close/>
                    <a:moveTo>
                      <a:pt x="323" y="420"/>
                    </a:moveTo>
                    <a:cubicBezTo>
                      <a:pt x="325" y="424"/>
                      <a:pt x="326" y="430"/>
                      <a:pt x="325" y="437"/>
                    </a:cubicBezTo>
                    <a:cubicBezTo>
                      <a:pt x="324" y="443"/>
                      <a:pt x="321" y="448"/>
                      <a:pt x="318" y="451"/>
                    </a:cubicBezTo>
                    <a:cubicBezTo>
                      <a:pt x="314" y="455"/>
                      <a:pt x="310" y="456"/>
                      <a:pt x="305" y="455"/>
                    </a:cubicBezTo>
                    <a:cubicBezTo>
                      <a:pt x="299" y="454"/>
                      <a:pt x="296" y="451"/>
                      <a:pt x="293" y="447"/>
                    </a:cubicBezTo>
                    <a:cubicBezTo>
                      <a:pt x="291" y="443"/>
                      <a:pt x="290" y="437"/>
                      <a:pt x="291" y="431"/>
                    </a:cubicBezTo>
                    <a:cubicBezTo>
                      <a:pt x="292" y="427"/>
                      <a:pt x="293" y="423"/>
                      <a:pt x="295" y="421"/>
                    </a:cubicBezTo>
                    <a:cubicBezTo>
                      <a:pt x="296" y="419"/>
                      <a:pt x="297" y="417"/>
                      <a:pt x="299" y="416"/>
                    </a:cubicBezTo>
                    <a:cubicBezTo>
                      <a:pt x="300" y="414"/>
                      <a:pt x="302" y="413"/>
                      <a:pt x="304" y="413"/>
                    </a:cubicBezTo>
                    <a:cubicBezTo>
                      <a:pt x="306" y="412"/>
                      <a:pt x="309" y="412"/>
                      <a:pt x="312" y="412"/>
                    </a:cubicBezTo>
                    <a:cubicBezTo>
                      <a:pt x="317" y="413"/>
                      <a:pt x="321" y="416"/>
                      <a:pt x="323" y="420"/>
                    </a:cubicBezTo>
                    <a:close/>
                    <a:moveTo>
                      <a:pt x="317" y="424"/>
                    </a:moveTo>
                    <a:cubicBezTo>
                      <a:pt x="316" y="422"/>
                      <a:pt x="313" y="420"/>
                      <a:pt x="311" y="420"/>
                    </a:cubicBezTo>
                    <a:cubicBezTo>
                      <a:pt x="308" y="419"/>
                      <a:pt x="305" y="420"/>
                      <a:pt x="303" y="422"/>
                    </a:cubicBezTo>
                    <a:cubicBezTo>
                      <a:pt x="301" y="424"/>
                      <a:pt x="299" y="427"/>
                      <a:pt x="298" y="432"/>
                    </a:cubicBezTo>
                    <a:cubicBezTo>
                      <a:pt x="298" y="437"/>
                      <a:pt x="298" y="440"/>
                      <a:pt x="299" y="443"/>
                    </a:cubicBezTo>
                    <a:cubicBezTo>
                      <a:pt x="301" y="446"/>
                      <a:pt x="303" y="447"/>
                      <a:pt x="306" y="448"/>
                    </a:cubicBezTo>
                    <a:cubicBezTo>
                      <a:pt x="309" y="448"/>
                      <a:pt x="311" y="447"/>
                      <a:pt x="313" y="445"/>
                    </a:cubicBezTo>
                    <a:cubicBezTo>
                      <a:pt x="315" y="443"/>
                      <a:pt x="317" y="440"/>
                      <a:pt x="318" y="435"/>
                    </a:cubicBezTo>
                    <a:cubicBezTo>
                      <a:pt x="319" y="430"/>
                      <a:pt x="318" y="427"/>
                      <a:pt x="317" y="424"/>
                    </a:cubicBezTo>
                    <a:close/>
                    <a:moveTo>
                      <a:pt x="329" y="458"/>
                    </a:moveTo>
                    <a:cubicBezTo>
                      <a:pt x="336" y="458"/>
                      <a:pt x="336" y="458"/>
                      <a:pt x="336" y="458"/>
                    </a:cubicBezTo>
                    <a:cubicBezTo>
                      <a:pt x="338" y="441"/>
                      <a:pt x="338" y="441"/>
                      <a:pt x="338" y="441"/>
                    </a:cubicBezTo>
                    <a:cubicBezTo>
                      <a:pt x="352" y="442"/>
                      <a:pt x="352" y="442"/>
                      <a:pt x="352" y="442"/>
                    </a:cubicBezTo>
                    <a:cubicBezTo>
                      <a:pt x="353" y="435"/>
                      <a:pt x="353" y="435"/>
                      <a:pt x="353" y="435"/>
                    </a:cubicBezTo>
                    <a:cubicBezTo>
                      <a:pt x="338" y="434"/>
                      <a:pt x="338" y="434"/>
                      <a:pt x="338" y="434"/>
                    </a:cubicBezTo>
                    <a:cubicBezTo>
                      <a:pt x="339" y="424"/>
                      <a:pt x="339" y="424"/>
                      <a:pt x="339" y="424"/>
                    </a:cubicBezTo>
                    <a:cubicBezTo>
                      <a:pt x="356" y="425"/>
                      <a:pt x="356" y="425"/>
                      <a:pt x="356" y="425"/>
                    </a:cubicBezTo>
                    <a:cubicBezTo>
                      <a:pt x="356" y="418"/>
                      <a:pt x="356" y="418"/>
                      <a:pt x="356" y="418"/>
                    </a:cubicBezTo>
                    <a:cubicBezTo>
                      <a:pt x="332" y="416"/>
                      <a:pt x="332" y="416"/>
                      <a:pt x="332" y="416"/>
                    </a:cubicBezTo>
                    <a:lnTo>
                      <a:pt x="329" y="458"/>
                    </a:lnTo>
                    <a:close/>
                    <a:moveTo>
                      <a:pt x="397" y="435"/>
                    </a:moveTo>
                    <a:cubicBezTo>
                      <a:pt x="395" y="434"/>
                      <a:pt x="392" y="434"/>
                      <a:pt x="389" y="433"/>
                    </a:cubicBezTo>
                    <a:cubicBezTo>
                      <a:pt x="385" y="432"/>
                      <a:pt x="383" y="431"/>
                      <a:pt x="382" y="430"/>
                    </a:cubicBezTo>
                    <a:cubicBezTo>
                      <a:pt x="381" y="430"/>
                      <a:pt x="381" y="429"/>
                      <a:pt x="381" y="428"/>
                    </a:cubicBezTo>
                    <a:cubicBezTo>
                      <a:pt x="381" y="427"/>
                      <a:pt x="381" y="426"/>
                      <a:pt x="382" y="425"/>
                    </a:cubicBezTo>
                    <a:cubicBezTo>
                      <a:pt x="383" y="424"/>
                      <a:pt x="384" y="424"/>
                      <a:pt x="386" y="424"/>
                    </a:cubicBezTo>
                    <a:cubicBezTo>
                      <a:pt x="388" y="423"/>
                      <a:pt x="390" y="424"/>
                      <a:pt x="391" y="425"/>
                    </a:cubicBezTo>
                    <a:cubicBezTo>
                      <a:pt x="392" y="426"/>
                      <a:pt x="393" y="427"/>
                      <a:pt x="393" y="429"/>
                    </a:cubicBezTo>
                    <a:cubicBezTo>
                      <a:pt x="400" y="428"/>
                      <a:pt x="400" y="428"/>
                      <a:pt x="400" y="428"/>
                    </a:cubicBezTo>
                    <a:cubicBezTo>
                      <a:pt x="400" y="425"/>
                      <a:pt x="399" y="422"/>
                      <a:pt x="396" y="419"/>
                    </a:cubicBezTo>
                    <a:cubicBezTo>
                      <a:pt x="394" y="417"/>
                      <a:pt x="391" y="416"/>
                      <a:pt x="386" y="417"/>
                    </a:cubicBezTo>
                    <a:cubicBezTo>
                      <a:pt x="383" y="417"/>
                      <a:pt x="381" y="417"/>
                      <a:pt x="379" y="418"/>
                    </a:cubicBezTo>
                    <a:cubicBezTo>
                      <a:pt x="377" y="420"/>
                      <a:pt x="376" y="421"/>
                      <a:pt x="375" y="423"/>
                    </a:cubicBezTo>
                    <a:cubicBezTo>
                      <a:pt x="374" y="425"/>
                      <a:pt x="374" y="427"/>
                      <a:pt x="374" y="429"/>
                    </a:cubicBezTo>
                    <a:cubicBezTo>
                      <a:pt x="374" y="432"/>
                      <a:pt x="375" y="435"/>
                      <a:pt x="378" y="437"/>
                    </a:cubicBezTo>
                    <a:cubicBezTo>
                      <a:pt x="379" y="439"/>
                      <a:pt x="382" y="440"/>
                      <a:pt x="386" y="441"/>
                    </a:cubicBezTo>
                    <a:cubicBezTo>
                      <a:pt x="389" y="441"/>
                      <a:pt x="391" y="442"/>
                      <a:pt x="392" y="442"/>
                    </a:cubicBezTo>
                    <a:cubicBezTo>
                      <a:pt x="393" y="443"/>
                      <a:pt x="394" y="443"/>
                      <a:pt x="394" y="444"/>
                    </a:cubicBezTo>
                    <a:cubicBezTo>
                      <a:pt x="395" y="445"/>
                      <a:pt x="395" y="445"/>
                      <a:pt x="395" y="446"/>
                    </a:cubicBezTo>
                    <a:cubicBezTo>
                      <a:pt x="395" y="448"/>
                      <a:pt x="395" y="449"/>
                      <a:pt x="394" y="450"/>
                    </a:cubicBezTo>
                    <a:cubicBezTo>
                      <a:pt x="393" y="452"/>
                      <a:pt x="391" y="452"/>
                      <a:pt x="389" y="452"/>
                    </a:cubicBezTo>
                    <a:cubicBezTo>
                      <a:pt x="387" y="453"/>
                      <a:pt x="385" y="452"/>
                      <a:pt x="384" y="451"/>
                    </a:cubicBezTo>
                    <a:cubicBezTo>
                      <a:pt x="382" y="450"/>
                      <a:pt x="381" y="448"/>
                      <a:pt x="381" y="445"/>
                    </a:cubicBezTo>
                    <a:cubicBezTo>
                      <a:pt x="374" y="446"/>
                      <a:pt x="374" y="446"/>
                      <a:pt x="374" y="446"/>
                    </a:cubicBezTo>
                    <a:cubicBezTo>
                      <a:pt x="374" y="451"/>
                      <a:pt x="376" y="454"/>
                      <a:pt x="379" y="457"/>
                    </a:cubicBezTo>
                    <a:cubicBezTo>
                      <a:pt x="381" y="459"/>
                      <a:pt x="385" y="460"/>
                      <a:pt x="389" y="460"/>
                    </a:cubicBezTo>
                    <a:cubicBezTo>
                      <a:pt x="392" y="459"/>
                      <a:pt x="395" y="459"/>
                      <a:pt x="397" y="458"/>
                    </a:cubicBezTo>
                    <a:cubicBezTo>
                      <a:pt x="399" y="456"/>
                      <a:pt x="400" y="455"/>
                      <a:pt x="401" y="453"/>
                    </a:cubicBezTo>
                    <a:cubicBezTo>
                      <a:pt x="402" y="450"/>
                      <a:pt x="403" y="448"/>
                      <a:pt x="402" y="446"/>
                    </a:cubicBezTo>
                    <a:cubicBezTo>
                      <a:pt x="402" y="443"/>
                      <a:pt x="402" y="441"/>
                      <a:pt x="401" y="439"/>
                    </a:cubicBezTo>
                    <a:cubicBezTo>
                      <a:pt x="400" y="438"/>
                      <a:pt x="398" y="436"/>
                      <a:pt x="397" y="435"/>
                    </a:cubicBezTo>
                    <a:close/>
                    <a:moveTo>
                      <a:pt x="430" y="445"/>
                    </a:moveTo>
                    <a:cubicBezTo>
                      <a:pt x="429" y="447"/>
                      <a:pt x="427" y="448"/>
                      <a:pt x="425" y="448"/>
                    </a:cubicBezTo>
                    <a:cubicBezTo>
                      <a:pt x="423" y="449"/>
                      <a:pt x="420" y="448"/>
                      <a:pt x="419" y="446"/>
                    </a:cubicBezTo>
                    <a:cubicBezTo>
                      <a:pt x="417" y="444"/>
                      <a:pt x="415" y="440"/>
                      <a:pt x="414" y="435"/>
                    </a:cubicBezTo>
                    <a:cubicBezTo>
                      <a:pt x="414" y="430"/>
                      <a:pt x="414" y="427"/>
                      <a:pt x="415" y="424"/>
                    </a:cubicBezTo>
                    <a:cubicBezTo>
                      <a:pt x="416" y="422"/>
                      <a:pt x="418" y="420"/>
                      <a:pt x="421" y="420"/>
                    </a:cubicBezTo>
                    <a:cubicBezTo>
                      <a:pt x="423" y="420"/>
                      <a:pt x="424" y="420"/>
                      <a:pt x="426" y="421"/>
                    </a:cubicBezTo>
                    <a:cubicBezTo>
                      <a:pt x="427" y="422"/>
                      <a:pt x="429" y="424"/>
                      <a:pt x="429" y="426"/>
                    </a:cubicBezTo>
                    <a:cubicBezTo>
                      <a:pt x="436" y="423"/>
                      <a:pt x="436" y="423"/>
                      <a:pt x="436" y="423"/>
                    </a:cubicBezTo>
                    <a:cubicBezTo>
                      <a:pt x="435" y="419"/>
                      <a:pt x="433" y="417"/>
                      <a:pt x="431" y="416"/>
                    </a:cubicBezTo>
                    <a:cubicBezTo>
                      <a:pt x="428" y="413"/>
                      <a:pt x="424" y="412"/>
                      <a:pt x="420" y="413"/>
                    </a:cubicBezTo>
                    <a:cubicBezTo>
                      <a:pt x="415" y="414"/>
                      <a:pt x="411" y="416"/>
                      <a:pt x="409" y="420"/>
                    </a:cubicBezTo>
                    <a:cubicBezTo>
                      <a:pt x="407" y="425"/>
                      <a:pt x="406" y="430"/>
                      <a:pt x="407" y="437"/>
                    </a:cubicBezTo>
                    <a:cubicBezTo>
                      <a:pt x="408" y="444"/>
                      <a:pt x="411" y="448"/>
                      <a:pt x="414" y="452"/>
                    </a:cubicBezTo>
                    <a:cubicBezTo>
                      <a:pt x="418" y="455"/>
                      <a:pt x="422" y="456"/>
                      <a:pt x="426" y="455"/>
                    </a:cubicBezTo>
                    <a:cubicBezTo>
                      <a:pt x="430" y="455"/>
                      <a:pt x="433" y="453"/>
                      <a:pt x="435" y="451"/>
                    </a:cubicBezTo>
                    <a:cubicBezTo>
                      <a:pt x="437" y="448"/>
                      <a:pt x="438" y="444"/>
                      <a:pt x="439" y="440"/>
                    </a:cubicBezTo>
                    <a:cubicBezTo>
                      <a:pt x="432" y="438"/>
                      <a:pt x="432" y="438"/>
                      <a:pt x="432" y="438"/>
                    </a:cubicBezTo>
                    <a:cubicBezTo>
                      <a:pt x="431" y="441"/>
                      <a:pt x="431" y="444"/>
                      <a:pt x="430" y="445"/>
                    </a:cubicBezTo>
                    <a:close/>
                    <a:moveTo>
                      <a:pt x="439" y="410"/>
                    </a:moveTo>
                    <a:cubicBezTo>
                      <a:pt x="448" y="450"/>
                      <a:pt x="448" y="450"/>
                      <a:pt x="448" y="450"/>
                    </a:cubicBezTo>
                    <a:cubicBezTo>
                      <a:pt x="455" y="449"/>
                      <a:pt x="455" y="449"/>
                      <a:pt x="455" y="449"/>
                    </a:cubicBezTo>
                    <a:cubicBezTo>
                      <a:pt x="446" y="408"/>
                      <a:pt x="446" y="408"/>
                      <a:pt x="446" y="408"/>
                    </a:cubicBezTo>
                    <a:lnTo>
                      <a:pt x="439" y="410"/>
                    </a:lnTo>
                    <a:close/>
                    <a:moveTo>
                      <a:pt x="468" y="438"/>
                    </a:moveTo>
                    <a:cubicBezTo>
                      <a:pt x="465" y="427"/>
                      <a:pt x="465" y="427"/>
                      <a:pt x="465" y="427"/>
                    </a:cubicBezTo>
                    <a:cubicBezTo>
                      <a:pt x="482" y="422"/>
                      <a:pt x="482" y="422"/>
                      <a:pt x="482" y="422"/>
                    </a:cubicBezTo>
                    <a:cubicBezTo>
                      <a:pt x="480" y="415"/>
                      <a:pt x="480" y="415"/>
                      <a:pt x="480" y="415"/>
                    </a:cubicBezTo>
                    <a:cubicBezTo>
                      <a:pt x="463" y="420"/>
                      <a:pt x="463" y="420"/>
                      <a:pt x="463" y="420"/>
                    </a:cubicBezTo>
                    <a:cubicBezTo>
                      <a:pt x="460" y="412"/>
                      <a:pt x="460" y="412"/>
                      <a:pt x="460" y="412"/>
                    </a:cubicBezTo>
                    <a:cubicBezTo>
                      <a:pt x="478" y="406"/>
                      <a:pt x="478" y="406"/>
                      <a:pt x="478" y="406"/>
                    </a:cubicBezTo>
                    <a:cubicBezTo>
                      <a:pt x="476" y="399"/>
                      <a:pt x="476" y="399"/>
                      <a:pt x="476" y="399"/>
                    </a:cubicBezTo>
                    <a:cubicBezTo>
                      <a:pt x="451" y="407"/>
                      <a:pt x="451" y="407"/>
                      <a:pt x="451" y="407"/>
                    </a:cubicBezTo>
                    <a:cubicBezTo>
                      <a:pt x="464" y="447"/>
                      <a:pt x="464" y="447"/>
                      <a:pt x="464" y="447"/>
                    </a:cubicBezTo>
                    <a:cubicBezTo>
                      <a:pt x="489" y="439"/>
                      <a:pt x="489" y="439"/>
                      <a:pt x="489" y="439"/>
                    </a:cubicBezTo>
                    <a:cubicBezTo>
                      <a:pt x="487" y="432"/>
                      <a:pt x="487" y="432"/>
                      <a:pt x="487" y="432"/>
                    </a:cubicBezTo>
                    <a:lnTo>
                      <a:pt x="468" y="438"/>
                    </a:lnTo>
                    <a:close/>
                    <a:moveTo>
                      <a:pt x="501" y="389"/>
                    </a:moveTo>
                    <a:cubicBezTo>
                      <a:pt x="511" y="415"/>
                      <a:pt x="511" y="415"/>
                      <a:pt x="511" y="415"/>
                    </a:cubicBezTo>
                    <a:cubicBezTo>
                      <a:pt x="487" y="395"/>
                      <a:pt x="487" y="395"/>
                      <a:pt x="487" y="395"/>
                    </a:cubicBezTo>
                    <a:cubicBezTo>
                      <a:pt x="481" y="397"/>
                      <a:pt x="481" y="397"/>
                      <a:pt x="481" y="397"/>
                    </a:cubicBezTo>
                    <a:cubicBezTo>
                      <a:pt x="497" y="436"/>
                      <a:pt x="497" y="436"/>
                      <a:pt x="497" y="436"/>
                    </a:cubicBezTo>
                    <a:cubicBezTo>
                      <a:pt x="503" y="433"/>
                      <a:pt x="503" y="433"/>
                      <a:pt x="503" y="433"/>
                    </a:cubicBezTo>
                    <a:cubicBezTo>
                      <a:pt x="493" y="408"/>
                      <a:pt x="493" y="408"/>
                      <a:pt x="493" y="408"/>
                    </a:cubicBezTo>
                    <a:cubicBezTo>
                      <a:pt x="516" y="428"/>
                      <a:pt x="516" y="428"/>
                      <a:pt x="516" y="428"/>
                    </a:cubicBezTo>
                    <a:cubicBezTo>
                      <a:pt x="523" y="425"/>
                      <a:pt x="523" y="425"/>
                      <a:pt x="523" y="425"/>
                    </a:cubicBezTo>
                    <a:cubicBezTo>
                      <a:pt x="507" y="387"/>
                      <a:pt x="507" y="387"/>
                      <a:pt x="507" y="387"/>
                    </a:cubicBezTo>
                    <a:lnTo>
                      <a:pt x="501" y="389"/>
                    </a:lnTo>
                    <a:close/>
                    <a:moveTo>
                      <a:pt x="544" y="396"/>
                    </a:moveTo>
                    <a:cubicBezTo>
                      <a:pt x="545" y="399"/>
                      <a:pt x="546" y="401"/>
                      <a:pt x="545" y="403"/>
                    </a:cubicBezTo>
                    <a:cubicBezTo>
                      <a:pt x="545" y="405"/>
                      <a:pt x="544" y="407"/>
                      <a:pt x="542" y="408"/>
                    </a:cubicBezTo>
                    <a:cubicBezTo>
                      <a:pt x="540" y="409"/>
                      <a:pt x="537" y="409"/>
                      <a:pt x="535" y="408"/>
                    </a:cubicBezTo>
                    <a:cubicBezTo>
                      <a:pt x="532" y="406"/>
                      <a:pt x="530" y="404"/>
                      <a:pt x="527" y="399"/>
                    </a:cubicBezTo>
                    <a:cubicBezTo>
                      <a:pt x="525" y="395"/>
                      <a:pt x="524" y="391"/>
                      <a:pt x="524" y="388"/>
                    </a:cubicBezTo>
                    <a:cubicBezTo>
                      <a:pt x="525" y="386"/>
                      <a:pt x="526" y="384"/>
                      <a:pt x="528" y="382"/>
                    </a:cubicBezTo>
                    <a:cubicBezTo>
                      <a:pt x="530" y="381"/>
                      <a:pt x="532" y="381"/>
                      <a:pt x="533" y="382"/>
                    </a:cubicBezTo>
                    <a:cubicBezTo>
                      <a:pt x="535" y="382"/>
                      <a:pt x="537" y="383"/>
                      <a:pt x="538" y="385"/>
                    </a:cubicBezTo>
                    <a:cubicBezTo>
                      <a:pt x="543" y="380"/>
                      <a:pt x="543" y="380"/>
                      <a:pt x="543" y="380"/>
                    </a:cubicBezTo>
                    <a:cubicBezTo>
                      <a:pt x="541" y="377"/>
                      <a:pt x="539" y="376"/>
                      <a:pt x="536" y="375"/>
                    </a:cubicBezTo>
                    <a:cubicBezTo>
                      <a:pt x="533" y="373"/>
                      <a:pt x="529" y="374"/>
                      <a:pt x="525" y="376"/>
                    </a:cubicBezTo>
                    <a:cubicBezTo>
                      <a:pt x="521" y="378"/>
                      <a:pt x="518" y="382"/>
                      <a:pt x="517" y="387"/>
                    </a:cubicBezTo>
                    <a:cubicBezTo>
                      <a:pt x="517" y="392"/>
                      <a:pt x="518" y="397"/>
                      <a:pt x="521" y="403"/>
                    </a:cubicBezTo>
                    <a:cubicBezTo>
                      <a:pt x="524" y="409"/>
                      <a:pt x="528" y="413"/>
                      <a:pt x="533" y="414"/>
                    </a:cubicBezTo>
                    <a:cubicBezTo>
                      <a:pt x="537" y="416"/>
                      <a:pt x="541" y="416"/>
                      <a:pt x="545" y="414"/>
                    </a:cubicBezTo>
                    <a:cubicBezTo>
                      <a:pt x="549" y="412"/>
                      <a:pt x="551" y="409"/>
                      <a:pt x="552" y="406"/>
                    </a:cubicBezTo>
                    <a:cubicBezTo>
                      <a:pt x="553" y="403"/>
                      <a:pt x="553" y="399"/>
                      <a:pt x="552" y="395"/>
                    </a:cubicBezTo>
                    <a:lnTo>
                      <a:pt x="544" y="396"/>
                    </a:lnTo>
                    <a:close/>
                    <a:moveTo>
                      <a:pt x="567" y="391"/>
                    </a:moveTo>
                    <a:cubicBezTo>
                      <a:pt x="561" y="382"/>
                      <a:pt x="561" y="382"/>
                      <a:pt x="561" y="382"/>
                    </a:cubicBezTo>
                    <a:cubicBezTo>
                      <a:pt x="575" y="372"/>
                      <a:pt x="575" y="372"/>
                      <a:pt x="575" y="372"/>
                    </a:cubicBezTo>
                    <a:cubicBezTo>
                      <a:pt x="571" y="366"/>
                      <a:pt x="571" y="366"/>
                      <a:pt x="571" y="366"/>
                    </a:cubicBezTo>
                    <a:cubicBezTo>
                      <a:pt x="557" y="376"/>
                      <a:pt x="557" y="376"/>
                      <a:pt x="557" y="376"/>
                    </a:cubicBezTo>
                    <a:cubicBezTo>
                      <a:pt x="551" y="369"/>
                      <a:pt x="551" y="369"/>
                      <a:pt x="551" y="369"/>
                    </a:cubicBezTo>
                    <a:cubicBezTo>
                      <a:pt x="567" y="358"/>
                      <a:pt x="567" y="358"/>
                      <a:pt x="567" y="358"/>
                    </a:cubicBezTo>
                    <a:cubicBezTo>
                      <a:pt x="563" y="352"/>
                      <a:pt x="563" y="352"/>
                      <a:pt x="563" y="352"/>
                    </a:cubicBezTo>
                    <a:cubicBezTo>
                      <a:pt x="542" y="367"/>
                      <a:pt x="542" y="367"/>
                      <a:pt x="542" y="367"/>
                    </a:cubicBezTo>
                    <a:cubicBezTo>
                      <a:pt x="565" y="401"/>
                      <a:pt x="565" y="401"/>
                      <a:pt x="565" y="401"/>
                    </a:cubicBezTo>
                    <a:cubicBezTo>
                      <a:pt x="587" y="386"/>
                      <a:pt x="587" y="386"/>
                      <a:pt x="587" y="386"/>
                    </a:cubicBezTo>
                    <a:cubicBezTo>
                      <a:pt x="583" y="380"/>
                      <a:pt x="583" y="380"/>
                      <a:pt x="583" y="380"/>
                    </a:cubicBezTo>
                    <a:lnTo>
                      <a:pt x="567" y="391"/>
                    </a:lnTo>
                    <a:close/>
                    <a:moveTo>
                      <a:pt x="625" y="347"/>
                    </a:moveTo>
                    <a:cubicBezTo>
                      <a:pt x="626" y="354"/>
                      <a:pt x="626" y="354"/>
                      <a:pt x="626" y="354"/>
                    </a:cubicBezTo>
                    <a:cubicBezTo>
                      <a:pt x="624" y="354"/>
                      <a:pt x="621" y="354"/>
                      <a:pt x="619" y="354"/>
                    </a:cubicBezTo>
                    <a:cubicBezTo>
                      <a:pt x="619" y="356"/>
                      <a:pt x="618" y="358"/>
                      <a:pt x="617" y="360"/>
                    </a:cubicBezTo>
                    <a:cubicBezTo>
                      <a:pt x="617" y="361"/>
                      <a:pt x="616" y="363"/>
                      <a:pt x="614" y="364"/>
                    </a:cubicBezTo>
                    <a:cubicBezTo>
                      <a:pt x="611" y="367"/>
                      <a:pt x="607" y="369"/>
                      <a:pt x="604" y="368"/>
                    </a:cubicBezTo>
                    <a:cubicBezTo>
                      <a:pt x="601" y="368"/>
                      <a:pt x="599" y="366"/>
                      <a:pt x="597" y="364"/>
                    </a:cubicBezTo>
                    <a:cubicBezTo>
                      <a:pt x="595" y="362"/>
                      <a:pt x="594" y="360"/>
                      <a:pt x="593" y="357"/>
                    </a:cubicBezTo>
                    <a:cubicBezTo>
                      <a:pt x="593" y="355"/>
                      <a:pt x="593" y="352"/>
                      <a:pt x="594" y="349"/>
                    </a:cubicBezTo>
                    <a:cubicBezTo>
                      <a:pt x="592" y="349"/>
                      <a:pt x="590" y="348"/>
                      <a:pt x="589" y="348"/>
                    </a:cubicBezTo>
                    <a:cubicBezTo>
                      <a:pt x="587" y="347"/>
                      <a:pt x="586" y="346"/>
                      <a:pt x="585" y="345"/>
                    </a:cubicBezTo>
                    <a:cubicBezTo>
                      <a:pt x="583" y="343"/>
                      <a:pt x="583" y="341"/>
                      <a:pt x="583" y="339"/>
                    </a:cubicBezTo>
                    <a:cubicBezTo>
                      <a:pt x="583" y="336"/>
                      <a:pt x="584" y="334"/>
                      <a:pt x="586" y="332"/>
                    </a:cubicBezTo>
                    <a:cubicBezTo>
                      <a:pt x="588" y="330"/>
                      <a:pt x="591" y="329"/>
                      <a:pt x="593" y="329"/>
                    </a:cubicBezTo>
                    <a:cubicBezTo>
                      <a:pt x="596" y="329"/>
                      <a:pt x="598" y="330"/>
                      <a:pt x="600" y="332"/>
                    </a:cubicBezTo>
                    <a:cubicBezTo>
                      <a:pt x="601" y="333"/>
                      <a:pt x="602" y="335"/>
                      <a:pt x="602" y="336"/>
                    </a:cubicBezTo>
                    <a:cubicBezTo>
                      <a:pt x="602" y="338"/>
                      <a:pt x="602" y="341"/>
                      <a:pt x="602" y="344"/>
                    </a:cubicBezTo>
                    <a:cubicBezTo>
                      <a:pt x="611" y="346"/>
                      <a:pt x="611" y="346"/>
                      <a:pt x="611" y="346"/>
                    </a:cubicBezTo>
                    <a:cubicBezTo>
                      <a:pt x="610" y="345"/>
                      <a:pt x="609" y="343"/>
                      <a:pt x="608" y="341"/>
                    </a:cubicBezTo>
                    <a:cubicBezTo>
                      <a:pt x="614" y="339"/>
                      <a:pt x="614" y="339"/>
                      <a:pt x="614" y="339"/>
                    </a:cubicBezTo>
                    <a:cubicBezTo>
                      <a:pt x="615" y="341"/>
                      <a:pt x="616" y="343"/>
                      <a:pt x="617" y="344"/>
                    </a:cubicBezTo>
                    <a:cubicBezTo>
                      <a:pt x="617" y="345"/>
                      <a:pt x="617" y="346"/>
                      <a:pt x="618" y="347"/>
                    </a:cubicBezTo>
                    <a:cubicBezTo>
                      <a:pt x="619" y="347"/>
                      <a:pt x="620" y="347"/>
                      <a:pt x="622" y="347"/>
                    </a:cubicBezTo>
                    <a:cubicBezTo>
                      <a:pt x="623" y="347"/>
                      <a:pt x="624" y="347"/>
                      <a:pt x="625" y="347"/>
                    </a:cubicBezTo>
                    <a:close/>
                    <a:moveTo>
                      <a:pt x="596" y="340"/>
                    </a:moveTo>
                    <a:cubicBezTo>
                      <a:pt x="596" y="338"/>
                      <a:pt x="596" y="337"/>
                      <a:pt x="595" y="336"/>
                    </a:cubicBezTo>
                    <a:cubicBezTo>
                      <a:pt x="595" y="335"/>
                      <a:pt x="594" y="335"/>
                      <a:pt x="593" y="335"/>
                    </a:cubicBezTo>
                    <a:cubicBezTo>
                      <a:pt x="592" y="335"/>
                      <a:pt x="591" y="335"/>
                      <a:pt x="590" y="336"/>
                    </a:cubicBezTo>
                    <a:cubicBezTo>
                      <a:pt x="589" y="336"/>
                      <a:pt x="589" y="337"/>
                      <a:pt x="589" y="338"/>
                    </a:cubicBezTo>
                    <a:cubicBezTo>
                      <a:pt x="589" y="339"/>
                      <a:pt x="589" y="340"/>
                      <a:pt x="590" y="340"/>
                    </a:cubicBezTo>
                    <a:cubicBezTo>
                      <a:pt x="590" y="341"/>
                      <a:pt x="592" y="342"/>
                      <a:pt x="593" y="342"/>
                    </a:cubicBezTo>
                    <a:cubicBezTo>
                      <a:pt x="596" y="342"/>
                      <a:pt x="596" y="342"/>
                      <a:pt x="596" y="342"/>
                    </a:cubicBezTo>
                    <a:lnTo>
                      <a:pt x="596" y="340"/>
                    </a:lnTo>
                    <a:close/>
                    <a:moveTo>
                      <a:pt x="612" y="353"/>
                    </a:moveTo>
                    <a:cubicBezTo>
                      <a:pt x="600" y="351"/>
                      <a:pt x="600" y="351"/>
                      <a:pt x="600" y="351"/>
                    </a:cubicBezTo>
                    <a:cubicBezTo>
                      <a:pt x="599" y="352"/>
                      <a:pt x="599" y="354"/>
                      <a:pt x="600" y="355"/>
                    </a:cubicBezTo>
                    <a:cubicBezTo>
                      <a:pt x="600" y="357"/>
                      <a:pt x="601" y="358"/>
                      <a:pt x="601" y="359"/>
                    </a:cubicBezTo>
                    <a:cubicBezTo>
                      <a:pt x="603" y="360"/>
                      <a:pt x="604" y="361"/>
                      <a:pt x="605" y="361"/>
                    </a:cubicBezTo>
                    <a:cubicBezTo>
                      <a:pt x="607" y="361"/>
                      <a:pt x="608" y="361"/>
                      <a:pt x="609" y="360"/>
                    </a:cubicBezTo>
                    <a:cubicBezTo>
                      <a:pt x="610" y="359"/>
                      <a:pt x="611" y="358"/>
                      <a:pt x="611" y="357"/>
                    </a:cubicBezTo>
                    <a:cubicBezTo>
                      <a:pt x="611" y="356"/>
                      <a:pt x="612" y="355"/>
                      <a:pt x="612" y="353"/>
                    </a:cubicBezTo>
                    <a:close/>
                    <a:moveTo>
                      <a:pt x="632" y="293"/>
                    </a:moveTo>
                    <a:cubicBezTo>
                      <a:pt x="627" y="288"/>
                      <a:pt x="627" y="288"/>
                      <a:pt x="627" y="288"/>
                    </a:cubicBezTo>
                    <a:cubicBezTo>
                      <a:pt x="609" y="310"/>
                      <a:pt x="609" y="310"/>
                      <a:pt x="609" y="310"/>
                    </a:cubicBezTo>
                    <a:cubicBezTo>
                      <a:pt x="615" y="314"/>
                      <a:pt x="615" y="314"/>
                      <a:pt x="615" y="314"/>
                    </a:cubicBezTo>
                    <a:cubicBezTo>
                      <a:pt x="621" y="306"/>
                      <a:pt x="621" y="306"/>
                      <a:pt x="621" y="306"/>
                    </a:cubicBezTo>
                    <a:cubicBezTo>
                      <a:pt x="648" y="328"/>
                      <a:pt x="648" y="328"/>
                      <a:pt x="648" y="328"/>
                    </a:cubicBezTo>
                    <a:cubicBezTo>
                      <a:pt x="652" y="323"/>
                      <a:pt x="652" y="323"/>
                      <a:pt x="652" y="323"/>
                    </a:cubicBezTo>
                    <a:cubicBezTo>
                      <a:pt x="626" y="301"/>
                      <a:pt x="626" y="301"/>
                      <a:pt x="626" y="301"/>
                    </a:cubicBezTo>
                    <a:lnTo>
                      <a:pt x="632" y="293"/>
                    </a:lnTo>
                    <a:close/>
                    <a:moveTo>
                      <a:pt x="661" y="299"/>
                    </a:moveTo>
                    <a:cubicBezTo>
                      <a:pt x="652" y="293"/>
                      <a:pt x="652" y="293"/>
                      <a:pt x="652" y="293"/>
                    </a:cubicBezTo>
                    <a:cubicBezTo>
                      <a:pt x="662" y="278"/>
                      <a:pt x="662" y="278"/>
                      <a:pt x="662" y="278"/>
                    </a:cubicBezTo>
                    <a:cubicBezTo>
                      <a:pt x="656" y="274"/>
                      <a:pt x="656" y="274"/>
                      <a:pt x="656" y="274"/>
                    </a:cubicBezTo>
                    <a:cubicBezTo>
                      <a:pt x="646" y="289"/>
                      <a:pt x="646" y="289"/>
                      <a:pt x="646" y="289"/>
                    </a:cubicBezTo>
                    <a:cubicBezTo>
                      <a:pt x="639" y="284"/>
                      <a:pt x="639" y="284"/>
                      <a:pt x="639" y="284"/>
                    </a:cubicBezTo>
                    <a:cubicBezTo>
                      <a:pt x="649" y="268"/>
                      <a:pt x="649" y="268"/>
                      <a:pt x="649" y="268"/>
                    </a:cubicBezTo>
                    <a:cubicBezTo>
                      <a:pt x="643" y="264"/>
                      <a:pt x="643" y="264"/>
                      <a:pt x="643" y="264"/>
                    </a:cubicBezTo>
                    <a:cubicBezTo>
                      <a:pt x="629" y="286"/>
                      <a:pt x="629" y="286"/>
                      <a:pt x="629" y="286"/>
                    </a:cubicBezTo>
                    <a:cubicBezTo>
                      <a:pt x="663" y="309"/>
                      <a:pt x="663" y="309"/>
                      <a:pt x="663" y="309"/>
                    </a:cubicBezTo>
                    <a:cubicBezTo>
                      <a:pt x="678" y="287"/>
                      <a:pt x="678" y="287"/>
                      <a:pt x="678" y="287"/>
                    </a:cubicBezTo>
                    <a:cubicBezTo>
                      <a:pt x="672" y="283"/>
                      <a:pt x="672" y="283"/>
                      <a:pt x="672" y="283"/>
                    </a:cubicBezTo>
                    <a:lnTo>
                      <a:pt x="661" y="299"/>
                    </a:lnTo>
                    <a:close/>
                    <a:moveTo>
                      <a:pt x="686" y="248"/>
                    </a:moveTo>
                    <a:cubicBezTo>
                      <a:pt x="680" y="252"/>
                      <a:pt x="680" y="252"/>
                      <a:pt x="680" y="252"/>
                    </a:cubicBezTo>
                    <a:cubicBezTo>
                      <a:pt x="682" y="254"/>
                      <a:pt x="684" y="256"/>
                      <a:pt x="684" y="258"/>
                    </a:cubicBezTo>
                    <a:cubicBezTo>
                      <a:pt x="685" y="260"/>
                      <a:pt x="685" y="262"/>
                      <a:pt x="684" y="263"/>
                    </a:cubicBezTo>
                    <a:cubicBezTo>
                      <a:pt x="683" y="266"/>
                      <a:pt x="681" y="267"/>
                      <a:pt x="678" y="267"/>
                    </a:cubicBezTo>
                    <a:cubicBezTo>
                      <a:pt x="675" y="268"/>
                      <a:pt x="672" y="267"/>
                      <a:pt x="667" y="264"/>
                    </a:cubicBezTo>
                    <a:cubicBezTo>
                      <a:pt x="663" y="262"/>
                      <a:pt x="660" y="259"/>
                      <a:pt x="659" y="257"/>
                    </a:cubicBezTo>
                    <a:cubicBezTo>
                      <a:pt x="658" y="254"/>
                      <a:pt x="658" y="252"/>
                      <a:pt x="659" y="250"/>
                    </a:cubicBezTo>
                    <a:cubicBezTo>
                      <a:pt x="660" y="248"/>
                      <a:pt x="661" y="247"/>
                      <a:pt x="663" y="246"/>
                    </a:cubicBezTo>
                    <a:cubicBezTo>
                      <a:pt x="665" y="246"/>
                      <a:pt x="666" y="246"/>
                      <a:pt x="669" y="247"/>
                    </a:cubicBezTo>
                    <a:cubicBezTo>
                      <a:pt x="670" y="239"/>
                      <a:pt x="670" y="239"/>
                      <a:pt x="670" y="239"/>
                    </a:cubicBezTo>
                    <a:cubicBezTo>
                      <a:pt x="667" y="238"/>
                      <a:pt x="664" y="238"/>
                      <a:pt x="662" y="239"/>
                    </a:cubicBezTo>
                    <a:cubicBezTo>
                      <a:pt x="658" y="240"/>
                      <a:pt x="655" y="242"/>
                      <a:pt x="653" y="246"/>
                    </a:cubicBezTo>
                    <a:cubicBezTo>
                      <a:pt x="650" y="250"/>
                      <a:pt x="650" y="255"/>
                      <a:pt x="652" y="259"/>
                    </a:cubicBezTo>
                    <a:cubicBezTo>
                      <a:pt x="654" y="264"/>
                      <a:pt x="658" y="268"/>
                      <a:pt x="664" y="271"/>
                    </a:cubicBezTo>
                    <a:cubicBezTo>
                      <a:pt x="670" y="274"/>
                      <a:pt x="675" y="275"/>
                      <a:pt x="680" y="274"/>
                    </a:cubicBezTo>
                    <a:cubicBezTo>
                      <a:pt x="685" y="273"/>
                      <a:pt x="688" y="271"/>
                      <a:pt x="690" y="267"/>
                    </a:cubicBezTo>
                    <a:cubicBezTo>
                      <a:pt x="692" y="264"/>
                      <a:pt x="693" y="260"/>
                      <a:pt x="692" y="257"/>
                    </a:cubicBezTo>
                    <a:cubicBezTo>
                      <a:pt x="691" y="254"/>
                      <a:pt x="689" y="251"/>
                      <a:pt x="686" y="248"/>
                    </a:cubicBezTo>
                    <a:close/>
                    <a:moveTo>
                      <a:pt x="670" y="210"/>
                    </a:moveTo>
                    <a:cubicBezTo>
                      <a:pt x="685" y="217"/>
                      <a:pt x="685" y="217"/>
                      <a:pt x="685" y="217"/>
                    </a:cubicBezTo>
                    <a:cubicBezTo>
                      <a:pt x="680" y="230"/>
                      <a:pt x="680" y="230"/>
                      <a:pt x="680" y="230"/>
                    </a:cubicBezTo>
                    <a:cubicBezTo>
                      <a:pt x="665" y="223"/>
                      <a:pt x="665" y="223"/>
                      <a:pt x="665" y="223"/>
                    </a:cubicBezTo>
                    <a:cubicBezTo>
                      <a:pt x="662" y="230"/>
                      <a:pt x="662" y="230"/>
                      <a:pt x="662" y="230"/>
                    </a:cubicBezTo>
                    <a:cubicBezTo>
                      <a:pt x="700" y="246"/>
                      <a:pt x="700" y="246"/>
                      <a:pt x="700" y="246"/>
                    </a:cubicBezTo>
                    <a:cubicBezTo>
                      <a:pt x="703" y="239"/>
                      <a:pt x="703" y="239"/>
                      <a:pt x="703" y="239"/>
                    </a:cubicBezTo>
                    <a:cubicBezTo>
                      <a:pt x="686" y="232"/>
                      <a:pt x="686" y="232"/>
                      <a:pt x="686" y="232"/>
                    </a:cubicBezTo>
                    <a:cubicBezTo>
                      <a:pt x="692" y="219"/>
                      <a:pt x="692" y="219"/>
                      <a:pt x="692" y="219"/>
                    </a:cubicBezTo>
                    <a:cubicBezTo>
                      <a:pt x="708" y="226"/>
                      <a:pt x="708" y="226"/>
                      <a:pt x="708" y="226"/>
                    </a:cubicBezTo>
                    <a:cubicBezTo>
                      <a:pt x="711" y="220"/>
                      <a:pt x="711" y="220"/>
                      <a:pt x="711" y="220"/>
                    </a:cubicBezTo>
                    <a:cubicBezTo>
                      <a:pt x="673" y="204"/>
                      <a:pt x="673" y="204"/>
                      <a:pt x="673" y="204"/>
                    </a:cubicBezTo>
                    <a:lnTo>
                      <a:pt x="670" y="210"/>
                    </a:lnTo>
                    <a:close/>
                    <a:moveTo>
                      <a:pt x="681" y="178"/>
                    </a:moveTo>
                    <a:cubicBezTo>
                      <a:pt x="707" y="186"/>
                      <a:pt x="707" y="186"/>
                      <a:pt x="707" y="186"/>
                    </a:cubicBezTo>
                    <a:cubicBezTo>
                      <a:pt x="677" y="192"/>
                      <a:pt x="677" y="192"/>
                      <a:pt x="677" y="192"/>
                    </a:cubicBezTo>
                    <a:cubicBezTo>
                      <a:pt x="675" y="198"/>
                      <a:pt x="675" y="198"/>
                      <a:pt x="675" y="198"/>
                    </a:cubicBezTo>
                    <a:cubicBezTo>
                      <a:pt x="715" y="210"/>
                      <a:pt x="715" y="210"/>
                      <a:pt x="715" y="210"/>
                    </a:cubicBezTo>
                    <a:cubicBezTo>
                      <a:pt x="716" y="204"/>
                      <a:pt x="716" y="204"/>
                      <a:pt x="716" y="204"/>
                    </a:cubicBezTo>
                    <a:cubicBezTo>
                      <a:pt x="690" y="196"/>
                      <a:pt x="690" y="196"/>
                      <a:pt x="690" y="196"/>
                    </a:cubicBezTo>
                    <a:cubicBezTo>
                      <a:pt x="720" y="190"/>
                      <a:pt x="720" y="190"/>
                      <a:pt x="720" y="190"/>
                    </a:cubicBezTo>
                    <a:cubicBezTo>
                      <a:pt x="722" y="183"/>
                      <a:pt x="722" y="183"/>
                      <a:pt x="722" y="183"/>
                    </a:cubicBezTo>
                    <a:cubicBezTo>
                      <a:pt x="683" y="171"/>
                      <a:pt x="683" y="171"/>
                      <a:pt x="683" y="171"/>
                    </a:cubicBezTo>
                    <a:lnTo>
                      <a:pt x="681" y="178"/>
                    </a:lnTo>
                    <a:close/>
                    <a:moveTo>
                      <a:pt x="725" y="145"/>
                    </a:moveTo>
                    <a:cubicBezTo>
                      <a:pt x="728" y="148"/>
                      <a:pt x="729" y="153"/>
                      <a:pt x="728" y="158"/>
                    </a:cubicBezTo>
                    <a:cubicBezTo>
                      <a:pt x="727" y="163"/>
                      <a:pt x="725" y="167"/>
                      <a:pt x="721" y="169"/>
                    </a:cubicBezTo>
                    <a:cubicBezTo>
                      <a:pt x="716" y="172"/>
                      <a:pt x="711" y="172"/>
                      <a:pt x="704" y="171"/>
                    </a:cubicBezTo>
                    <a:cubicBezTo>
                      <a:pt x="700" y="170"/>
                      <a:pt x="697" y="169"/>
                      <a:pt x="694" y="168"/>
                    </a:cubicBezTo>
                    <a:cubicBezTo>
                      <a:pt x="692" y="166"/>
                      <a:pt x="691" y="165"/>
                      <a:pt x="689" y="163"/>
                    </a:cubicBezTo>
                    <a:cubicBezTo>
                      <a:pt x="688" y="162"/>
                      <a:pt x="687" y="160"/>
                      <a:pt x="686" y="158"/>
                    </a:cubicBezTo>
                    <a:cubicBezTo>
                      <a:pt x="686" y="156"/>
                      <a:pt x="685" y="153"/>
                      <a:pt x="686" y="150"/>
                    </a:cubicBezTo>
                    <a:cubicBezTo>
                      <a:pt x="687" y="145"/>
                      <a:pt x="690" y="141"/>
                      <a:pt x="694" y="139"/>
                    </a:cubicBezTo>
                    <a:cubicBezTo>
                      <a:pt x="698" y="137"/>
                      <a:pt x="704" y="136"/>
                      <a:pt x="710" y="137"/>
                    </a:cubicBezTo>
                    <a:cubicBezTo>
                      <a:pt x="717" y="138"/>
                      <a:pt x="722" y="141"/>
                      <a:pt x="725" y="145"/>
                    </a:cubicBezTo>
                    <a:close/>
                    <a:moveTo>
                      <a:pt x="721" y="157"/>
                    </a:moveTo>
                    <a:cubicBezTo>
                      <a:pt x="722" y="154"/>
                      <a:pt x="721" y="151"/>
                      <a:pt x="719" y="149"/>
                    </a:cubicBezTo>
                    <a:cubicBezTo>
                      <a:pt x="717" y="147"/>
                      <a:pt x="713" y="145"/>
                      <a:pt x="709" y="145"/>
                    </a:cubicBezTo>
                    <a:cubicBezTo>
                      <a:pt x="704" y="144"/>
                      <a:pt x="700" y="144"/>
                      <a:pt x="698" y="145"/>
                    </a:cubicBezTo>
                    <a:cubicBezTo>
                      <a:pt x="695" y="147"/>
                      <a:pt x="694" y="149"/>
                      <a:pt x="693" y="152"/>
                    </a:cubicBezTo>
                    <a:cubicBezTo>
                      <a:pt x="693" y="154"/>
                      <a:pt x="693" y="157"/>
                      <a:pt x="695" y="159"/>
                    </a:cubicBezTo>
                    <a:cubicBezTo>
                      <a:pt x="697" y="161"/>
                      <a:pt x="701" y="163"/>
                      <a:pt x="705" y="164"/>
                    </a:cubicBezTo>
                    <a:cubicBezTo>
                      <a:pt x="710" y="165"/>
                      <a:pt x="714" y="164"/>
                      <a:pt x="716" y="163"/>
                    </a:cubicBezTo>
                    <a:cubicBezTo>
                      <a:pt x="719" y="162"/>
                      <a:pt x="721" y="159"/>
                      <a:pt x="721" y="157"/>
                    </a:cubicBezTo>
                    <a:close/>
                    <a:moveTo>
                      <a:pt x="725" y="125"/>
                    </a:moveTo>
                    <a:cubicBezTo>
                      <a:pt x="691" y="122"/>
                      <a:pt x="691" y="122"/>
                      <a:pt x="691" y="122"/>
                    </a:cubicBezTo>
                    <a:cubicBezTo>
                      <a:pt x="690" y="129"/>
                      <a:pt x="690" y="129"/>
                      <a:pt x="690" y="129"/>
                    </a:cubicBezTo>
                    <a:cubicBezTo>
                      <a:pt x="731" y="133"/>
                      <a:pt x="731" y="133"/>
                      <a:pt x="731" y="133"/>
                    </a:cubicBezTo>
                    <a:cubicBezTo>
                      <a:pt x="733" y="108"/>
                      <a:pt x="733" y="108"/>
                      <a:pt x="733" y="108"/>
                    </a:cubicBezTo>
                    <a:cubicBezTo>
                      <a:pt x="726" y="107"/>
                      <a:pt x="726" y="107"/>
                      <a:pt x="726" y="107"/>
                    </a:cubicBezTo>
                    <a:lnTo>
                      <a:pt x="725" y="125"/>
                    </a:lnTo>
                    <a:close/>
                    <a:moveTo>
                      <a:pt x="728" y="72"/>
                    </a:moveTo>
                    <a:cubicBezTo>
                      <a:pt x="732" y="75"/>
                      <a:pt x="734" y="79"/>
                      <a:pt x="734" y="85"/>
                    </a:cubicBezTo>
                    <a:cubicBezTo>
                      <a:pt x="734" y="90"/>
                      <a:pt x="732" y="94"/>
                      <a:pt x="729" y="97"/>
                    </a:cubicBezTo>
                    <a:cubicBezTo>
                      <a:pt x="725" y="100"/>
                      <a:pt x="720" y="102"/>
                      <a:pt x="713" y="102"/>
                    </a:cubicBezTo>
                    <a:cubicBezTo>
                      <a:pt x="709" y="102"/>
                      <a:pt x="705" y="102"/>
                      <a:pt x="703" y="101"/>
                    </a:cubicBezTo>
                    <a:cubicBezTo>
                      <a:pt x="700" y="100"/>
                      <a:pt x="699" y="99"/>
                      <a:pt x="697" y="98"/>
                    </a:cubicBezTo>
                    <a:cubicBezTo>
                      <a:pt x="695" y="96"/>
                      <a:pt x="694" y="95"/>
                      <a:pt x="693" y="93"/>
                    </a:cubicBezTo>
                    <a:cubicBezTo>
                      <a:pt x="692" y="91"/>
                      <a:pt x="691" y="88"/>
                      <a:pt x="691" y="86"/>
                    </a:cubicBezTo>
                    <a:cubicBezTo>
                      <a:pt x="691" y="80"/>
                      <a:pt x="693" y="76"/>
                      <a:pt x="697" y="73"/>
                    </a:cubicBezTo>
                    <a:cubicBezTo>
                      <a:pt x="700" y="70"/>
                      <a:pt x="706" y="68"/>
                      <a:pt x="712" y="68"/>
                    </a:cubicBezTo>
                    <a:cubicBezTo>
                      <a:pt x="719" y="68"/>
                      <a:pt x="724" y="69"/>
                      <a:pt x="728" y="72"/>
                    </a:cubicBezTo>
                    <a:close/>
                    <a:moveTo>
                      <a:pt x="727" y="85"/>
                    </a:moveTo>
                    <a:cubicBezTo>
                      <a:pt x="727" y="82"/>
                      <a:pt x="726" y="80"/>
                      <a:pt x="723" y="78"/>
                    </a:cubicBezTo>
                    <a:cubicBezTo>
                      <a:pt x="721" y="76"/>
                      <a:pt x="717" y="75"/>
                      <a:pt x="712" y="75"/>
                    </a:cubicBezTo>
                    <a:cubicBezTo>
                      <a:pt x="708" y="75"/>
                      <a:pt x="704" y="76"/>
                      <a:pt x="702" y="78"/>
                    </a:cubicBezTo>
                    <a:cubicBezTo>
                      <a:pt x="699" y="80"/>
                      <a:pt x="698" y="82"/>
                      <a:pt x="698" y="85"/>
                    </a:cubicBezTo>
                    <a:cubicBezTo>
                      <a:pt x="698" y="88"/>
                      <a:pt x="700" y="91"/>
                      <a:pt x="702" y="92"/>
                    </a:cubicBezTo>
                    <a:cubicBezTo>
                      <a:pt x="704" y="94"/>
                      <a:pt x="708" y="95"/>
                      <a:pt x="713" y="95"/>
                    </a:cubicBezTo>
                    <a:cubicBezTo>
                      <a:pt x="718" y="95"/>
                      <a:pt x="721" y="94"/>
                      <a:pt x="723" y="92"/>
                    </a:cubicBezTo>
                    <a:cubicBezTo>
                      <a:pt x="726" y="90"/>
                      <a:pt x="727" y="88"/>
                      <a:pt x="727" y="85"/>
                    </a:cubicBezTo>
                    <a:close/>
                    <a:moveTo>
                      <a:pt x="706" y="31"/>
                    </a:moveTo>
                    <a:cubicBezTo>
                      <a:pt x="708" y="46"/>
                      <a:pt x="708" y="46"/>
                      <a:pt x="708" y="46"/>
                    </a:cubicBezTo>
                    <a:cubicBezTo>
                      <a:pt x="715" y="45"/>
                      <a:pt x="715" y="45"/>
                      <a:pt x="715" y="45"/>
                    </a:cubicBezTo>
                    <a:cubicBezTo>
                      <a:pt x="714" y="37"/>
                      <a:pt x="714" y="37"/>
                      <a:pt x="714" y="37"/>
                    </a:cubicBezTo>
                    <a:cubicBezTo>
                      <a:pt x="719" y="36"/>
                      <a:pt x="719" y="36"/>
                      <a:pt x="719" y="36"/>
                    </a:cubicBezTo>
                    <a:cubicBezTo>
                      <a:pt x="720" y="37"/>
                      <a:pt x="721" y="38"/>
                      <a:pt x="722" y="40"/>
                    </a:cubicBezTo>
                    <a:cubicBezTo>
                      <a:pt x="723" y="41"/>
                      <a:pt x="724" y="42"/>
                      <a:pt x="724" y="44"/>
                    </a:cubicBezTo>
                    <a:cubicBezTo>
                      <a:pt x="724" y="47"/>
                      <a:pt x="723" y="50"/>
                      <a:pt x="721" y="52"/>
                    </a:cubicBezTo>
                    <a:cubicBezTo>
                      <a:pt x="719" y="54"/>
                      <a:pt x="715" y="55"/>
                      <a:pt x="710" y="56"/>
                    </a:cubicBezTo>
                    <a:cubicBezTo>
                      <a:pt x="706" y="57"/>
                      <a:pt x="702" y="56"/>
                      <a:pt x="700" y="55"/>
                    </a:cubicBezTo>
                    <a:cubicBezTo>
                      <a:pt x="697" y="53"/>
                      <a:pt x="696" y="51"/>
                      <a:pt x="695" y="48"/>
                    </a:cubicBezTo>
                    <a:cubicBezTo>
                      <a:pt x="695" y="46"/>
                      <a:pt x="695" y="44"/>
                      <a:pt x="696" y="42"/>
                    </a:cubicBezTo>
                    <a:cubicBezTo>
                      <a:pt x="697" y="41"/>
                      <a:pt x="699" y="40"/>
                      <a:pt x="701" y="39"/>
                    </a:cubicBezTo>
                    <a:cubicBezTo>
                      <a:pt x="698" y="32"/>
                      <a:pt x="698" y="32"/>
                      <a:pt x="698" y="32"/>
                    </a:cubicBezTo>
                    <a:cubicBezTo>
                      <a:pt x="695" y="33"/>
                      <a:pt x="692" y="35"/>
                      <a:pt x="690" y="38"/>
                    </a:cubicBezTo>
                    <a:cubicBezTo>
                      <a:pt x="688" y="41"/>
                      <a:pt x="688" y="44"/>
                      <a:pt x="688" y="49"/>
                    </a:cubicBezTo>
                    <a:cubicBezTo>
                      <a:pt x="689" y="52"/>
                      <a:pt x="690" y="55"/>
                      <a:pt x="691" y="57"/>
                    </a:cubicBezTo>
                    <a:cubicBezTo>
                      <a:pt x="694" y="59"/>
                      <a:pt x="696" y="61"/>
                      <a:pt x="700" y="62"/>
                    </a:cubicBezTo>
                    <a:cubicBezTo>
                      <a:pt x="704" y="64"/>
                      <a:pt x="707" y="64"/>
                      <a:pt x="712" y="63"/>
                    </a:cubicBezTo>
                    <a:cubicBezTo>
                      <a:pt x="716" y="63"/>
                      <a:pt x="719" y="61"/>
                      <a:pt x="722" y="60"/>
                    </a:cubicBezTo>
                    <a:cubicBezTo>
                      <a:pt x="726" y="58"/>
                      <a:pt x="728" y="55"/>
                      <a:pt x="729" y="52"/>
                    </a:cubicBezTo>
                    <a:cubicBezTo>
                      <a:pt x="731" y="50"/>
                      <a:pt x="731" y="46"/>
                      <a:pt x="731" y="43"/>
                    </a:cubicBezTo>
                    <a:cubicBezTo>
                      <a:pt x="730" y="40"/>
                      <a:pt x="729" y="37"/>
                      <a:pt x="728" y="34"/>
                    </a:cubicBezTo>
                    <a:cubicBezTo>
                      <a:pt x="726" y="32"/>
                      <a:pt x="724" y="30"/>
                      <a:pt x="722" y="28"/>
                    </a:cubicBezTo>
                    <a:lnTo>
                      <a:pt x="706" y="31"/>
                    </a:lnTo>
                    <a:close/>
                    <a:moveTo>
                      <a:pt x="679" y="0"/>
                    </a:moveTo>
                    <a:cubicBezTo>
                      <a:pt x="681" y="8"/>
                      <a:pt x="681" y="8"/>
                      <a:pt x="681" y="8"/>
                    </a:cubicBezTo>
                    <a:cubicBezTo>
                      <a:pt x="699" y="12"/>
                      <a:pt x="699" y="12"/>
                      <a:pt x="699" y="12"/>
                    </a:cubicBezTo>
                    <a:cubicBezTo>
                      <a:pt x="685" y="24"/>
                      <a:pt x="685" y="24"/>
                      <a:pt x="685" y="24"/>
                    </a:cubicBezTo>
                    <a:cubicBezTo>
                      <a:pt x="687" y="32"/>
                      <a:pt x="687" y="32"/>
                      <a:pt x="687" y="32"/>
                    </a:cubicBezTo>
                    <a:cubicBezTo>
                      <a:pt x="707" y="14"/>
                      <a:pt x="707" y="14"/>
                      <a:pt x="707" y="14"/>
                    </a:cubicBezTo>
                    <a:cubicBezTo>
                      <a:pt x="724" y="10"/>
                      <a:pt x="724" y="10"/>
                      <a:pt x="724" y="10"/>
                    </a:cubicBezTo>
                    <a:cubicBezTo>
                      <a:pt x="722" y="3"/>
                      <a:pt x="722" y="3"/>
                      <a:pt x="722" y="3"/>
                    </a:cubicBezTo>
                    <a:cubicBezTo>
                      <a:pt x="705" y="7"/>
                      <a:pt x="705" y="7"/>
                      <a:pt x="705" y="7"/>
                    </a:cubicBezTo>
                    <a:lnTo>
                      <a:pt x="679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0" name="Freeform 55"/>
              <p:cNvSpPr>
                <a:spLocks noEditPoints="1"/>
              </p:cNvSpPr>
              <p:nvPr/>
            </p:nvSpPr>
            <p:spPr bwMode="auto">
              <a:xfrm>
                <a:off x="-1739900" y="-41275"/>
                <a:ext cx="892175" cy="887413"/>
              </a:xfrm>
              <a:custGeom>
                <a:avLst/>
                <a:gdLst>
                  <a:gd name="T0" fmla="*/ 574 w 574"/>
                  <a:gd name="T1" fmla="*/ 287 h 574"/>
                  <a:gd name="T2" fmla="*/ 287 w 574"/>
                  <a:gd name="T3" fmla="*/ 0 h 574"/>
                  <a:gd name="T4" fmla="*/ 0 w 574"/>
                  <a:gd name="T5" fmla="*/ 287 h 574"/>
                  <a:gd name="T6" fmla="*/ 287 w 574"/>
                  <a:gd name="T7" fmla="*/ 574 h 574"/>
                  <a:gd name="T8" fmla="*/ 574 w 574"/>
                  <a:gd name="T9" fmla="*/ 287 h 574"/>
                  <a:gd name="T10" fmla="*/ 287 w 574"/>
                  <a:gd name="T11" fmla="*/ 564 h 574"/>
                  <a:gd name="T12" fmla="*/ 9 w 574"/>
                  <a:gd name="T13" fmla="*/ 287 h 574"/>
                  <a:gd name="T14" fmla="*/ 287 w 574"/>
                  <a:gd name="T15" fmla="*/ 9 h 574"/>
                  <a:gd name="T16" fmla="*/ 565 w 574"/>
                  <a:gd name="T17" fmla="*/ 287 h 574"/>
                  <a:gd name="T18" fmla="*/ 287 w 574"/>
                  <a:gd name="T19" fmla="*/ 564 h 5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574" h="574">
                    <a:moveTo>
                      <a:pt x="574" y="287"/>
                    </a:moveTo>
                    <a:cubicBezTo>
                      <a:pt x="574" y="128"/>
                      <a:pt x="445" y="0"/>
                      <a:pt x="287" y="0"/>
                    </a:cubicBezTo>
                    <a:cubicBezTo>
                      <a:pt x="128" y="0"/>
                      <a:pt x="0" y="128"/>
                      <a:pt x="0" y="287"/>
                    </a:cubicBezTo>
                    <a:cubicBezTo>
                      <a:pt x="0" y="445"/>
                      <a:pt x="128" y="574"/>
                      <a:pt x="287" y="574"/>
                    </a:cubicBezTo>
                    <a:cubicBezTo>
                      <a:pt x="445" y="574"/>
                      <a:pt x="574" y="445"/>
                      <a:pt x="574" y="287"/>
                    </a:cubicBezTo>
                    <a:close/>
                    <a:moveTo>
                      <a:pt x="287" y="564"/>
                    </a:moveTo>
                    <a:cubicBezTo>
                      <a:pt x="134" y="564"/>
                      <a:pt x="9" y="440"/>
                      <a:pt x="9" y="287"/>
                    </a:cubicBezTo>
                    <a:cubicBezTo>
                      <a:pt x="9" y="133"/>
                      <a:pt x="134" y="9"/>
                      <a:pt x="287" y="9"/>
                    </a:cubicBezTo>
                    <a:cubicBezTo>
                      <a:pt x="440" y="9"/>
                      <a:pt x="565" y="133"/>
                      <a:pt x="565" y="287"/>
                    </a:cubicBezTo>
                    <a:cubicBezTo>
                      <a:pt x="565" y="440"/>
                      <a:pt x="440" y="564"/>
                      <a:pt x="287" y="56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1" name="Freeform 56"/>
              <p:cNvSpPr>
                <a:spLocks/>
              </p:cNvSpPr>
              <p:nvPr/>
            </p:nvSpPr>
            <p:spPr bwMode="auto">
              <a:xfrm>
                <a:off x="-1693863" y="44450"/>
                <a:ext cx="800100" cy="730250"/>
              </a:xfrm>
              <a:custGeom>
                <a:avLst/>
                <a:gdLst>
                  <a:gd name="T0" fmla="*/ 488 w 514"/>
                  <a:gd name="T1" fmla="*/ 282 h 472"/>
                  <a:gd name="T2" fmla="*/ 477 w 514"/>
                  <a:gd name="T3" fmla="*/ 266 h 472"/>
                  <a:gd name="T4" fmla="*/ 486 w 514"/>
                  <a:gd name="T5" fmla="*/ 128 h 472"/>
                  <a:gd name="T6" fmla="*/ 464 w 514"/>
                  <a:gd name="T7" fmla="*/ 137 h 472"/>
                  <a:gd name="T8" fmla="*/ 404 w 514"/>
                  <a:gd name="T9" fmla="*/ 29 h 472"/>
                  <a:gd name="T10" fmla="*/ 379 w 514"/>
                  <a:gd name="T11" fmla="*/ 26 h 472"/>
                  <a:gd name="T12" fmla="*/ 378 w 514"/>
                  <a:gd name="T13" fmla="*/ 54 h 472"/>
                  <a:gd name="T14" fmla="*/ 393 w 514"/>
                  <a:gd name="T15" fmla="*/ 73 h 472"/>
                  <a:gd name="T16" fmla="*/ 452 w 514"/>
                  <a:gd name="T17" fmla="*/ 144 h 472"/>
                  <a:gd name="T18" fmla="*/ 448 w 514"/>
                  <a:gd name="T19" fmla="*/ 152 h 472"/>
                  <a:gd name="T20" fmla="*/ 465 w 514"/>
                  <a:gd name="T21" fmla="*/ 255 h 472"/>
                  <a:gd name="T22" fmla="*/ 453 w 514"/>
                  <a:gd name="T23" fmla="*/ 277 h 472"/>
                  <a:gd name="T24" fmla="*/ 437 w 514"/>
                  <a:gd name="T25" fmla="*/ 291 h 472"/>
                  <a:gd name="T26" fmla="*/ 413 w 514"/>
                  <a:gd name="T27" fmla="*/ 375 h 472"/>
                  <a:gd name="T28" fmla="*/ 400 w 514"/>
                  <a:gd name="T29" fmla="*/ 356 h 472"/>
                  <a:gd name="T30" fmla="*/ 274 w 514"/>
                  <a:gd name="T31" fmla="*/ 426 h 472"/>
                  <a:gd name="T32" fmla="*/ 240 w 514"/>
                  <a:gd name="T33" fmla="*/ 426 h 472"/>
                  <a:gd name="T34" fmla="*/ 114 w 514"/>
                  <a:gd name="T35" fmla="*/ 356 h 472"/>
                  <a:gd name="T36" fmla="*/ 101 w 514"/>
                  <a:gd name="T37" fmla="*/ 375 h 472"/>
                  <a:gd name="T38" fmla="*/ 77 w 514"/>
                  <a:gd name="T39" fmla="*/ 291 h 472"/>
                  <a:gd name="T40" fmla="*/ 61 w 514"/>
                  <a:gd name="T41" fmla="*/ 277 h 472"/>
                  <a:gd name="T42" fmla="*/ 49 w 514"/>
                  <a:gd name="T43" fmla="*/ 255 h 472"/>
                  <a:gd name="T44" fmla="*/ 66 w 514"/>
                  <a:gd name="T45" fmla="*/ 152 h 472"/>
                  <a:gd name="T46" fmla="*/ 62 w 514"/>
                  <a:gd name="T47" fmla="*/ 144 h 472"/>
                  <a:gd name="T48" fmla="*/ 121 w 514"/>
                  <a:gd name="T49" fmla="*/ 73 h 472"/>
                  <a:gd name="T50" fmla="*/ 136 w 514"/>
                  <a:gd name="T51" fmla="*/ 54 h 472"/>
                  <a:gd name="T52" fmla="*/ 135 w 514"/>
                  <a:gd name="T53" fmla="*/ 26 h 472"/>
                  <a:gd name="T54" fmla="*/ 110 w 514"/>
                  <a:gd name="T55" fmla="*/ 29 h 472"/>
                  <a:gd name="T56" fmla="*/ 50 w 514"/>
                  <a:gd name="T57" fmla="*/ 137 h 472"/>
                  <a:gd name="T58" fmla="*/ 28 w 514"/>
                  <a:gd name="T59" fmla="*/ 128 h 472"/>
                  <a:gd name="T60" fmla="*/ 37 w 514"/>
                  <a:gd name="T61" fmla="*/ 266 h 472"/>
                  <a:gd name="T62" fmla="*/ 26 w 514"/>
                  <a:gd name="T63" fmla="*/ 282 h 472"/>
                  <a:gd name="T64" fmla="*/ 23 w 514"/>
                  <a:gd name="T65" fmla="*/ 296 h 472"/>
                  <a:gd name="T66" fmla="*/ 151 w 514"/>
                  <a:gd name="T67" fmla="*/ 412 h 472"/>
                  <a:gd name="T68" fmla="*/ 117 w 514"/>
                  <a:gd name="T69" fmla="*/ 420 h 472"/>
                  <a:gd name="T70" fmla="*/ 218 w 514"/>
                  <a:gd name="T71" fmla="*/ 432 h 472"/>
                  <a:gd name="T72" fmla="*/ 225 w 514"/>
                  <a:gd name="T73" fmla="*/ 443 h 472"/>
                  <a:gd name="T74" fmla="*/ 212 w 514"/>
                  <a:gd name="T75" fmla="*/ 472 h 472"/>
                  <a:gd name="T76" fmla="*/ 257 w 514"/>
                  <a:gd name="T77" fmla="*/ 443 h 472"/>
                  <a:gd name="T78" fmla="*/ 302 w 514"/>
                  <a:gd name="T79" fmla="*/ 472 h 472"/>
                  <a:gd name="T80" fmla="*/ 289 w 514"/>
                  <a:gd name="T81" fmla="*/ 443 h 472"/>
                  <a:gd name="T82" fmla="*/ 296 w 514"/>
                  <a:gd name="T83" fmla="*/ 432 h 472"/>
                  <a:gd name="T84" fmla="*/ 397 w 514"/>
                  <a:gd name="T85" fmla="*/ 420 h 472"/>
                  <a:gd name="T86" fmla="*/ 363 w 514"/>
                  <a:gd name="T87" fmla="*/ 412 h 472"/>
                  <a:gd name="T88" fmla="*/ 491 w 514"/>
                  <a:gd name="T89" fmla="*/ 296 h 4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514" h="472">
                    <a:moveTo>
                      <a:pt x="448" y="351"/>
                    </a:moveTo>
                    <a:cubicBezTo>
                      <a:pt x="459" y="311"/>
                      <a:pt x="470" y="309"/>
                      <a:pt x="488" y="282"/>
                    </a:cubicBezTo>
                    <a:cubicBezTo>
                      <a:pt x="505" y="256"/>
                      <a:pt x="514" y="206"/>
                      <a:pt x="496" y="188"/>
                    </a:cubicBezTo>
                    <a:cubicBezTo>
                      <a:pt x="494" y="225"/>
                      <a:pt x="482" y="233"/>
                      <a:pt x="477" y="266"/>
                    </a:cubicBezTo>
                    <a:cubicBezTo>
                      <a:pt x="474" y="239"/>
                      <a:pt x="474" y="224"/>
                      <a:pt x="480" y="205"/>
                    </a:cubicBezTo>
                    <a:cubicBezTo>
                      <a:pt x="485" y="190"/>
                      <a:pt x="491" y="154"/>
                      <a:pt x="486" y="128"/>
                    </a:cubicBezTo>
                    <a:cubicBezTo>
                      <a:pt x="483" y="107"/>
                      <a:pt x="474" y="100"/>
                      <a:pt x="462" y="95"/>
                    </a:cubicBezTo>
                    <a:cubicBezTo>
                      <a:pt x="468" y="117"/>
                      <a:pt x="464" y="137"/>
                      <a:pt x="464" y="137"/>
                    </a:cubicBezTo>
                    <a:cubicBezTo>
                      <a:pt x="464" y="137"/>
                      <a:pt x="450" y="122"/>
                      <a:pt x="446" y="85"/>
                    </a:cubicBezTo>
                    <a:cubicBezTo>
                      <a:pt x="441" y="47"/>
                      <a:pt x="415" y="29"/>
                      <a:pt x="404" y="29"/>
                    </a:cubicBezTo>
                    <a:cubicBezTo>
                      <a:pt x="415" y="48"/>
                      <a:pt x="414" y="54"/>
                      <a:pt x="419" y="72"/>
                    </a:cubicBezTo>
                    <a:cubicBezTo>
                      <a:pt x="406" y="65"/>
                      <a:pt x="398" y="43"/>
                      <a:pt x="379" y="26"/>
                    </a:cubicBezTo>
                    <a:cubicBezTo>
                      <a:pt x="352" y="0"/>
                      <a:pt x="330" y="0"/>
                      <a:pt x="317" y="11"/>
                    </a:cubicBezTo>
                    <a:cubicBezTo>
                      <a:pt x="354" y="27"/>
                      <a:pt x="348" y="30"/>
                      <a:pt x="378" y="54"/>
                    </a:cubicBezTo>
                    <a:cubicBezTo>
                      <a:pt x="407" y="73"/>
                      <a:pt x="421" y="75"/>
                      <a:pt x="429" y="101"/>
                    </a:cubicBezTo>
                    <a:cubicBezTo>
                      <a:pt x="416" y="88"/>
                      <a:pt x="408" y="79"/>
                      <a:pt x="393" y="73"/>
                    </a:cubicBezTo>
                    <a:cubicBezTo>
                      <a:pt x="389" y="82"/>
                      <a:pt x="396" y="98"/>
                      <a:pt x="417" y="116"/>
                    </a:cubicBezTo>
                    <a:cubicBezTo>
                      <a:pt x="435" y="133"/>
                      <a:pt x="438" y="126"/>
                      <a:pt x="452" y="144"/>
                    </a:cubicBezTo>
                    <a:cubicBezTo>
                      <a:pt x="463" y="157"/>
                      <a:pt x="473" y="171"/>
                      <a:pt x="469" y="203"/>
                    </a:cubicBezTo>
                    <a:cubicBezTo>
                      <a:pt x="460" y="180"/>
                      <a:pt x="454" y="177"/>
                      <a:pt x="448" y="152"/>
                    </a:cubicBezTo>
                    <a:cubicBezTo>
                      <a:pt x="442" y="160"/>
                      <a:pt x="438" y="173"/>
                      <a:pt x="441" y="188"/>
                    </a:cubicBezTo>
                    <a:cubicBezTo>
                      <a:pt x="447" y="222"/>
                      <a:pt x="461" y="221"/>
                      <a:pt x="465" y="255"/>
                    </a:cubicBezTo>
                    <a:cubicBezTo>
                      <a:pt x="468" y="273"/>
                      <a:pt x="468" y="298"/>
                      <a:pt x="452" y="315"/>
                    </a:cubicBezTo>
                    <a:cubicBezTo>
                      <a:pt x="448" y="299"/>
                      <a:pt x="450" y="292"/>
                      <a:pt x="453" y="277"/>
                    </a:cubicBezTo>
                    <a:cubicBezTo>
                      <a:pt x="455" y="263"/>
                      <a:pt x="453" y="251"/>
                      <a:pt x="449" y="237"/>
                    </a:cubicBezTo>
                    <a:cubicBezTo>
                      <a:pt x="438" y="247"/>
                      <a:pt x="434" y="269"/>
                      <a:pt x="437" y="291"/>
                    </a:cubicBezTo>
                    <a:cubicBezTo>
                      <a:pt x="439" y="314"/>
                      <a:pt x="455" y="331"/>
                      <a:pt x="431" y="364"/>
                    </a:cubicBezTo>
                    <a:cubicBezTo>
                      <a:pt x="419" y="373"/>
                      <a:pt x="413" y="375"/>
                      <a:pt x="413" y="375"/>
                    </a:cubicBezTo>
                    <a:cubicBezTo>
                      <a:pt x="426" y="360"/>
                      <a:pt x="444" y="323"/>
                      <a:pt x="431" y="304"/>
                    </a:cubicBezTo>
                    <a:cubicBezTo>
                      <a:pt x="426" y="325"/>
                      <a:pt x="413" y="337"/>
                      <a:pt x="400" y="356"/>
                    </a:cubicBezTo>
                    <a:cubicBezTo>
                      <a:pt x="382" y="383"/>
                      <a:pt x="398" y="390"/>
                      <a:pt x="341" y="412"/>
                    </a:cubicBezTo>
                    <a:cubicBezTo>
                      <a:pt x="324" y="418"/>
                      <a:pt x="300" y="420"/>
                      <a:pt x="274" y="426"/>
                    </a:cubicBezTo>
                    <a:cubicBezTo>
                      <a:pt x="268" y="428"/>
                      <a:pt x="262" y="430"/>
                      <a:pt x="257" y="431"/>
                    </a:cubicBezTo>
                    <a:cubicBezTo>
                      <a:pt x="252" y="430"/>
                      <a:pt x="246" y="428"/>
                      <a:pt x="240" y="426"/>
                    </a:cubicBezTo>
                    <a:cubicBezTo>
                      <a:pt x="214" y="420"/>
                      <a:pt x="190" y="418"/>
                      <a:pt x="173" y="412"/>
                    </a:cubicBezTo>
                    <a:cubicBezTo>
                      <a:pt x="116" y="390"/>
                      <a:pt x="132" y="383"/>
                      <a:pt x="114" y="356"/>
                    </a:cubicBezTo>
                    <a:cubicBezTo>
                      <a:pt x="101" y="337"/>
                      <a:pt x="88" y="325"/>
                      <a:pt x="83" y="304"/>
                    </a:cubicBezTo>
                    <a:cubicBezTo>
                      <a:pt x="70" y="323"/>
                      <a:pt x="88" y="360"/>
                      <a:pt x="101" y="375"/>
                    </a:cubicBezTo>
                    <a:cubicBezTo>
                      <a:pt x="101" y="375"/>
                      <a:pt x="95" y="373"/>
                      <a:pt x="83" y="364"/>
                    </a:cubicBezTo>
                    <a:cubicBezTo>
                      <a:pt x="59" y="331"/>
                      <a:pt x="75" y="314"/>
                      <a:pt x="77" y="291"/>
                    </a:cubicBezTo>
                    <a:cubicBezTo>
                      <a:pt x="80" y="269"/>
                      <a:pt x="76" y="247"/>
                      <a:pt x="65" y="237"/>
                    </a:cubicBezTo>
                    <a:cubicBezTo>
                      <a:pt x="61" y="251"/>
                      <a:pt x="59" y="263"/>
                      <a:pt x="61" y="277"/>
                    </a:cubicBezTo>
                    <a:cubicBezTo>
                      <a:pt x="64" y="292"/>
                      <a:pt x="66" y="299"/>
                      <a:pt x="62" y="315"/>
                    </a:cubicBezTo>
                    <a:cubicBezTo>
                      <a:pt x="46" y="298"/>
                      <a:pt x="46" y="273"/>
                      <a:pt x="49" y="255"/>
                    </a:cubicBezTo>
                    <a:cubicBezTo>
                      <a:pt x="53" y="221"/>
                      <a:pt x="67" y="222"/>
                      <a:pt x="73" y="188"/>
                    </a:cubicBezTo>
                    <a:cubicBezTo>
                      <a:pt x="76" y="173"/>
                      <a:pt x="72" y="160"/>
                      <a:pt x="66" y="152"/>
                    </a:cubicBezTo>
                    <a:cubicBezTo>
                      <a:pt x="60" y="177"/>
                      <a:pt x="54" y="180"/>
                      <a:pt x="45" y="203"/>
                    </a:cubicBezTo>
                    <a:cubicBezTo>
                      <a:pt x="41" y="171"/>
                      <a:pt x="51" y="157"/>
                      <a:pt x="62" y="144"/>
                    </a:cubicBezTo>
                    <a:cubicBezTo>
                      <a:pt x="76" y="126"/>
                      <a:pt x="79" y="133"/>
                      <a:pt x="97" y="116"/>
                    </a:cubicBezTo>
                    <a:cubicBezTo>
                      <a:pt x="118" y="98"/>
                      <a:pt x="125" y="82"/>
                      <a:pt x="121" y="73"/>
                    </a:cubicBezTo>
                    <a:cubicBezTo>
                      <a:pt x="106" y="79"/>
                      <a:pt x="97" y="88"/>
                      <a:pt x="85" y="101"/>
                    </a:cubicBezTo>
                    <a:cubicBezTo>
                      <a:pt x="93" y="75"/>
                      <a:pt x="107" y="73"/>
                      <a:pt x="136" y="54"/>
                    </a:cubicBezTo>
                    <a:cubicBezTo>
                      <a:pt x="166" y="30"/>
                      <a:pt x="159" y="27"/>
                      <a:pt x="197" y="11"/>
                    </a:cubicBezTo>
                    <a:cubicBezTo>
                      <a:pt x="184" y="0"/>
                      <a:pt x="162" y="0"/>
                      <a:pt x="135" y="26"/>
                    </a:cubicBezTo>
                    <a:cubicBezTo>
                      <a:pt x="116" y="43"/>
                      <a:pt x="108" y="65"/>
                      <a:pt x="95" y="72"/>
                    </a:cubicBezTo>
                    <a:cubicBezTo>
                      <a:pt x="100" y="54"/>
                      <a:pt x="99" y="48"/>
                      <a:pt x="110" y="29"/>
                    </a:cubicBezTo>
                    <a:cubicBezTo>
                      <a:pt x="99" y="29"/>
                      <a:pt x="73" y="47"/>
                      <a:pt x="68" y="85"/>
                    </a:cubicBezTo>
                    <a:cubicBezTo>
                      <a:pt x="64" y="122"/>
                      <a:pt x="50" y="137"/>
                      <a:pt x="50" y="137"/>
                    </a:cubicBezTo>
                    <a:cubicBezTo>
                      <a:pt x="50" y="137"/>
                      <a:pt x="46" y="117"/>
                      <a:pt x="52" y="95"/>
                    </a:cubicBezTo>
                    <a:cubicBezTo>
                      <a:pt x="40" y="100"/>
                      <a:pt x="31" y="107"/>
                      <a:pt x="28" y="128"/>
                    </a:cubicBezTo>
                    <a:cubicBezTo>
                      <a:pt x="23" y="154"/>
                      <a:pt x="29" y="190"/>
                      <a:pt x="34" y="205"/>
                    </a:cubicBezTo>
                    <a:cubicBezTo>
                      <a:pt x="40" y="224"/>
                      <a:pt x="39" y="239"/>
                      <a:pt x="37" y="266"/>
                    </a:cubicBezTo>
                    <a:cubicBezTo>
                      <a:pt x="32" y="233"/>
                      <a:pt x="19" y="225"/>
                      <a:pt x="17" y="188"/>
                    </a:cubicBezTo>
                    <a:cubicBezTo>
                      <a:pt x="0" y="205"/>
                      <a:pt x="9" y="256"/>
                      <a:pt x="26" y="282"/>
                    </a:cubicBezTo>
                    <a:cubicBezTo>
                      <a:pt x="44" y="309"/>
                      <a:pt x="55" y="311"/>
                      <a:pt x="66" y="351"/>
                    </a:cubicBezTo>
                    <a:cubicBezTo>
                      <a:pt x="49" y="327"/>
                      <a:pt x="36" y="325"/>
                      <a:pt x="23" y="296"/>
                    </a:cubicBezTo>
                    <a:cubicBezTo>
                      <a:pt x="12" y="309"/>
                      <a:pt x="22" y="335"/>
                      <a:pt x="49" y="357"/>
                    </a:cubicBezTo>
                    <a:cubicBezTo>
                      <a:pt x="72" y="379"/>
                      <a:pt x="109" y="378"/>
                      <a:pt x="151" y="412"/>
                    </a:cubicBezTo>
                    <a:cubicBezTo>
                      <a:pt x="117" y="392"/>
                      <a:pt x="81" y="392"/>
                      <a:pt x="62" y="381"/>
                    </a:cubicBezTo>
                    <a:cubicBezTo>
                      <a:pt x="59" y="397"/>
                      <a:pt x="80" y="410"/>
                      <a:pt x="117" y="420"/>
                    </a:cubicBezTo>
                    <a:cubicBezTo>
                      <a:pt x="132" y="423"/>
                      <a:pt x="154" y="424"/>
                      <a:pt x="167" y="424"/>
                    </a:cubicBezTo>
                    <a:cubicBezTo>
                      <a:pt x="190" y="425"/>
                      <a:pt x="203" y="430"/>
                      <a:pt x="218" y="432"/>
                    </a:cubicBezTo>
                    <a:cubicBezTo>
                      <a:pt x="224" y="433"/>
                      <a:pt x="231" y="435"/>
                      <a:pt x="239" y="437"/>
                    </a:cubicBezTo>
                    <a:cubicBezTo>
                      <a:pt x="233" y="439"/>
                      <a:pt x="228" y="441"/>
                      <a:pt x="225" y="443"/>
                    </a:cubicBezTo>
                    <a:cubicBezTo>
                      <a:pt x="214" y="449"/>
                      <a:pt x="214" y="449"/>
                      <a:pt x="193" y="464"/>
                    </a:cubicBezTo>
                    <a:cubicBezTo>
                      <a:pt x="212" y="472"/>
                      <a:pt x="212" y="472"/>
                      <a:pt x="212" y="472"/>
                    </a:cubicBezTo>
                    <a:cubicBezTo>
                      <a:pt x="212" y="472"/>
                      <a:pt x="223" y="459"/>
                      <a:pt x="243" y="449"/>
                    </a:cubicBezTo>
                    <a:cubicBezTo>
                      <a:pt x="247" y="447"/>
                      <a:pt x="252" y="445"/>
                      <a:pt x="257" y="443"/>
                    </a:cubicBezTo>
                    <a:cubicBezTo>
                      <a:pt x="262" y="445"/>
                      <a:pt x="266" y="447"/>
                      <a:pt x="271" y="449"/>
                    </a:cubicBezTo>
                    <a:cubicBezTo>
                      <a:pt x="291" y="459"/>
                      <a:pt x="302" y="472"/>
                      <a:pt x="302" y="472"/>
                    </a:cubicBezTo>
                    <a:cubicBezTo>
                      <a:pt x="321" y="464"/>
                      <a:pt x="321" y="464"/>
                      <a:pt x="321" y="464"/>
                    </a:cubicBezTo>
                    <a:cubicBezTo>
                      <a:pt x="300" y="449"/>
                      <a:pt x="300" y="449"/>
                      <a:pt x="289" y="443"/>
                    </a:cubicBezTo>
                    <a:cubicBezTo>
                      <a:pt x="286" y="441"/>
                      <a:pt x="281" y="439"/>
                      <a:pt x="275" y="437"/>
                    </a:cubicBezTo>
                    <a:cubicBezTo>
                      <a:pt x="283" y="435"/>
                      <a:pt x="290" y="433"/>
                      <a:pt x="296" y="432"/>
                    </a:cubicBezTo>
                    <a:cubicBezTo>
                      <a:pt x="311" y="430"/>
                      <a:pt x="324" y="425"/>
                      <a:pt x="347" y="424"/>
                    </a:cubicBezTo>
                    <a:cubicBezTo>
                      <a:pt x="360" y="424"/>
                      <a:pt x="382" y="423"/>
                      <a:pt x="397" y="420"/>
                    </a:cubicBezTo>
                    <a:cubicBezTo>
                      <a:pt x="434" y="410"/>
                      <a:pt x="455" y="397"/>
                      <a:pt x="452" y="381"/>
                    </a:cubicBezTo>
                    <a:cubicBezTo>
                      <a:pt x="433" y="392"/>
                      <a:pt x="397" y="392"/>
                      <a:pt x="363" y="412"/>
                    </a:cubicBezTo>
                    <a:cubicBezTo>
                      <a:pt x="405" y="378"/>
                      <a:pt x="442" y="379"/>
                      <a:pt x="465" y="357"/>
                    </a:cubicBezTo>
                    <a:cubicBezTo>
                      <a:pt x="492" y="335"/>
                      <a:pt x="502" y="309"/>
                      <a:pt x="491" y="296"/>
                    </a:cubicBezTo>
                    <a:cubicBezTo>
                      <a:pt x="478" y="325"/>
                      <a:pt x="465" y="327"/>
                      <a:pt x="448" y="35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2" name="Freeform 57"/>
              <p:cNvSpPr>
                <a:spLocks noEditPoints="1"/>
              </p:cNvSpPr>
              <p:nvPr/>
            </p:nvSpPr>
            <p:spPr bwMode="auto">
              <a:xfrm>
                <a:off x="-1474788" y="171450"/>
                <a:ext cx="363537" cy="487363"/>
              </a:xfrm>
              <a:custGeom>
                <a:avLst/>
                <a:gdLst>
                  <a:gd name="T0" fmla="*/ 161 w 234"/>
                  <a:gd name="T1" fmla="*/ 176 h 315"/>
                  <a:gd name="T2" fmla="*/ 187 w 234"/>
                  <a:gd name="T3" fmla="*/ 180 h 315"/>
                  <a:gd name="T4" fmla="*/ 89 w 234"/>
                  <a:gd name="T5" fmla="*/ 153 h 315"/>
                  <a:gd name="T6" fmla="*/ 89 w 234"/>
                  <a:gd name="T7" fmla="*/ 158 h 315"/>
                  <a:gd name="T8" fmla="*/ 91 w 234"/>
                  <a:gd name="T9" fmla="*/ 157 h 315"/>
                  <a:gd name="T10" fmla="*/ 53 w 234"/>
                  <a:gd name="T11" fmla="*/ 156 h 315"/>
                  <a:gd name="T12" fmla="*/ 54 w 234"/>
                  <a:gd name="T13" fmla="*/ 150 h 315"/>
                  <a:gd name="T14" fmla="*/ 57 w 234"/>
                  <a:gd name="T15" fmla="*/ 150 h 315"/>
                  <a:gd name="T16" fmla="*/ 55 w 234"/>
                  <a:gd name="T17" fmla="*/ 154 h 315"/>
                  <a:gd name="T18" fmla="*/ 55 w 234"/>
                  <a:gd name="T19" fmla="*/ 156 h 315"/>
                  <a:gd name="T20" fmla="*/ 165 w 234"/>
                  <a:gd name="T21" fmla="*/ 153 h 315"/>
                  <a:gd name="T22" fmla="*/ 25 w 234"/>
                  <a:gd name="T23" fmla="*/ 171 h 315"/>
                  <a:gd name="T24" fmla="*/ 179 w 234"/>
                  <a:gd name="T25" fmla="*/ 148 h 315"/>
                  <a:gd name="T26" fmla="*/ 144 w 234"/>
                  <a:gd name="T27" fmla="*/ 156 h 315"/>
                  <a:gd name="T28" fmla="*/ 144 w 234"/>
                  <a:gd name="T29" fmla="*/ 149 h 315"/>
                  <a:gd name="T30" fmla="*/ 141 w 234"/>
                  <a:gd name="T31" fmla="*/ 148 h 315"/>
                  <a:gd name="T32" fmla="*/ 130 w 234"/>
                  <a:gd name="T33" fmla="*/ 152 h 315"/>
                  <a:gd name="T34" fmla="*/ 96 w 234"/>
                  <a:gd name="T35" fmla="*/ 151 h 315"/>
                  <a:gd name="T36" fmla="*/ 52 w 234"/>
                  <a:gd name="T37" fmla="*/ 149 h 315"/>
                  <a:gd name="T38" fmla="*/ 50 w 234"/>
                  <a:gd name="T39" fmla="*/ 151 h 315"/>
                  <a:gd name="T40" fmla="*/ 56 w 234"/>
                  <a:gd name="T41" fmla="*/ 158 h 315"/>
                  <a:gd name="T42" fmla="*/ 58 w 234"/>
                  <a:gd name="T43" fmla="*/ 160 h 315"/>
                  <a:gd name="T44" fmla="*/ 72 w 234"/>
                  <a:gd name="T45" fmla="*/ 151 h 315"/>
                  <a:gd name="T46" fmla="*/ 68 w 234"/>
                  <a:gd name="T47" fmla="*/ 154 h 315"/>
                  <a:gd name="T48" fmla="*/ 67 w 234"/>
                  <a:gd name="T49" fmla="*/ 149 h 315"/>
                  <a:gd name="T50" fmla="*/ 66 w 234"/>
                  <a:gd name="T51" fmla="*/ 160 h 315"/>
                  <a:gd name="T52" fmla="*/ 72 w 234"/>
                  <a:gd name="T53" fmla="*/ 156 h 315"/>
                  <a:gd name="T54" fmla="*/ 95 w 234"/>
                  <a:gd name="T55" fmla="*/ 149 h 315"/>
                  <a:gd name="T56" fmla="*/ 93 w 234"/>
                  <a:gd name="T57" fmla="*/ 156 h 315"/>
                  <a:gd name="T58" fmla="*/ 90 w 234"/>
                  <a:gd name="T59" fmla="*/ 152 h 315"/>
                  <a:gd name="T60" fmla="*/ 91 w 234"/>
                  <a:gd name="T61" fmla="*/ 150 h 315"/>
                  <a:gd name="T62" fmla="*/ 86 w 234"/>
                  <a:gd name="T63" fmla="*/ 152 h 315"/>
                  <a:gd name="T64" fmla="*/ 89 w 234"/>
                  <a:gd name="T65" fmla="*/ 159 h 315"/>
                  <a:gd name="T66" fmla="*/ 97 w 234"/>
                  <a:gd name="T67" fmla="*/ 159 h 315"/>
                  <a:gd name="T68" fmla="*/ 103 w 234"/>
                  <a:gd name="T69" fmla="*/ 151 h 315"/>
                  <a:gd name="T70" fmla="*/ 103 w 234"/>
                  <a:gd name="T71" fmla="*/ 159 h 315"/>
                  <a:gd name="T72" fmla="*/ 107 w 234"/>
                  <a:gd name="T73" fmla="*/ 161 h 315"/>
                  <a:gd name="T74" fmla="*/ 128 w 234"/>
                  <a:gd name="T75" fmla="*/ 153 h 315"/>
                  <a:gd name="T76" fmla="*/ 126 w 234"/>
                  <a:gd name="T77" fmla="*/ 150 h 315"/>
                  <a:gd name="T78" fmla="*/ 124 w 234"/>
                  <a:gd name="T79" fmla="*/ 155 h 315"/>
                  <a:gd name="T80" fmla="*/ 124 w 234"/>
                  <a:gd name="T81" fmla="*/ 158 h 315"/>
                  <a:gd name="T82" fmla="*/ 131 w 234"/>
                  <a:gd name="T83" fmla="*/ 157 h 315"/>
                  <a:gd name="T84" fmla="*/ 139 w 234"/>
                  <a:gd name="T85" fmla="*/ 153 h 315"/>
                  <a:gd name="T86" fmla="*/ 137 w 234"/>
                  <a:gd name="T87" fmla="*/ 158 h 315"/>
                  <a:gd name="T88" fmla="*/ 167 w 234"/>
                  <a:gd name="T89" fmla="*/ 154 h 315"/>
                  <a:gd name="T90" fmla="*/ 164 w 234"/>
                  <a:gd name="T91" fmla="*/ 148 h 315"/>
                  <a:gd name="T92" fmla="*/ 161 w 234"/>
                  <a:gd name="T93" fmla="*/ 153 h 315"/>
                  <a:gd name="T94" fmla="*/ 160 w 234"/>
                  <a:gd name="T95" fmla="*/ 159 h 315"/>
                  <a:gd name="T96" fmla="*/ 163 w 234"/>
                  <a:gd name="T97" fmla="*/ 156 h 315"/>
                  <a:gd name="T98" fmla="*/ 168 w 234"/>
                  <a:gd name="T99" fmla="*/ 157 h 315"/>
                  <a:gd name="T100" fmla="*/ 183 w 234"/>
                  <a:gd name="T101" fmla="*/ 152 h 315"/>
                  <a:gd name="T102" fmla="*/ 180 w 234"/>
                  <a:gd name="T103" fmla="*/ 149 h 315"/>
                  <a:gd name="T104" fmla="*/ 177 w 234"/>
                  <a:gd name="T105" fmla="*/ 153 h 315"/>
                  <a:gd name="T106" fmla="*/ 176 w 234"/>
                  <a:gd name="T107" fmla="*/ 157 h 315"/>
                  <a:gd name="T108" fmla="*/ 179 w 234"/>
                  <a:gd name="T109" fmla="*/ 153 h 315"/>
                  <a:gd name="T110" fmla="*/ 182 w 234"/>
                  <a:gd name="T111" fmla="*/ 158 h 315"/>
                  <a:gd name="T112" fmla="*/ 142 w 234"/>
                  <a:gd name="T113" fmla="*/ 154 h 315"/>
                  <a:gd name="T114" fmla="*/ 234 w 234"/>
                  <a:gd name="T115" fmla="*/ 0 h 315"/>
                  <a:gd name="T116" fmla="*/ 21 w 234"/>
                  <a:gd name="T117" fmla="*/ 251 h 315"/>
                  <a:gd name="T118" fmla="*/ 106 w 234"/>
                  <a:gd name="T119" fmla="*/ 261 h 315"/>
                  <a:gd name="T120" fmla="*/ 155 w 234"/>
                  <a:gd name="T121" fmla="*/ 260 h 315"/>
                  <a:gd name="T122" fmla="*/ 225 w 234"/>
                  <a:gd name="T123" fmla="*/ 187 h 3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234" h="315">
                    <a:moveTo>
                      <a:pt x="106" y="256"/>
                    </a:moveTo>
                    <a:cubicBezTo>
                      <a:pt x="106" y="257"/>
                      <a:pt x="106" y="258"/>
                      <a:pt x="106" y="258"/>
                    </a:cubicBezTo>
                    <a:cubicBezTo>
                      <a:pt x="105" y="259"/>
                      <a:pt x="104" y="260"/>
                      <a:pt x="102" y="260"/>
                    </a:cubicBezTo>
                    <a:cubicBezTo>
                      <a:pt x="100" y="260"/>
                      <a:pt x="99" y="258"/>
                      <a:pt x="99" y="255"/>
                    </a:cubicBezTo>
                    <a:cubicBezTo>
                      <a:pt x="99" y="252"/>
                      <a:pt x="100" y="250"/>
                      <a:pt x="102" y="250"/>
                    </a:cubicBezTo>
                    <a:cubicBezTo>
                      <a:pt x="105" y="250"/>
                      <a:pt x="106" y="253"/>
                      <a:pt x="106" y="256"/>
                    </a:cubicBezTo>
                    <a:close/>
                    <a:moveTo>
                      <a:pt x="27" y="227"/>
                    </a:moveTo>
                    <a:cubicBezTo>
                      <a:pt x="47" y="227"/>
                      <a:pt x="47" y="227"/>
                      <a:pt x="47" y="227"/>
                    </a:cubicBezTo>
                    <a:cubicBezTo>
                      <a:pt x="47" y="221"/>
                      <a:pt x="47" y="221"/>
                      <a:pt x="47" y="221"/>
                    </a:cubicBezTo>
                    <a:cubicBezTo>
                      <a:pt x="27" y="221"/>
                      <a:pt x="27" y="221"/>
                      <a:pt x="27" y="221"/>
                    </a:cubicBezTo>
                    <a:lnTo>
                      <a:pt x="27" y="227"/>
                    </a:lnTo>
                    <a:close/>
                    <a:moveTo>
                      <a:pt x="187" y="227"/>
                    </a:moveTo>
                    <a:cubicBezTo>
                      <a:pt x="206" y="227"/>
                      <a:pt x="206" y="227"/>
                      <a:pt x="206" y="227"/>
                    </a:cubicBezTo>
                    <a:cubicBezTo>
                      <a:pt x="206" y="221"/>
                      <a:pt x="206" y="221"/>
                      <a:pt x="206" y="221"/>
                    </a:cubicBezTo>
                    <a:cubicBezTo>
                      <a:pt x="187" y="221"/>
                      <a:pt x="187" y="221"/>
                      <a:pt x="187" y="221"/>
                    </a:cubicBezTo>
                    <a:lnTo>
                      <a:pt x="187" y="227"/>
                    </a:lnTo>
                    <a:close/>
                    <a:moveTo>
                      <a:pt x="74" y="227"/>
                    </a:moveTo>
                    <a:cubicBezTo>
                      <a:pt x="93" y="227"/>
                      <a:pt x="93" y="227"/>
                      <a:pt x="93" y="227"/>
                    </a:cubicBezTo>
                    <a:cubicBezTo>
                      <a:pt x="93" y="221"/>
                      <a:pt x="93" y="221"/>
                      <a:pt x="93" y="221"/>
                    </a:cubicBezTo>
                    <a:cubicBezTo>
                      <a:pt x="74" y="221"/>
                      <a:pt x="74" y="221"/>
                      <a:pt x="74" y="221"/>
                    </a:cubicBezTo>
                    <a:lnTo>
                      <a:pt x="74" y="227"/>
                    </a:lnTo>
                    <a:close/>
                    <a:moveTo>
                      <a:pt x="141" y="227"/>
                    </a:moveTo>
                    <a:cubicBezTo>
                      <a:pt x="161" y="227"/>
                      <a:pt x="161" y="227"/>
                      <a:pt x="161" y="227"/>
                    </a:cubicBezTo>
                    <a:cubicBezTo>
                      <a:pt x="161" y="221"/>
                      <a:pt x="161" y="221"/>
                      <a:pt x="161" y="221"/>
                    </a:cubicBezTo>
                    <a:cubicBezTo>
                      <a:pt x="141" y="221"/>
                      <a:pt x="141" y="221"/>
                      <a:pt x="141" y="221"/>
                    </a:cubicBezTo>
                    <a:lnTo>
                      <a:pt x="141" y="227"/>
                    </a:lnTo>
                    <a:close/>
                    <a:moveTo>
                      <a:pt x="205" y="172"/>
                    </a:moveTo>
                    <a:cubicBezTo>
                      <a:pt x="188" y="172"/>
                      <a:pt x="188" y="172"/>
                      <a:pt x="188" y="172"/>
                    </a:cubicBezTo>
                    <a:cubicBezTo>
                      <a:pt x="188" y="176"/>
                      <a:pt x="188" y="176"/>
                      <a:pt x="188" y="176"/>
                    </a:cubicBezTo>
                    <a:cubicBezTo>
                      <a:pt x="187" y="176"/>
                      <a:pt x="187" y="176"/>
                      <a:pt x="187" y="176"/>
                    </a:cubicBezTo>
                    <a:cubicBezTo>
                      <a:pt x="187" y="172"/>
                      <a:pt x="187" y="172"/>
                      <a:pt x="187" y="172"/>
                    </a:cubicBezTo>
                    <a:cubicBezTo>
                      <a:pt x="161" y="172"/>
                      <a:pt x="161" y="172"/>
                      <a:pt x="161" y="172"/>
                    </a:cubicBezTo>
                    <a:cubicBezTo>
                      <a:pt x="161" y="176"/>
                      <a:pt x="161" y="176"/>
                      <a:pt x="161" y="176"/>
                    </a:cubicBezTo>
                    <a:cubicBezTo>
                      <a:pt x="160" y="176"/>
                      <a:pt x="160" y="176"/>
                      <a:pt x="160" y="176"/>
                    </a:cubicBezTo>
                    <a:cubicBezTo>
                      <a:pt x="160" y="172"/>
                      <a:pt x="160" y="172"/>
                      <a:pt x="160" y="172"/>
                    </a:cubicBezTo>
                    <a:cubicBezTo>
                      <a:pt x="142" y="172"/>
                      <a:pt x="142" y="172"/>
                      <a:pt x="142" y="172"/>
                    </a:cubicBezTo>
                    <a:cubicBezTo>
                      <a:pt x="142" y="176"/>
                      <a:pt x="142" y="176"/>
                      <a:pt x="142" y="176"/>
                    </a:cubicBezTo>
                    <a:cubicBezTo>
                      <a:pt x="141" y="176"/>
                      <a:pt x="141" y="176"/>
                      <a:pt x="141" y="176"/>
                    </a:cubicBezTo>
                    <a:cubicBezTo>
                      <a:pt x="141" y="172"/>
                      <a:pt x="141" y="172"/>
                      <a:pt x="141" y="172"/>
                    </a:cubicBezTo>
                    <a:cubicBezTo>
                      <a:pt x="93" y="172"/>
                      <a:pt x="93" y="172"/>
                      <a:pt x="93" y="172"/>
                    </a:cubicBezTo>
                    <a:cubicBezTo>
                      <a:pt x="93" y="176"/>
                      <a:pt x="93" y="176"/>
                      <a:pt x="93" y="176"/>
                    </a:cubicBezTo>
                    <a:cubicBezTo>
                      <a:pt x="93" y="176"/>
                      <a:pt x="93" y="176"/>
                      <a:pt x="93" y="176"/>
                    </a:cubicBezTo>
                    <a:cubicBezTo>
                      <a:pt x="93" y="172"/>
                      <a:pt x="93" y="172"/>
                      <a:pt x="93" y="172"/>
                    </a:cubicBezTo>
                    <a:cubicBezTo>
                      <a:pt x="75" y="172"/>
                      <a:pt x="75" y="172"/>
                      <a:pt x="75" y="172"/>
                    </a:cubicBezTo>
                    <a:cubicBezTo>
                      <a:pt x="75" y="176"/>
                      <a:pt x="75" y="176"/>
                      <a:pt x="75" y="176"/>
                    </a:cubicBezTo>
                    <a:cubicBezTo>
                      <a:pt x="74" y="176"/>
                      <a:pt x="74" y="176"/>
                      <a:pt x="74" y="176"/>
                    </a:cubicBezTo>
                    <a:cubicBezTo>
                      <a:pt x="74" y="172"/>
                      <a:pt x="74" y="172"/>
                      <a:pt x="74" y="172"/>
                    </a:cubicBezTo>
                    <a:cubicBezTo>
                      <a:pt x="47" y="172"/>
                      <a:pt x="47" y="172"/>
                      <a:pt x="47" y="172"/>
                    </a:cubicBezTo>
                    <a:cubicBezTo>
                      <a:pt x="47" y="176"/>
                      <a:pt x="47" y="176"/>
                      <a:pt x="47" y="176"/>
                    </a:cubicBezTo>
                    <a:cubicBezTo>
                      <a:pt x="46" y="176"/>
                      <a:pt x="46" y="176"/>
                      <a:pt x="46" y="176"/>
                    </a:cubicBezTo>
                    <a:cubicBezTo>
                      <a:pt x="46" y="172"/>
                      <a:pt x="46" y="172"/>
                      <a:pt x="46" y="172"/>
                    </a:cubicBezTo>
                    <a:cubicBezTo>
                      <a:pt x="28" y="172"/>
                      <a:pt x="28" y="172"/>
                      <a:pt x="28" y="172"/>
                    </a:cubicBezTo>
                    <a:cubicBezTo>
                      <a:pt x="28" y="176"/>
                      <a:pt x="28" y="176"/>
                      <a:pt x="28" y="176"/>
                    </a:cubicBezTo>
                    <a:cubicBezTo>
                      <a:pt x="27" y="176"/>
                      <a:pt x="27" y="176"/>
                      <a:pt x="27" y="176"/>
                    </a:cubicBezTo>
                    <a:cubicBezTo>
                      <a:pt x="27" y="220"/>
                      <a:pt x="27" y="220"/>
                      <a:pt x="27" y="220"/>
                    </a:cubicBezTo>
                    <a:cubicBezTo>
                      <a:pt x="47" y="220"/>
                      <a:pt x="47" y="220"/>
                      <a:pt x="47" y="220"/>
                    </a:cubicBezTo>
                    <a:cubicBezTo>
                      <a:pt x="47" y="180"/>
                      <a:pt x="47" y="180"/>
                      <a:pt x="47" y="180"/>
                    </a:cubicBezTo>
                    <a:cubicBezTo>
                      <a:pt x="74" y="180"/>
                      <a:pt x="74" y="180"/>
                      <a:pt x="74" y="180"/>
                    </a:cubicBezTo>
                    <a:cubicBezTo>
                      <a:pt x="74" y="220"/>
                      <a:pt x="74" y="220"/>
                      <a:pt x="74" y="220"/>
                    </a:cubicBezTo>
                    <a:cubicBezTo>
                      <a:pt x="93" y="220"/>
                      <a:pt x="93" y="220"/>
                      <a:pt x="93" y="220"/>
                    </a:cubicBezTo>
                    <a:cubicBezTo>
                      <a:pt x="93" y="180"/>
                      <a:pt x="93" y="180"/>
                      <a:pt x="93" y="180"/>
                    </a:cubicBezTo>
                    <a:cubicBezTo>
                      <a:pt x="141" y="180"/>
                      <a:pt x="141" y="180"/>
                      <a:pt x="141" y="180"/>
                    </a:cubicBezTo>
                    <a:cubicBezTo>
                      <a:pt x="141" y="220"/>
                      <a:pt x="141" y="220"/>
                      <a:pt x="141" y="220"/>
                    </a:cubicBezTo>
                    <a:cubicBezTo>
                      <a:pt x="161" y="220"/>
                      <a:pt x="161" y="220"/>
                      <a:pt x="161" y="220"/>
                    </a:cubicBezTo>
                    <a:cubicBezTo>
                      <a:pt x="161" y="180"/>
                      <a:pt x="161" y="180"/>
                      <a:pt x="161" y="180"/>
                    </a:cubicBezTo>
                    <a:cubicBezTo>
                      <a:pt x="187" y="180"/>
                      <a:pt x="187" y="180"/>
                      <a:pt x="187" y="180"/>
                    </a:cubicBezTo>
                    <a:cubicBezTo>
                      <a:pt x="187" y="220"/>
                      <a:pt x="187" y="220"/>
                      <a:pt x="187" y="220"/>
                    </a:cubicBezTo>
                    <a:cubicBezTo>
                      <a:pt x="206" y="220"/>
                      <a:pt x="206" y="220"/>
                      <a:pt x="206" y="220"/>
                    </a:cubicBezTo>
                    <a:cubicBezTo>
                      <a:pt x="206" y="176"/>
                      <a:pt x="206" y="176"/>
                      <a:pt x="206" y="176"/>
                    </a:cubicBezTo>
                    <a:cubicBezTo>
                      <a:pt x="205" y="176"/>
                      <a:pt x="205" y="176"/>
                      <a:pt x="205" y="176"/>
                    </a:cubicBezTo>
                    <a:lnTo>
                      <a:pt x="205" y="172"/>
                    </a:lnTo>
                    <a:close/>
                    <a:moveTo>
                      <a:pt x="89" y="154"/>
                    </a:moveTo>
                    <a:cubicBezTo>
                      <a:pt x="89" y="154"/>
                      <a:pt x="89" y="154"/>
                      <a:pt x="89" y="154"/>
                    </a:cubicBezTo>
                    <a:cubicBezTo>
                      <a:pt x="89" y="154"/>
                      <a:pt x="89" y="154"/>
                      <a:pt x="89" y="154"/>
                    </a:cubicBezTo>
                    <a:cubicBezTo>
                      <a:pt x="89" y="154"/>
                      <a:pt x="89" y="154"/>
                      <a:pt x="89" y="154"/>
                    </a:cubicBezTo>
                    <a:cubicBezTo>
                      <a:pt x="89" y="154"/>
                      <a:pt x="89" y="154"/>
                      <a:pt x="89" y="154"/>
                    </a:cubicBezTo>
                    <a:cubicBezTo>
                      <a:pt x="89" y="154"/>
                      <a:pt x="89" y="154"/>
                      <a:pt x="89" y="154"/>
                    </a:cubicBezTo>
                    <a:cubicBezTo>
                      <a:pt x="89" y="154"/>
                      <a:pt x="89" y="154"/>
                      <a:pt x="89" y="154"/>
                    </a:cubicBezTo>
                    <a:cubicBezTo>
                      <a:pt x="89" y="154"/>
                      <a:pt x="89" y="154"/>
                      <a:pt x="89" y="154"/>
                    </a:cubicBezTo>
                    <a:cubicBezTo>
                      <a:pt x="88" y="154"/>
                      <a:pt x="88" y="154"/>
                      <a:pt x="88" y="154"/>
                    </a:cubicBezTo>
                    <a:cubicBezTo>
                      <a:pt x="88" y="154"/>
                      <a:pt x="88" y="154"/>
                      <a:pt x="88" y="154"/>
                    </a:cubicBezTo>
                    <a:cubicBezTo>
                      <a:pt x="88" y="154"/>
                      <a:pt x="88" y="154"/>
                      <a:pt x="88" y="154"/>
                    </a:cubicBezTo>
                    <a:cubicBezTo>
                      <a:pt x="88" y="154"/>
                      <a:pt x="88" y="154"/>
                      <a:pt x="88" y="154"/>
                    </a:cubicBezTo>
                    <a:cubicBezTo>
                      <a:pt x="88" y="154"/>
                      <a:pt x="88" y="154"/>
                      <a:pt x="88" y="154"/>
                    </a:cubicBezTo>
                    <a:cubicBezTo>
                      <a:pt x="88" y="154"/>
                      <a:pt x="89" y="154"/>
                      <a:pt x="89" y="154"/>
                    </a:cubicBezTo>
                    <a:close/>
                    <a:moveTo>
                      <a:pt x="88" y="155"/>
                    </a:moveTo>
                    <a:cubicBezTo>
                      <a:pt x="88" y="155"/>
                      <a:pt x="88" y="155"/>
                      <a:pt x="88" y="155"/>
                    </a:cubicBezTo>
                    <a:cubicBezTo>
                      <a:pt x="88" y="155"/>
                      <a:pt x="88" y="155"/>
                      <a:pt x="88" y="155"/>
                    </a:cubicBezTo>
                    <a:cubicBezTo>
                      <a:pt x="88" y="155"/>
                      <a:pt x="88" y="155"/>
                      <a:pt x="88" y="155"/>
                    </a:cubicBezTo>
                    <a:cubicBezTo>
                      <a:pt x="88" y="155"/>
                      <a:pt x="88" y="155"/>
                      <a:pt x="88" y="155"/>
                    </a:cubicBezTo>
                    <a:cubicBezTo>
                      <a:pt x="88" y="155"/>
                      <a:pt x="88" y="155"/>
                      <a:pt x="88" y="155"/>
                    </a:cubicBezTo>
                    <a:cubicBezTo>
                      <a:pt x="88" y="155"/>
                      <a:pt x="88" y="155"/>
                      <a:pt x="88" y="155"/>
                    </a:cubicBezTo>
                    <a:close/>
                    <a:moveTo>
                      <a:pt x="89" y="153"/>
                    </a:moveTo>
                    <a:cubicBezTo>
                      <a:pt x="89" y="153"/>
                      <a:pt x="89" y="153"/>
                      <a:pt x="89" y="153"/>
                    </a:cubicBezTo>
                    <a:cubicBezTo>
                      <a:pt x="89" y="153"/>
                      <a:pt x="89" y="153"/>
                      <a:pt x="89" y="153"/>
                    </a:cubicBezTo>
                    <a:cubicBezTo>
                      <a:pt x="89" y="153"/>
                      <a:pt x="89" y="152"/>
                      <a:pt x="89" y="152"/>
                    </a:cubicBezTo>
                    <a:cubicBezTo>
                      <a:pt x="89" y="152"/>
                      <a:pt x="89" y="152"/>
                      <a:pt x="89" y="152"/>
                    </a:cubicBezTo>
                    <a:cubicBezTo>
                      <a:pt x="89" y="152"/>
                      <a:pt x="89" y="152"/>
                      <a:pt x="89" y="152"/>
                    </a:cubicBezTo>
                    <a:cubicBezTo>
                      <a:pt x="89" y="153"/>
                      <a:pt x="89" y="153"/>
                      <a:pt x="89" y="153"/>
                    </a:cubicBezTo>
                    <a:cubicBezTo>
                      <a:pt x="88" y="153"/>
                      <a:pt x="88" y="153"/>
                      <a:pt x="88" y="153"/>
                    </a:cubicBezTo>
                    <a:cubicBezTo>
                      <a:pt x="88" y="153"/>
                      <a:pt x="88" y="153"/>
                      <a:pt x="88" y="153"/>
                    </a:cubicBezTo>
                    <a:cubicBezTo>
                      <a:pt x="88" y="153"/>
                      <a:pt x="88" y="153"/>
                      <a:pt x="88" y="153"/>
                    </a:cubicBezTo>
                    <a:cubicBezTo>
                      <a:pt x="89" y="153"/>
                      <a:pt x="89" y="153"/>
                      <a:pt x="89" y="153"/>
                    </a:cubicBezTo>
                    <a:close/>
                    <a:moveTo>
                      <a:pt x="90" y="156"/>
                    </a:moveTo>
                    <a:cubicBezTo>
                      <a:pt x="90" y="156"/>
                      <a:pt x="90" y="156"/>
                      <a:pt x="90" y="156"/>
                    </a:cubicBezTo>
                    <a:cubicBezTo>
                      <a:pt x="89" y="156"/>
                      <a:pt x="89" y="156"/>
                      <a:pt x="90" y="156"/>
                    </a:cubicBezTo>
                    <a:cubicBezTo>
                      <a:pt x="90" y="157"/>
                      <a:pt x="90" y="157"/>
                      <a:pt x="90" y="157"/>
                    </a:cubicBezTo>
                    <a:cubicBezTo>
                      <a:pt x="90" y="157"/>
                      <a:pt x="90" y="157"/>
                      <a:pt x="90" y="157"/>
                    </a:cubicBezTo>
                    <a:cubicBezTo>
                      <a:pt x="90" y="156"/>
                      <a:pt x="90" y="156"/>
                      <a:pt x="90" y="156"/>
                    </a:cubicBezTo>
                    <a:cubicBezTo>
                      <a:pt x="90" y="156"/>
                      <a:pt x="90" y="156"/>
                      <a:pt x="90" y="156"/>
                    </a:cubicBezTo>
                    <a:cubicBezTo>
                      <a:pt x="90" y="156"/>
                      <a:pt x="90" y="156"/>
                      <a:pt x="90" y="156"/>
                    </a:cubicBezTo>
                    <a:close/>
                    <a:moveTo>
                      <a:pt x="91" y="156"/>
                    </a:moveTo>
                    <a:cubicBezTo>
                      <a:pt x="91" y="156"/>
                      <a:pt x="91" y="156"/>
                      <a:pt x="91" y="156"/>
                    </a:cubicBezTo>
                    <a:cubicBezTo>
                      <a:pt x="91" y="156"/>
                      <a:pt x="91" y="156"/>
                      <a:pt x="91" y="156"/>
                    </a:cubicBezTo>
                    <a:cubicBezTo>
                      <a:pt x="91" y="156"/>
                      <a:pt x="91" y="156"/>
                      <a:pt x="91" y="156"/>
                    </a:cubicBezTo>
                    <a:cubicBezTo>
                      <a:pt x="91" y="157"/>
                      <a:pt x="91" y="157"/>
                      <a:pt x="91" y="157"/>
                    </a:cubicBezTo>
                    <a:cubicBezTo>
                      <a:pt x="91" y="157"/>
                      <a:pt x="91" y="157"/>
                      <a:pt x="91" y="157"/>
                    </a:cubicBezTo>
                    <a:cubicBezTo>
                      <a:pt x="92" y="157"/>
                      <a:pt x="92" y="156"/>
                      <a:pt x="92" y="156"/>
                    </a:cubicBezTo>
                    <a:cubicBezTo>
                      <a:pt x="92" y="156"/>
                      <a:pt x="92" y="156"/>
                      <a:pt x="92" y="156"/>
                    </a:cubicBezTo>
                    <a:cubicBezTo>
                      <a:pt x="92" y="156"/>
                      <a:pt x="92" y="156"/>
                      <a:pt x="91" y="156"/>
                    </a:cubicBezTo>
                    <a:cubicBezTo>
                      <a:pt x="91" y="156"/>
                      <a:pt x="91" y="156"/>
                      <a:pt x="91" y="156"/>
                    </a:cubicBezTo>
                    <a:close/>
                    <a:moveTo>
                      <a:pt x="89" y="158"/>
                    </a:moveTo>
                    <a:cubicBezTo>
                      <a:pt x="89" y="158"/>
                      <a:pt x="89" y="158"/>
                      <a:pt x="89" y="158"/>
                    </a:cubicBezTo>
                    <a:cubicBezTo>
                      <a:pt x="89" y="158"/>
                      <a:pt x="88" y="158"/>
                      <a:pt x="88" y="158"/>
                    </a:cubicBezTo>
                    <a:cubicBezTo>
                      <a:pt x="88" y="158"/>
                      <a:pt x="88" y="158"/>
                      <a:pt x="88" y="158"/>
                    </a:cubicBezTo>
                    <a:cubicBezTo>
                      <a:pt x="88" y="158"/>
                      <a:pt x="89" y="158"/>
                      <a:pt x="89" y="158"/>
                    </a:cubicBezTo>
                    <a:cubicBezTo>
                      <a:pt x="89" y="158"/>
                      <a:pt x="89" y="158"/>
                      <a:pt x="89" y="158"/>
                    </a:cubicBezTo>
                    <a:cubicBezTo>
                      <a:pt x="89" y="158"/>
                      <a:pt x="89" y="158"/>
                      <a:pt x="89" y="158"/>
                    </a:cubicBezTo>
                    <a:cubicBezTo>
                      <a:pt x="89" y="158"/>
                      <a:pt x="89" y="158"/>
                      <a:pt x="90" y="158"/>
                    </a:cubicBezTo>
                    <a:cubicBezTo>
                      <a:pt x="90" y="158"/>
                      <a:pt x="90" y="158"/>
                      <a:pt x="90" y="158"/>
                    </a:cubicBezTo>
                    <a:cubicBezTo>
                      <a:pt x="90" y="158"/>
                      <a:pt x="90" y="158"/>
                      <a:pt x="90" y="158"/>
                    </a:cubicBezTo>
                    <a:cubicBezTo>
                      <a:pt x="89" y="158"/>
                      <a:pt x="89" y="158"/>
                      <a:pt x="89" y="158"/>
                    </a:cubicBezTo>
                    <a:close/>
                    <a:moveTo>
                      <a:pt x="70" y="157"/>
                    </a:moveTo>
                    <a:cubicBezTo>
                      <a:pt x="70" y="157"/>
                      <a:pt x="70" y="157"/>
                      <a:pt x="70" y="157"/>
                    </a:cubicBezTo>
                    <a:cubicBezTo>
                      <a:pt x="70" y="157"/>
                      <a:pt x="70" y="157"/>
                      <a:pt x="70" y="157"/>
                    </a:cubicBezTo>
                    <a:cubicBezTo>
                      <a:pt x="69" y="157"/>
                      <a:pt x="69" y="157"/>
                      <a:pt x="69" y="157"/>
                    </a:cubicBezTo>
                    <a:cubicBezTo>
                      <a:pt x="69" y="157"/>
                      <a:pt x="69" y="157"/>
                      <a:pt x="69" y="157"/>
                    </a:cubicBezTo>
                    <a:cubicBezTo>
                      <a:pt x="69" y="156"/>
                      <a:pt x="69" y="156"/>
                      <a:pt x="69" y="156"/>
                    </a:cubicBezTo>
                    <a:cubicBezTo>
                      <a:pt x="69" y="156"/>
                      <a:pt x="69" y="156"/>
                      <a:pt x="70" y="156"/>
                    </a:cubicBezTo>
                    <a:cubicBezTo>
                      <a:pt x="70" y="156"/>
                      <a:pt x="70" y="156"/>
                      <a:pt x="70" y="156"/>
                    </a:cubicBezTo>
                    <a:cubicBezTo>
                      <a:pt x="70" y="156"/>
                      <a:pt x="70" y="156"/>
                      <a:pt x="70" y="156"/>
                    </a:cubicBezTo>
                    <a:cubicBezTo>
                      <a:pt x="70" y="156"/>
                      <a:pt x="70" y="155"/>
                      <a:pt x="70" y="155"/>
                    </a:cubicBezTo>
                    <a:cubicBezTo>
                      <a:pt x="70" y="155"/>
                      <a:pt x="70" y="155"/>
                      <a:pt x="70" y="155"/>
                    </a:cubicBezTo>
                    <a:cubicBezTo>
                      <a:pt x="69" y="155"/>
                      <a:pt x="69" y="155"/>
                      <a:pt x="69" y="155"/>
                    </a:cubicBezTo>
                    <a:cubicBezTo>
                      <a:pt x="69" y="155"/>
                      <a:pt x="69" y="155"/>
                      <a:pt x="69" y="155"/>
                    </a:cubicBezTo>
                    <a:cubicBezTo>
                      <a:pt x="69" y="155"/>
                      <a:pt x="69" y="155"/>
                      <a:pt x="68" y="155"/>
                    </a:cubicBezTo>
                    <a:cubicBezTo>
                      <a:pt x="68" y="155"/>
                      <a:pt x="68" y="156"/>
                      <a:pt x="68" y="156"/>
                    </a:cubicBezTo>
                    <a:cubicBezTo>
                      <a:pt x="68" y="156"/>
                      <a:pt x="68" y="156"/>
                      <a:pt x="68" y="156"/>
                    </a:cubicBezTo>
                    <a:cubicBezTo>
                      <a:pt x="68" y="156"/>
                      <a:pt x="68" y="156"/>
                      <a:pt x="68" y="156"/>
                    </a:cubicBezTo>
                    <a:cubicBezTo>
                      <a:pt x="68" y="157"/>
                      <a:pt x="68" y="157"/>
                      <a:pt x="68" y="157"/>
                    </a:cubicBezTo>
                    <a:cubicBezTo>
                      <a:pt x="68" y="157"/>
                      <a:pt x="69" y="157"/>
                      <a:pt x="69" y="157"/>
                    </a:cubicBezTo>
                    <a:cubicBezTo>
                      <a:pt x="69" y="157"/>
                      <a:pt x="69" y="157"/>
                      <a:pt x="69" y="157"/>
                    </a:cubicBezTo>
                    <a:cubicBezTo>
                      <a:pt x="69" y="158"/>
                      <a:pt x="69" y="158"/>
                      <a:pt x="69" y="158"/>
                    </a:cubicBezTo>
                    <a:cubicBezTo>
                      <a:pt x="69" y="158"/>
                      <a:pt x="69" y="158"/>
                      <a:pt x="70" y="158"/>
                    </a:cubicBezTo>
                    <a:cubicBezTo>
                      <a:pt x="70" y="158"/>
                      <a:pt x="70" y="158"/>
                      <a:pt x="70" y="158"/>
                    </a:cubicBezTo>
                    <a:cubicBezTo>
                      <a:pt x="70" y="158"/>
                      <a:pt x="70" y="158"/>
                      <a:pt x="71" y="158"/>
                    </a:cubicBezTo>
                    <a:cubicBezTo>
                      <a:pt x="71" y="158"/>
                      <a:pt x="71" y="158"/>
                      <a:pt x="71" y="158"/>
                    </a:cubicBezTo>
                    <a:cubicBezTo>
                      <a:pt x="72" y="158"/>
                      <a:pt x="72" y="158"/>
                      <a:pt x="72" y="158"/>
                    </a:cubicBezTo>
                    <a:cubicBezTo>
                      <a:pt x="72" y="158"/>
                      <a:pt x="72" y="158"/>
                      <a:pt x="72" y="157"/>
                    </a:cubicBezTo>
                    <a:cubicBezTo>
                      <a:pt x="72" y="157"/>
                      <a:pt x="72" y="157"/>
                      <a:pt x="72" y="157"/>
                    </a:cubicBezTo>
                    <a:cubicBezTo>
                      <a:pt x="72" y="157"/>
                      <a:pt x="72" y="157"/>
                      <a:pt x="72" y="157"/>
                    </a:cubicBezTo>
                    <a:cubicBezTo>
                      <a:pt x="72" y="157"/>
                      <a:pt x="72" y="157"/>
                      <a:pt x="72" y="157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157"/>
                      <a:pt x="70" y="157"/>
                      <a:pt x="70" y="157"/>
                    </a:cubicBezTo>
                    <a:close/>
                    <a:moveTo>
                      <a:pt x="91" y="157"/>
                    </a:moveTo>
                    <a:cubicBezTo>
                      <a:pt x="91" y="157"/>
                      <a:pt x="91" y="157"/>
                      <a:pt x="91" y="157"/>
                    </a:cubicBezTo>
                    <a:cubicBezTo>
                      <a:pt x="91" y="157"/>
                      <a:pt x="90" y="158"/>
                      <a:pt x="90" y="158"/>
                    </a:cubicBezTo>
                    <a:cubicBezTo>
                      <a:pt x="90" y="158"/>
                      <a:pt x="90" y="158"/>
                      <a:pt x="90" y="158"/>
                    </a:cubicBezTo>
                    <a:cubicBezTo>
                      <a:pt x="91" y="158"/>
                      <a:pt x="91" y="158"/>
                      <a:pt x="91" y="158"/>
                    </a:cubicBezTo>
                    <a:cubicBezTo>
                      <a:pt x="91" y="158"/>
                      <a:pt x="91" y="158"/>
                      <a:pt x="91" y="158"/>
                    </a:cubicBezTo>
                    <a:cubicBezTo>
                      <a:pt x="91" y="158"/>
                      <a:pt x="91" y="158"/>
                      <a:pt x="91" y="158"/>
                    </a:cubicBezTo>
                    <a:cubicBezTo>
                      <a:pt x="92" y="158"/>
                      <a:pt x="92" y="158"/>
                      <a:pt x="92" y="158"/>
                    </a:cubicBezTo>
                    <a:cubicBezTo>
                      <a:pt x="92" y="158"/>
                      <a:pt x="92" y="158"/>
                      <a:pt x="92" y="158"/>
                    </a:cubicBezTo>
                    <a:cubicBezTo>
                      <a:pt x="92" y="158"/>
                      <a:pt x="92" y="157"/>
                      <a:pt x="92" y="157"/>
                    </a:cubicBezTo>
                    <a:cubicBezTo>
                      <a:pt x="92" y="157"/>
                      <a:pt x="91" y="157"/>
                      <a:pt x="91" y="157"/>
                    </a:cubicBezTo>
                    <a:close/>
                    <a:moveTo>
                      <a:pt x="52" y="154"/>
                    </a:moveTo>
                    <a:cubicBezTo>
                      <a:pt x="53" y="154"/>
                      <a:pt x="53" y="154"/>
                      <a:pt x="53" y="154"/>
                    </a:cubicBezTo>
                    <a:cubicBezTo>
                      <a:pt x="53" y="153"/>
                      <a:pt x="53" y="153"/>
                      <a:pt x="53" y="153"/>
                    </a:cubicBezTo>
                    <a:cubicBezTo>
                      <a:pt x="53" y="153"/>
                      <a:pt x="53" y="153"/>
                      <a:pt x="53" y="153"/>
                    </a:cubicBezTo>
                    <a:cubicBezTo>
                      <a:pt x="53" y="153"/>
                      <a:pt x="53" y="153"/>
                      <a:pt x="53" y="153"/>
                    </a:cubicBezTo>
                    <a:cubicBezTo>
                      <a:pt x="53" y="153"/>
                      <a:pt x="53" y="153"/>
                      <a:pt x="53" y="153"/>
                    </a:cubicBezTo>
                    <a:cubicBezTo>
                      <a:pt x="53" y="153"/>
                      <a:pt x="53" y="153"/>
                      <a:pt x="53" y="153"/>
                    </a:cubicBezTo>
                    <a:cubicBezTo>
                      <a:pt x="53" y="153"/>
                      <a:pt x="53" y="153"/>
                      <a:pt x="53" y="153"/>
                    </a:cubicBezTo>
                    <a:cubicBezTo>
                      <a:pt x="52" y="153"/>
                      <a:pt x="52" y="153"/>
                      <a:pt x="52" y="153"/>
                    </a:cubicBezTo>
                    <a:cubicBezTo>
                      <a:pt x="52" y="153"/>
                      <a:pt x="52" y="153"/>
                      <a:pt x="52" y="153"/>
                    </a:cubicBezTo>
                    <a:cubicBezTo>
                      <a:pt x="52" y="153"/>
                      <a:pt x="52" y="153"/>
                      <a:pt x="52" y="154"/>
                    </a:cubicBezTo>
                    <a:cubicBezTo>
                      <a:pt x="52" y="154"/>
                      <a:pt x="52" y="154"/>
                      <a:pt x="52" y="154"/>
                    </a:cubicBezTo>
                    <a:cubicBezTo>
                      <a:pt x="52" y="154"/>
                      <a:pt x="52" y="154"/>
                      <a:pt x="52" y="154"/>
                    </a:cubicBezTo>
                    <a:close/>
                    <a:moveTo>
                      <a:pt x="51" y="155"/>
                    </a:moveTo>
                    <a:cubicBezTo>
                      <a:pt x="51" y="156"/>
                      <a:pt x="50" y="156"/>
                      <a:pt x="50" y="156"/>
                    </a:cubicBezTo>
                    <a:cubicBezTo>
                      <a:pt x="50" y="157"/>
                      <a:pt x="51" y="157"/>
                      <a:pt x="51" y="157"/>
                    </a:cubicBezTo>
                    <a:cubicBezTo>
                      <a:pt x="51" y="157"/>
                      <a:pt x="51" y="157"/>
                      <a:pt x="51" y="157"/>
                    </a:cubicBezTo>
                    <a:cubicBezTo>
                      <a:pt x="51" y="157"/>
                      <a:pt x="51" y="157"/>
                      <a:pt x="51" y="157"/>
                    </a:cubicBezTo>
                    <a:cubicBezTo>
                      <a:pt x="52" y="157"/>
                      <a:pt x="52" y="157"/>
                      <a:pt x="52" y="157"/>
                    </a:cubicBezTo>
                    <a:cubicBezTo>
                      <a:pt x="52" y="157"/>
                      <a:pt x="52" y="157"/>
                      <a:pt x="53" y="157"/>
                    </a:cubicBezTo>
                    <a:cubicBezTo>
                      <a:pt x="53" y="157"/>
                      <a:pt x="53" y="156"/>
                      <a:pt x="53" y="156"/>
                    </a:cubicBezTo>
                    <a:cubicBezTo>
                      <a:pt x="53" y="156"/>
                      <a:pt x="53" y="156"/>
                      <a:pt x="53" y="156"/>
                    </a:cubicBezTo>
                    <a:cubicBezTo>
                      <a:pt x="53" y="156"/>
                      <a:pt x="53" y="156"/>
                      <a:pt x="53" y="156"/>
                    </a:cubicBezTo>
                    <a:cubicBezTo>
                      <a:pt x="53" y="156"/>
                      <a:pt x="53" y="156"/>
                      <a:pt x="53" y="156"/>
                    </a:cubicBezTo>
                    <a:cubicBezTo>
                      <a:pt x="53" y="156"/>
                      <a:pt x="53" y="156"/>
                      <a:pt x="53" y="156"/>
                    </a:cubicBezTo>
                    <a:cubicBezTo>
                      <a:pt x="53" y="156"/>
                      <a:pt x="53" y="156"/>
                      <a:pt x="52" y="156"/>
                    </a:cubicBezTo>
                    <a:cubicBezTo>
                      <a:pt x="52" y="156"/>
                      <a:pt x="52" y="156"/>
                      <a:pt x="52" y="156"/>
                    </a:cubicBezTo>
                    <a:cubicBezTo>
                      <a:pt x="52" y="156"/>
                      <a:pt x="52" y="156"/>
                      <a:pt x="52" y="156"/>
                    </a:cubicBezTo>
                    <a:cubicBezTo>
                      <a:pt x="52" y="156"/>
                      <a:pt x="52" y="156"/>
                      <a:pt x="51" y="156"/>
                    </a:cubicBezTo>
                    <a:cubicBezTo>
                      <a:pt x="51" y="156"/>
                      <a:pt x="51" y="155"/>
                      <a:pt x="51" y="155"/>
                    </a:cubicBezTo>
                    <a:cubicBezTo>
                      <a:pt x="51" y="155"/>
                      <a:pt x="51" y="155"/>
                      <a:pt x="51" y="155"/>
                    </a:cubicBezTo>
                    <a:cubicBezTo>
                      <a:pt x="51" y="155"/>
                      <a:pt x="51" y="155"/>
                      <a:pt x="51" y="155"/>
                    </a:cubicBezTo>
                    <a:cubicBezTo>
                      <a:pt x="51" y="154"/>
                      <a:pt x="51" y="154"/>
                      <a:pt x="51" y="153"/>
                    </a:cubicBezTo>
                    <a:cubicBezTo>
                      <a:pt x="51" y="153"/>
                      <a:pt x="51" y="153"/>
                      <a:pt x="51" y="153"/>
                    </a:cubicBezTo>
                    <a:cubicBezTo>
                      <a:pt x="51" y="153"/>
                      <a:pt x="50" y="153"/>
                      <a:pt x="50" y="153"/>
                    </a:cubicBezTo>
                    <a:cubicBezTo>
                      <a:pt x="50" y="153"/>
                      <a:pt x="50" y="154"/>
                      <a:pt x="50" y="154"/>
                    </a:cubicBezTo>
                    <a:cubicBezTo>
                      <a:pt x="51" y="155"/>
                      <a:pt x="51" y="155"/>
                      <a:pt x="51" y="155"/>
                    </a:cubicBezTo>
                    <a:close/>
                    <a:moveTo>
                      <a:pt x="53" y="155"/>
                    </a:moveTo>
                    <a:cubicBezTo>
                      <a:pt x="53" y="155"/>
                      <a:pt x="53" y="155"/>
                      <a:pt x="52" y="155"/>
                    </a:cubicBezTo>
                    <a:cubicBezTo>
                      <a:pt x="52" y="155"/>
                      <a:pt x="52" y="155"/>
                      <a:pt x="52" y="155"/>
                    </a:cubicBezTo>
                    <a:cubicBezTo>
                      <a:pt x="52" y="155"/>
                      <a:pt x="52" y="155"/>
                      <a:pt x="53" y="155"/>
                    </a:cubicBezTo>
                    <a:cubicBezTo>
                      <a:pt x="53" y="155"/>
                      <a:pt x="53" y="155"/>
                      <a:pt x="53" y="155"/>
                    </a:cubicBezTo>
                    <a:cubicBezTo>
                      <a:pt x="53" y="155"/>
                      <a:pt x="53" y="155"/>
                      <a:pt x="53" y="155"/>
                    </a:cubicBezTo>
                    <a:cubicBezTo>
                      <a:pt x="53" y="155"/>
                      <a:pt x="53" y="155"/>
                      <a:pt x="53" y="155"/>
                    </a:cubicBezTo>
                    <a:cubicBezTo>
                      <a:pt x="53" y="155"/>
                      <a:pt x="53" y="155"/>
                      <a:pt x="53" y="155"/>
                    </a:cubicBezTo>
                    <a:cubicBezTo>
                      <a:pt x="53" y="155"/>
                      <a:pt x="53" y="155"/>
                      <a:pt x="53" y="155"/>
                    </a:cubicBezTo>
                    <a:cubicBezTo>
                      <a:pt x="53" y="155"/>
                      <a:pt x="53" y="155"/>
                      <a:pt x="53" y="155"/>
                    </a:cubicBezTo>
                    <a:cubicBezTo>
                      <a:pt x="53" y="155"/>
                      <a:pt x="53" y="155"/>
                      <a:pt x="53" y="155"/>
                    </a:cubicBezTo>
                    <a:close/>
                    <a:moveTo>
                      <a:pt x="57" y="150"/>
                    </a:moveTo>
                    <a:cubicBezTo>
                      <a:pt x="57" y="150"/>
                      <a:pt x="57" y="150"/>
                      <a:pt x="57" y="150"/>
                    </a:cubicBezTo>
                    <a:cubicBezTo>
                      <a:pt x="56" y="150"/>
                      <a:pt x="56" y="150"/>
                      <a:pt x="56" y="150"/>
                    </a:cubicBezTo>
                    <a:cubicBezTo>
                      <a:pt x="56" y="150"/>
                      <a:pt x="56" y="150"/>
                      <a:pt x="56" y="150"/>
                    </a:cubicBezTo>
                    <a:cubicBezTo>
                      <a:pt x="55" y="149"/>
                      <a:pt x="55" y="150"/>
                      <a:pt x="55" y="149"/>
                    </a:cubicBezTo>
                    <a:cubicBezTo>
                      <a:pt x="55" y="149"/>
                      <a:pt x="55" y="149"/>
                      <a:pt x="55" y="149"/>
                    </a:cubicBezTo>
                    <a:cubicBezTo>
                      <a:pt x="55" y="149"/>
                      <a:pt x="55" y="150"/>
                      <a:pt x="55" y="149"/>
                    </a:cubicBezTo>
                    <a:cubicBezTo>
                      <a:pt x="55" y="149"/>
                      <a:pt x="54" y="150"/>
                      <a:pt x="54" y="150"/>
                    </a:cubicBezTo>
                    <a:cubicBezTo>
                      <a:pt x="54" y="150"/>
                      <a:pt x="54" y="150"/>
                      <a:pt x="54" y="150"/>
                    </a:cubicBezTo>
                    <a:cubicBezTo>
                      <a:pt x="55" y="150"/>
                      <a:pt x="55" y="150"/>
                      <a:pt x="55" y="150"/>
                    </a:cubicBezTo>
                    <a:cubicBezTo>
                      <a:pt x="55" y="150"/>
                      <a:pt x="55" y="150"/>
                      <a:pt x="55" y="150"/>
                    </a:cubicBezTo>
                    <a:cubicBezTo>
                      <a:pt x="56" y="150"/>
                      <a:pt x="56" y="150"/>
                      <a:pt x="56" y="150"/>
                    </a:cubicBezTo>
                    <a:cubicBezTo>
                      <a:pt x="56" y="150"/>
                      <a:pt x="56" y="150"/>
                      <a:pt x="56" y="151"/>
                    </a:cubicBezTo>
                    <a:cubicBezTo>
                      <a:pt x="56" y="151"/>
                      <a:pt x="56" y="151"/>
                      <a:pt x="56" y="151"/>
                    </a:cubicBezTo>
                    <a:cubicBezTo>
                      <a:pt x="56" y="151"/>
                      <a:pt x="55" y="151"/>
                      <a:pt x="55" y="151"/>
                    </a:cubicBezTo>
                    <a:cubicBezTo>
                      <a:pt x="55" y="151"/>
                      <a:pt x="55" y="151"/>
                      <a:pt x="55" y="151"/>
                    </a:cubicBezTo>
                    <a:cubicBezTo>
                      <a:pt x="55" y="151"/>
                      <a:pt x="55" y="151"/>
                      <a:pt x="55" y="151"/>
                    </a:cubicBezTo>
                    <a:cubicBezTo>
                      <a:pt x="55" y="152"/>
                      <a:pt x="55" y="152"/>
                      <a:pt x="55" y="152"/>
                    </a:cubicBezTo>
                    <a:cubicBezTo>
                      <a:pt x="55" y="152"/>
                      <a:pt x="55" y="152"/>
                      <a:pt x="55" y="152"/>
                    </a:cubicBezTo>
                    <a:cubicBezTo>
                      <a:pt x="55" y="152"/>
                      <a:pt x="55" y="152"/>
                      <a:pt x="56" y="152"/>
                    </a:cubicBezTo>
                    <a:cubicBezTo>
                      <a:pt x="56" y="152"/>
                      <a:pt x="56" y="152"/>
                      <a:pt x="56" y="151"/>
                    </a:cubicBezTo>
                    <a:cubicBezTo>
                      <a:pt x="56" y="151"/>
                      <a:pt x="56" y="151"/>
                      <a:pt x="57" y="152"/>
                    </a:cubicBezTo>
                    <a:cubicBezTo>
                      <a:pt x="57" y="152"/>
                      <a:pt x="57" y="152"/>
                      <a:pt x="57" y="152"/>
                    </a:cubicBezTo>
                    <a:cubicBezTo>
                      <a:pt x="57" y="152"/>
                      <a:pt x="57" y="152"/>
                      <a:pt x="57" y="153"/>
                    </a:cubicBezTo>
                    <a:cubicBezTo>
                      <a:pt x="57" y="153"/>
                      <a:pt x="57" y="153"/>
                      <a:pt x="57" y="153"/>
                    </a:cubicBezTo>
                    <a:cubicBezTo>
                      <a:pt x="57" y="153"/>
                      <a:pt x="57" y="153"/>
                      <a:pt x="57" y="154"/>
                    </a:cubicBezTo>
                    <a:cubicBezTo>
                      <a:pt x="56" y="154"/>
                      <a:pt x="56" y="154"/>
                      <a:pt x="56" y="155"/>
                    </a:cubicBezTo>
                    <a:cubicBezTo>
                      <a:pt x="56" y="155"/>
                      <a:pt x="56" y="155"/>
                      <a:pt x="56" y="155"/>
                    </a:cubicBezTo>
                    <a:cubicBezTo>
                      <a:pt x="56" y="155"/>
                      <a:pt x="56" y="155"/>
                      <a:pt x="56" y="155"/>
                    </a:cubicBezTo>
                    <a:cubicBezTo>
                      <a:pt x="56" y="155"/>
                      <a:pt x="56" y="155"/>
                      <a:pt x="56" y="155"/>
                    </a:cubicBezTo>
                    <a:cubicBezTo>
                      <a:pt x="56" y="155"/>
                      <a:pt x="56" y="155"/>
                      <a:pt x="56" y="156"/>
                    </a:cubicBezTo>
                    <a:cubicBezTo>
                      <a:pt x="56" y="156"/>
                      <a:pt x="56" y="156"/>
                      <a:pt x="56" y="156"/>
                    </a:cubicBezTo>
                    <a:cubicBezTo>
                      <a:pt x="57" y="156"/>
                      <a:pt x="57" y="156"/>
                      <a:pt x="57" y="156"/>
                    </a:cubicBezTo>
                    <a:cubicBezTo>
                      <a:pt x="57" y="156"/>
                      <a:pt x="57" y="156"/>
                      <a:pt x="57" y="156"/>
                    </a:cubicBezTo>
                    <a:cubicBezTo>
                      <a:pt x="57" y="155"/>
                      <a:pt x="57" y="155"/>
                      <a:pt x="57" y="154"/>
                    </a:cubicBezTo>
                    <a:cubicBezTo>
                      <a:pt x="57" y="154"/>
                      <a:pt x="57" y="154"/>
                      <a:pt x="57" y="153"/>
                    </a:cubicBezTo>
                    <a:cubicBezTo>
                      <a:pt x="57" y="153"/>
                      <a:pt x="57" y="152"/>
                      <a:pt x="57" y="152"/>
                    </a:cubicBezTo>
                    <a:cubicBezTo>
                      <a:pt x="57" y="152"/>
                      <a:pt x="57" y="152"/>
                      <a:pt x="58" y="151"/>
                    </a:cubicBezTo>
                    <a:cubicBezTo>
                      <a:pt x="58" y="151"/>
                      <a:pt x="58" y="151"/>
                      <a:pt x="58" y="151"/>
                    </a:cubicBezTo>
                    <a:cubicBezTo>
                      <a:pt x="57" y="151"/>
                      <a:pt x="57" y="150"/>
                      <a:pt x="57" y="150"/>
                    </a:cubicBezTo>
                    <a:cubicBezTo>
                      <a:pt x="57" y="150"/>
                      <a:pt x="57" y="150"/>
                      <a:pt x="57" y="150"/>
                    </a:cubicBezTo>
                    <a:close/>
                    <a:moveTo>
                      <a:pt x="53" y="158"/>
                    </a:moveTo>
                    <a:cubicBezTo>
                      <a:pt x="53" y="158"/>
                      <a:pt x="53" y="158"/>
                      <a:pt x="53" y="158"/>
                    </a:cubicBezTo>
                    <a:cubicBezTo>
                      <a:pt x="53" y="158"/>
                      <a:pt x="53" y="158"/>
                      <a:pt x="53" y="158"/>
                    </a:cubicBezTo>
                    <a:cubicBezTo>
                      <a:pt x="53" y="158"/>
                      <a:pt x="53" y="158"/>
                      <a:pt x="53" y="158"/>
                    </a:cubicBezTo>
                    <a:cubicBezTo>
                      <a:pt x="53" y="157"/>
                      <a:pt x="53" y="157"/>
                      <a:pt x="53" y="157"/>
                    </a:cubicBezTo>
                    <a:cubicBezTo>
                      <a:pt x="53" y="157"/>
                      <a:pt x="53" y="157"/>
                      <a:pt x="53" y="157"/>
                    </a:cubicBezTo>
                    <a:cubicBezTo>
                      <a:pt x="52" y="157"/>
                      <a:pt x="52" y="157"/>
                      <a:pt x="52" y="157"/>
                    </a:cubicBezTo>
                    <a:cubicBezTo>
                      <a:pt x="52" y="158"/>
                      <a:pt x="52" y="158"/>
                      <a:pt x="52" y="157"/>
                    </a:cubicBezTo>
                    <a:cubicBezTo>
                      <a:pt x="52" y="157"/>
                      <a:pt x="52" y="157"/>
                      <a:pt x="52" y="157"/>
                    </a:cubicBezTo>
                    <a:cubicBezTo>
                      <a:pt x="51" y="157"/>
                      <a:pt x="51" y="157"/>
                      <a:pt x="51" y="157"/>
                    </a:cubicBezTo>
                    <a:cubicBezTo>
                      <a:pt x="51" y="157"/>
                      <a:pt x="51" y="157"/>
                      <a:pt x="51" y="157"/>
                    </a:cubicBezTo>
                    <a:cubicBezTo>
                      <a:pt x="51" y="157"/>
                      <a:pt x="51" y="157"/>
                      <a:pt x="50" y="157"/>
                    </a:cubicBezTo>
                    <a:cubicBezTo>
                      <a:pt x="50" y="157"/>
                      <a:pt x="50" y="158"/>
                      <a:pt x="50" y="158"/>
                    </a:cubicBezTo>
                    <a:cubicBezTo>
                      <a:pt x="50" y="158"/>
                      <a:pt x="50" y="158"/>
                      <a:pt x="50" y="158"/>
                    </a:cubicBezTo>
                    <a:cubicBezTo>
                      <a:pt x="50" y="158"/>
                      <a:pt x="50" y="158"/>
                      <a:pt x="50" y="158"/>
                    </a:cubicBezTo>
                    <a:cubicBezTo>
                      <a:pt x="50" y="158"/>
                      <a:pt x="50" y="159"/>
                      <a:pt x="50" y="159"/>
                    </a:cubicBezTo>
                    <a:cubicBezTo>
                      <a:pt x="51" y="159"/>
                      <a:pt x="51" y="159"/>
                      <a:pt x="51" y="159"/>
                    </a:cubicBezTo>
                    <a:cubicBezTo>
                      <a:pt x="51" y="159"/>
                      <a:pt x="51" y="159"/>
                      <a:pt x="51" y="159"/>
                    </a:cubicBezTo>
                    <a:cubicBezTo>
                      <a:pt x="51" y="159"/>
                      <a:pt x="52" y="159"/>
                      <a:pt x="52" y="159"/>
                    </a:cubicBezTo>
                    <a:cubicBezTo>
                      <a:pt x="52" y="159"/>
                      <a:pt x="52" y="159"/>
                      <a:pt x="52" y="159"/>
                    </a:cubicBezTo>
                    <a:cubicBezTo>
                      <a:pt x="53" y="159"/>
                      <a:pt x="53" y="159"/>
                      <a:pt x="53" y="159"/>
                    </a:cubicBezTo>
                    <a:cubicBezTo>
                      <a:pt x="53" y="159"/>
                      <a:pt x="53" y="159"/>
                      <a:pt x="53" y="159"/>
                    </a:cubicBezTo>
                    <a:cubicBezTo>
                      <a:pt x="53" y="159"/>
                      <a:pt x="53" y="159"/>
                      <a:pt x="54" y="158"/>
                    </a:cubicBezTo>
                    <a:cubicBezTo>
                      <a:pt x="54" y="158"/>
                      <a:pt x="54" y="158"/>
                      <a:pt x="54" y="158"/>
                    </a:cubicBezTo>
                    <a:cubicBezTo>
                      <a:pt x="53" y="158"/>
                      <a:pt x="53" y="158"/>
                      <a:pt x="53" y="158"/>
                    </a:cubicBezTo>
                    <a:close/>
                    <a:moveTo>
                      <a:pt x="56" y="152"/>
                    </a:moveTo>
                    <a:cubicBezTo>
                      <a:pt x="56" y="152"/>
                      <a:pt x="56" y="152"/>
                      <a:pt x="56" y="152"/>
                    </a:cubicBezTo>
                    <a:cubicBezTo>
                      <a:pt x="56" y="152"/>
                      <a:pt x="55" y="152"/>
                      <a:pt x="55" y="152"/>
                    </a:cubicBezTo>
                    <a:cubicBezTo>
                      <a:pt x="55" y="152"/>
                      <a:pt x="55" y="153"/>
                      <a:pt x="55" y="153"/>
                    </a:cubicBezTo>
                    <a:cubicBezTo>
                      <a:pt x="55" y="153"/>
                      <a:pt x="55" y="153"/>
                      <a:pt x="55" y="153"/>
                    </a:cubicBezTo>
                    <a:cubicBezTo>
                      <a:pt x="55" y="153"/>
                      <a:pt x="55" y="153"/>
                      <a:pt x="55" y="153"/>
                    </a:cubicBezTo>
                    <a:cubicBezTo>
                      <a:pt x="55" y="153"/>
                      <a:pt x="55" y="153"/>
                      <a:pt x="55" y="153"/>
                    </a:cubicBezTo>
                    <a:cubicBezTo>
                      <a:pt x="55" y="154"/>
                      <a:pt x="55" y="154"/>
                      <a:pt x="55" y="154"/>
                    </a:cubicBezTo>
                    <a:cubicBezTo>
                      <a:pt x="55" y="154"/>
                      <a:pt x="55" y="154"/>
                      <a:pt x="55" y="154"/>
                    </a:cubicBezTo>
                    <a:cubicBezTo>
                      <a:pt x="55" y="154"/>
                      <a:pt x="55" y="154"/>
                      <a:pt x="55" y="155"/>
                    </a:cubicBezTo>
                    <a:cubicBezTo>
                      <a:pt x="55" y="155"/>
                      <a:pt x="55" y="155"/>
                      <a:pt x="55" y="155"/>
                    </a:cubicBezTo>
                    <a:cubicBezTo>
                      <a:pt x="55" y="155"/>
                      <a:pt x="55" y="155"/>
                      <a:pt x="55" y="155"/>
                    </a:cubicBezTo>
                    <a:cubicBezTo>
                      <a:pt x="55" y="155"/>
                      <a:pt x="55" y="155"/>
                      <a:pt x="55" y="154"/>
                    </a:cubicBezTo>
                    <a:cubicBezTo>
                      <a:pt x="55" y="154"/>
                      <a:pt x="55" y="154"/>
                      <a:pt x="55" y="154"/>
                    </a:cubicBezTo>
                    <a:cubicBezTo>
                      <a:pt x="56" y="154"/>
                      <a:pt x="56" y="154"/>
                      <a:pt x="56" y="154"/>
                    </a:cubicBezTo>
                    <a:cubicBezTo>
                      <a:pt x="56" y="154"/>
                      <a:pt x="56" y="153"/>
                      <a:pt x="56" y="153"/>
                    </a:cubicBezTo>
                    <a:cubicBezTo>
                      <a:pt x="56" y="153"/>
                      <a:pt x="56" y="153"/>
                      <a:pt x="56" y="153"/>
                    </a:cubicBezTo>
                    <a:cubicBezTo>
                      <a:pt x="56" y="153"/>
                      <a:pt x="56" y="153"/>
                      <a:pt x="56" y="153"/>
                    </a:cubicBezTo>
                    <a:cubicBezTo>
                      <a:pt x="56" y="153"/>
                      <a:pt x="56" y="153"/>
                      <a:pt x="56" y="152"/>
                    </a:cubicBezTo>
                    <a:close/>
                    <a:moveTo>
                      <a:pt x="55" y="157"/>
                    </a:moveTo>
                    <a:cubicBezTo>
                      <a:pt x="55" y="157"/>
                      <a:pt x="55" y="157"/>
                      <a:pt x="55" y="157"/>
                    </a:cubicBezTo>
                    <a:cubicBezTo>
                      <a:pt x="54" y="157"/>
                      <a:pt x="54" y="157"/>
                      <a:pt x="54" y="157"/>
                    </a:cubicBezTo>
                    <a:cubicBezTo>
                      <a:pt x="54" y="157"/>
                      <a:pt x="54" y="157"/>
                      <a:pt x="54" y="157"/>
                    </a:cubicBezTo>
                    <a:cubicBezTo>
                      <a:pt x="54" y="157"/>
                      <a:pt x="54" y="157"/>
                      <a:pt x="53" y="157"/>
                    </a:cubicBezTo>
                    <a:cubicBezTo>
                      <a:pt x="53" y="157"/>
                      <a:pt x="53" y="157"/>
                      <a:pt x="54" y="157"/>
                    </a:cubicBezTo>
                    <a:cubicBezTo>
                      <a:pt x="54" y="157"/>
                      <a:pt x="54" y="158"/>
                      <a:pt x="54" y="158"/>
                    </a:cubicBezTo>
                    <a:cubicBezTo>
                      <a:pt x="54" y="157"/>
                      <a:pt x="54" y="158"/>
                      <a:pt x="54" y="158"/>
                    </a:cubicBezTo>
                    <a:cubicBezTo>
                      <a:pt x="54" y="157"/>
                      <a:pt x="54" y="158"/>
                      <a:pt x="54" y="158"/>
                    </a:cubicBezTo>
                    <a:cubicBezTo>
                      <a:pt x="54" y="158"/>
                      <a:pt x="54" y="158"/>
                      <a:pt x="54" y="158"/>
                    </a:cubicBezTo>
                    <a:cubicBezTo>
                      <a:pt x="54" y="158"/>
                      <a:pt x="54" y="158"/>
                      <a:pt x="54" y="158"/>
                    </a:cubicBezTo>
                    <a:cubicBezTo>
                      <a:pt x="54" y="158"/>
                      <a:pt x="54" y="158"/>
                      <a:pt x="54" y="158"/>
                    </a:cubicBezTo>
                    <a:cubicBezTo>
                      <a:pt x="54" y="158"/>
                      <a:pt x="54" y="158"/>
                      <a:pt x="55" y="158"/>
                    </a:cubicBezTo>
                    <a:cubicBezTo>
                      <a:pt x="55" y="158"/>
                      <a:pt x="55" y="158"/>
                      <a:pt x="55" y="158"/>
                    </a:cubicBezTo>
                    <a:cubicBezTo>
                      <a:pt x="55" y="158"/>
                      <a:pt x="55" y="157"/>
                      <a:pt x="55" y="157"/>
                    </a:cubicBezTo>
                    <a:cubicBezTo>
                      <a:pt x="55" y="157"/>
                      <a:pt x="55" y="157"/>
                      <a:pt x="55" y="157"/>
                    </a:cubicBezTo>
                    <a:cubicBezTo>
                      <a:pt x="55" y="157"/>
                      <a:pt x="55" y="157"/>
                      <a:pt x="55" y="157"/>
                    </a:cubicBezTo>
                    <a:close/>
                    <a:moveTo>
                      <a:pt x="55" y="156"/>
                    </a:moveTo>
                    <a:cubicBezTo>
                      <a:pt x="55" y="156"/>
                      <a:pt x="55" y="156"/>
                      <a:pt x="55" y="156"/>
                    </a:cubicBezTo>
                    <a:cubicBezTo>
                      <a:pt x="55" y="156"/>
                      <a:pt x="55" y="156"/>
                      <a:pt x="55" y="156"/>
                    </a:cubicBezTo>
                    <a:cubicBezTo>
                      <a:pt x="55" y="155"/>
                      <a:pt x="55" y="156"/>
                      <a:pt x="55" y="156"/>
                    </a:cubicBezTo>
                    <a:cubicBezTo>
                      <a:pt x="55" y="156"/>
                      <a:pt x="55" y="156"/>
                      <a:pt x="55" y="156"/>
                    </a:cubicBezTo>
                    <a:cubicBezTo>
                      <a:pt x="55" y="156"/>
                      <a:pt x="55" y="156"/>
                      <a:pt x="55" y="156"/>
                    </a:cubicBezTo>
                    <a:cubicBezTo>
                      <a:pt x="55" y="156"/>
                      <a:pt x="55" y="156"/>
                      <a:pt x="55" y="156"/>
                    </a:cubicBezTo>
                    <a:close/>
                    <a:moveTo>
                      <a:pt x="89" y="157"/>
                    </a:moveTo>
                    <a:cubicBezTo>
                      <a:pt x="89" y="157"/>
                      <a:pt x="89" y="157"/>
                      <a:pt x="89" y="157"/>
                    </a:cubicBezTo>
                    <a:cubicBezTo>
                      <a:pt x="89" y="157"/>
                      <a:pt x="89" y="157"/>
                      <a:pt x="89" y="157"/>
                    </a:cubicBezTo>
                    <a:cubicBezTo>
                      <a:pt x="89" y="157"/>
                      <a:pt x="89" y="157"/>
                      <a:pt x="89" y="156"/>
                    </a:cubicBezTo>
                    <a:cubicBezTo>
                      <a:pt x="89" y="156"/>
                      <a:pt x="89" y="156"/>
                      <a:pt x="89" y="156"/>
                    </a:cubicBezTo>
                    <a:cubicBezTo>
                      <a:pt x="88" y="156"/>
                      <a:pt x="88" y="156"/>
                      <a:pt x="88" y="156"/>
                    </a:cubicBezTo>
                    <a:cubicBezTo>
                      <a:pt x="88" y="156"/>
                      <a:pt x="88" y="157"/>
                      <a:pt x="88" y="157"/>
                    </a:cubicBezTo>
                    <a:cubicBezTo>
                      <a:pt x="88" y="157"/>
                      <a:pt x="88" y="157"/>
                      <a:pt x="88" y="157"/>
                    </a:cubicBezTo>
                    <a:cubicBezTo>
                      <a:pt x="89" y="157"/>
                      <a:pt x="89" y="157"/>
                      <a:pt x="89" y="157"/>
                    </a:cubicBezTo>
                    <a:close/>
                    <a:moveTo>
                      <a:pt x="164" y="154"/>
                    </a:moveTo>
                    <a:cubicBezTo>
                      <a:pt x="164" y="154"/>
                      <a:pt x="164" y="154"/>
                      <a:pt x="164" y="154"/>
                    </a:cubicBezTo>
                    <a:cubicBezTo>
                      <a:pt x="163" y="154"/>
                      <a:pt x="163" y="154"/>
                      <a:pt x="163" y="154"/>
                    </a:cubicBezTo>
                    <a:cubicBezTo>
                      <a:pt x="163" y="155"/>
                      <a:pt x="163" y="155"/>
                      <a:pt x="163" y="155"/>
                    </a:cubicBezTo>
                    <a:cubicBezTo>
                      <a:pt x="163" y="155"/>
                      <a:pt x="163" y="155"/>
                      <a:pt x="163" y="155"/>
                    </a:cubicBezTo>
                    <a:cubicBezTo>
                      <a:pt x="163" y="155"/>
                      <a:pt x="163" y="155"/>
                      <a:pt x="163" y="155"/>
                    </a:cubicBezTo>
                    <a:cubicBezTo>
                      <a:pt x="163" y="155"/>
                      <a:pt x="163" y="155"/>
                      <a:pt x="163" y="155"/>
                    </a:cubicBezTo>
                    <a:cubicBezTo>
                      <a:pt x="163" y="155"/>
                      <a:pt x="164" y="155"/>
                      <a:pt x="164" y="155"/>
                    </a:cubicBezTo>
                    <a:cubicBezTo>
                      <a:pt x="164" y="155"/>
                      <a:pt x="164" y="155"/>
                      <a:pt x="164" y="155"/>
                    </a:cubicBezTo>
                    <a:cubicBezTo>
                      <a:pt x="164" y="155"/>
                      <a:pt x="164" y="155"/>
                      <a:pt x="164" y="154"/>
                    </a:cubicBezTo>
                    <a:cubicBezTo>
                      <a:pt x="164" y="154"/>
                      <a:pt x="164" y="154"/>
                      <a:pt x="164" y="154"/>
                    </a:cubicBezTo>
                    <a:cubicBezTo>
                      <a:pt x="164" y="154"/>
                      <a:pt x="164" y="154"/>
                      <a:pt x="164" y="154"/>
                    </a:cubicBezTo>
                    <a:close/>
                    <a:moveTo>
                      <a:pt x="165" y="152"/>
                    </a:moveTo>
                    <a:cubicBezTo>
                      <a:pt x="165" y="153"/>
                      <a:pt x="165" y="153"/>
                      <a:pt x="164" y="153"/>
                    </a:cubicBezTo>
                    <a:cubicBezTo>
                      <a:pt x="164" y="153"/>
                      <a:pt x="164" y="153"/>
                      <a:pt x="164" y="153"/>
                    </a:cubicBezTo>
                    <a:cubicBezTo>
                      <a:pt x="164" y="153"/>
                      <a:pt x="163" y="153"/>
                      <a:pt x="163" y="153"/>
                    </a:cubicBezTo>
                    <a:cubicBezTo>
                      <a:pt x="163" y="153"/>
                      <a:pt x="163" y="153"/>
                      <a:pt x="163" y="153"/>
                    </a:cubicBezTo>
                    <a:cubicBezTo>
                      <a:pt x="163" y="153"/>
                      <a:pt x="163" y="153"/>
                      <a:pt x="163" y="154"/>
                    </a:cubicBezTo>
                    <a:cubicBezTo>
                      <a:pt x="163" y="154"/>
                      <a:pt x="163" y="154"/>
                      <a:pt x="163" y="154"/>
                    </a:cubicBezTo>
                    <a:cubicBezTo>
                      <a:pt x="163" y="154"/>
                      <a:pt x="163" y="154"/>
                      <a:pt x="163" y="154"/>
                    </a:cubicBezTo>
                    <a:cubicBezTo>
                      <a:pt x="164" y="153"/>
                      <a:pt x="164" y="153"/>
                      <a:pt x="164" y="153"/>
                    </a:cubicBezTo>
                    <a:cubicBezTo>
                      <a:pt x="164" y="153"/>
                      <a:pt x="164" y="153"/>
                      <a:pt x="165" y="153"/>
                    </a:cubicBezTo>
                    <a:cubicBezTo>
                      <a:pt x="165" y="153"/>
                      <a:pt x="165" y="153"/>
                      <a:pt x="165" y="153"/>
                    </a:cubicBezTo>
                    <a:cubicBezTo>
                      <a:pt x="165" y="153"/>
                      <a:pt x="165" y="153"/>
                      <a:pt x="165" y="153"/>
                    </a:cubicBezTo>
                    <a:cubicBezTo>
                      <a:pt x="165" y="153"/>
                      <a:pt x="165" y="153"/>
                      <a:pt x="165" y="152"/>
                    </a:cubicBezTo>
                    <a:cubicBezTo>
                      <a:pt x="165" y="152"/>
                      <a:pt x="165" y="152"/>
                      <a:pt x="165" y="152"/>
                    </a:cubicBezTo>
                    <a:cubicBezTo>
                      <a:pt x="165" y="152"/>
                      <a:pt x="165" y="152"/>
                      <a:pt x="165" y="152"/>
                    </a:cubicBezTo>
                    <a:close/>
                    <a:moveTo>
                      <a:pt x="164" y="158"/>
                    </a:moveTo>
                    <a:cubicBezTo>
                      <a:pt x="164" y="158"/>
                      <a:pt x="165" y="158"/>
                      <a:pt x="165" y="158"/>
                    </a:cubicBezTo>
                    <a:cubicBezTo>
                      <a:pt x="165" y="157"/>
                      <a:pt x="164" y="157"/>
                      <a:pt x="164" y="157"/>
                    </a:cubicBezTo>
                    <a:cubicBezTo>
                      <a:pt x="164" y="157"/>
                      <a:pt x="164" y="157"/>
                      <a:pt x="164" y="157"/>
                    </a:cubicBezTo>
                    <a:cubicBezTo>
                      <a:pt x="164" y="157"/>
                      <a:pt x="164" y="157"/>
                      <a:pt x="164" y="157"/>
                    </a:cubicBezTo>
                    <a:cubicBezTo>
                      <a:pt x="164" y="158"/>
                      <a:pt x="163" y="158"/>
                      <a:pt x="163" y="158"/>
                    </a:cubicBezTo>
                    <a:cubicBezTo>
                      <a:pt x="163" y="158"/>
                      <a:pt x="163" y="158"/>
                      <a:pt x="163" y="158"/>
                    </a:cubicBezTo>
                    <a:cubicBezTo>
                      <a:pt x="163" y="158"/>
                      <a:pt x="163" y="158"/>
                      <a:pt x="163" y="158"/>
                    </a:cubicBezTo>
                    <a:cubicBezTo>
                      <a:pt x="163" y="158"/>
                      <a:pt x="163" y="158"/>
                      <a:pt x="163" y="158"/>
                    </a:cubicBezTo>
                    <a:cubicBezTo>
                      <a:pt x="163" y="158"/>
                      <a:pt x="164" y="158"/>
                      <a:pt x="164" y="158"/>
                    </a:cubicBezTo>
                    <a:close/>
                    <a:moveTo>
                      <a:pt x="93" y="156"/>
                    </a:moveTo>
                    <a:cubicBezTo>
                      <a:pt x="93" y="156"/>
                      <a:pt x="92" y="156"/>
                      <a:pt x="92" y="156"/>
                    </a:cubicBezTo>
                    <a:cubicBezTo>
                      <a:pt x="92" y="156"/>
                      <a:pt x="92" y="157"/>
                      <a:pt x="92" y="157"/>
                    </a:cubicBezTo>
                    <a:cubicBezTo>
                      <a:pt x="92" y="157"/>
                      <a:pt x="92" y="157"/>
                      <a:pt x="92" y="157"/>
                    </a:cubicBezTo>
                    <a:cubicBezTo>
                      <a:pt x="92" y="157"/>
                      <a:pt x="93" y="157"/>
                      <a:pt x="93" y="157"/>
                    </a:cubicBezTo>
                    <a:cubicBezTo>
                      <a:pt x="93" y="157"/>
                      <a:pt x="93" y="157"/>
                      <a:pt x="93" y="157"/>
                    </a:cubicBezTo>
                    <a:cubicBezTo>
                      <a:pt x="93" y="157"/>
                      <a:pt x="93" y="157"/>
                      <a:pt x="93" y="157"/>
                    </a:cubicBezTo>
                    <a:cubicBezTo>
                      <a:pt x="93" y="156"/>
                      <a:pt x="93" y="156"/>
                      <a:pt x="93" y="156"/>
                    </a:cubicBezTo>
                    <a:close/>
                    <a:moveTo>
                      <a:pt x="178" y="152"/>
                    </a:moveTo>
                    <a:cubicBezTo>
                      <a:pt x="178" y="152"/>
                      <a:pt x="178" y="152"/>
                      <a:pt x="178" y="152"/>
                    </a:cubicBezTo>
                    <a:cubicBezTo>
                      <a:pt x="178" y="152"/>
                      <a:pt x="178" y="152"/>
                      <a:pt x="178" y="152"/>
                    </a:cubicBezTo>
                    <a:cubicBezTo>
                      <a:pt x="178" y="152"/>
                      <a:pt x="178" y="152"/>
                      <a:pt x="179" y="152"/>
                    </a:cubicBezTo>
                    <a:cubicBezTo>
                      <a:pt x="179" y="152"/>
                      <a:pt x="179" y="152"/>
                      <a:pt x="179" y="152"/>
                    </a:cubicBezTo>
                    <a:cubicBezTo>
                      <a:pt x="179" y="152"/>
                      <a:pt x="179" y="152"/>
                      <a:pt x="179" y="152"/>
                    </a:cubicBezTo>
                    <a:cubicBezTo>
                      <a:pt x="179" y="152"/>
                      <a:pt x="179" y="151"/>
                      <a:pt x="179" y="152"/>
                    </a:cubicBezTo>
                    <a:cubicBezTo>
                      <a:pt x="178" y="152"/>
                      <a:pt x="178" y="152"/>
                      <a:pt x="178" y="152"/>
                    </a:cubicBezTo>
                    <a:close/>
                    <a:moveTo>
                      <a:pt x="209" y="171"/>
                    </a:moveTo>
                    <a:cubicBezTo>
                      <a:pt x="25" y="171"/>
                      <a:pt x="25" y="171"/>
                      <a:pt x="25" y="171"/>
                    </a:cubicBezTo>
                    <a:cubicBezTo>
                      <a:pt x="25" y="144"/>
                      <a:pt x="25" y="144"/>
                      <a:pt x="25" y="144"/>
                    </a:cubicBezTo>
                    <a:cubicBezTo>
                      <a:pt x="28" y="144"/>
                      <a:pt x="28" y="144"/>
                      <a:pt x="28" y="144"/>
                    </a:cubicBezTo>
                    <a:cubicBezTo>
                      <a:pt x="28" y="138"/>
                      <a:pt x="28" y="138"/>
                      <a:pt x="28" y="138"/>
                    </a:cubicBezTo>
                    <a:cubicBezTo>
                      <a:pt x="205" y="138"/>
                      <a:pt x="205" y="138"/>
                      <a:pt x="205" y="138"/>
                    </a:cubicBezTo>
                    <a:cubicBezTo>
                      <a:pt x="205" y="144"/>
                      <a:pt x="205" y="144"/>
                      <a:pt x="205" y="144"/>
                    </a:cubicBezTo>
                    <a:cubicBezTo>
                      <a:pt x="209" y="144"/>
                      <a:pt x="209" y="144"/>
                      <a:pt x="209" y="144"/>
                    </a:cubicBezTo>
                    <a:lnTo>
                      <a:pt x="209" y="171"/>
                    </a:lnTo>
                    <a:close/>
                    <a:moveTo>
                      <a:pt x="181" y="150"/>
                    </a:moveTo>
                    <a:cubicBezTo>
                      <a:pt x="181" y="150"/>
                      <a:pt x="181" y="150"/>
                      <a:pt x="181" y="150"/>
                    </a:cubicBezTo>
                    <a:cubicBezTo>
                      <a:pt x="181" y="150"/>
                      <a:pt x="181" y="150"/>
                      <a:pt x="181" y="150"/>
                    </a:cubicBezTo>
                    <a:cubicBezTo>
                      <a:pt x="181" y="150"/>
                      <a:pt x="181" y="150"/>
                      <a:pt x="181" y="150"/>
                    </a:cubicBezTo>
                    <a:cubicBezTo>
                      <a:pt x="181" y="150"/>
                      <a:pt x="181" y="150"/>
                      <a:pt x="181" y="150"/>
                    </a:cubicBezTo>
                    <a:cubicBezTo>
                      <a:pt x="181" y="150"/>
                      <a:pt x="181" y="150"/>
                      <a:pt x="181" y="150"/>
                    </a:cubicBezTo>
                    <a:cubicBezTo>
                      <a:pt x="182" y="150"/>
                      <a:pt x="182" y="150"/>
                      <a:pt x="182" y="149"/>
                    </a:cubicBezTo>
                    <a:cubicBezTo>
                      <a:pt x="182" y="149"/>
                      <a:pt x="182" y="149"/>
                      <a:pt x="182" y="149"/>
                    </a:cubicBezTo>
                    <a:cubicBezTo>
                      <a:pt x="182" y="149"/>
                      <a:pt x="182" y="149"/>
                      <a:pt x="182" y="149"/>
                    </a:cubicBezTo>
                    <a:cubicBezTo>
                      <a:pt x="182" y="149"/>
                      <a:pt x="182" y="149"/>
                      <a:pt x="182" y="149"/>
                    </a:cubicBezTo>
                    <a:cubicBezTo>
                      <a:pt x="182" y="148"/>
                      <a:pt x="182" y="148"/>
                      <a:pt x="182" y="148"/>
                    </a:cubicBezTo>
                    <a:cubicBezTo>
                      <a:pt x="181" y="148"/>
                      <a:pt x="181" y="149"/>
                      <a:pt x="181" y="149"/>
                    </a:cubicBezTo>
                    <a:cubicBezTo>
                      <a:pt x="181" y="149"/>
                      <a:pt x="181" y="149"/>
                      <a:pt x="181" y="149"/>
                    </a:cubicBezTo>
                    <a:cubicBezTo>
                      <a:pt x="181" y="149"/>
                      <a:pt x="181" y="149"/>
                      <a:pt x="181" y="150"/>
                    </a:cubicBezTo>
                    <a:cubicBezTo>
                      <a:pt x="181" y="150"/>
                      <a:pt x="181" y="150"/>
                      <a:pt x="181" y="150"/>
                    </a:cubicBezTo>
                    <a:close/>
                    <a:moveTo>
                      <a:pt x="176" y="146"/>
                    </a:moveTo>
                    <a:cubicBezTo>
                      <a:pt x="176" y="146"/>
                      <a:pt x="176" y="147"/>
                      <a:pt x="176" y="147"/>
                    </a:cubicBezTo>
                    <a:cubicBezTo>
                      <a:pt x="176" y="147"/>
                      <a:pt x="176" y="147"/>
                      <a:pt x="176" y="147"/>
                    </a:cubicBezTo>
                    <a:cubicBezTo>
                      <a:pt x="177" y="147"/>
                      <a:pt x="177" y="147"/>
                      <a:pt x="177" y="147"/>
                    </a:cubicBezTo>
                    <a:cubicBezTo>
                      <a:pt x="177" y="147"/>
                      <a:pt x="177" y="147"/>
                      <a:pt x="177" y="147"/>
                    </a:cubicBezTo>
                    <a:cubicBezTo>
                      <a:pt x="177" y="147"/>
                      <a:pt x="177" y="147"/>
                      <a:pt x="178" y="147"/>
                    </a:cubicBezTo>
                    <a:cubicBezTo>
                      <a:pt x="178" y="148"/>
                      <a:pt x="178" y="148"/>
                      <a:pt x="178" y="148"/>
                    </a:cubicBezTo>
                    <a:cubicBezTo>
                      <a:pt x="178" y="148"/>
                      <a:pt x="178" y="148"/>
                      <a:pt x="178" y="148"/>
                    </a:cubicBezTo>
                    <a:cubicBezTo>
                      <a:pt x="178" y="148"/>
                      <a:pt x="178" y="148"/>
                      <a:pt x="179" y="148"/>
                    </a:cubicBezTo>
                    <a:cubicBezTo>
                      <a:pt x="179" y="148"/>
                      <a:pt x="179" y="148"/>
                      <a:pt x="179" y="148"/>
                    </a:cubicBezTo>
                    <a:cubicBezTo>
                      <a:pt x="179" y="148"/>
                      <a:pt x="179" y="148"/>
                      <a:pt x="179" y="148"/>
                    </a:cubicBezTo>
                    <a:cubicBezTo>
                      <a:pt x="179" y="148"/>
                      <a:pt x="179" y="147"/>
                      <a:pt x="179" y="147"/>
                    </a:cubicBezTo>
                    <a:cubicBezTo>
                      <a:pt x="179" y="147"/>
                      <a:pt x="179" y="147"/>
                      <a:pt x="179" y="147"/>
                    </a:cubicBezTo>
                    <a:cubicBezTo>
                      <a:pt x="179" y="147"/>
                      <a:pt x="179" y="147"/>
                      <a:pt x="178" y="147"/>
                    </a:cubicBezTo>
                    <a:cubicBezTo>
                      <a:pt x="178" y="147"/>
                      <a:pt x="178" y="147"/>
                      <a:pt x="177" y="146"/>
                    </a:cubicBezTo>
                    <a:cubicBezTo>
                      <a:pt x="177" y="146"/>
                      <a:pt x="177" y="146"/>
                      <a:pt x="177" y="146"/>
                    </a:cubicBezTo>
                    <a:cubicBezTo>
                      <a:pt x="177" y="146"/>
                      <a:pt x="177" y="146"/>
                      <a:pt x="177" y="146"/>
                    </a:cubicBezTo>
                    <a:cubicBezTo>
                      <a:pt x="177" y="146"/>
                      <a:pt x="177" y="146"/>
                      <a:pt x="177" y="146"/>
                    </a:cubicBezTo>
                    <a:cubicBezTo>
                      <a:pt x="177" y="146"/>
                      <a:pt x="177" y="146"/>
                      <a:pt x="177" y="146"/>
                    </a:cubicBezTo>
                    <a:cubicBezTo>
                      <a:pt x="176" y="146"/>
                      <a:pt x="176" y="146"/>
                      <a:pt x="176" y="146"/>
                    </a:cubicBezTo>
                    <a:close/>
                    <a:moveTo>
                      <a:pt x="165" y="149"/>
                    </a:moveTo>
                    <a:cubicBezTo>
                      <a:pt x="165" y="149"/>
                      <a:pt x="165" y="149"/>
                      <a:pt x="165" y="149"/>
                    </a:cubicBezTo>
                    <a:cubicBezTo>
                      <a:pt x="165" y="149"/>
                      <a:pt x="165" y="149"/>
                      <a:pt x="165" y="149"/>
                    </a:cubicBezTo>
                    <a:cubicBezTo>
                      <a:pt x="165" y="149"/>
                      <a:pt x="165" y="149"/>
                      <a:pt x="165" y="150"/>
                    </a:cubicBezTo>
                    <a:cubicBezTo>
                      <a:pt x="165" y="150"/>
                      <a:pt x="165" y="150"/>
                      <a:pt x="165" y="150"/>
                    </a:cubicBezTo>
                    <a:cubicBezTo>
                      <a:pt x="165" y="150"/>
                      <a:pt x="165" y="150"/>
                      <a:pt x="165" y="150"/>
                    </a:cubicBezTo>
                    <a:cubicBezTo>
                      <a:pt x="166" y="150"/>
                      <a:pt x="166" y="150"/>
                      <a:pt x="166" y="150"/>
                    </a:cubicBezTo>
                    <a:cubicBezTo>
                      <a:pt x="166" y="150"/>
                      <a:pt x="166" y="150"/>
                      <a:pt x="166" y="150"/>
                    </a:cubicBezTo>
                    <a:cubicBezTo>
                      <a:pt x="166" y="150"/>
                      <a:pt x="166" y="150"/>
                      <a:pt x="166" y="150"/>
                    </a:cubicBezTo>
                    <a:cubicBezTo>
                      <a:pt x="166" y="150"/>
                      <a:pt x="166" y="150"/>
                      <a:pt x="166" y="150"/>
                    </a:cubicBezTo>
                    <a:cubicBezTo>
                      <a:pt x="166" y="150"/>
                      <a:pt x="166" y="149"/>
                      <a:pt x="166" y="149"/>
                    </a:cubicBezTo>
                    <a:cubicBezTo>
                      <a:pt x="166" y="149"/>
                      <a:pt x="166" y="149"/>
                      <a:pt x="166" y="149"/>
                    </a:cubicBezTo>
                    <a:cubicBezTo>
                      <a:pt x="166" y="149"/>
                      <a:pt x="166" y="149"/>
                      <a:pt x="166" y="149"/>
                    </a:cubicBezTo>
                    <a:cubicBezTo>
                      <a:pt x="166" y="149"/>
                      <a:pt x="165" y="149"/>
                      <a:pt x="165" y="148"/>
                    </a:cubicBezTo>
                    <a:cubicBezTo>
                      <a:pt x="165" y="148"/>
                      <a:pt x="165" y="148"/>
                      <a:pt x="165" y="148"/>
                    </a:cubicBezTo>
                    <a:cubicBezTo>
                      <a:pt x="165" y="149"/>
                      <a:pt x="165" y="149"/>
                      <a:pt x="165" y="149"/>
                    </a:cubicBezTo>
                    <a:close/>
                    <a:moveTo>
                      <a:pt x="145" y="155"/>
                    </a:moveTo>
                    <a:cubicBezTo>
                      <a:pt x="145" y="155"/>
                      <a:pt x="145" y="154"/>
                      <a:pt x="145" y="154"/>
                    </a:cubicBezTo>
                    <a:cubicBezTo>
                      <a:pt x="145" y="154"/>
                      <a:pt x="144" y="154"/>
                      <a:pt x="144" y="154"/>
                    </a:cubicBezTo>
                    <a:cubicBezTo>
                      <a:pt x="144" y="154"/>
                      <a:pt x="144" y="154"/>
                      <a:pt x="144" y="154"/>
                    </a:cubicBezTo>
                    <a:cubicBezTo>
                      <a:pt x="144" y="155"/>
                      <a:pt x="144" y="155"/>
                      <a:pt x="144" y="155"/>
                    </a:cubicBezTo>
                    <a:cubicBezTo>
                      <a:pt x="144" y="155"/>
                      <a:pt x="144" y="155"/>
                      <a:pt x="144" y="155"/>
                    </a:cubicBezTo>
                    <a:cubicBezTo>
                      <a:pt x="144" y="155"/>
                      <a:pt x="144" y="155"/>
                      <a:pt x="144" y="155"/>
                    </a:cubicBezTo>
                    <a:cubicBezTo>
                      <a:pt x="144" y="155"/>
                      <a:pt x="144" y="156"/>
                      <a:pt x="144" y="156"/>
                    </a:cubicBezTo>
                    <a:cubicBezTo>
                      <a:pt x="144" y="156"/>
                      <a:pt x="144" y="156"/>
                      <a:pt x="144" y="156"/>
                    </a:cubicBezTo>
                    <a:cubicBezTo>
                      <a:pt x="144" y="156"/>
                      <a:pt x="144" y="156"/>
                      <a:pt x="145" y="156"/>
                    </a:cubicBezTo>
                    <a:cubicBezTo>
                      <a:pt x="145" y="156"/>
                      <a:pt x="145" y="156"/>
                      <a:pt x="145" y="156"/>
                    </a:cubicBezTo>
                    <a:cubicBezTo>
                      <a:pt x="145" y="156"/>
                      <a:pt x="145" y="156"/>
                      <a:pt x="145" y="156"/>
                    </a:cubicBezTo>
                    <a:cubicBezTo>
                      <a:pt x="146" y="156"/>
                      <a:pt x="146" y="155"/>
                      <a:pt x="145" y="155"/>
                    </a:cubicBezTo>
                    <a:cubicBezTo>
                      <a:pt x="145" y="155"/>
                      <a:pt x="145" y="155"/>
                      <a:pt x="145" y="155"/>
                    </a:cubicBezTo>
                    <a:cubicBezTo>
                      <a:pt x="145" y="155"/>
                      <a:pt x="145" y="155"/>
                      <a:pt x="145" y="155"/>
                    </a:cubicBezTo>
                    <a:close/>
                    <a:moveTo>
                      <a:pt x="140" y="149"/>
                    </a:moveTo>
                    <a:cubicBezTo>
                      <a:pt x="140" y="149"/>
                      <a:pt x="140" y="149"/>
                      <a:pt x="140" y="149"/>
                    </a:cubicBezTo>
                    <a:cubicBezTo>
                      <a:pt x="140" y="149"/>
                      <a:pt x="140" y="149"/>
                      <a:pt x="140" y="149"/>
                    </a:cubicBezTo>
                    <a:cubicBezTo>
                      <a:pt x="140" y="150"/>
                      <a:pt x="140" y="150"/>
                      <a:pt x="140" y="150"/>
                    </a:cubicBezTo>
                    <a:cubicBezTo>
                      <a:pt x="140" y="150"/>
                      <a:pt x="140" y="150"/>
                      <a:pt x="140" y="151"/>
                    </a:cubicBezTo>
                    <a:cubicBezTo>
                      <a:pt x="140" y="151"/>
                      <a:pt x="140" y="151"/>
                      <a:pt x="140" y="151"/>
                    </a:cubicBezTo>
                    <a:cubicBezTo>
                      <a:pt x="140" y="151"/>
                      <a:pt x="140" y="151"/>
                      <a:pt x="140" y="151"/>
                    </a:cubicBezTo>
                    <a:cubicBezTo>
                      <a:pt x="140" y="151"/>
                      <a:pt x="140" y="151"/>
                      <a:pt x="140" y="152"/>
                    </a:cubicBezTo>
                    <a:cubicBezTo>
                      <a:pt x="140" y="152"/>
                      <a:pt x="140" y="152"/>
                      <a:pt x="140" y="152"/>
                    </a:cubicBezTo>
                    <a:cubicBezTo>
                      <a:pt x="140" y="152"/>
                      <a:pt x="140" y="152"/>
                      <a:pt x="140" y="152"/>
                    </a:cubicBezTo>
                    <a:cubicBezTo>
                      <a:pt x="140" y="152"/>
                      <a:pt x="140" y="152"/>
                      <a:pt x="140" y="153"/>
                    </a:cubicBezTo>
                    <a:cubicBezTo>
                      <a:pt x="140" y="153"/>
                      <a:pt x="140" y="153"/>
                      <a:pt x="140" y="153"/>
                    </a:cubicBezTo>
                    <a:cubicBezTo>
                      <a:pt x="141" y="153"/>
                      <a:pt x="141" y="153"/>
                      <a:pt x="141" y="153"/>
                    </a:cubicBezTo>
                    <a:cubicBezTo>
                      <a:pt x="141" y="152"/>
                      <a:pt x="141" y="152"/>
                      <a:pt x="141" y="152"/>
                    </a:cubicBezTo>
                    <a:cubicBezTo>
                      <a:pt x="141" y="152"/>
                      <a:pt x="142" y="152"/>
                      <a:pt x="142" y="152"/>
                    </a:cubicBezTo>
                    <a:cubicBezTo>
                      <a:pt x="142" y="152"/>
                      <a:pt x="142" y="152"/>
                      <a:pt x="142" y="152"/>
                    </a:cubicBezTo>
                    <a:cubicBezTo>
                      <a:pt x="142" y="152"/>
                      <a:pt x="142" y="152"/>
                      <a:pt x="142" y="152"/>
                    </a:cubicBezTo>
                    <a:cubicBezTo>
                      <a:pt x="142" y="152"/>
                      <a:pt x="143" y="152"/>
                      <a:pt x="143" y="152"/>
                    </a:cubicBezTo>
                    <a:cubicBezTo>
                      <a:pt x="143" y="152"/>
                      <a:pt x="143" y="152"/>
                      <a:pt x="143" y="152"/>
                    </a:cubicBezTo>
                    <a:cubicBezTo>
                      <a:pt x="143" y="152"/>
                      <a:pt x="143" y="152"/>
                      <a:pt x="143" y="152"/>
                    </a:cubicBezTo>
                    <a:cubicBezTo>
                      <a:pt x="143" y="152"/>
                      <a:pt x="144" y="152"/>
                      <a:pt x="144" y="151"/>
                    </a:cubicBezTo>
                    <a:cubicBezTo>
                      <a:pt x="144" y="151"/>
                      <a:pt x="144" y="151"/>
                      <a:pt x="144" y="150"/>
                    </a:cubicBezTo>
                    <a:cubicBezTo>
                      <a:pt x="144" y="150"/>
                      <a:pt x="144" y="150"/>
                      <a:pt x="144" y="150"/>
                    </a:cubicBezTo>
                    <a:cubicBezTo>
                      <a:pt x="144" y="150"/>
                      <a:pt x="144" y="150"/>
                      <a:pt x="144" y="150"/>
                    </a:cubicBezTo>
                    <a:cubicBezTo>
                      <a:pt x="144" y="149"/>
                      <a:pt x="144" y="149"/>
                      <a:pt x="144" y="149"/>
                    </a:cubicBezTo>
                    <a:cubicBezTo>
                      <a:pt x="144" y="149"/>
                      <a:pt x="144" y="149"/>
                      <a:pt x="144" y="149"/>
                    </a:cubicBezTo>
                    <a:cubicBezTo>
                      <a:pt x="144" y="148"/>
                      <a:pt x="144" y="148"/>
                      <a:pt x="144" y="148"/>
                    </a:cubicBezTo>
                    <a:cubicBezTo>
                      <a:pt x="144" y="148"/>
                      <a:pt x="144" y="148"/>
                      <a:pt x="144" y="147"/>
                    </a:cubicBezTo>
                    <a:cubicBezTo>
                      <a:pt x="144" y="147"/>
                      <a:pt x="144" y="147"/>
                      <a:pt x="144" y="147"/>
                    </a:cubicBezTo>
                    <a:cubicBezTo>
                      <a:pt x="144" y="147"/>
                      <a:pt x="143" y="147"/>
                      <a:pt x="143" y="147"/>
                    </a:cubicBezTo>
                    <a:cubicBezTo>
                      <a:pt x="143" y="147"/>
                      <a:pt x="143" y="147"/>
                      <a:pt x="143" y="147"/>
                    </a:cubicBezTo>
                    <a:cubicBezTo>
                      <a:pt x="143" y="147"/>
                      <a:pt x="143" y="147"/>
                      <a:pt x="143" y="147"/>
                    </a:cubicBezTo>
                    <a:cubicBezTo>
                      <a:pt x="142" y="147"/>
                      <a:pt x="142" y="148"/>
                      <a:pt x="142" y="148"/>
                    </a:cubicBezTo>
                    <a:cubicBezTo>
                      <a:pt x="142" y="148"/>
                      <a:pt x="142" y="148"/>
                      <a:pt x="142" y="148"/>
                    </a:cubicBezTo>
                    <a:cubicBezTo>
                      <a:pt x="142" y="148"/>
                      <a:pt x="141" y="148"/>
                      <a:pt x="142" y="148"/>
                    </a:cubicBezTo>
                    <a:cubicBezTo>
                      <a:pt x="142" y="148"/>
                      <a:pt x="142" y="148"/>
                      <a:pt x="142" y="148"/>
                    </a:cubicBezTo>
                    <a:cubicBezTo>
                      <a:pt x="142" y="148"/>
                      <a:pt x="142" y="148"/>
                      <a:pt x="142" y="148"/>
                    </a:cubicBezTo>
                    <a:cubicBezTo>
                      <a:pt x="143" y="148"/>
                      <a:pt x="143" y="148"/>
                      <a:pt x="143" y="148"/>
                    </a:cubicBezTo>
                    <a:cubicBezTo>
                      <a:pt x="143" y="148"/>
                      <a:pt x="143" y="149"/>
                      <a:pt x="143" y="149"/>
                    </a:cubicBezTo>
                    <a:cubicBezTo>
                      <a:pt x="143" y="149"/>
                      <a:pt x="143" y="149"/>
                      <a:pt x="143" y="149"/>
                    </a:cubicBezTo>
                    <a:cubicBezTo>
                      <a:pt x="143" y="150"/>
                      <a:pt x="143" y="150"/>
                      <a:pt x="143" y="150"/>
                    </a:cubicBezTo>
                    <a:cubicBezTo>
                      <a:pt x="143" y="150"/>
                      <a:pt x="143" y="151"/>
                      <a:pt x="142" y="151"/>
                    </a:cubicBezTo>
                    <a:cubicBezTo>
                      <a:pt x="142" y="151"/>
                      <a:pt x="142" y="151"/>
                      <a:pt x="142" y="151"/>
                    </a:cubicBezTo>
                    <a:cubicBezTo>
                      <a:pt x="142" y="151"/>
                      <a:pt x="142" y="151"/>
                      <a:pt x="142" y="151"/>
                    </a:cubicBezTo>
                    <a:cubicBezTo>
                      <a:pt x="142" y="151"/>
                      <a:pt x="141" y="151"/>
                      <a:pt x="141" y="151"/>
                    </a:cubicBezTo>
                    <a:cubicBezTo>
                      <a:pt x="141" y="151"/>
                      <a:pt x="141" y="151"/>
                      <a:pt x="141" y="151"/>
                    </a:cubicBezTo>
                    <a:cubicBezTo>
                      <a:pt x="141" y="150"/>
                      <a:pt x="141" y="150"/>
                      <a:pt x="141" y="150"/>
                    </a:cubicBezTo>
                    <a:cubicBezTo>
                      <a:pt x="142" y="150"/>
                      <a:pt x="142" y="150"/>
                      <a:pt x="142" y="150"/>
                    </a:cubicBezTo>
                    <a:cubicBezTo>
                      <a:pt x="142" y="150"/>
                      <a:pt x="142" y="150"/>
                      <a:pt x="142" y="150"/>
                    </a:cubicBezTo>
                    <a:cubicBezTo>
                      <a:pt x="142" y="150"/>
                      <a:pt x="142" y="150"/>
                      <a:pt x="142" y="150"/>
                    </a:cubicBezTo>
                    <a:cubicBezTo>
                      <a:pt x="142" y="150"/>
                      <a:pt x="142" y="149"/>
                      <a:pt x="142" y="149"/>
                    </a:cubicBezTo>
                    <a:cubicBezTo>
                      <a:pt x="142" y="149"/>
                      <a:pt x="142" y="149"/>
                      <a:pt x="142" y="149"/>
                    </a:cubicBezTo>
                    <a:cubicBezTo>
                      <a:pt x="142" y="149"/>
                      <a:pt x="142" y="149"/>
                      <a:pt x="142" y="149"/>
                    </a:cubicBezTo>
                    <a:cubicBezTo>
                      <a:pt x="142" y="149"/>
                      <a:pt x="142" y="149"/>
                      <a:pt x="141" y="149"/>
                    </a:cubicBezTo>
                    <a:cubicBezTo>
                      <a:pt x="141" y="149"/>
                      <a:pt x="141" y="149"/>
                      <a:pt x="141" y="149"/>
                    </a:cubicBezTo>
                    <a:cubicBezTo>
                      <a:pt x="141" y="149"/>
                      <a:pt x="141" y="149"/>
                      <a:pt x="141" y="149"/>
                    </a:cubicBezTo>
                    <a:cubicBezTo>
                      <a:pt x="141" y="148"/>
                      <a:pt x="141" y="148"/>
                      <a:pt x="141" y="148"/>
                    </a:cubicBezTo>
                    <a:cubicBezTo>
                      <a:pt x="141" y="148"/>
                      <a:pt x="141" y="148"/>
                      <a:pt x="141" y="148"/>
                    </a:cubicBezTo>
                    <a:cubicBezTo>
                      <a:pt x="141" y="148"/>
                      <a:pt x="141" y="148"/>
                      <a:pt x="141" y="148"/>
                    </a:cubicBezTo>
                    <a:cubicBezTo>
                      <a:pt x="141" y="148"/>
                      <a:pt x="141" y="148"/>
                      <a:pt x="141" y="148"/>
                    </a:cubicBezTo>
                    <a:cubicBezTo>
                      <a:pt x="140" y="148"/>
                      <a:pt x="140" y="148"/>
                      <a:pt x="140" y="148"/>
                    </a:cubicBezTo>
                    <a:cubicBezTo>
                      <a:pt x="140" y="148"/>
                      <a:pt x="140" y="148"/>
                      <a:pt x="140" y="148"/>
                    </a:cubicBezTo>
                    <a:cubicBezTo>
                      <a:pt x="140" y="148"/>
                      <a:pt x="140" y="148"/>
                      <a:pt x="140" y="149"/>
                    </a:cubicBezTo>
                    <a:cubicBezTo>
                      <a:pt x="140" y="149"/>
                      <a:pt x="140" y="149"/>
                      <a:pt x="140" y="149"/>
                    </a:cubicBezTo>
                    <a:close/>
                    <a:moveTo>
                      <a:pt x="129" y="147"/>
                    </a:moveTo>
                    <a:cubicBezTo>
                      <a:pt x="129" y="147"/>
                      <a:pt x="129" y="147"/>
                      <a:pt x="129" y="147"/>
                    </a:cubicBezTo>
                    <a:cubicBezTo>
                      <a:pt x="129" y="147"/>
                      <a:pt x="129" y="147"/>
                      <a:pt x="129" y="147"/>
                    </a:cubicBezTo>
                    <a:cubicBezTo>
                      <a:pt x="129" y="148"/>
                      <a:pt x="129" y="148"/>
                      <a:pt x="129" y="148"/>
                    </a:cubicBezTo>
                    <a:cubicBezTo>
                      <a:pt x="129" y="148"/>
                      <a:pt x="130" y="148"/>
                      <a:pt x="130" y="148"/>
                    </a:cubicBezTo>
                    <a:cubicBezTo>
                      <a:pt x="130" y="148"/>
                      <a:pt x="130" y="148"/>
                      <a:pt x="130" y="148"/>
                    </a:cubicBezTo>
                    <a:cubicBezTo>
                      <a:pt x="130" y="148"/>
                      <a:pt x="130" y="148"/>
                      <a:pt x="130" y="148"/>
                    </a:cubicBezTo>
                    <a:cubicBezTo>
                      <a:pt x="130" y="148"/>
                      <a:pt x="130" y="148"/>
                      <a:pt x="130" y="147"/>
                    </a:cubicBezTo>
                    <a:cubicBezTo>
                      <a:pt x="130" y="147"/>
                      <a:pt x="130" y="147"/>
                      <a:pt x="130" y="147"/>
                    </a:cubicBezTo>
                    <a:cubicBezTo>
                      <a:pt x="130" y="147"/>
                      <a:pt x="130" y="147"/>
                      <a:pt x="130" y="147"/>
                    </a:cubicBezTo>
                    <a:cubicBezTo>
                      <a:pt x="129" y="146"/>
                      <a:pt x="129" y="146"/>
                      <a:pt x="129" y="146"/>
                    </a:cubicBezTo>
                    <a:cubicBezTo>
                      <a:pt x="129" y="146"/>
                      <a:pt x="129" y="146"/>
                      <a:pt x="129" y="146"/>
                    </a:cubicBezTo>
                    <a:cubicBezTo>
                      <a:pt x="129" y="146"/>
                      <a:pt x="129" y="146"/>
                      <a:pt x="129" y="147"/>
                    </a:cubicBezTo>
                    <a:cubicBezTo>
                      <a:pt x="129" y="147"/>
                      <a:pt x="129" y="147"/>
                      <a:pt x="129" y="147"/>
                    </a:cubicBezTo>
                    <a:close/>
                    <a:moveTo>
                      <a:pt x="130" y="152"/>
                    </a:moveTo>
                    <a:cubicBezTo>
                      <a:pt x="130" y="152"/>
                      <a:pt x="130" y="152"/>
                      <a:pt x="130" y="152"/>
                    </a:cubicBezTo>
                    <a:cubicBezTo>
                      <a:pt x="130" y="152"/>
                      <a:pt x="129" y="152"/>
                      <a:pt x="129" y="152"/>
                    </a:cubicBezTo>
                    <a:cubicBezTo>
                      <a:pt x="129" y="152"/>
                      <a:pt x="129" y="152"/>
                      <a:pt x="129" y="152"/>
                    </a:cubicBezTo>
                    <a:cubicBezTo>
                      <a:pt x="129" y="153"/>
                      <a:pt x="129" y="153"/>
                      <a:pt x="129" y="153"/>
                    </a:cubicBezTo>
                    <a:cubicBezTo>
                      <a:pt x="128" y="153"/>
                      <a:pt x="128" y="153"/>
                      <a:pt x="128" y="153"/>
                    </a:cubicBezTo>
                    <a:cubicBezTo>
                      <a:pt x="128" y="153"/>
                      <a:pt x="128" y="153"/>
                      <a:pt x="128" y="154"/>
                    </a:cubicBezTo>
                    <a:cubicBezTo>
                      <a:pt x="128" y="154"/>
                      <a:pt x="128" y="154"/>
                      <a:pt x="128" y="154"/>
                    </a:cubicBezTo>
                    <a:cubicBezTo>
                      <a:pt x="128" y="154"/>
                      <a:pt x="128" y="154"/>
                      <a:pt x="128" y="154"/>
                    </a:cubicBezTo>
                    <a:cubicBezTo>
                      <a:pt x="129" y="153"/>
                      <a:pt x="129" y="153"/>
                      <a:pt x="129" y="153"/>
                    </a:cubicBezTo>
                    <a:cubicBezTo>
                      <a:pt x="129" y="153"/>
                      <a:pt x="129" y="153"/>
                      <a:pt x="129" y="153"/>
                    </a:cubicBezTo>
                    <a:cubicBezTo>
                      <a:pt x="130" y="153"/>
                      <a:pt x="130" y="153"/>
                      <a:pt x="130" y="153"/>
                    </a:cubicBezTo>
                    <a:cubicBezTo>
                      <a:pt x="130" y="153"/>
                      <a:pt x="130" y="152"/>
                      <a:pt x="130" y="152"/>
                    </a:cubicBezTo>
                    <a:cubicBezTo>
                      <a:pt x="130" y="152"/>
                      <a:pt x="130" y="152"/>
                      <a:pt x="130" y="152"/>
                    </a:cubicBezTo>
                    <a:close/>
                    <a:moveTo>
                      <a:pt x="105" y="146"/>
                    </a:moveTo>
                    <a:cubicBezTo>
                      <a:pt x="105" y="146"/>
                      <a:pt x="105" y="147"/>
                      <a:pt x="105" y="147"/>
                    </a:cubicBezTo>
                    <a:cubicBezTo>
                      <a:pt x="105" y="147"/>
                      <a:pt x="105" y="147"/>
                      <a:pt x="105" y="147"/>
                    </a:cubicBezTo>
                    <a:cubicBezTo>
                      <a:pt x="105" y="147"/>
                      <a:pt x="105" y="148"/>
                      <a:pt x="105" y="148"/>
                    </a:cubicBezTo>
                    <a:cubicBezTo>
                      <a:pt x="105" y="148"/>
                      <a:pt x="105" y="148"/>
                      <a:pt x="105" y="148"/>
                    </a:cubicBezTo>
                    <a:cubicBezTo>
                      <a:pt x="105" y="148"/>
                      <a:pt x="105" y="148"/>
                      <a:pt x="105" y="148"/>
                    </a:cubicBezTo>
                    <a:cubicBezTo>
                      <a:pt x="105" y="148"/>
                      <a:pt x="105" y="148"/>
                      <a:pt x="105" y="148"/>
                    </a:cubicBezTo>
                    <a:cubicBezTo>
                      <a:pt x="105" y="148"/>
                      <a:pt x="105" y="148"/>
                      <a:pt x="105" y="148"/>
                    </a:cubicBezTo>
                    <a:cubicBezTo>
                      <a:pt x="106" y="148"/>
                      <a:pt x="106" y="148"/>
                      <a:pt x="106" y="148"/>
                    </a:cubicBezTo>
                    <a:cubicBezTo>
                      <a:pt x="106" y="148"/>
                      <a:pt x="106" y="148"/>
                      <a:pt x="106" y="148"/>
                    </a:cubicBezTo>
                    <a:cubicBezTo>
                      <a:pt x="106" y="148"/>
                      <a:pt x="106" y="148"/>
                      <a:pt x="106" y="148"/>
                    </a:cubicBezTo>
                    <a:cubicBezTo>
                      <a:pt x="106" y="148"/>
                      <a:pt x="107" y="148"/>
                      <a:pt x="107" y="148"/>
                    </a:cubicBezTo>
                    <a:cubicBezTo>
                      <a:pt x="107" y="148"/>
                      <a:pt x="107" y="148"/>
                      <a:pt x="107" y="149"/>
                    </a:cubicBezTo>
                    <a:cubicBezTo>
                      <a:pt x="107" y="149"/>
                      <a:pt x="107" y="149"/>
                      <a:pt x="107" y="149"/>
                    </a:cubicBezTo>
                    <a:cubicBezTo>
                      <a:pt x="107" y="149"/>
                      <a:pt x="108" y="148"/>
                      <a:pt x="107" y="148"/>
                    </a:cubicBezTo>
                    <a:cubicBezTo>
                      <a:pt x="107" y="148"/>
                      <a:pt x="107" y="148"/>
                      <a:pt x="107" y="148"/>
                    </a:cubicBezTo>
                    <a:cubicBezTo>
                      <a:pt x="107" y="148"/>
                      <a:pt x="107" y="148"/>
                      <a:pt x="108" y="147"/>
                    </a:cubicBezTo>
                    <a:cubicBezTo>
                      <a:pt x="108" y="147"/>
                      <a:pt x="108" y="147"/>
                      <a:pt x="107" y="147"/>
                    </a:cubicBezTo>
                    <a:cubicBezTo>
                      <a:pt x="107" y="147"/>
                      <a:pt x="107" y="147"/>
                      <a:pt x="107" y="147"/>
                    </a:cubicBezTo>
                    <a:cubicBezTo>
                      <a:pt x="107" y="147"/>
                      <a:pt x="107" y="147"/>
                      <a:pt x="107" y="147"/>
                    </a:cubicBezTo>
                    <a:cubicBezTo>
                      <a:pt x="107" y="147"/>
                      <a:pt x="107" y="147"/>
                      <a:pt x="107" y="147"/>
                    </a:cubicBezTo>
                    <a:cubicBezTo>
                      <a:pt x="107" y="147"/>
                      <a:pt x="107" y="147"/>
                      <a:pt x="106" y="147"/>
                    </a:cubicBezTo>
                    <a:cubicBezTo>
                      <a:pt x="106" y="147"/>
                      <a:pt x="106" y="146"/>
                      <a:pt x="106" y="146"/>
                    </a:cubicBezTo>
                    <a:cubicBezTo>
                      <a:pt x="106" y="146"/>
                      <a:pt x="106" y="146"/>
                      <a:pt x="106" y="146"/>
                    </a:cubicBezTo>
                    <a:cubicBezTo>
                      <a:pt x="106" y="146"/>
                      <a:pt x="106" y="146"/>
                      <a:pt x="106" y="146"/>
                    </a:cubicBezTo>
                    <a:cubicBezTo>
                      <a:pt x="106" y="146"/>
                      <a:pt x="106" y="146"/>
                      <a:pt x="106" y="146"/>
                    </a:cubicBezTo>
                    <a:cubicBezTo>
                      <a:pt x="105" y="146"/>
                      <a:pt x="105" y="146"/>
                      <a:pt x="105" y="146"/>
                    </a:cubicBezTo>
                    <a:cubicBezTo>
                      <a:pt x="105" y="146"/>
                      <a:pt x="105" y="146"/>
                      <a:pt x="105" y="146"/>
                    </a:cubicBezTo>
                    <a:cubicBezTo>
                      <a:pt x="105" y="146"/>
                      <a:pt x="105" y="146"/>
                      <a:pt x="105" y="146"/>
                    </a:cubicBezTo>
                    <a:cubicBezTo>
                      <a:pt x="105" y="146"/>
                      <a:pt x="104" y="146"/>
                      <a:pt x="105" y="146"/>
                    </a:cubicBezTo>
                    <a:close/>
                    <a:moveTo>
                      <a:pt x="96" y="150"/>
                    </a:moveTo>
                    <a:cubicBezTo>
                      <a:pt x="96" y="150"/>
                      <a:pt x="96" y="150"/>
                      <a:pt x="96" y="150"/>
                    </a:cubicBezTo>
                    <a:cubicBezTo>
                      <a:pt x="96" y="151"/>
                      <a:pt x="96" y="151"/>
                      <a:pt x="96" y="151"/>
                    </a:cubicBezTo>
                    <a:cubicBezTo>
                      <a:pt x="96" y="151"/>
                      <a:pt x="96" y="151"/>
                      <a:pt x="96" y="151"/>
                    </a:cubicBezTo>
                    <a:cubicBezTo>
                      <a:pt x="96" y="151"/>
                      <a:pt x="96" y="151"/>
                      <a:pt x="96" y="151"/>
                    </a:cubicBezTo>
                    <a:cubicBezTo>
                      <a:pt x="96" y="151"/>
                      <a:pt x="96" y="151"/>
                      <a:pt x="97" y="151"/>
                    </a:cubicBezTo>
                    <a:cubicBezTo>
                      <a:pt x="97" y="151"/>
                      <a:pt x="97" y="150"/>
                      <a:pt x="97" y="150"/>
                    </a:cubicBezTo>
                    <a:cubicBezTo>
                      <a:pt x="97" y="150"/>
                      <a:pt x="96" y="150"/>
                      <a:pt x="96" y="150"/>
                    </a:cubicBezTo>
                    <a:cubicBezTo>
                      <a:pt x="96" y="150"/>
                      <a:pt x="96" y="150"/>
                      <a:pt x="96" y="150"/>
                    </a:cubicBezTo>
                    <a:cubicBezTo>
                      <a:pt x="96" y="150"/>
                      <a:pt x="96" y="150"/>
                      <a:pt x="96" y="150"/>
                    </a:cubicBezTo>
                    <a:close/>
                    <a:moveTo>
                      <a:pt x="59" y="151"/>
                    </a:moveTo>
                    <a:cubicBezTo>
                      <a:pt x="59" y="151"/>
                      <a:pt x="59" y="151"/>
                      <a:pt x="59" y="151"/>
                    </a:cubicBezTo>
                    <a:cubicBezTo>
                      <a:pt x="59" y="150"/>
                      <a:pt x="59" y="150"/>
                      <a:pt x="59" y="150"/>
                    </a:cubicBezTo>
                    <a:cubicBezTo>
                      <a:pt x="59" y="150"/>
                      <a:pt x="59" y="150"/>
                      <a:pt x="59" y="150"/>
                    </a:cubicBezTo>
                    <a:cubicBezTo>
                      <a:pt x="59" y="150"/>
                      <a:pt x="59" y="150"/>
                      <a:pt x="59" y="150"/>
                    </a:cubicBezTo>
                    <a:cubicBezTo>
                      <a:pt x="59" y="149"/>
                      <a:pt x="58" y="149"/>
                      <a:pt x="58" y="149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58" y="149"/>
                      <a:pt x="58" y="149"/>
                      <a:pt x="58" y="149"/>
                    </a:cubicBezTo>
                    <a:cubicBezTo>
                      <a:pt x="57" y="149"/>
                      <a:pt x="57" y="149"/>
                      <a:pt x="57" y="149"/>
                    </a:cubicBezTo>
                    <a:cubicBezTo>
                      <a:pt x="57" y="149"/>
                      <a:pt x="57" y="149"/>
                      <a:pt x="57" y="149"/>
                    </a:cubicBezTo>
                    <a:cubicBezTo>
                      <a:pt x="57" y="149"/>
                      <a:pt x="57" y="149"/>
                      <a:pt x="57" y="149"/>
                    </a:cubicBezTo>
                    <a:cubicBezTo>
                      <a:pt x="57" y="149"/>
                      <a:pt x="57" y="149"/>
                      <a:pt x="56" y="149"/>
                    </a:cubicBezTo>
                    <a:cubicBezTo>
                      <a:pt x="56" y="149"/>
                      <a:pt x="56" y="149"/>
                      <a:pt x="56" y="149"/>
                    </a:cubicBezTo>
                    <a:cubicBezTo>
                      <a:pt x="56" y="149"/>
                      <a:pt x="56" y="149"/>
                      <a:pt x="56" y="149"/>
                    </a:cubicBezTo>
                    <a:cubicBezTo>
                      <a:pt x="55" y="149"/>
                      <a:pt x="55" y="149"/>
                      <a:pt x="55" y="149"/>
                    </a:cubicBezTo>
                    <a:cubicBezTo>
                      <a:pt x="55" y="149"/>
                      <a:pt x="55" y="149"/>
                      <a:pt x="55" y="149"/>
                    </a:cubicBezTo>
                    <a:cubicBezTo>
                      <a:pt x="55" y="149"/>
                      <a:pt x="54" y="149"/>
                      <a:pt x="54" y="149"/>
                    </a:cubicBezTo>
                    <a:cubicBezTo>
                      <a:pt x="54" y="149"/>
                      <a:pt x="54" y="149"/>
                      <a:pt x="54" y="149"/>
                    </a:cubicBezTo>
                    <a:cubicBezTo>
                      <a:pt x="54" y="149"/>
                      <a:pt x="54" y="149"/>
                      <a:pt x="54" y="149"/>
                    </a:cubicBezTo>
                    <a:cubicBezTo>
                      <a:pt x="54" y="149"/>
                      <a:pt x="54" y="149"/>
                      <a:pt x="53" y="149"/>
                    </a:cubicBezTo>
                    <a:cubicBezTo>
                      <a:pt x="53" y="149"/>
                      <a:pt x="53" y="149"/>
                      <a:pt x="53" y="149"/>
                    </a:cubicBezTo>
                    <a:cubicBezTo>
                      <a:pt x="53" y="149"/>
                      <a:pt x="53" y="149"/>
                      <a:pt x="53" y="149"/>
                    </a:cubicBezTo>
                    <a:cubicBezTo>
                      <a:pt x="53" y="149"/>
                      <a:pt x="53" y="149"/>
                      <a:pt x="52" y="149"/>
                    </a:cubicBezTo>
                    <a:cubicBezTo>
                      <a:pt x="52" y="149"/>
                      <a:pt x="52" y="149"/>
                      <a:pt x="52" y="149"/>
                    </a:cubicBezTo>
                    <a:cubicBezTo>
                      <a:pt x="52" y="149"/>
                      <a:pt x="52" y="149"/>
                      <a:pt x="52" y="149"/>
                    </a:cubicBezTo>
                    <a:cubicBezTo>
                      <a:pt x="52" y="149"/>
                      <a:pt x="52" y="149"/>
                      <a:pt x="52" y="149"/>
                    </a:cubicBezTo>
                    <a:cubicBezTo>
                      <a:pt x="52" y="149"/>
                      <a:pt x="52" y="149"/>
                      <a:pt x="51" y="149"/>
                    </a:cubicBezTo>
                    <a:cubicBezTo>
                      <a:pt x="51" y="149"/>
                      <a:pt x="51" y="149"/>
                      <a:pt x="51" y="149"/>
                    </a:cubicBezTo>
                    <a:cubicBezTo>
                      <a:pt x="51" y="150"/>
                      <a:pt x="51" y="150"/>
                      <a:pt x="51" y="150"/>
                    </a:cubicBezTo>
                    <a:cubicBezTo>
                      <a:pt x="51" y="150"/>
                      <a:pt x="51" y="150"/>
                      <a:pt x="51" y="150"/>
                    </a:cubicBezTo>
                    <a:cubicBezTo>
                      <a:pt x="51" y="150"/>
                      <a:pt x="51" y="150"/>
                      <a:pt x="52" y="150"/>
                    </a:cubicBezTo>
                    <a:cubicBezTo>
                      <a:pt x="52" y="150"/>
                      <a:pt x="52" y="150"/>
                      <a:pt x="52" y="150"/>
                    </a:cubicBezTo>
                    <a:cubicBezTo>
                      <a:pt x="52" y="150"/>
                      <a:pt x="52" y="150"/>
                      <a:pt x="52" y="150"/>
                    </a:cubicBezTo>
                    <a:cubicBezTo>
                      <a:pt x="52" y="150"/>
                      <a:pt x="52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3" y="150"/>
                      <a:pt x="53" y="150"/>
                      <a:pt x="53" y="150"/>
                    </a:cubicBezTo>
                    <a:cubicBezTo>
                      <a:pt x="53" y="150"/>
                      <a:pt x="53" y="150"/>
                      <a:pt x="53" y="151"/>
                    </a:cubicBezTo>
                    <a:cubicBezTo>
                      <a:pt x="53" y="151"/>
                      <a:pt x="53" y="151"/>
                      <a:pt x="52" y="151"/>
                    </a:cubicBezTo>
                    <a:cubicBezTo>
                      <a:pt x="52" y="151"/>
                      <a:pt x="52" y="151"/>
                      <a:pt x="52" y="151"/>
                    </a:cubicBezTo>
                    <a:cubicBezTo>
                      <a:pt x="52" y="151"/>
                      <a:pt x="52" y="151"/>
                      <a:pt x="52" y="151"/>
                    </a:cubicBezTo>
                    <a:cubicBezTo>
                      <a:pt x="52" y="151"/>
                      <a:pt x="52" y="151"/>
                      <a:pt x="52" y="151"/>
                    </a:cubicBezTo>
                    <a:cubicBezTo>
                      <a:pt x="52" y="151"/>
                      <a:pt x="52" y="151"/>
                      <a:pt x="52" y="151"/>
                    </a:cubicBezTo>
                    <a:cubicBezTo>
                      <a:pt x="52" y="151"/>
                      <a:pt x="52" y="151"/>
                      <a:pt x="52" y="151"/>
                    </a:cubicBezTo>
                    <a:cubicBezTo>
                      <a:pt x="52" y="151"/>
                      <a:pt x="53" y="151"/>
                      <a:pt x="53" y="151"/>
                    </a:cubicBezTo>
                    <a:cubicBezTo>
                      <a:pt x="53" y="151"/>
                      <a:pt x="53" y="151"/>
                      <a:pt x="53" y="151"/>
                    </a:cubicBezTo>
                    <a:cubicBezTo>
                      <a:pt x="53" y="151"/>
                      <a:pt x="53" y="152"/>
                      <a:pt x="53" y="152"/>
                    </a:cubicBezTo>
                    <a:cubicBezTo>
                      <a:pt x="53" y="152"/>
                      <a:pt x="53" y="152"/>
                      <a:pt x="53" y="152"/>
                    </a:cubicBezTo>
                    <a:cubicBezTo>
                      <a:pt x="53" y="152"/>
                      <a:pt x="53" y="152"/>
                      <a:pt x="53" y="152"/>
                    </a:cubicBezTo>
                    <a:cubicBezTo>
                      <a:pt x="53" y="152"/>
                      <a:pt x="53" y="152"/>
                      <a:pt x="53" y="152"/>
                    </a:cubicBezTo>
                    <a:cubicBezTo>
                      <a:pt x="53" y="152"/>
                      <a:pt x="52" y="152"/>
                      <a:pt x="52" y="152"/>
                    </a:cubicBezTo>
                    <a:cubicBezTo>
                      <a:pt x="52" y="152"/>
                      <a:pt x="52" y="152"/>
                      <a:pt x="52" y="152"/>
                    </a:cubicBezTo>
                    <a:cubicBezTo>
                      <a:pt x="52" y="152"/>
                      <a:pt x="52" y="152"/>
                      <a:pt x="52" y="152"/>
                    </a:cubicBezTo>
                    <a:cubicBezTo>
                      <a:pt x="52" y="152"/>
                      <a:pt x="51" y="152"/>
                      <a:pt x="51" y="152"/>
                    </a:cubicBezTo>
                    <a:cubicBezTo>
                      <a:pt x="51" y="152"/>
                      <a:pt x="51" y="152"/>
                      <a:pt x="50" y="152"/>
                    </a:cubicBezTo>
                    <a:cubicBezTo>
                      <a:pt x="50" y="152"/>
                      <a:pt x="50" y="152"/>
                      <a:pt x="50" y="152"/>
                    </a:cubicBezTo>
                    <a:cubicBezTo>
                      <a:pt x="50" y="152"/>
                      <a:pt x="50" y="152"/>
                      <a:pt x="50" y="151"/>
                    </a:cubicBezTo>
                    <a:cubicBezTo>
                      <a:pt x="50" y="151"/>
                      <a:pt x="50" y="151"/>
                      <a:pt x="50" y="151"/>
                    </a:cubicBezTo>
                    <a:cubicBezTo>
                      <a:pt x="50" y="151"/>
                      <a:pt x="50" y="151"/>
                      <a:pt x="50" y="151"/>
                    </a:cubicBezTo>
                    <a:cubicBezTo>
                      <a:pt x="49" y="151"/>
                      <a:pt x="49" y="151"/>
                      <a:pt x="49" y="151"/>
                    </a:cubicBezTo>
                    <a:cubicBezTo>
                      <a:pt x="49" y="151"/>
                      <a:pt x="49" y="151"/>
                      <a:pt x="49" y="151"/>
                    </a:cubicBezTo>
                    <a:cubicBezTo>
                      <a:pt x="49" y="151"/>
                      <a:pt x="49" y="151"/>
                      <a:pt x="49" y="152"/>
                    </a:cubicBezTo>
                    <a:cubicBezTo>
                      <a:pt x="49" y="152"/>
                      <a:pt x="49" y="152"/>
                      <a:pt x="49" y="152"/>
                    </a:cubicBezTo>
                    <a:cubicBezTo>
                      <a:pt x="49" y="152"/>
                      <a:pt x="49" y="152"/>
                      <a:pt x="49" y="152"/>
                    </a:cubicBezTo>
                    <a:cubicBezTo>
                      <a:pt x="49" y="152"/>
                      <a:pt x="49" y="152"/>
                      <a:pt x="49" y="152"/>
                    </a:cubicBezTo>
                    <a:cubicBezTo>
                      <a:pt x="49" y="152"/>
                      <a:pt x="49" y="152"/>
                      <a:pt x="49" y="153"/>
                    </a:cubicBezTo>
                    <a:cubicBezTo>
                      <a:pt x="49" y="153"/>
                      <a:pt x="49" y="153"/>
                      <a:pt x="49" y="153"/>
                    </a:cubicBezTo>
                    <a:cubicBezTo>
                      <a:pt x="49" y="153"/>
                      <a:pt x="49" y="153"/>
                      <a:pt x="49" y="153"/>
                    </a:cubicBezTo>
                    <a:cubicBezTo>
                      <a:pt x="49" y="153"/>
                      <a:pt x="49" y="154"/>
                      <a:pt x="49" y="154"/>
                    </a:cubicBezTo>
                    <a:cubicBezTo>
                      <a:pt x="50" y="155"/>
                      <a:pt x="50" y="155"/>
                      <a:pt x="49" y="156"/>
                    </a:cubicBezTo>
                    <a:cubicBezTo>
                      <a:pt x="49" y="156"/>
                      <a:pt x="49" y="156"/>
                      <a:pt x="49" y="156"/>
                    </a:cubicBezTo>
                    <a:cubicBezTo>
                      <a:pt x="50" y="157"/>
                      <a:pt x="50" y="157"/>
                      <a:pt x="49" y="157"/>
                    </a:cubicBezTo>
                    <a:cubicBezTo>
                      <a:pt x="49" y="158"/>
                      <a:pt x="49" y="158"/>
                      <a:pt x="49" y="158"/>
                    </a:cubicBezTo>
                    <a:cubicBezTo>
                      <a:pt x="49" y="159"/>
                      <a:pt x="49" y="159"/>
                      <a:pt x="50" y="159"/>
                    </a:cubicBezTo>
                    <a:cubicBezTo>
                      <a:pt x="50" y="159"/>
                      <a:pt x="50" y="159"/>
                      <a:pt x="50" y="159"/>
                    </a:cubicBezTo>
                    <a:cubicBezTo>
                      <a:pt x="50" y="159"/>
                      <a:pt x="51" y="159"/>
                      <a:pt x="51" y="159"/>
                    </a:cubicBezTo>
                    <a:cubicBezTo>
                      <a:pt x="51" y="159"/>
                      <a:pt x="51" y="159"/>
                      <a:pt x="51" y="159"/>
                    </a:cubicBezTo>
                    <a:cubicBezTo>
                      <a:pt x="51" y="159"/>
                      <a:pt x="52" y="159"/>
                      <a:pt x="52" y="159"/>
                    </a:cubicBezTo>
                    <a:cubicBezTo>
                      <a:pt x="52" y="159"/>
                      <a:pt x="52" y="159"/>
                      <a:pt x="53" y="159"/>
                    </a:cubicBezTo>
                    <a:cubicBezTo>
                      <a:pt x="53" y="159"/>
                      <a:pt x="53" y="159"/>
                      <a:pt x="53" y="159"/>
                    </a:cubicBezTo>
                    <a:cubicBezTo>
                      <a:pt x="54" y="159"/>
                      <a:pt x="54" y="159"/>
                      <a:pt x="54" y="159"/>
                    </a:cubicBezTo>
                    <a:cubicBezTo>
                      <a:pt x="55" y="159"/>
                      <a:pt x="55" y="159"/>
                      <a:pt x="55" y="159"/>
                    </a:cubicBezTo>
                    <a:cubicBezTo>
                      <a:pt x="55" y="159"/>
                      <a:pt x="55" y="159"/>
                      <a:pt x="55" y="159"/>
                    </a:cubicBezTo>
                    <a:cubicBezTo>
                      <a:pt x="55" y="159"/>
                      <a:pt x="55" y="159"/>
                      <a:pt x="56" y="159"/>
                    </a:cubicBezTo>
                    <a:cubicBezTo>
                      <a:pt x="56" y="159"/>
                      <a:pt x="56" y="159"/>
                      <a:pt x="56" y="159"/>
                    </a:cubicBezTo>
                    <a:cubicBezTo>
                      <a:pt x="56" y="159"/>
                      <a:pt x="56" y="159"/>
                      <a:pt x="56" y="159"/>
                    </a:cubicBezTo>
                    <a:cubicBezTo>
                      <a:pt x="56" y="159"/>
                      <a:pt x="56" y="159"/>
                      <a:pt x="56" y="159"/>
                    </a:cubicBezTo>
                    <a:cubicBezTo>
                      <a:pt x="56" y="159"/>
                      <a:pt x="56" y="159"/>
                      <a:pt x="56" y="158"/>
                    </a:cubicBezTo>
                    <a:cubicBezTo>
                      <a:pt x="57" y="158"/>
                      <a:pt x="56" y="158"/>
                      <a:pt x="56" y="158"/>
                    </a:cubicBezTo>
                    <a:cubicBezTo>
                      <a:pt x="56" y="158"/>
                      <a:pt x="56" y="158"/>
                      <a:pt x="56" y="158"/>
                    </a:cubicBezTo>
                    <a:cubicBezTo>
                      <a:pt x="56" y="158"/>
                      <a:pt x="56" y="158"/>
                      <a:pt x="56" y="158"/>
                    </a:cubicBezTo>
                    <a:cubicBezTo>
                      <a:pt x="56" y="158"/>
                      <a:pt x="56" y="158"/>
                      <a:pt x="56" y="158"/>
                    </a:cubicBezTo>
                    <a:cubicBezTo>
                      <a:pt x="56" y="158"/>
                      <a:pt x="56" y="158"/>
                      <a:pt x="56" y="158"/>
                    </a:cubicBezTo>
                    <a:cubicBezTo>
                      <a:pt x="56" y="157"/>
                      <a:pt x="56" y="157"/>
                      <a:pt x="56" y="157"/>
                    </a:cubicBezTo>
                    <a:cubicBezTo>
                      <a:pt x="56" y="157"/>
                      <a:pt x="56" y="157"/>
                      <a:pt x="56" y="157"/>
                    </a:cubicBezTo>
                    <a:cubicBezTo>
                      <a:pt x="56" y="157"/>
                      <a:pt x="56" y="157"/>
                      <a:pt x="56" y="157"/>
                    </a:cubicBezTo>
                    <a:cubicBezTo>
                      <a:pt x="56" y="157"/>
                      <a:pt x="57" y="157"/>
                      <a:pt x="57" y="157"/>
                    </a:cubicBezTo>
                    <a:cubicBezTo>
                      <a:pt x="57" y="157"/>
                      <a:pt x="57" y="157"/>
                      <a:pt x="57" y="156"/>
                    </a:cubicBezTo>
                    <a:cubicBezTo>
                      <a:pt x="57" y="156"/>
                      <a:pt x="57" y="156"/>
                      <a:pt x="57" y="156"/>
                    </a:cubicBezTo>
                    <a:cubicBezTo>
                      <a:pt x="57" y="156"/>
                      <a:pt x="57" y="156"/>
                      <a:pt x="57" y="157"/>
                    </a:cubicBezTo>
                    <a:cubicBezTo>
                      <a:pt x="57" y="157"/>
                      <a:pt x="57" y="157"/>
                      <a:pt x="57" y="157"/>
                    </a:cubicBezTo>
                    <a:cubicBezTo>
                      <a:pt x="57" y="157"/>
                      <a:pt x="57" y="157"/>
                      <a:pt x="57" y="157"/>
                    </a:cubicBezTo>
                    <a:cubicBezTo>
                      <a:pt x="57" y="157"/>
                      <a:pt x="57" y="158"/>
                      <a:pt x="57" y="158"/>
                    </a:cubicBezTo>
                    <a:cubicBezTo>
                      <a:pt x="57" y="158"/>
                      <a:pt x="58" y="159"/>
                      <a:pt x="58" y="159"/>
                    </a:cubicBezTo>
                    <a:cubicBezTo>
                      <a:pt x="58" y="159"/>
                      <a:pt x="58" y="159"/>
                      <a:pt x="58" y="160"/>
                    </a:cubicBezTo>
                    <a:cubicBezTo>
                      <a:pt x="58" y="160"/>
                      <a:pt x="58" y="160"/>
                      <a:pt x="57" y="160"/>
                    </a:cubicBezTo>
                    <a:cubicBezTo>
                      <a:pt x="57" y="160"/>
                      <a:pt x="57" y="160"/>
                      <a:pt x="57" y="160"/>
                    </a:cubicBezTo>
                    <a:cubicBezTo>
                      <a:pt x="57" y="160"/>
                      <a:pt x="57" y="160"/>
                      <a:pt x="56" y="160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56" y="160"/>
                      <a:pt x="56" y="160"/>
                      <a:pt x="56" y="160"/>
                    </a:cubicBezTo>
                    <a:cubicBezTo>
                      <a:pt x="56" y="159"/>
                      <a:pt x="55" y="159"/>
                      <a:pt x="55" y="159"/>
                    </a:cubicBezTo>
                    <a:cubicBezTo>
                      <a:pt x="55" y="160"/>
                      <a:pt x="55" y="160"/>
                      <a:pt x="55" y="160"/>
                    </a:cubicBezTo>
                    <a:cubicBezTo>
                      <a:pt x="55" y="160"/>
                      <a:pt x="55" y="160"/>
                      <a:pt x="55" y="160"/>
                    </a:cubicBezTo>
                    <a:cubicBezTo>
                      <a:pt x="55" y="160"/>
                      <a:pt x="55" y="160"/>
                      <a:pt x="55" y="160"/>
                    </a:cubicBezTo>
                    <a:cubicBezTo>
                      <a:pt x="55" y="160"/>
                      <a:pt x="55" y="160"/>
                      <a:pt x="55" y="160"/>
                    </a:cubicBezTo>
                    <a:cubicBezTo>
                      <a:pt x="55" y="160"/>
                      <a:pt x="55" y="160"/>
                      <a:pt x="56" y="160"/>
                    </a:cubicBezTo>
                    <a:cubicBezTo>
                      <a:pt x="56" y="160"/>
                      <a:pt x="56" y="160"/>
                      <a:pt x="56" y="161"/>
                    </a:cubicBezTo>
                    <a:cubicBezTo>
                      <a:pt x="56" y="161"/>
                      <a:pt x="56" y="161"/>
                      <a:pt x="56" y="161"/>
                    </a:cubicBezTo>
                    <a:cubicBezTo>
                      <a:pt x="56" y="161"/>
                      <a:pt x="57" y="161"/>
                      <a:pt x="57" y="161"/>
                    </a:cubicBezTo>
                    <a:cubicBezTo>
                      <a:pt x="57" y="161"/>
                      <a:pt x="57" y="161"/>
                      <a:pt x="57" y="161"/>
                    </a:cubicBezTo>
                    <a:cubicBezTo>
                      <a:pt x="57" y="161"/>
                      <a:pt x="58" y="161"/>
                      <a:pt x="58" y="161"/>
                    </a:cubicBezTo>
                    <a:cubicBezTo>
                      <a:pt x="58" y="161"/>
                      <a:pt x="58" y="161"/>
                      <a:pt x="58" y="160"/>
                    </a:cubicBezTo>
                    <a:cubicBezTo>
                      <a:pt x="58" y="160"/>
                      <a:pt x="58" y="160"/>
                      <a:pt x="58" y="160"/>
                    </a:cubicBezTo>
                    <a:cubicBezTo>
                      <a:pt x="58" y="160"/>
                      <a:pt x="58" y="159"/>
                      <a:pt x="58" y="159"/>
                    </a:cubicBezTo>
                    <a:cubicBezTo>
                      <a:pt x="58" y="159"/>
                      <a:pt x="58" y="159"/>
                      <a:pt x="58" y="159"/>
                    </a:cubicBezTo>
                    <a:cubicBezTo>
                      <a:pt x="58" y="159"/>
                      <a:pt x="58" y="159"/>
                      <a:pt x="58" y="158"/>
                    </a:cubicBezTo>
                    <a:cubicBezTo>
                      <a:pt x="58" y="158"/>
                      <a:pt x="58" y="158"/>
                      <a:pt x="58" y="157"/>
                    </a:cubicBezTo>
                    <a:cubicBezTo>
                      <a:pt x="58" y="157"/>
                      <a:pt x="58" y="157"/>
                      <a:pt x="58" y="157"/>
                    </a:cubicBezTo>
                    <a:cubicBezTo>
                      <a:pt x="58" y="157"/>
                      <a:pt x="58" y="157"/>
                      <a:pt x="58" y="156"/>
                    </a:cubicBezTo>
                    <a:cubicBezTo>
                      <a:pt x="58" y="156"/>
                      <a:pt x="58" y="156"/>
                      <a:pt x="58" y="155"/>
                    </a:cubicBezTo>
                    <a:cubicBezTo>
                      <a:pt x="58" y="155"/>
                      <a:pt x="58" y="155"/>
                      <a:pt x="58" y="155"/>
                    </a:cubicBezTo>
                    <a:cubicBezTo>
                      <a:pt x="59" y="155"/>
                      <a:pt x="59" y="155"/>
                      <a:pt x="59" y="155"/>
                    </a:cubicBezTo>
                    <a:cubicBezTo>
                      <a:pt x="59" y="154"/>
                      <a:pt x="59" y="153"/>
                      <a:pt x="58" y="153"/>
                    </a:cubicBezTo>
                    <a:cubicBezTo>
                      <a:pt x="58" y="153"/>
                      <a:pt x="58" y="153"/>
                      <a:pt x="58" y="153"/>
                    </a:cubicBezTo>
                    <a:cubicBezTo>
                      <a:pt x="58" y="152"/>
                      <a:pt x="59" y="152"/>
                      <a:pt x="59" y="152"/>
                    </a:cubicBezTo>
                    <a:cubicBezTo>
                      <a:pt x="59" y="152"/>
                      <a:pt x="59" y="151"/>
                      <a:pt x="59" y="151"/>
                    </a:cubicBezTo>
                    <a:close/>
                    <a:moveTo>
                      <a:pt x="74" y="154"/>
                    </a:moveTo>
                    <a:cubicBezTo>
                      <a:pt x="74" y="154"/>
                      <a:pt x="74" y="153"/>
                      <a:pt x="73" y="153"/>
                    </a:cubicBezTo>
                    <a:cubicBezTo>
                      <a:pt x="73" y="153"/>
                      <a:pt x="73" y="153"/>
                      <a:pt x="73" y="153"/>
                    </a:cubicBezTo>
                    <a:cubicBezTo>
                      <a:pt x="72" y="153"/>
                      <a:pt x="72" y="153"/>
                      <a:pt x="72" y="153"/>
                    </a:cubicBezTo>
                    <a:cubicBezTo>
                      <a:pt x="72" y="153"/>
                      <a:pt x="72" y="153"/>
                      <a:pt x="71" y="153"/>
                    </a:cubicBezTo>
                    <a:cubicBezTo>
                      <a:pt x="71" y="153"/>
                      <a:pt x="71" y="153"/>
                      <a:pt x="71" y="153"/>
                    </a:cubicBezTo>
                    <a:cubicBezTo>
                      <a:pt x="71" y="153"/>
                      <a:pt x="71" y="153"/>
                      <a:pt x="71" y="153"/>
                    </a:cubicBezTo>
                    <a:cubicBezTo>
                      <a:pt x="71" y="153"/>
                      <a:pt x="71" y="152"/>
                      <a:pt x="71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2" y="152"/>
                      <a:pt x="72" y="152"/>
                      <a:pt x="72" y="152"/>
                    </a:cubicBezTo>
                    <a:cubicBezTo>
                      <a:pt x="72" y="152"/>
                      <a:pt x="73" y="152"/>
                      <a:pt x="73" y="152"/>
                    </a:cubicBezTo>
                    <a:cubicBezTo>
                      <a:pt x="73" y="152"/>
                      <a:pt x="73" y="152"/>
                      <a:pt x="73" y="152"/>
                    </a:cubicBezTo>
                    <a:cubicBezTo>
                      <a:pt x="73" y="152"/>
                      <a:pt x="73" y="152"/>
                      <a:pt x="73" y="152"/>
                    </a:cubicBezTo>
                    <a:cubicBezTo>
                      <a:pt x="73" y="152"/>
                      <a:pt x="73" y="152"/>
                      <a:pt x="73" y="152"/>
                    </a:cubicBezTo>
                    <a:cubicBezTo>
                      <a:pt x="73" y="151"/>
                      <a:pt x="73" y="151"/>
                      <a:pt x="73" y="151"/>
                    </a:cubicBezTo>
                    <a:cubicBezTo>
                      <a:pt x="73" y="151"/>
                      <a:pt x="73" y="151"/>
                      <a:pt x="72" y="151"/>
                    </a:cubicBezTo>
                    <a:cubicBezTo>
                      <a:pt x="72" y="151"/>
                      <a:pt x="72" y="151"/>
                      <a:pt x="72" y="151"/>
                    </a:cubicBezTo>
                    <a:cubicBezTo>
                      <a:pt x="72" y="151"/>
                      <a:pt x="72" y="151"/>
                      <a:pt x="72" y="151"/>
                    </a:cubicBezTo>
                    <a:cubicBezTo>
                      <a:pt x="72" y="151"/>
                      <a:pt x="72" y="151"/>
                      <a:pt x="72" y="151"/>
                    </a:cubicBezTo>
                    <a:cubicBezTo>
                      <a:pt x="72" y="151"/>
                      <a:pt x="72" y="151"/>
                      <a:pt x="72" y="151"/>
                    </a:cubicBezTo>
                    <a:cubicBezTo>
                      <a:pt x="72" y="151"/>
                      <a:pt x="72" y="150"/>
                      <a:pt x="72" y="150"/>
                    </a:cubicBezTo>
                    <a:cubicBezTo>
                      <a:pt x="72" y="150"/>
                      <a:pt x="72" y="150"/>
                      <a:pt x="72" y="149"/>
                    </a:cubicBezTo>
                    <a:cubicBezTo>
                      <a:pt x="72" y="149"/>
                      <a:pt x="72" y="149"/>
                      <a:pt x="72" y="149"/>
                    </a:cubicBezTo>
                    <a:cubicBezTo>
                      <a:pt x="72" y="149"/>
                      <a:pt x="72" y="148"/>
                      <a:pt x="71" y="148"/>
                    </a:cubicBezTo>
                    <a:cubicBezTo>
                      <a:pt x="71" y="148"/>
                      <a:pt x="71" y="148"/>
                      <a:pt x="71" y="148"/>
                    </a:cubicBezTo>
                    <a:cubicBezTo>
                      <a:pt x="71" y="148"/>
                      <a:pt x="71" y="148"/>
                      <a:pt x="71" y="148"/>
                    </a:cubicBezTo>
                    <a:cubicBezTo>
                      <a:pt x="71" y="148"/>
                      <a:pt x="71" y="148"/>
                      <a:pt x="71" y="148"/>
                    </a:cubicBezTo>
                    <a:cubicBezTo>
                      <a:pt x="71" y="148"/>
                      <a:pt x="70" y="149"/>
                      <a:pt x="70" y="149"/>
                    </a:cubicBezTo>
                    <a:cubicBezTo>
                      <a:pt x="70" y="149"/>
                      <a:pt x="71" y="149"/>
                      <a:pt x="71" y="150"/>
                    </a:cubicBezTo>
                    <a:cubicBezTo>
                      <a:pt x="71" y="150"/>
                      <a:pt x="71" y="150"/>
                      <a:pt x="71" y="150"/>
                    </a:cubicBezTo>
                    <a:cubicBezTo>
                      <a:pt x="71" y="150"/>
                      <a:pt x="71" y="150"/>
                      <a:pt x="71" y="150"/>
                    </a:cubicBezTo>
                    <a:cubicBezTo>
                      <a:pt x="71" y="150"/>
                      <a:pt x="71" y="150"/>
                      <a:pt x="71" y="150"/>
                    </a:cubicBezTo>
                    <a:cubicBezTo>
                      <a:pt x="71" y="150"/>
                      <a:pt x="70" y="150"/>
                      <a:pt x="70" y="151"/>
                    </a:cubicBezTo>
                    <a:cubicBezTo>
                      <a:pt x="70" y="151"/>
                      <a:pt x="70" y="151"/>
                      <a:pt x="70" y="151"/>
                    </a:cubicBezTo>
                    <a:cubicBezTo>
                      <a:pt x="70" y="151"/>
                      <a:pt x="70" y="151"/>
                      <a:pt x="70" y="151"/>
                    </a:cubicBezTo>
                    <a:cubicBezTo>
                      <a:pt x="70" y="151"/>
                      <a:pt x="70" y="152"/>
                      <a:pt x="70" y="152"/>
                    </a:cubicBezTo>
                    <a:cubicBezTo>
                      <a:pt x="70" y="152"/>
                      <a:pt x="70" y="152"/>
                      <a:pt x="70" y="152"/>
                    </a:cubicBezTo>
                    <a:cubicBezTo>
                      <a:pt x="70" y="152"/>
                      <a:pt x="70" y="152"/>
                      <a:pt x="69" y="152"/>
                    </a:cubicBezTo>
                    <a:cubicBezTo>
                      <a:pt x="69" y="152"/>
                      <a:pt x="69" y="152"/>
                      <a:pt x="69" y="152"/>
                    </a:cubicBezTo>
                    <a:cubicBezTo>
                      <a:pt x="69" y="152"/>
                      <a:pt x="68" y="152"/>
                      <a:pt x="68" y="152"/>
                    </a:cubicBezTo>
                    <a:cubicBezTo>
                      <a:pt x="68" y="152"/>
                      <a:pt x="68" y="152"/>
                      <a:pt x="68" y="152"/>
                    </a:cubicBezTo>
                    <a:cubicBezTo>
                      <a:pt x="68" y="152"/>
                      <a:pt x="68" y="153"/>
                      <a:pt x="68" y="153"/>
                    </a:cubicBezTo>
                    <a:cubicBezTo>
                      <a:pt x="68" y="153"/>
                      <a:pt x="68" y="153"/>
                      <a:pt x="68" y="153"/>
                    </a:cubicBezTo>
                    <a:cubicBezTo>
                      <a:pt x="69" y="153"/>
                      <a:pt x="69" y="153"/>
                      <a:pt x="69" y="153"/>
                    </a:cubicBezTo>
                    <a:cubicBezTo>
                      <a:pt x="69" y="153"/>
                      <a:pt x="69" y="153"/>
                      <a:pt x="69" y="153"/>
                    </a:cubicBezTo>
                    <a:cubicBezTo>
                      <a:pt x="69" y="153"/>
                      <a:pt x="69" y="153"/>
                      <a:pt x="70" y="153"/>
                    </a:cubicBezTo>
                    <a:cubicBezTo>
                      <a:pt x="70" y="153"/>
                      <a:pt x="70" y="153"/>
                      <a:pt x="70" y="153"/>
                    </a:cubicBezTo>
                    <a:cubicBezTo>
                      <a:pt x="70" y="153"/>
                      <a:pt x="70" y="154"/>
                      <a:pt x="70" y="154"/>
                    </a:cubicBezTo>
                    <a:cubicBezTo>
                      <a:pt x="70" y="154"/>
                      <a:pt x="70" y="154"/>
                      <a:pt x="70" y="154"/>
                    </a:cubicBezTo>
                    <a:cubicBezTo>
                      <a:pt x="69" y="154"/>
                      <a:pt x="69" y="154"/>
                      <a:pt x="69" y="154"/>
                    </a:cubicBezTo>
                    <a:cubicBezTo>
                      <a:pt x="69" y="154"/>
                      <a:pt x="69" y="154"/>
                      <a:pt x="68" y="154"/>
                    </a:cubicBezTo>
                    <a:cubicBezTo>
                      <a:pt x="68" y="154"/>
                      <a:pt x="68" y="154"/>
                      <a:pt x="68" y="154"/>
                    </a:cubicBezTo>
                    <a:cubicBezTo>
                      <a:pt x="68" y="154"/>
                      <a:pt x="68" y="154"/>
                      <a:pt x="68" y="154"/>
                    </a:cubicBezTo>
                    <a:cubicBezTo>
                      <a:pt x="68" y="154"/>
                      <a:pt x="68" y="154"/>
                      <a:pt x="68" y="154"/>
                    </a:cubicBezTo>
                    <a:cubicBezTo>
                      <a:pt x="68" y="154"/>
                      <a:pt x="68" y="154"/>
                      <a:pt x="68" y="154"/>
                    </a:cubicBezTo>
                    <a:cubicBezTo>
                      <a:pt x="68" y="155"/>
                      <a:pt x="68" y="155"/>
                      <a:pt x="68" y="155"/>
                    </a:cubicBezTo>
                    <a:cubicBezTo>
                      <a:pt x="68" y="155"/>
                      <a:pt x="68" y="155"/>
                      <a:pt x="68" y="155"/>
                    </a:cubicBezTo>
                    <a:cubicBezTo>
                      <a:pt x="68" y="155"/>
                      <a:pt x="68" y="155"/>
                      <a:pt x="67" y="155"/>
                    </a:cubicBezTo>
                    <a:cubicBezTo>
                      <a:pt x="67" y="155"/>
                      <a:pt x="67" y="155"/>
                      <a:pt x="67" y="156"/>
                    </a:cubicBezTo>
                    <a:cubicBezTo>
                      <a:pt x="67" y="156"/>
                      <a:pt x="67" y="156"/>
                      <a:pt x="67" y="156"/>
                    </a:cubicBezTo>
                    <a:cubicBezTo>
                      <a:pt x="67" y="156"/>
                      <a:pt x="67" y="156"/>
                      <a:pt x="67" y="156"/>
                    </a:cubicBezTo>
                    <a:cubicBezTo>
                      <a:pt x="67" y="156"/>
                      <a:pt x="67" y="156"/>
                      <a:pt x="67" y="156"/>
                    </a:cubicBezTo>
                    <a:cubicBezTo>
                      <a:pt x="67" y="155"/>
                      <a:pt x="67" y="155"/>
                      <a:pt x="67" y="155"/>
                    </a:cubicBezTo>
                    <a:cubicBezTo>
                      <a:pt x="67" y="155"/>
                      <a:pt x="67" y="155"/>
                      <a:pt x="67" y="155"/>
                    </a:cubicBezTo>
                    <a:cubicBezTo>
                      <a:pt x="67" y="155"/>
                      <a:pt x="67" y="154"/>
                      <a:pt x="67" y="154"/>
                    </a:cubicBezTo>
                    <a:cubicBezTo>
                      <a:pt x="67" y="154"/>
                      <a:pt x="67" y="154"/>
                      <a:pt x="67" y="153"/>
                    </a:cubicBezTo>
                    <a:cubicBezTo>
                      <a:pt x="67" y="153"/>
                      <a:pt x="67" y="153"/>
                      <a:pt x="67" y="153"/>
                    </a:cubicBezTo>
                    <a:cubicBezTo>
                      <a:pt x="67" y="153"/>
                      <a:pt x="67" y="153"/>
                      <a:pt x="67" y="153"/>
                    </a:cubicBezTo>
                    <a:cubicBezTo>
                      <a:pt x="67" y="153"/>
                      <a:pt x="67" y="153"/>
                      <a:pt x="67" y="152"/>
                    </a:cubicBezTo>
                    <a:cubicBezTo>
                      <a:pt x="66" y="152"/>
                      <a:pt x="66" y="152"/>
                      <a:pt x="67" y="152"/>
                    </a:cubicBezTo>
                    <a:cubicBezTo>
                      <a:pt x="67" y="152"/>
                      <a:pt x="67" y="152"/>
                      <a:pt x="67" y="152"/>
                    </a:cubicBezTo>
                    <a:cubicBezTo>
                      <a:pt x="67" y="152"/>
                      <a:pt x="67" y="152"/>
                      <a:pt x="67" y="152"/>
                    </a:cubicBezTo>
                    <a:cubicBezTo>
                      <a:pt x="67" y="152"/>
                      <a:pt x="67" y="151"/>
                      <a:pt x="67" y="151"/>
                    </a:cubicBezTo>
                    <a:cubicBezTo>
                      <a:pt x="67" y="151"/>
                      <a:pt x="67" y="151"/>
                      <a:pt x="68" y="151"/>
                    </a:cubicBezTo>
                    <a:cubicBezTo>
                      <a:pt x="68" y="151"/>
                      <a:pt x="68" y="151"/>
                      <a:pt x="68" y="151"/>
                    </a:cubicBezTo>
                    <a:cubicBezTo>
                      <a:pt x="68" y="151"/>
                      <a:pt x="68" y="151"/>
                      <a:pt x="68" y="150"/>
                    </a:cubicBezTo>
                    <a:cubicBezTo>
                      <a:pt x="68" y="150"/>
                      <a:pt x="68" y="150"/>
                      <a:pt x="68" y="150"/>
                    </a:cubicBezTo>
                    <a:cubicBezTo>
                      <a:pt x="68" y="150"/>
                      <a:pt x="68" y="150"/>
                      <a:pt x="68" y="150"/>
                    </a:cubicBezTo>
                    <a:cubicBezTo>
                      <a:pt x="68" y="150"/>
                      <a:pt x="68" y="150"/>
                      <a:pt x="68" y="150"/>
                    </a:cubicBezTo>
                    <a:cubicBezTo>
                      <a:pt x="69" y="149"/>
                      <a:pt x="68" y="149"/>
                      <a:pt x="68" y="149"/>
                    </a:cubicBezTo>
                    <a:cubicBezTo>
                      <a:pt x="68" y="149"/>
                      <a:pt x="68" y="149"/>
                      <a:pt x="68" y="149"/>
                    </a:cubicBezTo>
                    <a:cubicBezTo>
                      <a:pt x="68" y="149"/>
                      <a:pt x="68" y="149"/>
                      <a:pt x="68" y="149"/>
                    </a:cubicBezTo>
                    <a:cubicBezTo>
                      <a:pt x="68" y="149"/>
                      <a:pt x="67" y="149"/>
                      <a:pt x="67" y="149"/>
                    </a:cubicBezTo>
                    <a:cubicBezTo>
                      <a:pt x="67" y="149"/>
                      <a:pt x="67" y="149"/>
                      <a:pt x="67" y="149"/>
                    </a:cubicBezTo>
                    <a:cubicBezTo>
                      <a:pt x="67" y="149"/>
                      <a:pt x="67" y="149"/>
                      <a:pt x="67" y="149"/>
                    </a:cubicBezTo>
                    <a:cubicBezTo>
                      <a:pt x="67" y="149"/>
                      <a:pt x="67" y="149"/>
                      <a:pt x="67" y="149"/>
                    </a:cubicBezTo>
                    <a:cubicBezTo>
                      <a:pt x="66" y="150"/>
                      <a:pt x="66" y="150"/>
                      <a:pt x="66" y="150"/>
                    </a:cubicBezTo>
                    <a:cubicBezTo>
                      <a:pt x="66" y="150"/>
                      <a:pt x="66" y="151"/>
                      <a:pt x="65" y="151"/>
                    </a:cubicBezTo>
                    <a:cubicBezTo>
                      <a:pt x="65" y="151"/>
                      <a:pt x="65" y="151"/>
                      <a:pt x="65" y="151"/>
                    </a:cubicBezTo>
                    <a:cubicBezTo>
                      <a:pt x="65" y="151"/>
                      <a:pt x="65" y="151"/>
                      <a:pt x="65" y="151"/>
                    </a:cubicBezTo>
                    <a:cubicBezTo>
                      <a:pt x="65" y="151"/>
                      <a:pt x="65" y="152"/>
                      <a:pt x="64" y="152"/>
                    </a:cubicBezTo>
                    <a:cubicBezTo>
                      <a:pt x="64" y="152"/>
                      <a:pt x="64" y="152"/>
                      <a:pt x="64" y="152"/>
                    </a:cubicBezTo>
                    <a:cubicBezTo>
                      <a:pt x="64" y="152"/>
                      <a:pt x="64" y="153"/>
                      <a:pt x="64" y="153"/>
                    </a:cubicBezTo>
                    <a:cubicBezTo>
                      <a:pt x="64" y="153"/>
                      <a:pt x="64" y="153"/>
                      <a:pt x="65" y="153"/>
                    </a:cubicBezTo>
                    <a:cubicBezTo>
                      <a:pt x="65" y="154"/>
                      <a:pt x="65" y="154"/>
                      <a:pt x="65" y="154"/>
                    </a:cubicBezTo>
                    <a:cubicBezTo>
                      <a:pt x="65" y="154"/>
                      <a:pt x="65" y="154"/>
                      <a:pt x="65" y="154"/>
                    </a:cubicBezTo>
                    <a:cubicBezTo>
                      <a:pt x="65" y="154"/>
                      <a:pt x="65" y="154"/>
                      <a:pt x="65" y="154"/>
                    </a:cubicBezTo>
                    <a:cubicBezTo>
                      <a:pt x="65" y="154"/>
                      <a:pt x="65" y="154"/>
                      <a:pt x="65" y="154"/>
                    </a:cubicBezTo>
                    <a:cubicBezTo>
                      <a:pt x="65" y="154"/>
                      <a:pt x="65" y="155"/>
                      <a:pt x="65" y="155"/>
                    </a:cubicBezTo>
                    <a:cubicBezTo>
                      <a:pt x="65" y="155"/>
                      <a:pt x="65" y="155"/>
                      <a:pt x="65" y="155"/>
                    </a:cubicBezTo>
                    <a:cubicBezTo>
                      <a:pt x="65" y="155"/>
                      <a:pt x="65" y="155"/>
                      <a:pt x="65" y="155"/>
                    </a:cubicBezTo>
                    <a:cubicBezTo>
                      <a:pt x="65" y="155"/>
                      <a:pt x="65" y="156"/>
                      <a:pt x="65" y="156"/>
                    </a:cubicBezTo>
                    <a:cubicBezTo>
                      <a:pt x="65" y="156"/>
                      <a:pt x="65" y="156"/>
                      <a:pt x="65" y="156"/>
                    </a:cubicBezTo>
                    <a:cubicBezTo>
                      <a:pt x="65" y="156"/>
                      <a:pt x="65" y="156"/>
                      <a:pt x="65" y="156"/>
                    </a:cubicBezTo>
                    <a:cubicBezTo>
                      <a:pt x="65" y="156"/>
                      <a:pt x="65" y="156"/>
                      <a:pt x="66" y="156"/>
                    </a:cubicBezTo>
                    <a:cubicBezTo>
                      <a:pt x="66" y="156"/>
                      <a:pt x="66" y="156"/>
                      <a:pt x="66" y="156"/>
                    </a:cubicBezTo>
                    <a:cubicBezTo>
                      <a:pt x="66" y="156"/>
                      <a:pt x="66" y="157"/>
                      <a:pt x="66" y="157"/>
                    </a:cubicBezTo>
                    <a:cubicBezTo>
                      <a:pt x="66" y="157"/>
                      <a:pt x="66" y="157"/>
                      <a:pt x="66" y="157"/>
                    </a:cubicBezTo>
                    <a:cubicBezTo>
                      <a:pt x="66" y="157"/>
                      <a:pt x="65" y="158"/>
                      <a:pt x="65" y="158"/>
                    </a:cubicBezTo>
                    <a:cubicBezTo>
                      <a:pt x="65" y="158"/>
                      <a:pt x="65" y="158"/>
                      <a:pt x="65" y="158"/>
                    </a:cubicBezTo>
                    <a:cubicBezTo>
                      <a:pt x="65" y="158"/>
                      <a:pt x="65" y="158"/>
                      <a:pt x="65" y="158"/>
                    </a:cubicBezTo>
                    <a:cubicBezTo>
                      <a:pt x="65" y="159"/>
                      <a:pt x="65" y="159"/>
                      <a:pt x="65" y="159"/>
                    </a:cubicBezTo>
                    <a:cubicBezTo>
                      <a:pt x="65" y="159"/>
                      <a:pt x="64" y="159"/>
                      <a:pt x="65" y="159"/>
                    </a:cubicBezTo>
                    <a:cubicBezTo>
                      <a:pt x="65" y="159"/>
                      <a:pt x="65" y="159"/>
                      <a:pt x="65" y="159"/>
                    </a:cubicBezTo>
                    <a:cubicBezTo>
                      <a:pt x="65" y="159"/>
                      <a:pt x="65" y="159"/>
                      <a:pt x="65" y="160"/>
                    </a:cubicBezTo>
                    <a:cubicBezTo>
                      <a:pt x="65" y="160"/>
                      <a:pt x="65" y="160"/>
                      <a:pt x="65" y="160"/>
                    </a:cubicBezTo>
                    <a:cubicBezTo>
                      <a:pt x="65" y="160"/>
                      <a:pt x="65" y="160"/>
                      <a:pt x="65" y="160"/>
                    </a:cubicBezTo>
                    <a:cubicBezTo>
                      <a:pt x="65" y="160"/>
                      <a:pt x="65" y="160"/>
                      <a:pt x="66" y="160"/>
                    </a:cubicBezTo>
                    <a:cubicBezTo>
                      <a:pt x="66" y="159"/>
                      <a:pt x="66" y="159"/>
                      <a:pt x="66" y="159"/>
                    </a:cubicBezTo>
                    <a:cubicBezTo>
                      <a:pt x="66" y="159"/>
                      <a:pt x="66" y="159"/>
                      <a:pt x="66" y="159"/>
                    </a:cubicBezTo>
                    <a:cubicBezTo>
                      <a:pt x="66" y="159"/>
                      <a:pt x="67" y="159"/>
                      <a:pt x="67" y="158"/>
                    </a:cubicBezTo>
                    <a:cubicBezTo>
                      <a:pt x="67" y="158"/>
                      <a:pt x="67" y="158"/>
                      <a:pt x="67" y="158"/>
                    </a:cubicBezTo>
                    <a:cubicBezTo>
                      <a:pt x="67" y="158"/>
                      <a:pt x="67" y="158"/>
                      <a:pt x="67" y="158"/>
                    </a:cubicBezTo>
                    <a:cubicBezTo>
                      <a:pt x="67" y="158"/>
                      <a:pt x="67" y="158"/>
                      <a:pt x="67" y="157"/>
                    </a:cubicBezTo>
                    <a:cubicBezTo>
                      <a:pt x="67" y="157"/>
                      <a:pt x="67" y="157"/>
                      <a:pt x="67" y="157"/>
                    </a:cubicBezTo>
                    <a:cubicBezTo>
                      <a:pt x="68" y="157"/>
                      <a:pt x="68" y="157"/>
                      <a:pt x="68" y="157"/>
                    </a:cubicBezTo>
                    <a:cubicBezTo>
                      <a:pt x="68" y="157"/>
                      <a:pt x="68" y="157"/>
                      <a:pt x="68" y="158"/>
                    </a:cubicBezTo>
                    <a:cubicBezTo>
                      <a:pt x="68" y="158"/>
                      <a:pt x="68" y="158"/>
                      <a:pt x="68" y="158"/>
                    </a:cubicBezTo>
                    <a:cubicBezTo>
                      <a:pt x="68" y="158"/>
                      <a:pt x="68" y="158"/>
                      <a:pt x="68" y="158"/>
                    </a:cubicBezTo>
                    <a:cubicBezTo>
                      <a:pt x="68" y="158"/>
                      <a:pt x="68" y="158"/>
                      <a:pt x="68" y="159"/>
                    </a:cubicBezTo>
                    <a:cubicBezTo>
                      <a:pt x="68" y="159"/>
                      <a:pt x="68" y="159"/>
                      <a:pt x="68" y="159"/>
                    </a:cubicBezTo>
                    <a:cubicBezTo>
                      <a:pt x="68" y="159"/>
                      <a:pt x="68" y="159"/>
                      <a:pt x="68" y="159"/>
                    </a:cubicBezTo>
                    <a:cubicBezTo>
                      <a:pt x="69" y="159"/>
                      <a:pt x="69" y="159"/>
                      <a:pt x="69" y="159"/>
                    </a:cubicBezTo>
                    <a:cubicBezTo>
                      <a:pt x="69" y="159"/>
                      <a:pt x="69" y="159"/>
                      <a:pt x="69" y="159"/>
                    </a:cubicBezTo>
                    <a:cubicBezTo>
                      <a:pt x="69" y="159"/>
                      <a:pt x="69" y="159"/>
                      <a:pt x="69" y="159"/>
                    </a:cubicBezTo>
                    <a:cubicBezTo>
                      <a:pt x="69" y="159"/>
                      <a:pt x="70" y="159"/>
                      <a:pt x="70" y="159"/>
                    </a:cubicBezTo>
                    <a:cubicBezTo>
                      <a:pt x="70" y="159"/>
                      <a:pt x="70" y="159"/>
                      <a:pt x="70" y="159"/>
                    </a:cubicBezTo>
                    <a:cubicBezTo>
                      <a:pt x="70" y="159"/>
                      <a:pt x="70" y="159"/>
                      <a:pt x="71" y="159"/>
                    </a:cubicBezTo>
                    <a:cubicBezTo>
                      <a:pt x="71" y="159"/>
                      <a:pt x="71" y="159"/>
                      <a:pt x="71" y="159"/>
                    </a:cubicBezTo>
                    <a:cubicBezTo>
                      <a:pt x="71" y="159"/>
                      <a:pt x="71" y="159"/>
                      <a:pt x="71" y="159"/>
                    </a:cubicBezTo>
                    <a:cubicBezTo>
                      <a:pt x="72" y="159"/>
                      <a:pt x="72" y="159"/>
                      <a:pt x="72" y="159"/>
                    </a:cubicBezTo>
                    <a:cubicBezTo>
                      <a:pt x="72" y="159"/>
                      <a:pt x="72" y="159"/>
                      <a:pt x="72" y="159"/>
                    </a:cubicBezTo>
                    <a:cubicBezTo>
                      <a:pt x="73" y="159"/>
                      <a:pt x="73" y="159"/>
                      <a:pt x="73" y="159"/>
                    </a:cubicBezTo>
                    <a:cubicBezTo>
                      <a:pt x="73" y="159"/>
                      <a:pt x="73" y="159"/>
                      <a:pt x="73" y="159"/>
                    </a:cubicBezTo>
                    <a:cubicBezTo>
                      <a:pt x="73" y="158"/>
                      <a:pt x="73" y="158"/>
                      <a:pt x="73" y="158"/>
                    </a:cubicBezTo>
                    <a:cubicBezTo>
                      <a:pt x="73" y="158"/>
                      <a:pt x="73" y="158"/>
                      <a:pt x="73" y="158"/>
                    </a:cubicBezTo>
                    <a:cubicBezTo>
                      <a:pt x="73" y="157"/>
                      <a:pt x="73" y="157"/>
                      <a:pt x="73" y="156"/>
                    </a:cubicBezTo>
                    <a:cubicBezTo>
                      <a:pt x="73" y="156"/>
                      <a:pt x="73" y="156"/>
                      <a:pt x="73" y="156"/>
                    </a:cubicBezTo>
                    <a:cubicBezTo>
                      <a:pt x="74" y="156"/>
                      <a:pt x="73" y="156"/>
                      <a:pt x="73" y="156"/>
                    </a:cubicBezTo>
                    <a:cubicBezTo>
                      <a:pt x="73" y="156"/>
                      <a:pt x="73" y="156"/>
                      <a:pt x="73" y="156"/>
                    </a:cubicBezTo>
                    <a:cubicBezTo>
                      <a:pt x="72" y="156"/>
                      <a:pt x="72" y="156"/>
                      <a:pt x="72" y="156"/>
                    </a:cubicBezTo>
                    <a:cubicBezTo>
                      <a:pt x="72" y="156"/>
                      <a:pt x="71" y="156"/>
                      <a:pt x="71" y="156"/>
                    </a:cubicBezTo>
                    <a:cubicBezTo>
                      <a:pt x="71" y="156"/>
                      <a:pt x="71" y="156"/>
                      <a:pt x="71" y="155"/>
                    </a:cubicBezTo>
                    <a:cubicBezTo>
                      <a:pt x="71" y="155"/>
                      <a:pt x="71" y="155"/>
                      <a:pt x="71" y="155"/>
                    </a:cubicBezTo>
                    <a:cubicBezTo>
                      <a:pt x="71" y="155"/>
                      <a:pt x="71" y="155"/>
                      <a:pt x="72" y="155"/>
                    </a:cubicBezTo>
                    <a:cubicBezTo>
                      <a:pt x="72" y="155"/>
                      <a:pt x="72" y="155"/>
                      <a:pt x="72" y="155"/>
                    </a:cubicBezTo>
                    <a:cubicBezTo>
                      <a:pt x="72" y="155"/>
                      <a:pt x="72" y="154"/>
                      <a:pt x="73" y="154"/>
                    </a:cubicBezTo>
                    <a:cubicBezTo>
                      <a:pt x="73" y="154"/>
                      <a:pt x="73" y="154"/>
                      <a:pt x="73" y="154"/>
                    </a:cubicBezTo>
                    <a:cubicBezTo>
                      <a:pt x="73" y="154"/>
                      <a:pt x="73" y="154"/>
                      <a:pt x="73" y="154"/>
                    </a:cubicBezTo>
                    <a:cubicBezTo>
                      <a:pt x="73" y="154"/>
                      <a:pt x="74" y="154"/>
                      <a:pt x="74" y="154"/>
                    </a:cubicBezTo>
                    <a:cubicBezTo>
                      <a:pt x="74" y="154"/>
                      <a:pt x="74" y="154"/>
                      <a:pt x="74" y="154"/>
                    </a:cubicBezTo>
                    <a:close/>
                    <a:moveTo>
                      <a:pt x="97" y="158"/>
                    </a:moveTo>
                    <a:cubicBezTo>
                      <a:pt x="97" y="158"/>
                      <a:pt x="96" y="158"/>
                      <a:pt x="96" y="158"/>
                    </a:cubicBezTo>
                    <a:cubicBezTo>
                      <a:pt x="96" y="158"/>
                      <a:pt x="96" y="157"/>
                      <a:pt x="96" y="157"/>
                    </a:cubicBezTo>
                    <a:cubicBezTo>
                      <a:pt x="95" y="157"/>
                      <a:pt x="95" y="157"/>
                      <a:pt x="95" y="157"/>
                    </a:cubicBezTo>
                    <a:cubicBezTo>
                      <a:pt x="95" y="157"/>
                      <a:pt x="95" y="156"/>
                      <a:pt x="95" y="156"/>
                    </a:cubicBezTo>
                    <a:cubicBezTo>
                      <a:pt x="95" y="156"/>
                      <a:pt x="95" y="156"/>
                      <a:pt x="95" y="156"/>
                    </a:cubicBezTo>
                    <a:cubicBezTo>
                      <a:pt x="95" y="156"/>
                      <a:pt x="95" y="156"/>
                      <a:pt x="95" y="156"/>
                    </a:cubicBezTo>
                    <a:cubicBezTo>
                      <a:pt x="95" y="156"/>
                      <a:pt x="95" y="156"/>
                      <a:pt x="95" y="156"/>
                    </a:cubicBezTo>
                    <a:cubicBezTo>
                      <a:pt x="95" y="155"/>
                      <a:pt x="95" y="155"/>
                      <a:pt x="95" y="155"/>
                    </a:cubicBezTo>
                    <a:cubicBezTo>
                      <a:pt x="95" y="155"/>
                      <a:pt x="95" y="155"/>
                      <a:pt x="95" y="155"/>
                    </a:cubicBezTo>
                    <a:cubicBezTo>
                      <a:pt x="95" y="155"/>
                      <a:pt x="95" y="154"/>
                      <a:pt x="95" y="154"/>
                    </a:cubicBezTo>
                    <a:cubicBezTo>
                      <a:pt x="95" y="154"/>
                      <a:pt x="95" y="154"/>
                      <a:pt x="95" y="154"/>
                    </a:cubicBezTo>
                    <a:cubicBezTo>
                      <a:pt x="95" y="154"/>
                      <a:pt x="95" y="154"/>
                      <a:pt x="95" y="154"/>
                    </a:cubicBezTo>
                    <a:cubicBezTo>
                      <a:pt x="95" y="153"/>
                      <a:pt x="96" y="153"/>
                      <a:pt x="96" y="153"/>
                    </a:cubicBezTo>
                    <a:cubicBezTo>
                      <a:pt x="96" y="153"/>
                      <a:pt x="96" y="153"/>
                      <a:pt x="96" y="153"/>
                    </a:cubicBezTo>
                    <a:cubicBezTo>
                      <a:pt x="96" y="152"/>
                      <a:pt x="96" y="152"/>
                      <a:pt x="96" y="152"/>
                    </a:cubicBezTo>
                    <a:cubicBezTo>
                      <a:pt x="96" y="152"/>
                      <a:pt x="96" y="152"/>
                      <a:pt x="95" y="152"/>
                    </a:cubicBezTo>
                    <a:cubicBezTo>
                      <a:pt x="95" y="152"/>
                      <a:pt x="95" y="152"/>
                      <a:pt x="95" y="152"/>
                    </a:cubicBezTo>
                    <a:cubicBezTo>
                      <a:pt x="95" y="152"/>
                      <a:pt x="95" y="152"/>
                      <a:pt x="95" y="152"/>
                    </a:cubicBezTo>
                    <a:cubicBezTo>
                      <a:pt x="95" y="152"/>
                      <a:pt x="95" y="151"/>
                      <a:pt x="95" y="151"/>
                    </a:cubicBezTo>
                    <a:cubicBezTo>
                      <a:pt x="95" y="151"/>
                      <a:pt x="95" y="151"/>
                      <a:pt x="95" y="151"/>
                    </a:cubicBezTo>
                    <a:cubicBezTo>
                      <a:pt x="95" y="151"/>
                      <a:pt x="95" y="150"/>
                      <a:pt x="95" y="150"/>
                    </a:cubicBezTo>
                    <a:cubicBezTo>
                      <a:pt x="95" y="150"/>
                      <a:pt x="95" y="150"/>
                      <a:pt x="95" y="149"/>
                    </a:cubicBezTo>
                    <a:cubicBezTo>
                      <a:pt x="95" y="149"/>
                      <a:pt x="95" y="149"/>
                      <a:pt x="95" y="149"/>
                    </a:cubicBezTo>
                    <a:cubicBezTo>
                      <a:pt x="95" y="149"/>
                      <a:pt x="95" y="148"/>
                      <a:pt x="95" y="148"/>
                    </a:cubicBezTo>
                    <a:cubicBezTo>
                      <a:pt x="95" y="148"/>
                      <a:pt x="95" y="148"/>
                      <a:pt x="95" y="148"/>
                    </a:cubicBezTo>
                    <a:cubicBezTo>
                      <a:pt x="95" y="148"/>
                      <a:pt x="95" y="148"/>
                      <a:pt x="95" y="148"/>
                    </a:cubicBezTo>
                    <a:cubicBezTo>
                      <a:pt x="95" y="148"/>
                      <a:pt x="94" y="148"/>
                      <a:pt x="94" y="148"/>
                    </a:cubicBezTo>
                    <a:cubicBezTo>
                      <a:pt x="94" y="148"/>
                      <a:pt x="94" y="148"/>
                      <a:pt x="94" y="149"/>
                    </a:cubicBezTo>
                    <a:cubicBezTo>
                      <a:pt x="94" y="149"/>
                      <a:pt x="94" y="149"/>
                      <a:pt x="94" y="149"/>
                    </a:cubicBezTo>
                    <a:cubicBezTo>
                      <a:pt x="94" y="149"/>
                      <a:pt x="94" y="149"/>
                      <a:pt x="94" y="149"/>
                    </a:cubicBezTo>
                    <a:cubicBezTo>
                      <a:pt x="94" y="149"/>
                      <a:pt x="94" y="149"/>
                      <a:pt x="94" y="149"/>
                    </a:cubicBezTo>
                    <a:cubicBezTo>
                      <a:pt x="94" y="150"/>
                      <a:pt x="94" y="150"/>
                      <a:pt x="94" y="150"/>
                    </a:cubicBezTo>
                    <a:cubicBezTo>
                      <a:pt x="94" y="150"/>
                      <a:pt x="94" y="150"/>
                      <a:pt x="94" y="150"/>
                    </a:cubicBezTo>
                    <a:cubicBezTo>
                      <a:pt x="94" y="150"/>
                      <a:pt x="94" y="150"/>
                      <a:pt x="94" y="151"/>
                    </a:cubicBezTo>
                    <a:cubicBezTo>
                      <a:pt x="94" y="151"/>
                      <a:pt x="94" y="151"/>
                      <a:pt x="94" y="151"/>
                    </a:cubicBezTo>
                    <a:cubicBezTo>
                      <a:pt x="94" y="151"/>
                      <a:pt x="94" y="151"/>
                      <a:pt x="94" y="151"/>
                    </a:cubicBezTo>
                    <a:cubicBezTo>
                      <a:pt x="94" y="152"/>
                      <a:pt x="94" y="152"/>
                      <a:pt x="94" y="152"/>
                    </a:cubicBezTo>
                    <a:cubicBezTo>
                      <a:pt x="94" y="152"/>
                      <a:pt x="94" y="153"/>
                      <a:pt x="94" y="153"/>
                    </a:cubicBezTo>
                    <a:cubicBezTo>
                      <a:pt x="94" y="153"/>
                      <a:pt x="94" y="153"/>
                      <a:pt x="93" y="153"/>
                    </a:cubicBezTo>
                    <a:cubicBezTo>
                      <a:pt x="93" y="153"/>
                      <a:pt x="93" y="153"/>
                      <a:pt x="93" y="153"/>
                    </a:cubicBezTo>
                    <a:cubicBezTo>
                      <a:pt x="93" y="153"/>
                      <a:pt x="93" y="153"/>
                      <a:pt x="93" y="153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2" y="153"/>
                      <a:pt x="92" y="154"/>
                      <a:pt x="92" y="154"/>
                    </a:cubicBezTo>
                    <a:cubicBezTo>
                      <a:pt x="92" y="154"/>
                      <a:pt x="92" y="154"/>
                      <a:pt x="92" y="154"/>
                    </a:cubicBezTo>
                    <a:cubicBezTo>
                      <a:pt x="92" y="154"/>
                      <a:pt x="92" y="154"/>
                      <a:pt x="92" y="154"/>
                    </a:cubicBezTo>
                    <a:cubicBezTo>
                      <a:pt x="92" y="154"/>
                      <a:pt x="92" y="154"/>
                      <a:pt x="92" y="154"/>
                    </a:cubicBezTo>
                    <a:cubicBezTo>
                      <a:pt x="92" y="154"/>
                      <a:pt x="93" y="154"/>
                      <a:pt x="93" y="155"/>
                    </a:cubicBezTo>
                    <a:cubicBezTo>
                      <a:pt x="93" y="155"/>
                      <a:pt x="93" y="154"/>
                      <a:pt x="93" y="155"/>
                    </a:cubicBezTo>
                    <a:cubicBezTo>
                      <a:pt x="93" y="155"/>
                      <a:pt x="93" y="155"/>
                      <a:pt x="93" y="155"/>
                    </a:cubicBezTo>
                    <a:cubicBezTo>
                      <a:pt x="94" y="155"/>
                      <a:pt x="94" y="155"/>
                      <a:pt x="94" y="155"/>
                    </a:cubicBezTo>
                    <a:cubicBezTo>
                      <a:pt x="94" y="155"/>
                      <a:pt x="94" y="155"/>
                      <a:pt x="94" y="155"/>
                    </a:cubicBezTo>
                    <a:cubicBezTo>
                      <a:pt x="94" y="155"/>
                      <a:pt x="94" y="155"/>
                      <a:pt x="94" y="155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93" y="156"/>
                      <a:pt x="93" y="156"/>
                      <a:pt x="93" y="156"/>
                    </a:cubicBezTo>
                    <a:cubicBezTo>
                      <a:pt x="93" y="155"/>
                      <a:pt x="92" y="155"/>
                      <a:pt x="92" y="155"/>
                    </a:cubicBezTo>
                    <a:cubicBezTo>
                      <a:pt x="92" y="155"/>
                      <a:pt x="92" y="155"/>
                      <a:pt x="92" y="155"/>
                    </a:cubicBezTo>
                    <a:cubicBezTo>
                      <a:pt x="92" y="155"/>
                      <a:pt x="92" y="155"/>
                      <a:pt x="91" y="155"/>
                    </a:cubicBezTo>
                    <a:cubicBezTo>
                      <a:pt x="91" y="155"/>
                      <a:pt x="91" y="155"/>
                      <a:pt x="91" y="155"/>
                    </a:cubicBezTo>
                    <a:cubicBezTo>
                      <a:pt x="91" y="155"/>
                      <a:pt x="91" y="155"/>
                      <a:pt x="91" y="155"/>
                    </a:cubicBezTo>
                    <a:cubicBezTo>
                      <a:pt x="91" y="155"/>
                      <a:pt x="91" y="155"/>
                      <a:pt x="91" y="155"/>
                    </a:cubicBezTo>
                    <a:cubicBezTo>
                      <a:pt x="90" y="155"/>
                      <a:pt x="90" y="155"/>
                      <a:pt x="90" y="155"/>
                    </a:cubicBezTo>
                    <a:cubicBezTo>
                      <a:pt x="90" y="155"/>
                      <a:pt x="90" y="155"/>
                      <a:pt x="89" y="155"/>
                    </a:cubicBezTo>
                    <a:cubicBezTo>
                      <a:pt x="89" y="155"/>
                      <a:pt x="89" y="155"/>
                      <a:pt x="89" y="155"/>
                    </a:cubicBezTo>
                    <a:cubicBezTo>
                      <a:pt x="89" y="155"/>
                      <a:pt x="89" y="155"/>
                      <a:pt x="89" y="155"/>
                    </a:cubicBezTo>
                    <a:cubicBezTo>
                      <a:pt x="89" y="155"/>
                      <a:pt x="89" y="155"/>
                      <a:pt x="89" y="155"/>
                    </a:cubicBezTo>
                    <a:cubicBezTo>
                      <a:pt x="89" y="155"/>
                      <a:pt x="89" y="155"/>
                      <a:pt x="89" y="155"/>
                    </a:cubicBezTo>
                    <a:cubicBezTo>
                      <a:pt x="89" y="155"/>
                      <a:pt x="89" y="155"/>
                      <a:pt x="89" y="155"/>
                    </a:cubicBezTo>
                    <a:cubicBezTo>
                      <a:pt x="89" y="155"/>
                      <a:pt x="89" y="155"/>
                      <a:pt x="89" y="155"/>
                    </a:cubicBezTo>
                    <a:cubicBezTo>
                      <a:pt x="89" y="155"/>
                      <a:pt x="89" y="155"/>
                      <a:pt x="89" y="155"/>
                    </a:cubicBezTo>
                    <a:cubicBezTo>
                      <a:pt x="90" y="155"/>
                      <a:pt x="90" y="155"/>
                      <a:pt x="90" y="155"/>
                    </a:cubicBezTo>
                    <a:cubicBezTo>
                      <a:pt x="90" y="155"/>
                      <a:pt x="90" y="155"/>
                      <a:pt x="90" y="155"/>
                    </a:cubicBezTo>
                    <a:cubicBezTo>
                      <a:pt x="90" y="155"/>
                      <a:pt x="91" y="155"/>
                      <a:pt x="91" y="155"/>
                    </a:cubicBezTo>
                    <a:cubicBezTo>
                      <a:pt x="91" y="154"/>
                      <a:pt x="91" y="154"/>
                      <a:pt x="91" y="154"/>
                    </a:cubicBezTo>
                    <a:cubicBezTo>
                      <a:pt x="91" y="154"/>
                      <a:pt x="91" y="154"/>
                      <a:pt x="91" y="154"/>
                    </a:cubicBezTo>
                    <a:cubicBezTo>
                      <a:pt x="91" y="154"/>
                      <a:pt x="91" y="154"/>
                      <a:pt x="91" y="154"/>
                    </a:cubicBezTo>
                    <a:cubicBezTo>
                      <a:pt x="91" y="154"/>
                      <a:pt x="91" y="154"/>
                      <a:pt x="91" y="154"/>
                    </a:cubicBezTo>
                    <a:cubicBezTo>
                      <a:pt x="90" y="154"/>
                      <a:pt x="90" y="153"/>
                      <a:pt x="90" y="153"/>
                    </a:cubicBezTo>
                    <a:cubicBezTo>
                      <a:pt x="90" y="153"/>
                      <a:pt x="90" y="153"/>
                      <a:pt x="90" y="153"/>
                    </a:cubicBezTo>
                    <a:cubicBezTo>
                      <a:pt x="90" y="153"/>
                      <a:pt x="90" y="153"/>
                      <a:pt x="91" y="153"/>
                    </a:cubicBezTo>
                    <a:cubicBezTo>
                      <a:pt x="91" y="153"/>
                      <a:pt x="91" y="153"/>
                      <a:pt x="91" y="153"/>
                    </a:cubicBezTo>
                    <a:cubicBezTo>
                      <a:pt x="91" y="153"/>
                      <a:pt x="91" y="153"/>
                      <a:pt x="91" y="153"/>
                    </a:cubicBezTo>
                    <a:cubicBezTo>
                      <a:pt x="91" y="153"/>
                      <a:pt x="91" y="153"/>
                      <a:pt x="91" y="152"/>
                    </a:cubicBezTo>
                    <a:cubicBezTo>
                      <a:pt x="91" y="152"/>
                      <a:pt x="91" y="152"/>
                      <a:pt x="91" y="152"/>
                    </a:cubicBezTo>
                    <a:cubicBezTo>
                      <a:pt x="91" y="152"/>
                      <a:pt x="91" y="152"/>
                      <a:pt x="90" y="152"/>
                    </a:cubicBezTo>
                    <a:cubicBezTo>
                      <a:pt x="90" y="152"/>
                      <a:pt x="90" y="152"/>
                      <a:pt x="90" y="152"/>
                    </a:cubicBezTo>
                    <a:cubicBezTo>
                      <a:pt x="90" y="152"/>
                      <a:pt x="90" y="152"/>
                      <a:pt x="90" y="152"/>
                    </a:cubicBezTo>
                    <a:cubicBezTo>
                      <a:pt x="90" y="152"/>
                      <a:pt x="90" y="152"/>
                      <a:pt x="90" y="152"/>
                    </a:cubicBezTo>
                    <a:cubicBezTo>
                      <a:pt x="90" y="152"/>
                      <a:pt x="90" y="152"/>
                      <a:pt x="90" y="152"/>
                    </a:cubicBezTo>
                    <a:cubicBezTo>
                      <a:pt x="90" y="152"/>
                      <a:pt x="90" y="152"/>
                      <a:pt x="90" y="152"/>
                    </a:cubicBezTo>
                    <a:cubicBezTo>
                      <a:pt x="90" y="152"/>
                      <a:pt x="90" y="152"/>
                      <a:pt x="90" y="152"/>
                    </a:cubicBezTo>
                    <a:cubicBezTo>
                      <a:pt x="90" y="152"/>
                      <a:pt x="90" y="152"/>
                      <a:pt x="91" y="151"/>
                    </a:cubicBezTo>
                    <a:cubicBezTo>
                      <a:pt x="91" y="151"/>
                      <a:pt x="91" y="151"/>
                      <a:pt x="91" y="151"/>
                    </a:cubicBezTo>
                    <a:cubicBezTo>
                      <a:pt x="91" y="151"/>
                      <a:pt x="91" y="151"/>
                      <a:pt x="92" y="151"/>
                    </a:cubicBezTo>
                    <a:cubicBezTo>
                      <a:pt x="92" y="151"/>
                      <a:pt x="92" y="151"/>
                      <a:pt x="92" y="151"/>
                    </a:cubicBezTo>
                    <a:cubicBezTo>
                      <a:pt x="92" y="151"/>
                      <a:pt x="92" y="151"/>
                      <a:pt x="93" y="151"/>
                    </a:cubicBezTo>
                    <a:cubicBezTo>
                      <a:pt x="93" y="151"/>
                      <a:pt x="93" y="151"/>
                      <a:pt x="93" y="151"/>
                    </a:cubicBezTo>
                    <a:cubicBezTo>
                      <a:pt x="93" y="151"/>
                      <a:pt x="93" y="152"/>
                      <a:pt x="93" y="152"/>
                    </a:cubicBezTo>
                    <a:cubicBezTo>
                      <a:pt x="93" y="152"/>
                      <a:pt x="93" y="152"/>
                      <a:pt x="93" y="152"/>
                    </a:cubicBezTo>
                    <a:cubicBezTo>
                      <a:pt x="92" y="152"/>
                      <a:pt x="92" y="152"/>
                      <a:pt x="92" y="152"/>
                    </a:cubicBezTo>
                    <a:cubicBezTo>
                      <a:pt x="92" y="152"/>
                      <a:pt x="92" y="152"/>
                      <a:pt x="91" y="152"/>
                    </a:cubicBezTo>
                    <a:cubicBezTo>
                      <a:pt x="91" y="152"/>
                      <a:pt x="91" y="153"/>
                      <a:pt x="91" y="153"/>
                    </a:cubicBezTo>
                    <a:cubicBezTo>
                      <a:pt x="91" y="153"/>
                      <a:pt x="91" y="153"/>
                      <a:pt x="91" y="153"/>
                    </a:cubicBezTo>
                    <a:cubicBezTo>
                      <a:pt x="91" y="153"/>
                      <a:pt x="91" y="153"/>
                      <a:pt x="92" y="153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2" y="153"/>
                      <a:pt x="92" y="153"/>
                      <a:pt x="92" y="153"/>
                    </a:cubicBezTo>
                    <a:cubicBezTo>
                      <a:pt x="93" y="152"/>
                      <a:pt x="93" y="152"/>
                      <a:pt x="93" y="152"/>
                    </a:cubicBezTo>
                    <a:cubicBezTo>
                      <a:pt x="93" y="152"/>
                      <a:pt x="93" y="152"/>
                      <a:pt x="93" y="152"/>
                    </a:cubicBezTo>
                    <a:cubicBezTo>
                      <a:pt x="93" y="152"/>
                      <a:pt x="93" y="151"/>
                      <a:pt x="93" y="151"/>
                    </a:cubicBezTo>
                    <a:cubicBezTo>
                      <a:pt x="93" y="151"/>
                      <a:pt x="93" y="151"/>
                      <a:pt x="93" y="151"/>
                    </a:cubicBezTo>
                    <a:cubicBezTo>
                      <a:pt x="93" y="151"/>
                      <a:pt x="93" y="150"/>
                      <a:pt x="93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2" y="150"/>
                      <a:pt x="92" y="150"/>
                      <a:pt x="92" y="150"/>
                    </a:cubicBezTo>
                    <a:cubicBezTo>
                      <a:pt x="92" y="150"/>
                      <a:pt x="91" y="150"/>
                      <a:pt x="91" y="150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0" y="150"/>
                      <a:pt x="90" y="150"/>
                      <a:pt x="90" y="150"/>
                    </a:cubicBezTo>
                    <a:cubicBezTo>
                      <a:pt x="90" y="150"/>
                      <a:pt x="90" y="150"/>
                      <a:pt x="90" y="150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1" y="150"/>
                      <a:pt x="91" y="150"/>
                      <a:pt x="91" y="150"/>
                    </a:cubicBezTo>
                    <a:cubicBezTo>
                      <a:pt x="91" y="150"/>
                      <a:pt x="91" y="149"/>
                      <a:pt x="91" y="149"/>
                    </a:cubicBezTo>
                    <a:cubicBezTo>
                      <a:pt x="91" y="149"/>
                      <a:pt x="91" y="149"/>
                      <a:pt x="91" y="149"/>
                    </a:cubicBezTo>
                    <a:cubicBezTo>
                      <a:pt x="91" y="149"/>
                      <a:pt x="91" y="149"/>
                      <a:pt x="91" y="149"/>
                    </a:cubicBezTo>
                    <a:cubicBezTo>
                      <a:pt x="91" y="149"/>
                      <a:pt x="91" y="149"/>
                      <a:pt x="91" y="149"/>
                    </a:cubicBezTo>
                    <a:cubicBezTo>
                      <a:pt x="91" y="149"/>
                      <a:pt x="91" y="149"/>
                      <a:pt x="91" y="149"/>
                    </a:cubicBezTo>
                    <a:cubicBezTo>
                      <a:pt x="91" y="149"/>
                      <a:pt x="91" y="149"/>
                      <a:pt x="91" y="148"/>
                    </a:cubicBezTo>
                    <a:cubicBezTo>
                      <a:pt x="91" y="148"/>
                      <a:pt x="91" y="148"/>
                      <a:pt x="91" y="148"/>
                    </a:cubicBezTo>
                    <a:cubicBezTo>
                      <a:pt x="91" y="148"/>
                      <a:pt x="91" y="148"/>
                      <a:pt x="91" y="148"/>
                    </a:cubicBezTo>
                    <a:cubicBezTo>
                      <a:pt x="91" y="148"/>
                      <a:pt x="91" y="148"/>
                      <a:pt x="91" y="148"/>
                    </a:cubicBezTo>
                    <a:cubicBezTo>
                      <a:pt x="91" y="148"/>
                      <a:pt x="91" y="148"/>
                      <a:pt x="91" y="148"/>
                    </a:cubicBezTo>
                    <a:cubicBezTo>
                      <a:pt x="90" y="148"/>
                      <a:pt x="90" y="148"/>
                      <a:pt x="90" y="149"/>
                    </a:cubicBezTo>
                    <a:cubicBezTo>
                      <a:pt x="90" y="149"/>
                      <a:pt x="90" y="149"/>
                      <a:pt x="90" y="149"/>
                    </a:cubicBezTo>
                    <a:cubicBezTo>
                      <a:pt x="90" y="148"/>
                      <a:pt x="89" y="148"/>
                      <a:pt x="89" y="148"/>
                    </a:cubicBezTo>
                    <a:cubicBezTo>
                      <a:pt x="89" y="148"/>
                      <a:pt x="89" y="148"/>
                      <a:pt x="89" y="148"/>
                    </a:cubicBezTo>
                    <a:cubicBezTo>
                      <a:pt x="89" y="148"/>
                      <a:pt x="89" y="148"/>
                      <a:pt x="89" y="148"/>
                    </a:cubicBezTo>
                    <a:cubicBezTo>
                      <a:pt x="88" y="148"/>
                      <a:pt x="88" y="148"/>
                      <a:pt x="88" y="148"/>
                    </a:cubicBezTo>
                    <a:cubicBezTo>
                      <a:pt x="88" y="148"/>
                      <a:pt x="88" y="148"/>
                      <a:pt x="88" y="149"/>
                    </a:cubicBezTo>
                    <a:cubicBezTo>
                      <a:pt x="88" y="149"/>
                      <a:pt x="88" y="149"/>
                      <a:pt x="88" y="149"/>
                    </a:cubicBezTo>
                    <a:cubicBezTo>
                      <a:pt x="88" y="149"/>
                      <a:pt x="89" y="150"/>
                      <a:pt x="89" y="150"/>
                    </a:cubicBezTo>
                    <a:cubicBezTo>
                      <a:pt x="89" y="150"/>
                      <a:pt x="89" y="150"/>
                      <a:pt x="89" y="150"/>
                    </a:cubicBezTo>
                    <a:cubicBezTo>
                      <a:pt x="89" y="150"/>
                      <a:pt x="89" y="150"/>
                      <a:pt x="90" y="150"/>
                    </a:cubicBezTo>
                    <a:cubicBezTo>
                      <a:pt x="90" y="150"/>
                      <a:pt x="90" y="150"/>
                      <a:pt x="90" y="150"/>
                    </a:cubicBezTo>
                    <a:cubicBezTo>
                      <a:pt x="90" y="150"/>
                      <a:pt x="90" y="151"/>
                      <a:pt x="90" y="151"/>
                    </a:cubicBezTo>
                    <a:cubicBezTo>
                      <a:pt x="90" y="151"/>
                      <a:pt x="90" y="151"/>
                      <a:pt x="89" y="151"/>
                    </a:cubicBezTo>
                    <a:cubicBezTo>
                      <a:pt x="89" y="151"/>
                      <a:pt x="89" y="151"/>
                      <a:pt x="89" y="151"/>
                    </a:cubicBezTo>
                    <a:cubicBezTo>
                      <a:pt x="89" y="151"/>
                      <a:pt x="89" y="151"/>
                      <a:pt x="89" y="151"/>
                    </a:cubicBezTo>
                    <a:cubicBezTo>
                      <a:pt x="89" y="151"/>
                      <a:pt x="88" y="151"/>
                      <a:pt x="88" y="151"/>
                    </a:cubicBezTo>
                    <a:cubicBezTo>
                      <a:pt x="88" y="151"/>
                      <a:pt x="88" y="151"/>
                      <a:pt x="88" y="151"/>
                    </a:cubicBezTo>
                    <a:cubicBezTo>
                      <a:pt x="88" y="151"/>
                      <a:pt x="88" y="151"/>
                      <a:pt x="88" y="151"/>
                    </a:cubicBezTo>
                    <a:cubicBezTo>
                      <a:pt x="87" y="152"/>
                      <a:pt x="87" y="152"/>
                      <a:pt x="87" y="152"/>
                    </a:cubicBezTo>
                    <a:cubicBezTo>
                      <a:pt x="87" y="152"/>
                      <a:pt x="87" y="152"/>
                      <a:pt x="86" y="152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6" y="152"/>
                      <a:pt x="86" y="152"/>
                      <a:pt x="86" y="152"/>
                    </a:cubicBezTo>
                    <a:cubicBezTo>
                      <a:pt x="86" y="152"/>
                      <a:pt x="87" y="153"/>
                      <a:pt x="87" y="152"/>
                    </a:cubicBezTo>
                    <a:cubicBezTo>
                      <a:pt x="87" y="152"/>
                      <a:pt x="87" y="152"/>
                      <a:pt x="87" y="152"/>
                    </a:cubicBezTo>
                    <a:cubicBezTo>
                      <a:pt x="88" y="153"/>
                      <a:pt x="88" y="153"/>
                      <a:pt x="88" y="153"/>
                    </a:cubicBezTo>
                    <a:cubicBezTo>
                      <a:pt x="88" y="153"/>
                      <a:pt x="88" y="153"/>
                      <a:pt x="88" y="153"/>
                    </a:cubicBezTo>
                    <a:cubicBezTo>
                      <a:pt x="87" y="153"/>
                      <a:pt x="87" y="153"/>
                      <a:pt x="87" y="153"/>
                    </a:cubicBezTo>
                    <a:cubicBezTo>
                      <a:pt x="87" y="154"/>
                      <a:pt x="87" y="154"/>
                      <a:pt x="87" y="154"/>
                    </a:cubicBezTo>
                    <a:cubicBezTo>
                      <a:pt x="87" y="154"/>
                      <a:pt x="87" y="155"/>
                      <a:pt x="87" y="155"/>
                    </a:cubicBezTo>
                    <a:cubicBezTo>
                      <a:pt x="87" y="155"/>
                      <a:pt x="87" y="155"/>
                      <a:pt x="87" y="155"/>
                    </a:cubicBezTo>
                    <a:cubicBezTo>
                      <a:pt x="87" y="155"/>
                      <a:pt x="87" y="155"/>
                      <a:pt x="87" y="155"/>
                    </a:cubicBezTo>
                    <a:cubicBezTo>
                      <a:pt x="87" y="156"/>
                      <a:pt x="87" y="156"/>
                      <a:pt x="87" y="156"/>
                    </a:cubicBezTo>
                    <a:cubicBezTo>
                      <a:pt x="87" y="156"/>
                      <a:pt x="87" y="157"/>
                      <a:pt x="87" y="157"/>
                    </a:cubicBezTo>
                    <a:cubicBezTo>
                      <a:pt x="86" y="157"/>
                      <a:pt x="86" y="157"/>
                      <a:pt x="86" y="157"/>
                    </a:cubicBezTo>
                    <a:cubicBezTo>
                      <a:pt x="86" y="157"/>
                      <a:pt x="86" y="158"/>
                      <a:pt x="86" y="158"/>
                    </a:cubicBezTo>
                    <a:cubicBezTo>
                      <a:pt x="86" y="158"/>
                      <a:pt x="86" y="158"/>
                      <a:pt x="86" y="158"/>
                    </a:cubicBezTo>
                    <a:cubicBezTo>
                      <a:pt x="86" y="158"/>
                      <a:pt x="86" y="158"/>
                      <a:pt x="86" y="158"/>
                    </a:cubicBezTo>
                    <a:cubicBezTo>
                      <a:pt x="86" y="158"/>
                      <a:pt x="86" y="159"/>
                      <a:pt x="86" y="159"/>
                    </a:cubicBezTo>
                    <a:cubicBezTo>
                      <a:pt x="86" y="159"/>
                      <a:pt x="86" y="159"/>
                      <a:pt x="86" y="159"/>
                    </a:cubicBezTo>
                    <a:cubicBezTo>
                      <a:pt x="86" y="159"/>
                      <a:pt x="86" y="159"/>
                      <a:pt x="86" y="159"/>
                    </a:cubicBezTo>
                    <a:cubicBezTo>
                      <a:pt x="86" y="159"/>
                      <a:pt x="87" y="159"/>
                      <a:pt x="87" y="159"/>
                    </a:cubicBezTo>
                    <a:cubicBezTo>
                      <a:pt x="87" y="159"/>
                      <a:pt x="87" y="158"/>
                      <a:pt x="87" y="158"/>
                    </a:cubicBezTo>
                    <a:cubicBezTo>
                      <a:pt x="87" y="158"/>
                      <a:pt x="87" y="158"/>
                      <a:pt x="87" y="157"/>
                    </a:cubicBezTo>
                    <a:cubicBezTo>
                      <a:pt x="87" y="157"/>
                      <a:pt x="87" y="157"/>
                      <a:pt x="87" y="157"/>
                    </a:cubicBezTo>
                    <a:cubicBezTo>
                      <a:pt x="87" y="157"/>
                      <a:pt x="88" y="157"/>
                      <a:pt x="88" y="157"/>
                    </a:cubicBezTo>
                    <a:cubicBezTo>
                      <a:pt x="88" y="157"/>
                      <a:pt x="88" y="157"/>
                      <a:pt x="88" y="157"/>
                    </a:cubicBezTo>
                    <a:cubicBezTo>
                      <a:pt x="88" y="157"/>
                      <a:pt x="88" y="158"/>
                      <a:pt x="88" y="158"/>
                    </a:cubicBezTo>
                    <a:cubicBezTo>
                      <a:pt x="88" y="158"/>
                      <a:pt x="88" y="158"/>
                      <a:pt x="88" y="158"/>
                    </a:cubicBezTo>
                    <a:cubicBezTo>
                      <a:pt x="88" y="158"/>
                      <a:pt x="88" y="159"/>
                      <a:pt x="88" y="159"/>
                    </a:cubicBezTo>
                    <a:cubicBezTo>
                      <a:pt x="88" y="159"/>
                      <a:pt x="88" y="159"/>
                      <a:pt x="88" y="159"/>
                    </a:cubicBezTo>
                    <a:cubicBezTo>
                      <a:pt x="88" y="159"/>
                      <a:pt x="88" y="159"/>
                      <a:pt x="88" y="159"/>
                    </a:cubicBezTo>
                    <a:cubicBezTo>
                      <a:pt x="88" y="159"/>
                      <a:pt x="88" y="159"/>
                      <a:pt x="88" y="159"/>
                    </a:cubicBezTo>
                    <a:cubicBezTo>
                      <a:pt x="88" y="159"/>
                      <a:pt x="88" y="159"/>
                      <a:pt x="89" y="159"/>
                    </a:cubicBezTo>
                    <a:cubicBezTo>
                      <a:pt x="89" y="159"/>
                      <a:pt x="89" y="159"/>
                      <a:pt x="89" y="159"/>
                    </a:cubicBezTo>
                    <a:cubicBezTo>
                      <a:pt x="89" y="159"/>
                      <a:pt x="89" y="159"/>
                      <a:pt x="90" y="159"/>
                    </a:cubicBezTo>
                    <a:cubicBezTo>
                      <a:pt x="90" y="159"/>
                      <a:pt x="90" y="159"/>
                      <a:pt x="90" y="159"/>
                    </a:cubicBezTo>
                    <a:cubicBezTo>
                      <a:pt x="90" y="159"/>
                      <a:pt x="90" y="159"/>
                      <a:pt x="90" y="159"/>
                    </a:cubicBezTo>
                    <a:cubicBezTo>
                      <a:pt x="90" y="159"/>
                      <a:pt x="90" y="159"/>
                      <a:pt x="90" y="159"/>
                    </a:cubicBezTo>
                    <a:cubicBezTo>
                      <a:pt x="90" y="159"/>
                      <a:pt x="90" y="159"/>
                      <a:pt x="90" y="159"/>
                    </a:cubicBezTo>
                    <a:cubicBezTo>
                      <a:pt x="90" y="159"/>
                      <a:pt x="90" y="159"/>
                      <a:pt x="90" y="159"/>
                    </a:cubicBezTo>
                    <a:cubicBezTo>
                      <a:pt x="90" y="159"/>
                      <a:pt x="90" y="159"/>
                      <a:pt x="90" y="159"/>
                    </a:cubicBezTo>
                    <a:cubicBezTo>
                      <a:pt x="90" y="159"/>
                      <a:pt x="91" y="159"/>
                      <a:pt x="90" y="159"/>
                    </a:cubicBezTo>
                    <a:cubicBezTo>
                      <a:pt x="90" y="158"/>
                      <a:pt x="91" y="158"/>
                      <a:pt x="91" y="158"/>
                    </a:cubicBezTo>
                    <a:cubicBezTo>
                      <a:pt x="91" y="158"/>
                      <a:pt x="91" y="158"/>
                      <a:pt x="91" y="158"/>
                    </a:cubicBezTo>
                    <a:cubicBezTo>
                      <a:pt x="91" y="158"/>
                      <a:pt x="92" y="158"/>
                      <a:pt x="92" y="158"/>
                    </a:cubicBezTo>
                    <a:cubicBezTo>
                      <a:pt x="92" y="158"/>
                      <a:pt x="92" y="158"/>
                      <a:pt x="92" y="159"/>
                    </a:cubicBezTo>
                    <a:cubicBezTo>
                      <a:pt x="92" y="159"/>
                      <a:pt x="92" y="159"/>
                      <a:pt x="92" y="159"/>
                    </a:cubicBezTo>
                    <a:cubicBezTo>
                      <a:pt x="92" y="159"/>
                      <a:pt x="92" y="159"/>
                      <a:pt x="92" y="159"/>
                    </a:cubicBezTo>
                    <a:cubicBezTo>
                      <a:pt x="92" y="159"/>
                      <a:pt x="92" y="159"/>
                      <a:pt x="92" y="159"/>
                    </a:cubicBezTo>
                    <a:cubicBezTo>
                      <a:pt x="92" y="159"/>
                      <a:pt x="92" y="159"/>
                      <a:pt x="92" y="159"/>
                    </a:cubicBezTo>
                    <a:cubicBezTo>
                      <a:pt x="92" y="159"/>
                      <a:pt x="92" y="159"/>
                      <a:pt x="92" y="159"/>
                    </a:cubicBezTo>
                    <a:cubicBezTo>
                      <a:pt x="92" y="158"/>
                      <a:pt x="92" y="158"/>
                      <a:pt x="92" y="158"/>
                    </a:cubicBezTo>
                    <a:cubicBezTo>
                      <a:pt x="92" y="158"/>
                      <a:pt x="92" y="158"/>
                      <a:pt x="92" y="158"/>
                    </a:cubicBezTo>
                    <a:cubicBezTo>
                      <a:pt x="92" y="158"/>
                      <a:pt x="92" y="158"/>
                      <a:pt x="93" y="158"/>
                    </a:cubicBezTo>
                    <a:cubicBezTo>
                      <a:pt x="93" y="158"/>
                      <a:pt x="93" y="158"/>
                      <a:pt x="93" y="158"/>
                    </a:cubicBezTo>
                    <a:cubicBezTo>
                      <a:pt x="93" y="158"/>
                      <a:pt x="93" y="158"/>
                      <a:pt x="93" y="158"/>
                    </a:cubicBezTo>
                    <a:cubicBezTo>
                      <a:pt x="93" y="158"/>
                      <a:pt x="94" y="157"/>
                      <a:pt x="94" y="157"/>
                    </a:cubicBezTo>
                    <a:cubicBezTo>
                      <a:pt x="94" y="157"/>
                      <a:pt x="94" y="157"/>
                      <a:pt x="94" y="158"/>
                    </a:cubicBezTo>
                    <a:cubicBezTo>
                      <a:pt x="94" y="158"/>
                      <a:pt x="95" y="158"/>
                      <a:pt x="95" y="158"/>
                    </a:cubicBezTo>
                    <a:cubicBezTo>
                      <a:pt x="95" y="158"/>
                      <a:pt x="95" y="158"/>
                      <a:pt x="95" y="158"/>
                    </a:cubicBezTo>
                    <a:cubicBezTo>
                      <a:pt x="95" y="158"/>
                      <a:pt x="95" y="158"/>
                      <a:pt x="95" y="158"/>
                    </a:cubicBezTo>
                    <a:cubicBezTo>
                      <a:pt x="95" y="158"/>
                      <a:pt x="96" y="158"/>
                      <a:pt x="96" y="159"/>
                    </a:cubicBezTo>
                    <a:cubicBezTo>
                      <a:pt x="96" y="159"/>
                      <a:pt x="96" y="159"/>
                      <a:pt x="96" y="159"/>
                    </a:cubicBezTo>
                    <a:cubicBezTo>
                      <a:pt x="96" y="159"/>
                      <a:pt x="96" y="159"/>
                      <a:pt x="96" y="159"/>
                    </a:cubicBezTo>
                    <a:cubicBezTo>
                      <a:pt x="96" y="159"/>
                      <a:pt x="96" y="159"/>
                      <a:pt x="96" y="159"/>
                    </a:cubicBezTo>
                    <a:cubicBezTo>
                      <a:pt x="96" y="159"/>
                      <a:pt x="96" y="159"/>
                      <a:pt x="97" y="159"/>
                    </a:cubicBezTo>
                    <a:cubicBezTo>
                      <a:pt x="97" y="159"/>
                      <a:pt x="97" y="159"/>
                      <a:pt x="97" y="159"/>
                    </a:cubicBezTo>
                    <a:cubicBezTo>
                      <a:pt x="97" y="159"/>
                      <a:pt x="97" y="159"/>
                      <a:pt x="97" y="158"/>
                    </a:cubicBezTo>
                    <a:close/>
                    <a:moveTo>
                      <a:pt x="111" y="152"/>
                    </a:moveTo>
                    <a:cubicBezTo>
                      <a:pt x="111" y="152"/>
                      <a:pt x="111" y="151"/>
                      <a:pt x="111" y="151"/>
                    </a:cubicBezTo>
                    <a:cubicBezTo>
                      <a:pt x="111" y="151"/>
                      <a:pt x="111" y="151"/>
                      <a:pt x="111" y="151"/>
                    </a:cubicBezTo>
                    <a:cubicBezTo>
                      <a:pt x="110" y="151"/>
                      <a:pt x="110" y="151"/>
                      <a:pt x="110" y="151"/>
                    </a:cubicBezTo>
                    <a:cubicBezTo>
                      <a:pt x="110" y="151"/>
                      <a:pt x="110" y="152"/>
                      <a:pt x="110" y="152"/>
                    </a:cubicBezTo>
                    <a:cubicBezTo>
                      <a:pt x="110" y="152"/>
                      <a:pt x="110" y="152"/>
                      <a:pt x="110" y="152"/>
                    </a:cubicBezTo>
                    <a:cubicBezTo>
                      <a:pt x="109" y="153"/>
                      <a:pt x="109" y="153"/>
                      <a:pt x="109" y="153"/>
                    </a:cubicBezTo>
                    <a:cubicBezTo>
                      <a:pt x="109" y="153"/>
                      <a:pt x="109" y="153"/>
                      <a:pt x="109" y="153"/>
                    </a:cubicBezTo>
                    <a:cubicBezTo>
                      <a:pt x="108" y="153"/>
                      <a:pt x="108" y="153"/>
                      <a:pt x="108" y="153"/>
                    </a:cubicBezTo>
                    <a:cubicBezTo>
                      <a:pt x="108" y="152"/>
                      <a:pt x="108" y="152"/>
                      <a:pt x="108" y="152"/>
                    </a:cubicBezTo>
                    <a:cubicBezTo>
                      <a:pt x="108" y="152"/>
                      <a:pt x="108" y="152"/>
                      <a:pt x="108" y="152"/>
                    </a:cubicBezTo>
                    <a:cubicBezTo>
                      <a:pt x="108" y="151"/>
                      <a:pt x="108" y="151"/>
                      <a:pt x="108" y="151"/>
                    </a:cubicBezTo>
                    <a:cubicBezTo>
                      <a:pt x="108" y="151"/>
                      <a:pt x="109" y="151"/>
                      <a:pt x="109" y="150"/>
                    </a:cubicBezTo>
                    <a:cubicBezTo>
                      <a:pt x="109" y="150"/>
                      <a:pt x="109" y="150"/>
                      <a:pt x="109" y="150"/>
                    </a:cubicBezTo>
                    <a:cubicBezTo>
                      <a:pt x="109" y="150"/>
                      <a:pt x="109" y="150"/>
                      <a:pt x="109" y="150"/>
                    </a:cubicBezTo>
                    <a:cubicBezTo>
                      <a:pt x="109" y="150"/>
                      <a:pt x="109" y="150"/>
                      <a:pt x="108" y="150"/>
                    </a:cubicBezTo>
                    <a:cubicBezTo>
                      <a:pt x="108" y="149"/>
                      <a:pt x="108" y="149"/>
                      <a:pt x="108" y="149"/>
                    </a:cubicBezTo>
                    <a:cubicBezTo>
                      <a:pt x="107" y="149"/>
                      <a:pt x="107" y="149"/>
                      <a:pt x="107" y="149"/>
                    </a:cubicBezTo>
                    <a:cubicBezTo>
                      <a:pt x="107" y="149"/>
                      <a:pt x="107" y="149"/>
                      <a:pt x="107" y="149"/>
                    </a:cubicBezTo>
                    <a:cubicBezTo>
                      <a:pt x="107" y="149"/>
                      <a:pt x="107" y="149"/>
                      <a:pt x="107" y="149"/>
                    </a:cubicBezTo>
                    <a:cubicBezTo>
                      <a:pt x="106" y="149"/>
                      <a:pt x="106" y="149"/>
                      <a:pt x="106" y="149"/>
                    </a:cubicBezTo>
                    <a:cubicBezTo>
                      <a:pt x="106" y="149"/>
                      <a:pt x="105" y="150"/>
                      <a:pt x="105" y="149"/>
                    </a:cubicBezTo>
                    <a:cubicBezTo>
                      <a:pt x="105" y="149"/>
                      <a:pt x="105" y="149"/>
                      <a:pt x="105" y="149"/>
                    </a:cubicBezTo>
                    <a:cubicBezTo>
                      <a:pt x="105" y="149"/>
                      <a:pt x="105" y="149"/>
                      <a:pt x="105" y="150"/>
                    </a:cubicBezTo>
                    <a:cubicBezTo>
                      <a:pt x="104" y="150"/>
                      <a:pt x="104" y="150"/>
                      <a:pt x="104" y="150"/>
                    </a:cubicBezTo>
                    <a:cubicBezTo>
                      <a:pt x="104" y="150"/>
                      <a:pt x="104" y="150"/>
                      <a:pt x="104" y="150"/>
                    </a:cubicBezTo>
                    <a:cubicBezTo>
                      <a:pt x="104" y="150"/>
                      <a:pt x="104" y="150"/>
                      <a:pt x="104" y="150"/>
                    </a:cubicBezTo>
                    <a:cubicBezTo>
                      <a:pt x="104" y="150"/>
                      <a:pt x="103" y="150"/>
                      <a:pt x="103" y="151"/>
                    </a:cubicBezTo>
                    <a:cubicBezTo>
                      <a:pt x="103" y="151"/>
                      <a:pt x="103" y="151"/>
                      <a:pt x="103" y="151"/>
                    </a:cubicBezTo>
                    <a:cubicBezTo>
                      <a:pt x="103" y="151"/>
                      <a:pt x="103" y="151"/>
                      <a:pt x="103" y="151"/>
                    </a:cubicBezTo>
                    <a:cubicBezTo>
                      <a:pt x="103" y="151"/>
                      <a:pt x="103" y="151"/>
                      <a:pt x="103" y="151"/>
                    </a:cubicBezTo>
                    <a:cubicBezTo>
                      <a:pt x="103" y="151"/>
                      <a:pt x="103" y="151"/>
                      <a:pt x="103" y="151"/>
                    </a:cubicBezTo>
                    <a:cubicBezTo>
                      <a:pt x="104" y="152"/>
                      <a:pt x="104" y="152"/>
                      <a:pt x="104" y="152"/>
                    </a:cubicBezTo>
                    <a:cubicBezTo>
                      <a:pt x="104" y="152"/>
                      <a:pt x="104" y="152"/>
                      <a:pt x="104" y="152"/>
                    </a:cubicBezTo>
                    <a:cubicBezTo>
                      <a:pt x="104" y="153"/>
                      <a:pt x="104" y="153"/>
                      <a:pt x="104" y="153"/>
                    </a:cubicBezTo>
                    <a:cubicBezTo>
                      <a:pt x="104" y="153"/>
                      <a:pt x="104" y="153"/>
                      <a:pt x="104" y="153"/>
                    </a:cubicBezTo>
                    <a:cubicBezTo>
                      <a:pt x="104" y="154"/>
                      <a:pt x="104" y="154"/>
                      <a:pt x="103" y="154"/>
                    </a:cubicBezTo>
                    <a:cubicBezTo>
                      <a:pt x="103" y="154"/>
                      <a:pt x="103" y="154"/>
                      <a:pt x="103" y="154"/>
                    </a:cubicBezTo>
                    <a:cubicBezTo>
                      <a:pt x="103" y="155"/>
                      <a:pt x="103" y="155"/>
                      <a:pt x="103" y="155"/>
                    </a:cubicBezTo>
                    <a:cubicBezTo>
                      <a:pt x="103" y="155"/>
                      <a:pt x="103" y="155"/>
                      <a:pt x="103" y="155"/>
                    </a:cubicBezTo>
                    <a:cubicBezTo>
                      <a:pt x="103" y="156"/>
                      <a:pt x="103" y="156"/>
                      <a:pt x="103" y="156"/>
                    </a:cubicBezTo>
                    <a:cubicBezTo>
                      <a:pt x="103" y="156"/>
                      <a:pt x="103" y="156"/>
                      <a:pt x="103" y="156"/>
                    </a:cubicBezTo>
                    <a:cubicBezTo>
                      <a:pt x="104" y="156"/>
                      <a:pt x="104" y="156"/>
                      <a:pt x="104" y="155"/>
                    </a:cubicBezTo>
                    <a:cubicBezTo>
                      <a:pt x="104" y="155"/>
                      <a:pt x="104" y="155"/>
                      <a:pt x="105" y="155"/>
                    </a:cubicBezTo>
                    <a:cubicBezTo>
                      <a:pt x="105" y="155"/>
                      <a:pt x="105" y="155"/>
                      <a:pt x="105" y="155"/>
                    </a:cubicBezTo>
                    <a:cubicBezTo>
                      <a:pt x="105" y="155"/>
                      <a:pt x="105" y="155"/>
                      <a:pt x="105" y="155"/>
                    </a:cubicBezTo>
                    <a:cubicBezTo>
                      <a:pt x="106" y="155"/>
                      <a:pt x="106" y="155"/>
                      <a:pt x="106" y="155"/>
                    </a:cubicBezTo>
                    <a:cubicBezTo>
                      <a:pt x="106" y="155"/>
                      <a:pt x="106" y="155"/>
                      <a:pt x="106" y="155"/>
                    </a:cubicBezTo>
                    <a:cubicBezTo>
                      <a:pt x="106" y="155"/>
                      <a:pt x="106" y="155"/>
                      <a:pt x="106" y="155"/>
                    </a:cubicBezTo>
                    <a:cubicBezTo>
                      <a:pt x="106" y="155"/>
                      <a:pt x="106" y="155"/>
                      <a:pt x="106" y="156"/>
                    </a:cubicBezTo>
                    <a:cubicBezTo>
                      <a:pt x="106" y="156"/>
                      <a:pt x="106" y="156"/>
                      <a:pt x="105" y="156"/>
                    </a:cubicBezTo>
                    <a:cubicBezTo>
                      <a:pt x="105" y="156"/>
                      <a:pt x="105" y="156"/>
                      <a:pt x="105" y="156"/>
                    </a:cubicBezTo>
                    <a:cubicBezTo>
                      <a:pt x="105" y="156"/>
                      <a:pt x="105" y="156"/>
                      <a:pt x="105" y="156"/>
                    </a:cubicBezTo>
                    <a:cubicBezTo>
                      <a:pt x="105" y="156"/>
                      <a:pt x="105" y="157"/>
                      <a:pt x="105" y="157"/>
                    </a:cubicBezTo>
                    <a:cubicBezTo>
                      <a:pt x="104" y="157"/>
                      <a:pt x="104" y="157"/>
                      <a:pt x="104" y="157"/>
                    </a:cubicBezTo>
                    <a:cubicBezTo>
                      <a:pt x="104" y="157"/>
                      <a:pt x="104" y="157"/>
                      <a:pt x="104" y="157"/>
                    </a:cubicBezTo>
                    <a:cubicBezTo>
                      <a:pt x="104" y="157"/>
                      <a:pt x="104" y="157"/>
                      <a:pt x="103" y="158"/>
                    </a:cubicBezTo>
                    <a:cubicBezTo>
                      <a:pt x="103" y="158"/>
                      <a:pt x="103" y="158"/>
                      <a:pt x="103" y="158"/>
                    </a:cubicBezTo>
                    <a:cubicBezTo>
                      <a:pt x="103" y="158"/>
                      <a:pt x="103" y="158"/>
                      <a:pt x="103" y="158"/>
                    </a:cubicBezTo>
                    <a:cubicBezTo>
                      <a:pt x="103" y="158"/>
                      <a:pt x="102" y="159"/>
                      <a:pt x="102" y="159"/>
                    </a:cubicBezTo>
                    <a:cubicBezTo>
                      <a:pt x="102" y="159"/>
                      <a:pt x="102" y="159"/>
                      <a:pt x="102" y="159"/>
                    </a:cubicBezTo>
                    <a:cubicBezTo>
                      <a:pt x="102" y="159"/>
                      <a:pt x="102" y="159"/>
                      <a:pt x="102" y="159"/>
                    </a:cubicBezTo>
                    <a:cubicBezTo>
                      <a:pt x="102" y="159"/>
                      <a:pt x="102" y="159"/>
                      <a:pt x="102" y="159"/>
                    </a:cubicBezTo>
                    <a:cubicBezTo>
                      <a:pt x="102" y="159"/>
                      <a:pt x="103" y="159"/>
                      <a:pt x="103" y="159"/>
                    </a:cubicBezTo>
                    <a:cubicBezTo>
                      <a:pt x="103" y="159"/>
                      <a:pt x="103" y="159"/>
                      <a:pt x="103" y="159"/>
                    </a:cubicBezTo>
                    <a:cubicBezTo>
                      <a:pt x="103" y="159"/>
                      <a:pt x="103" y="159"/>
                      <a:pt x="103" y="159"/>
                    </a:cubicBezTo>
                    <a:cubicBezTo>
                      <a:pt x="104" y="159"/>
                      <a:pt x="104" y="159"/>
                      <a:pt x="104" y="159"/>
                    </a:cubicBezTo>
                    <a:cubicBezTo>
                      <a:pt x="104" y="159"/>
                      <a:pt x="104" y="159"/>
                      <a:pt x="104" y="159"/>
                    </a:cubicBezTo>
                    <a:cubicBezTo>
                      <a:pt x="104" y="159"/>
                      <a:pt x="104" y="158"/>
                      <a:pt x="104" y="158"/>
                    </a:cubicBezTo>
                    <a:cubicBezTo>
                      <a:pt x="104" y="158"/>
                      <a:pt x="105" y="158"/>
                      <a:pt x="105" y="158"/>
                    </a:cubicBezTo>
                    <a:cubicBezTo>
                      <a:pt x="105" y="158"/>
                      <a:pt x="106" y="157"/>
                      <a:pt x="106" y="157"/>
                    </a:cubicBezTo>
                    <a:cubicBezTo>
                      <a:pt x="106" y="157"/>
                      <a:pt x="106" y="157"/>
                      <a:pt x="106" y="157"/>
                    </a:cubicBezTo>
                    <a:cubicBezTo>
                      <a:pt x="106" y="157"/>
                      <a:pt x="106" y="157"/>
                      <a:pt x="106" y="157"/>
                    </a:cubicBezTo>
                    <a:cubicBezTo>
                      <a:pt x="106" y="157"/>
                      <a:pt x="106" y="157"/>
                      <a:pt x="106" y="157"/>
                    </a:cubicBezTo>
                    <a:cubicBezTo>
                      <a:pt x="106" y="157"/>
                      <a:pt x="107" y="157"/>
                      <a:pt x="107" y="157"/>
                    </a:cubicBezTo>
                    <a:cubicBezTo>
                      <a:pt x="107" y="157"/>
                      <a:pt x="107" y="157"/>
                      <a:pt x="107" y="156"/>
                    </a:cubicBezTo>
                    <a:cubicBezTo>
                      <a:pt x="107" y="156"/>
                      <a:pt x="107" y="157"/>
                      <a:pt x="107" y="157"/>
                    </a:cubicBezTo>
                    <a:cubicBezTo>
                      <a:pt x="107" y="157"/>
                      <a:pt x="107" y="157"/>
                      <a:pt x="107" y="157"/>
                    </a:cubicBezTo>
                    <a:cubicBezTo>
                      <a:pt x="107" y="157"/>
                      <a:pt x="107" y="157"/>
                      <a:pt x="107" y="157"/>
                    </a:cubicBezTo>
                    <a:cubicBezTo>
                      <a:pt x="107" y="157"/>
                      <a:pt x="107" y="158"/>
                      <a:pt x="107" y="158"/>
                    </a:cubicBezTo>
                    <a:cubicBezTo>
                      <a:pt x="107" y="158"/>
                      <a:pt x="107" y="158"/>
                      <a:pt x="107" y="158"/>
                    </a:cubicBezTo>
                    <a:cubicBezTo>
                      <a:pt x="107" y="158"/>
                      <a:pt x="107" y="159"/>
                      <a:pt x="107" y="159"/>
                    </a:cubicBezTo>
                    <a:cubicBezTo>
                      <a:pt x="107" y="159"/>
                      <a:pt x="107" y="159"/>
                      <a:pt x="107" y="159"/>
                    </a:cubicBezTo>
                    <a:cubicBezTo>
                      <a:pt x="107" y="159"/>
                      <a:pt x="107" y="159"/>
                      <a:pt x="107" y="159"/>
                    </a:cubicBezTo>
                    <a:cubicBezTo>
                      <a:pt x="107" y="160"/>
                      <a:pt x="107" y="160"/>
                      <a:pt x="107" y="160"/>
                    </a:cubicBezTo>
                    <a:cubicBezTo>
                      <a:pt x="107" y="160"/>
                      <a:pt x="107" y="160"/>
                      <a:pt x="107" y="160"/>
                    </a:cubicBezTo>
                    <a:cubicBezTo>
                      <a:pt x="107" y="159"/>
                      <a:pt x="106" y="159"/>
                      <a:pt x="106" y="159"/>
                    </a:cubicBezTo>
                    <a:cubicBezTo>
                      <a:pt x="106" y="159"/>
                      <a:pt x="106" y="159"/>
                      <a:pt x="106" y="159"/>
                    </a:cubicBezTo>
                    <a:cubicBezTo>
                      <a:pt x="106" y="159"/>
                      <a:pt x="106" y="159"/>
                      <a:pt x="106" y="159"/>
                    </a:cubicBezTo>
                    <a:cubicBezTo>
                      <a:pt x="106" y="159"/>
                      <a:pt x="106" y="159"/>
                      <a:pt x="106" y="159"/>
                    </a:cubicBezTo>
                    <a:cubicBezTo>
                      <a:pt x="106" y="159"/>
                      <a:pt x="106" y="160"/>
                      <a:pt x="106" y="160"/>
                    </a:cubicBezTo>
                    <a:cubicBezTo>
                      <a:pt x="106" y="160"/>
                      <a:pt x="106" y="160"/>
                      <a:pt x="106" y="160"/>
                    </a:cubicBezTo>
                    <a:cubicBezTo>
                      <a:pt x="106" y="160"/>
                      <a:pt x="106" y="160"/>
                      <a:pt x="106" y="160"/>
                    </a:cubicBezTo>
                    <a:cubicBezTo>
                      <a:pt x="106" y="160"/>
                      <a:pt x="107" y="160"/>
                      <a:pt x="107" y="161"/>
                    </a:cubicBezTo>
                    <a:cubicBezTo>
                      <a:pt x="107" y="161"/>
                      <a:pt x="107" y="161"/>
                      <a:pt x="107" y="161"/>
                    </a:cubicBezTo>
                    <a:cubicBezTo>
                      <a:pt x="107" y="161"/>
                      <a:pt x="107" y="161"/>
                      <a:pt x="107" y="161"/>
                    </a:cubicBezTo>
                    <a:cubicBezTo>
                      <a:pt x="107" y="161"/>
                      <a:pt x="107" y="161"/>
                      <a:pt x="107" y="161"/>
                    </a:cubicBezTo>
                    <a:cubicBezTo>
                      <a:pt x="107" y="161"/>
                      <a:pt x="108" y="161"/>
                      <a:pt x="108" y="161"/>
                    </a:cubicBezTo>
                    <a:cubicBezTo>
                      <a:pt x="108" y="161"/>
                      <a:pt x="108" y="160"/>
                      <a:pt x="108" y="160"/>
                    </a:cubicBezTo>
                    <a:cubicBezTo>
                      <a:pt x="108" y="160"/>
                      <a:pt x="108" y="160"/>
                      <a:pt x="108" y="160"/>
                    </a:cubicBezTo>
                    <a:cubicBezTo>
                      <a:pt x="108" y="159"/>
                      <a:pt x="108" y="159"/>
                      <a:pt x="108" y="159"/>
                    </a:cubicBezTo>
                    <a:cubicBezTo>
                      <a:pt x="108" y="159"/>
                      <a:pt x="108" y="159"/>
                      <a:pt x="108" y="159"/>
                    </a:cubicBezTo>
                    <a:cubicBezTo>
                      <a:pt x="108" y="159"/>
                      <a:pt x="108" y="158"/>
                      <a:pt x="108" y="158"/>
                    </a:cubicBezTo>
                    <a:cubicBezTo>
                      <a:pt x="108" y="158"/>
                      <a:pt x="108" y="158"/>
                      <a:pt x="108" y="157"/>
                    </a:cubicBezTo>
                    <a:cubicBezTo>
                      <a:pt x="108" y="157"/>
                      <a:pt x="108" y="157"/>
                      <a:pt x="108" y="157"/>
                    </a:cubicBezTo>
                    <a:cubicBezTo>
                      <a:pt x="108" y="157"/>
                      <a:pt x="108" y="157"/>
                      <a:pt x="108" y="157"/>
                    </a:cubicBezTo>
                    <a:cubicBezTo>
                      <a:pt x="108" y="157"/>
                      <a:pt x="108" y="157"/>
                      <a:pt x="108" y="156"/>
                    </a:cubicBezTo>
                    <a:cubicBezTo>
                      <a:pt x="108" y="156"/>
                      <a:pt x="108" y="156"/>
                      <a:pt x="108" y="155"/>
                    </a:cubicBezTo>
                    <a:cubicBezTo>
                      <a:pt x="108" y="155"/>
                      <a:pt x="108" y="155"/>
                      <a:pt x="108" y="155"/>
                    </a:cubicBezTo>
                    <a:cubicBezTo>
                      <a:pt x="108" y="155"/>
                      <a:pt x="108" y="155"/>
                      <a:pt x="108" y="155"/>
                    </a:cubicBezTo>
                    <a:cubicBezTo>
                      <a:pt x="109" y="154"/>
                      <a:pt x="109" y="154"/>
                      <a:pt x="109" y="154"/>
                    </a:cubicBezTo>
                    <a:cubicBezTo>
                      <a:pt x="109" y="154"/>
                      <a:pt x="109" y="154"/>
                      <a:pt x="109" y="154"/>
                    </a:cubicBezTo>
                    <a:cubicBezTo>
                      <a:pt x="110" y="154"/>
                      <a:pt x="110" y="153"/>
                      <a:pt x="110" y="153"/>
                    </a:cubicBezTo>
                    <a:cubicBezTo>
                      <a:pt x="110" y="153"/>
                      <a:pt x="110" y="153"/>
                      <a:pt x="110" y="152"/>
                    </a:cubicBezTo>
                    <a:cubicBezTo>
                      <a:pt x="110" y="152"/>
                      <a:pt x="111" y="152"/>
                      <a:pt x="111" y="152"/>
                    </a:cubicBezTo>
                    <a:cubicBezTo>
                      <a:pt x="111" y="152"/>
                      <a:pt x="111" y="152"/>
                      <a:pt x="111" y="152"/>
                    </a:cubicBezTo>
                    <a:cubicBezTo>
                      <a:pt x="111" y="152"/>
                      <a:pt x="111" y="152"/>
                      <a:pt x="111" y="152"/>
                    </a:cubicBezTo>
                    <a:close/>
                    <a:moveTo>
                      <a:pt x="131" y="157"/>
                    </a:moveTo>
                    <a:cubicBezTo>
                      <a:pt x="131" y="157"/>
                      <a:pt x="131" y="157"/>
                      <a:pt x="131" y="157"/>
                    </a:cubicBezTo>
                    <a:cubicBezTo>
                      <a:pt x="131" y="157"/>
                      <a:pt x="131" y="157"/>
                      <a:pt x="131" y="156"/>
                    </a:cubicBezTo>
                    <a:cubicBezTo>
                      <a:pt x="131" y="156"/>
                      <a:pt x="131" y="156"/>
                      <a:pt x="131" y="156"/>
                    </a:cubicBezTo>
                    <a:cubicBezTo>
                      <a:pt x="131" y="156"/>
                      <a:pt x="131" y="156"/>
                      <a:pt x="131" y="156"/>
                    </a:cubicBezTo>
                    <a:cubicBezTo>
                      <a:pt x="130" y="156"/>
                      <a:pt x="130" y="156"/>
                      <a:pt x="130" y="156"/>
                    </a:cubicBezTo>
                    <a:cubicBezTo>
                      <a:pt x="130" y="156"/>
                      <a:pt x="129" y="155"/>
                      <a:pt x="129" y="156"/>
                    </a:cubicBezTo>
                    <a:cubicBezTo>
                      <a:pt x="129" y="156"/>
                      <a:pt x="128" y="155"/>
                      <a:pt x="128" y="155"/>
                    </a:cubicBezTo>
                    <a:cubicBezTo>
                      <a:pt x="128" y="155"/>
                      <a:pt x="128" y="155"/>
                      <a:pt x="128" y="155"/>
                    </a:cubicBezTo>
                    <a:cubicBezTo>
                      <a:pt x="128" y="155"/>
                      <a:pt x="128" y="155"/>
                      <a:pt x="128" y="155"/>
                    </a:cubicBezTo>
                    <a:cubicBezTo>
                      <a:pt x="128" y="155"/>
                      <a:pt x="128" y="155"/>
                      <a:pt x="128" y="154"/>
                    </a:cubicBezTo>
                    <a:cubicBezTo>
                      <a:pt x="128" y="154"/>
                      <a:pt x="128" y="154"/>
                      <a:pt x="128" y="153"/>
                    </a:cubicBezTo>
                    <a:cubicBezTo>
                      <a:pt x="128" y="153"/>
                      <a:pt x="128" y="153"/>
                      <a:pt x="128" y="153"/>
                    </a:cubicBezTo>
                    <a:cubicBezTo>
                      <a:pt x="128" y="153"/>
                      <a:pt x="128" y="153"/>
                      <a:pt x="128" y="153"/>
                    </a:cubicBezTo>
                    <a:cubicBezTo>
                      <a:pt x="128" y="153"/>
                      <a:pt x="128" y="152"/>
                      <a:pt x="128" y="152"/>
                    </a:cubicBezTo>
                    <a:cubicBezTo>
                      <a:pt x="128" y="152"/>
                      <a:pt x="128" y="152"/>
                      <a:pt x="128" y="152"/>
                    </a:cubicBezTo>
                    <a:cubicBezTo>
                      <a:pt x="128" y="152"/>
                      <a:pt x="128" y="152"/>
                      <a:pt x="128" y="152"/>
                    </a:cubicBezTo>
                    <a:cubicBezTo>
                      <a:pt x="128" y="152"/>
                      <a:pt x="128" y="152"/>
                      <a:pt x="128" y="152"/>
                    </a:cubicBezTo>
                    <a:cubicBezTo>
                      <a:pt x="128" y="151"/>
                      <a:pt x="129" y="151"/>
                      <a:pt x="129" y="151"/>
                    </a:cubicBezTo>
                    <a:cubicBezTo>
                      <a:pt x="129" y="151"/>
                      <a:pt x="129" y="151"/>
                      <a:pt x="129" y="151"/>
                    </a:cubicBezTo>
                    <a:cubicBezTo>
                      <a:pt x="129" y="151"/>
                      <a:pt x="130" y="150"/>
                      <a:pt x="130" y="150"/>
                    </a:cubicBezTo>
                    <a:cubicBezTo>
                      <a:pt x="130" y="150"/>
                      <a:pt x="130" y="150"/>
                      <a:pt x="130" y="150"/>
                    </a:cubicBezTo>
                    <a:cubicBezTo>
                      <a:pt x="130" y="150"/>
                      <a:pt x="130" y="149"/>
                      <a:pt x="129" y="149"/>
                    </a:cubicBezTo>
                    <a:cubicBezTo>
                      <a:pt x="129" y="149"/>
                      <a:pt x="129" y="149"/>
                      <a:pt x="129" y="149"/>
                    </a:cubicBezTo>
                    <a:cubicBezTo>
                      <a:pt x="129" y="149"/>
                      <a:pt x="129" y="149"/>
                      <a:pt x="129" y="149"/>
                    </a:cubicBezTo>
                    <a:cubicBezTo>
                      <a:pt x="129" y="149"/>
                      <a:pt x="129" y="149"/>
                      <a:pt x="128" y="149"/>
                    </a:cubicBezTo>
                    <a:cubicBezTo>
                      <a:pt x="128" y="149"/>
                      <a:pt x="128" y="149"/>
                      <a:pt x="128" y="149"/>
                    </a:cubicBezTo>
                    <a:cubicBezTo>
                      <a:pt x="128" y="149"/>
                      <a:pt x="128" y="149"/>
                      <a:pt x="128" y="149"/>
                    </a:cubicBezTo>
                    <a:cubicBezTo>
                      <a:pt x="128" y="149"/>
                      <a:pt x="128" y="149"/>
                      <a:pt x="128" y="149"/>
                    </a:cubicBezTo>
                    <a:cubicBezTo>
                      <a:pt x="128" y="149"/>
                      <a:pt x="127" y="149"/>
                      <a:pt x="128" y="149"/>
                    </a:cubicBezTo>
                    <a:cubicBezTo>
                      <a:pt x="128" y="149"/>
                      <a:pt x="127" y="149"/>
                      <a:pt x="127" y="149"/>
                    </a:cubicBezTo>
                    <a:cubicBezTo>
                      <a:pt x="127" y="149"/>
                      <a:pt x="127" y="149"/>
                      <a:pt x="127" y="149"/>
                    </a:cubicBezTo>
                    <a:cubicBezTo>
                      <a:pt x="127" y="149"/>
                      <a:pt x="127" y="148"/>
                      <a:pt x="127" y="148"/>
                    </a:cubicBezTo>
                    <a:cubicBezTo>
                      <a:pt x="127" y="148"/>
                      <a:pt x="127" y="148"/>
                      <a:pt x="127" y="148"/>
                    </a:cubicBezTo>
                    <a:cubicBezTo>
                      <a:pt x="127" y="148"/>
                      <a:pt x="127" y="148"/>
                      <a:pt x="127" y="147"/>
                    </a:cubicBezTo>
                    <a:cubicBezTo>
                      <a:pt x="126" y="147"/>
                      <a:pt x="126" y="147"/>
                      <a:pt x="126" y="147"/>
                    </a:cubicBezTo>
                    <a:cubicBezTo>
                      <a:pt x="126" y="147"/>
                      <a:pt x="126" y="147"/>
                      <a:pt x="126" y="147"/>
                    </a:cubicBezTo>
                    <a:cubicBezTo>
                      <a:pt x="126" y="147"/>
                      <a:pt x="126" y="147"/>
                      <a:pt x="126" y="147"/>
                    </a:cubicBezTo>
                    <a:cubicBezTo>
                      <a:pt x="125" y="147"/>
                      <a:pt x="125" y="147"/>
                      <a:pt x="125" y="147"/>
                    </a:cubicBezTo>
                    <a:cubicBezTo>
                      <a:pt x="125" y="147"/>
                      <a:pt x="125" y="147"/>
                      <a:pt x="125" y="147"/>
                    </a:cubicBezTo>
                    <a:cubicBezTo>
                      <a:pt x="125" y="147"/>
                      <a:pt x="126" y="148"/>
                      <a:pt x="126" y="148"/>
                    </a:cubicBezTo>
                    <a:cubicBezTo>
                      <a:pt x="126" y="148"/>
                      <a:pt x="126" y="148"/>
                      <a:pt x="126" y="148"/>
                    </a:cubicBezTo>
                    <a:cubicBezTo>
                      <a:pt x="126" y="148"/>
                      <a:pt x="126" y="148"/>
                      <a:pt x="126" y="148"/>
                    </a:cubicBezTo>
                    <a:cubicBezTo>
                      <a:pt x="126" y="149"/>
                      <a:pt x="126" y="149"/>
                      <a:pt x="126" y="149"/>
                    </a:cubicBezTo>
                    <a:cubicBezTo>
                      <a:pt x="126" y="150"/>
                      <a:pt x="126" y="150"/>
                      <a:pt x="126" y="150"/>
                    </a:cubicBezTo>
                    <a:cubicBezTo>
                      <a:pt x="126" y="150"/>
                      <a:pt x="126" y="150"/>
                      <a:pt x="126" y="150"/>
                    </a:cubicBezTo>
                    <a:cubicBezTo>
                      <a:pt x="126" y="150"/>
                      <a:pt x="126" y="150"/>
                      <a:pt x="126" y="150"/>
                    </a:cubicBezTo>
                    <a:cubicBezTo>
                      <a:pt x="125" y="150"/>
                      <a:pt x="125" y="150"/>
                      <a:pt x="125" y="150"/>
                    </a:cubicBezTo>
                    <a:cubicBezTo>
                      <a:pt x="125" y="150"/>
                      <a:pt x="125" y="150"/>
                      <a:pt x="125" y="150"/>
                    </a:cubicBezTo>
                    <a:cubicBezTo>
                      <a:pt x="125" y="150"/>
                      <a:pt x="125" y="150"/>
                      <a:pt x="124" y="150"/>
                    </a:cubicBezTo>
                    <a:cubicBezTo>
                      <a:pt x="124" y="150"/>
                      <a:pt x="124" y="150"/>
                      <a:pt x="124" y="150"/>
                    </a:cubicBezTo>
                    <a:cubicBezTo>
                      <a:pt x="124" y="150"/>
                      <a:pt x="123" y="150"/>
                      <a:pt x="123" y="150"/>
                    </a:cubicBezTo>
                    <a:cubicBezTo>
                      <a:pt x="123" y="150"/>
                      <a:pt x="123" y="150"/>
                      <a:pt x="123" y="150"/>
                    </a:cubicBezTo>
                    <a:cubicBezTo>
                      <a:pt x="123" y="150"/>
                      <a:pt x="123" y="150"/>
                      <a:pt x="123" y="150"/>
                    </a:cubicBezTo>
                    <a:cubicBezTo>
                      <a:pt x="123" y="150"/>
                      <a:pt x="122" y="150"/>
                      <a:pt x="122" y="150"/>
                    </a:cubicBezTo>
                    <a:cubicBezTo>
                      <a:pt x="122" y="151"/>
                      <a:pt x="122" y="151"/>
                      <a:pt x="122" y="151"/>
                    </a:cubicBezTo>
                    <a:cubicBezTo>
                      <a:pt x="123" y="151"/>
                      <a:pt x="123" y="151"/>
                      <a:pt x="123" y="151"/>
                    </a:cubicBezTo>
                    <a:cubicBezTo>
                      <a:pt x="123" y="151"/>
                      <a:pt x="123" y="151"/>
                      <a:pt x="123" y="151"/>
                    </a:cubicBezTo>
                    <a:cubicBezTo>
                      <a:pt x="124" y="151"/>
                      <a:pt x="124" y="151"/>
                      <a:pt x="124" y="152"/>
                    </a:cubicBezTo>
                    <a:cubicBezTo>
                      <a:pt x="124" y="152"/>
                      <a:pt x="124" y="152"/>
                      <a:pt x="124" y="152"/>
                    </a:cubicBezTo>
                    <a:cubicBezTo>
                      <a:pt x="124" y="152"/>
                      <a:pt x="124" y="152"/>
                      <a:pt x="124" y="152"/>
                    </a:cubicBezTo>
                    <a:cubicBezTo>
                      <a:pt x="125" y="152"/>
                      <a:pt x="125" y="152"/>
                      <a:pt x="125" y="152"/>
                    </a:cubicBezTo>
                    <a:cubicBezTo>
                      <a:pt x="125" y="152"/>
                      <a:pt x="125" y="152"/>
                      <a:pt x="125" y="152"/>
                    </a:cubicBezTo>
                    <a:cubicBezTo>
                      <a:pt x="126" y="152"/>
                      <a:pt x="126" y="152"/>
                      <a:pt x="126" y="152"/>
                    </a:cubicBezTo>
                    <a:cubicBezTo>
                      <a:pt x="126" y="152"/>
                      <a:pt x="126" y="152"/>
                      <a:pt x="126" y="152"/>
                    </a:cubicBezTo>
                    <a:cubicBezTo>
                      <a:pt x="126" y="152"/>
                      <a:pt x="126" y="153"/>
                      <a:pt x="126" y="153"/>
                    </a:cubicBezTo>
                    <a:cubicBezTo>
                      <a:pt x="126" y="153"/>
                      <a:pt x="126" y="153"/>
                      <a:pt x="126" y="153"/>
                    </a:cubicBezTo>
                    <a:cubicBezTo>
                      <a:pt x="126" y="153"/>
                      <a:pt x="126" y="153"/>
                      <a:pt x="126" y="154"/>
                    </a:cubicBezTo>
                    <a:cubicBezTo>
                      <a:pt x="126" y="154"/>
                      <a:pt x="126" y="154"/>
                      <a:pt x="126" y="154"/>
                    </a:cubicBezTo>
                    <a:cubicBezTo>
                      <a:pt x="126" y="154"/>
                      <a:pt x="126" y="154"/>
                      <a:pt x="126" y="154"/>
                    </a:cubicBezTo>
                    <a:cubicBezTo>
                      <a:pt x="126" y="154"/>
                      <a:pt x="126" y="154"/>
                      <a:pt x="126" y="154"/>
                    </a:cubicBezTo>
                    <a:cubicBezTo>
                      <a:pt x="126" y="154"/>
                      <a:pt x="125" y="154"/>
                      <a:pt x="125" y="155"/>
                    </a:cubicBezTo>
                    <a:cubicBezTo>
                      <a:pt x="125" y="155"/>
                      <a:pt x="125" y="155"/>
                      <a:pt x="125" y="156"/>
                    </a:cubicBezTo>
                    <a:cubicBezTo>
                      <a:pt x="125" y="156"/>
                      <a:pt x="125" y="156"/>
                      <a:pt x="125" y="156"/>
                    </a:cubicBezTo>
                    <a:cubicBezTo>
                      <a:pt x="124" y="156"/>
                      <a:pt x="124" y="156"/>
                      <a:pt x="124" y="156"/>
                    </a:cubicBezTo>
                    <a:cubicBezTo>
                      <a:pt x="124" y="156"/>
                      <a:pt x="124" y="156"/>
                      <a:pt x="124" y="156"/>
                    </a:cubicBezTo>
                    <a:cubicBezTo>
                      <a:pt x="124" y="156"/>
                      <a:pt x="124" y="156"/>
                      <a:pt x="124" y="156"/>
                    </a:cubicBezTo>
                    <a:cubicBezTo>
                      <a:pt x="124" y="156"/>
                      <a:pt x="124" y="156"/>
                      <a:pt x="124" y="156"/>
                    </a:cubicBezTo>
                    <a:cubicBezTo>
                      <a:pt x="124" y="156"/>
                      <a:pt x="124" y="155"/>
                      <a:pt x="124" y="155"/>
                    </a:cubicBezTo>
                    <a:cubicBezTo>
                      <a:pt x="124" y="155"/>
                      <a:pt x="124" y="155"/>
                      <a:pt x="124" y="155"/>
                    </a:cubicBezTo>
                    <a:cubicBezTo>
                      <a:pt x="124" y="155"/>
                      <a:pt x="124" y="155"/>
                      <a:pt x="124" y="154"/>
                    </a:cubicBezTo>
                    <a:cubicBezTo>
                      <a:pt x="124" y="154"/>
                      <a:pt x="124" y="154"/>
                      <a:pt x="125" y="154"/>
                    </a:cubicBezTo>
                    <a:cubicBezTo>
                      <a:pt x="125" y="154"/>
                      <a:pt x="125" y="154"/>
                      <a:pt x="125" y="154"/>
                    </a:cubicBezTo>
                    <a:cubicBezTo>
                      <a:pt x="125" y="154"/>
                      <a:pt x="125" y="154"/>
                      <a:pt x="124" y="153"/>
                    </a:cubicBezTo>
                    <a:cubicBezTo>
                      <a:pt x="124" y="153"/>
                      <a:pt x="124" y="153"/>
                      <a:pt x="124" y="153"/>
                    </a:cubicBezTo>
                    <a:cubicBezTo>
                      <a:pt x="124" y="153"/>
                      <a:pt x="124" y="153"/>
                      <a:pt x="124" y="153"/>
                    </a:cubicBezTo>
                    <a:cubicBezTo>
                      <a:pt x="124" y="153"/>
                      <a:pt x="124" y="153"/>
                      <a:pt x="124" y="153"/>
                    </a:cubicBezTo>
                    <a:cubicBezTo>
                      <a:pt x="123" y="153"/>
                      <a:pt x="123" y="153"/>
                      <a:pt x="123" y="153"/>
                    </a:cubicBezTo>
                    <a:cubicBezTo>
                      <a:pt x="123" y="153"/>
                      <a:pt x="123" y="153"/>
                      <a:pt x="123" y="153"/>
                    </a:cubicBezTo>
                    <a:cubicBezTo>
                      <a:pt x="123" y="153"/>
                      <a:pt x="123" y="153"/>
                      <a:pt x="123" y="153"/>
                    </a:cubicBezTo>
                    <a:cubicBezTo>
                      <a:pt x="123" y="153"/>
                      <a:pt x="123" y="153"/>
                      <a:pt x="123" y="153"/>
                    </a:cubicBezTo>
                    <a:cubicBezTo>
                      <a:pt x="123" y="152"/>
                      <a:pt x="123" y="152"/>
                      <a:pt x="123" y="152"/>
                    </a:cubicBezTo>
                    <a:cubicBezTo>
                      <a:pt x="123" y="152"/>
                      <a:pt x="123" y="152"/>
                      <a:pt x="123" y="152"/>
                    </a:cubicBezTo>
                    <a:cubicBezTo>
                      <a:pt x="122" y="152"/>
                      <a:pt x="122" y="153"/>
                      <a:pt x="122" y="153"/>
                    </a:cubicBezTo>
                    <a:cubicBezTo>
                      <a:pt x="122" y="153"/>
                      <a:pt x="122" y="153"/>
                      <a:pt x="122" y="153"/>
                    </a:cubicBezTo>
                    <a:cubicBezTo>
                      <a:pt x="123" y="153"/>
                      <a:pt x="123" y="154"/>
                      <a:pt x="123" y="154"/>
                    </a:cubicBezTo>
                    <a:cubicBezTo>
                      <a:pt x="123" y="154"/>
                      <a:pt x="123" y="154"/>
                      <a:pt x="123" y="154"/>
                    </a:cubicBezTo>
                    <a:cubicBezTo>
                      <a:pt x="123" y="154"/>
                      <a:pt x="123" y="154"/>
                      <a:pt x="123" y="154"/>
                    </a:cubicBezTo>
                    <a:cubicBezTo>
                      <a:pt x="124" y="154"/>
                      <a:pt x="124" y="154"/>
                      <a:pt x="124" y="154"/>
                    </a:cubicBezTo>
                    <a:cubicBezTo>
                      <a:pt x="124" y="154"/>
                      <a:pt x="124" y="154"/>
                      <a:pt x="124" y="154"/>
                    </a:cubicBezTo>
                    <a:cubicBezTo>
                      <a:pt x="124" y="155"/>
                      <a:pt x="124" y="155"/>
                      <a:pt x="124" y="155"/>
                    </a:cubicBezTo>
                    <a:cubicBezTo>
                      <a:pt x="124" y="155"/>
                      <a:pt x="124" y="155"/>
                      <a:pt x="124" y="156"/>
                    </a:cubicBezTo>
                    <a:cubicBezTo>
                      <a:pt x="123" y="156"/>
                      <a:pt x="123" y="156"/>
                      <a:pt x="123" y="156"/>
                    </a:cubicBezTo>
                    <a:cubicBezTo>
                      <a:pt x="123" y="156"/>
                      <a:pt x="123" y="156"/>
                      <a:pt x="123" y="156"/>
                    </a:cubicBezTo>
                    <a:cubicBezTo>
                      <a:pt x="123" y="157"/>
                      <a:pt x="123" y="157"/>
                      <a:pt x="123" y="157"/>
                    </a:cubicBezTo>
                    <a:cubicBezTo>
                      <a:pt x="123" y="157"/>
                      <a:pt x="123" y="157"/>
                      <a:pt x="123" y="157"/>
                    </a:cubicBezTo>
                    <a:cubicBezTo>
                      <a:pt x="123" y="157"/>
                      <a:pt x="123" y="157"/>
                      <a:pt x="123" y="158"/>
                    </a:cubicBezTo>
                    <a:cubicBezTo>
                      <a:pt x="123" y="158"/>
                      <a:pt x="123" y="158"/>
                      <a:pt x="123" y="158"/>
                    </a:cubicBezTo>
                    <a:cubicBezTo>
                      <a:pt x="123" y="158"/>
                      <a:pt x="123" y="158"/>
                      <a:pt x="123" y="158"/>
                    </a:cubicBezTo>
                    <a:cubicBezTo>
                      <a:pt x="123" y="158"/>
                      <a:pt x="123" y="158"/>
                      <a:pt x="124" y="158"/>
                    </a:cubicBezTo>
                    <a:cubicBezTo>
                      <a:pt x="124" y="158"/>
                      <a:pt x="124" y="158"/>
                      <a:pt x="124" y="158"/>
                    </a:cubicBezTo>
                    <a:cubicBezTo>
                      <a:pt x="124" y="158"/>
                      <a:pt x="124" y="158"/>
                      <a:pt x="124" y="158"/>
                    </a:cubicBezTo>
                    <a:cubicBezTo>
                      <a:pt x="124" y="158"/>
                      <a:pt x="125" y="157"/>
                      <a:pt x="125" y="157"/>
                    </a:cubicBezTo>
                    <a:cubicBezTo>
                      <a:pt x="125" y="157"/>
                      <a:pt x="125" y="157"/>
                      <a:pt x="125" y="156"/>
                    </a:cubicBezTo>
                    <a:cubicBezTo>
                      <a:pt x="126" y="156"/>
                      <a:pt x="126" y="156"/>
                      <a:pt x="126" y="156"/>
                    </a:cubicBezTo>
                    <a:cubicBezTo>
                      <a:pt x="126" y="156"/>
                      <a:pt x="126" y="156"/>
                      <a:pt x="126" y="156"/>
                    </a:cubicBezTo>
                    <a:cubicBezTo>
                      <a:pt x="126" y="156"/>
                      <a:pt x="126" y="157"/>
                      <a:pt x="126" y="157"/>
                    </a:cubicBezTo>
                    <a:cubicBezTo>
                      <a:pt x="126" y="157"/>
                      <a:pt x="126" y="157"/>
                      <a:pt x="126" y="157"/>
                    </a:cubicBezTo>
                    <a:cubicBezTo>
                      <a:pt x="126" y="157"/>
                      <a:pt x="126" y="157"/>
                      <a:pt x="126" y="157"/>
                    </a:cubicBezTo>
                    <a:cubicBezTo>
                      <a:pt x="126" y="157"/>
                      <a:pt x="126" y="158"/>
                      <a:pt x="126" y="158"/>
                    </a:cubicBezTo>
                    <a:cubicBezTo>
                      <a:pt x="126" y="158"/>
                      <a:pt x="126" y="158"/>
                      <a:pt x="126" y="158"/>
                    </a:cubicBezTo>
                    <a:cubicBezTo>
                      <a:pt x="126" y="159"/>
                      <a:pt x="126" y="159"/>
                      <a:pt x="126" y="159"/>
                    </a:cubicBezTo>
                    <a:cubicBezTo>
                      <a:pt x="126" y="159"/>
                      <a:pt x="126" y="159"/>
                      <a:pt x="126" y="159"/>
                    </a:cubicBezTo>
                    <a:cubicBezTo>
                      <a:pt x="126" y="159"/>
                      <a:pt x="126" y="159"/>
                      <a:pt x="126" y="159"/>
                    </a:cubicBezTo>
                    <a:cubicBezTo>
                      <a:pt x="126" y="159"/>
                      <a:pt x="126" y="159"/>
                      <a:pt x="126" y="159"/>
                    </a:cubicBezTo>
                    <a:cubicBezTo>
                      <a:pt x="126" y="159"/>
                      <a:pt x="126" y="160"/>
                      <a:pt x="126" y="160"/>
                    </a:cubicBezTo>
                    <a:cubicBezTo>
                      <a:pt x="126" y="160"/>
                      <a:pt x="126" y="160"/>
                      <a:pt x="126" y="160"/>
                    </a:cubicBezTo>
                    <a:cubicBezTo>
                      <a:pt x="126" y="160"/>
                      <a:pt x="126" y="160"/>
                      <a:pt x="126" y="160"/>
                    </a:cubicBezTo>
                    <a:cubicBezTo>
                      <a:pt x="127" y="160"/>
                      <a:pt x="127" y="160"/>
                      <a:pt x="127" y="160"/>
                    </a:cubicBezTo>
                    <a:cubicBezTo>
                      <a:pt x="127" y="160"/>
                      <a:pt x="127" y="160"/>
                      <a:pt x="127" y="159"/>
                    </a:cubicBezTo>
                    <a:cubicBezTo>
                      <a:pt x="128" y="159"/>
                      <a:pt x="128" y="159"/>
                      <a:pt x="128" y="159"/>
                    </a:cubicBezTo>
                    <a:cubicBezTo>
                      <a:pt x="128" y="159"/>
                      <a:pt x="128" y="159"/>
                      <a:pt x="128" y="158"/>
                    </a:cubicBezTo>
                    <a:cubicBezTo>
                      <a:pt x="128" y="158"/>
                      <a:pt x="128" y="158"/>
                      <a:pt x="128" y="158"/>
                    </a:cubicBezTo>
                    <a:cubicBezTo>
                      <a:pt x="127" y="158"/>
                      <a:pt x="127" y="158"/>
                      <a:pt x="128" y="158"/>
                    </a:cubicBezTo>
                    <a:cubicBezTo>
                      <a:pt x="128" y="158"/>
                      <a:pt x="128" y="157"/>
                      <a:pt x="128" y="157"/>
                    </a:cubicBezTo>
                    <a:cubicBezTo>
                      <a:pt x="128" y="157"/>
                      <a:pt x="128" y="157"/>
                      <a:pt x="128" y="157"/>
                    </a:cubicBezTo>
                    <a:cubicBezTo>
                      <a:pt x="128" y="157"/>
                      <a:pt x="128" y="157"/>
                      <a:pt x="128" y="157"/>
                    </a:cubicBezTo>
                    <a:cubicBezTo>
                      <a:pt x="128" y="157"/>
                      <a:pt x="128" y="157"/>
                      <a:pt x="128" y="157"/>
                    </a:cubicBezTo>
                    <a:cubicBezTo>
                      <a:pt x="128" y="157"/>
                      <a:pt x="129" y="157"/>
                      <a:pt x="129" y="157"/>
                    </a:cubicBezTo>
                    <a:cubicBezTo>
                      <a:pt x="129" y="157"/>
                      <a:pt x="129" y="157"/>
                      <a:pt x="130" y="157"/>
                    </a:cubicBezTo>
                    <a:cubicBezTo>
                      <a:pt x="130" y="157"/>
                      <a:pt x="130" y="157"/>
                      <a:pt x="130" y="157"/>
                    </a:cubicBezTo>
                    <a:cubicBezTo>
                      <a:pt x="130" y="157"/>
                      <a:pt x="130" y="158"/>
                      <a:pt x="131" y="158"/>
                    </a:cubicBezTo>
                    <a:cubicBezTo>
                      <a:pt x="131" y="158"/>
                      <a:pt x="131" y="158"/>
                      <a:pt x="131" y="158"/>
                    </a:cubicBezTo>
                    <a:cubicBezTo>
                      <a:pt x="131" y="158"/>
                      <a:pt x="131" y="158"/>
                      <a:pt x="131" y="157"/>
                    </a:cubicBezTo>
                    <a:cubicBezTo>
                      <a:pt x="131" y="157"/>
                      <a:pt x="131" y="157"/>
                      <a:pt x="131" y="157"/>
                    </a:cubicBezTo>
                    <a:cubicBezTo>
                      <a:pt x="131" y="157"/>
                      <a:pt x="131" y="157"/>
                      <a:pt x="131" y="157"/>
                    </a:cubicBezTo>
                    <a:cubicBezTo>
                      <a:pt x="132" y="157"/>
                      <a:pt x="132" y="157"/>
                      <a:pt x="131" y="157"/>
                    </a:cubicBezTo>
                    <a:close/>
                    <a:moveTo>
                      <a:pt x="148" y="158"/>
                    </a:moveTo>
                    <a:cubicBezTo>
                      <a:pt x="148" y="158"/>
                      <a:pt x="148" y="158"/>
                      <a:pt x="147" y="158"/>
                    </a:cubicBezTo>
                    <a:cubicBezTo>
                      <a:pt x="147" y="158"/>
                      <a:pt x="147" y="158"/>
                      <a:pt x="147" y="158"/>
                    </a:cubicBezTo>
                    <a:cubicBezTo>
                      <a:pt x="147" y="158"/>
                      <a:pt x="147" y="158"/>
                      <a:pt x="146" y="158"/>
                    </a:cubicBezTo>
                    <a:cubicBezTo>
                      <a:pt x="146" y="158"/>
                      <a:pt x="146" y="158"/>
                      <a:pt x="146" y="158"/>
                    </a:cubicBezTo>
                    <a:cubicBezTo>
                      <a:pt x="145" y="158"/>
                      <a:pt x="145" y="157"/>
                      <a:pt x="145" y="157"/>
                    </a:cubicBezTo>
                    <a:cubicBezTo>
                      <a:pt x="145" y="157"/>
                      <a:pt x="145" y="157"/>
                      <a:pt x="145" y="157"/>
                    </a:cubicBezTo>
                    <a:cubicBezTo>
                      <a:pt x="144" y="157"/>
                      <a:pt x="144" y="157"/>
                      <a:pt x="144" y="157"/>
                    </a:cubicBezTo>
                    <a:cubicBezTo>
                      <a:pt x="144" y="157"/>
                      <a:pt x="144" y="157"/>
                      <a:pt x="143" y="156"/>
                    </a:cubicBezTo>
                    <a:cubicBezTo>
                      <a:pt x="143" y="156"/>
                      <a:pt x="143" y="156"/>
                      <a:pt x="143" y="156"/>
                    </a:cubicBezTo>
                    <a:cubicBezTo>
                      <a:pt x="143" y="156"/>
                      <a:pt x="143" y="156"/>
                      <a:pt x="143" y="155"/>
                    </a:cubicBezTo>
                    <a:cubicBezTo>
                      <a:pt x="143" y="155"/>
                      <a:pt x="143" y="155"/>
                      <a:pt x="143" y="155"/>
                    </a:cubicBezTo>
                    <a:cubicBezTo>
                      <a:pt x="143" y="155"/>
                      <a:pt x="144" y="155"/>
                      <a:pt x="144" y="154"/>
                    </a:cubicBezTo>
                    <a:cubicBezTo>
                      <a:pt x="144" y="154"/>
                      <a:pt x="144" y="154"/>
                      <a:pt x="144" y="154"/>
                    </a:cubicBezTo>
                    <a:cubicBezTo>
                      <a:pt x="144" y="154"/>
                      <a:pt x="144" y="154"/>
                      <a:pt x="144" y="154"/>
                    </a:cubicBezTo>
                    <a:cubicBezTo>
                      <a:pt x="144" y="154"/>
                      <a:pt x="144" y="154"/>
                      <a:pt x="144" y="153"/>
                    </a:cubicBezTo>
                    <a:cubicBezTo>
                      <a:pt x="145" y="153"/>
                      <a:pt x="145" y="153"/>
                      <a:pt x="145" y="153"/>
                    </a:cubicBezTo>
                    <a:cubicBezTo>
                      <a:pt x="145" y="153"/>
                      <a:pt x="145" y="153"/>
                      <a:pt x="145" y="153"/>
                    </a:cubicBezTo>
                    <a:cubicBezTo>
                      <a:pt x="145" y="153"/>
                      <a:pt x="145" y="153"/>
                      <a:pt x="145" y="153"/>
                    </a:cubicBezTo>
                    <a:cubicBezTo>
                      <a:pt x="145" y="152"/>
                      <a:pt x="145" y="152"/>
                      <a:pt x="144" y="152"/>
                    </a:cubicBezTo>
                    <a:cubicBezTo>
                      <a:pt x="144" y="152"/>
                      <a:pt x="144" y="152"/>
                      <a:pt x="144" y="152"/>
                    </a:cubicBezTo>
                    <a:cubicBezTo>
                      <a:pt x="144" y="152"/>
                      <a:pt x="143" y="152"/>
                      <a:pt x="143" y="152"/>
                    </a:cubicBezTo>
                    <a:cubicBezTo>
                      <a:pt x="143" y="152"/>
                      <a:pt x="143" y="153"/>
                      <a:pt x="142" y="153"/>
                    </a:cubicBezTo>
                    <a:cubicBezTo>
                      <a:pt x="142" y="153"/>
                      <a:pt x="142" y="153"/>
                      <a:pt x="142" y="153"/>
                    </a:cubicBezTo>
                    <a:cubicBezTo>
                      <a:pt x="142" y="153"/>
                      <a:pt x="142" y="153"/>
                      <a:pt x="142" y="153"/>
                    </a:cubicBezTo>
                    <a:cubicBezTo>
                      <a:pt x="142" y="153"/>
                      <a:pt x="142" y="153"/>
                      <a:pt x="141" y="153"/>
                    </a:cubicBezTo>
                    <a:cubicBezTo>
                      <a:pt x="141" y="153"/>
                      <a:pt x="141" y="153"/>
                      <a:pt x="141" y="153"/>
                    </a:cubicBezTo>
                    <a:cubicBezTo>
                      <a:pt x="141" y="153"/>
                      <a:pt x="141" y="153"/>
                      <a:pt x="140" y="153"/>
                    </a:cubicBezTo>
                    <a:cubicBezTo>
                      <a:pt x="140" y="153"/>
                      <a:pt x="140" y="153"/>
                      <a:pt x="140" y="153"/>
                    </a:cubicBezTo>
                    <a:cubicBezTo>
                      <a:pt x="140" y="153"/>
                      <a:pt x="140" y="153"/>
                      <a:pt x="140" y="153"/>
                    </a:cubicBezTo>
                    <a:cubicBezTo>
                      <a:pt x="140" y="153"/>
                      <a:pt x="139" y="153"/>
                      <a:pt x="139" y="153"/>
                    </a:cubicBezTo>
                    <a:cubicBezTo>
                      <a:pt x="139" y="153"/>
                      <a:pt x="139" y="153"/>
                      <a:pt x="139" y="153"/>
                    </a:cubicBezTo>
                    <a:cubicBezTo>
                      <a:pt x="139" y="153"/>
                      <a:pt x="139" y="153"/>
                      <a:pt x="139" y="153"/>
                    </a:cubicBezTo>
                    <a:cubicBezTo>
                      <a:pt x="139" y="153"/>
                      <a:pt x="138" y="153"/>
                      <a:pt x="138" y="153"/>
                    </a:cubicBezTo>
                    <a:cubicBezTo>
                      <a:pt x="138" y="153"/>
                      <a:pt x="138" y="153"/>
                      <a:pt x="138" y="154"/>
                    </a:cubicBezTo>
                    <a:cubicBezTo>
                      <a:pt x="138" y="154"/>
                      <a:pt x="137" y="154"/>
                      <a:pt x="137" y="154"/>
                    </a:cubicBezTo>
                    <a:cubicBezTo>
                      <a:pt x="137" y="154"/>
                      <a:pt x="137" y="154"/>
                      <a:pt x="137" y="154"/>
                    </a:cubicBezTo>
                    <a:cubicBezTo>
                      <a:pt x="137" y="154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7" y="155"/>
                      <a:pt x="137" y="155"/>
                    </a:cubicBezTo>
                    <a:cubicBezTo>
                      <a:pt x="137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8" y="155"/>
                      <a:pt x="138" y="155"/>
                    </a:cubicBezTo>
                    <a:cubicBezTo>
                      <a:pt x="138" y="155"/>
                      <a:pt x="139" y="155"/>
                      <a:pt x="139" y="155"/>
                    </a:cubicBezTo>
                    <a:cubicBezTo>
                      <a:pt x="139" y="154"/>
                      <a:pt x="139" y="154"/>
                      <a:pt x="139" y="154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5"/>
                      <a:pt x="139" y="155"/>
                      <a:pt x="139" y="155"/>
                    </a:cubicBezTo>
                    <a:cubicBezTo>
                      <a:pt x="139" y="155"/>
                      <a:pt x="139" y="155"/>
                      <a:pt x="138" y="155"/>
                    </a:cubicBezTo>
                    <a:cubicBezTo>
                      <a:pt x="138" y="155"/>
                      <a:pt x="138" y="155"/>
                      <a:pt x="138" y="156"/>
                    </a:cubicBezTo>
                    <a:cubicBezTo>
                      <a:pt x="138" y="156"/>
                      <a:pt x="138" y="156"/>
                      <a:pt x="138" y="156"/>
                    </a:cubicBezTo>
                    <a:cubicBezTo>
                      <a:pt x="138" y="156"/>
                      <a:pt x="138" y="156"/>
                      <a:pt x="138" y="156"/>
                    </a:cubicBezTo>
                    <a:cubicBezTo>
                      <a:pt x="138" y="156"/>
                      <a:pt x="138" y="156"/>
                      <a:pt x="138" y="156"/>
                    </a:cubicBezTo>
                    <a:cubicBezTo>
                      <a:pt x="138" y="156"/>
                      <a:pt x="139" y="156"/>
                      <a:pt x="139" y="156"/>
                    </a:cubicBezTo>
                    <a:cubicBezTo>
                      <a:pt x="139" y="156"/>
                      <a:pt x="139" y="156"/>
                      <a:pt x="139" y="156"/>
                    </a:cubicBezTo>
                    <a:cubicBezTo>
                      <a:pt x="139" y="157"/>
                      <a:pt x="139" y="157"/>
                      <a:pt x="139" y="157"/>
                    </a:cubicBezTo>
                    <a:cubicBezTo>
                      <a:pt x="139" y="157"/>
                      <a:pt x="139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38" y="158"/>
                      <a:pt x="138" y="158"/>
                      <a:pt x="138" y="158"/>
                    </a:cubicBezTo>
                    <a:cubicBezTo>
                      <a:pt x="138" y="158"/>
                      <a:pt x="138" y="158"/>
                      <a:pt x="137" y="158"/>
                    </a:cubicBezTo>
                    <a:cubicBezTo>
                      <a:pt x="137" y="158"/>
                      <a:pt x="137" y="158"/>
                      <a:pt x="137" y="158"/>
                    </a:cubicBezTo>
                    <a:cubicBezTo>
                      <a:pt x="137" y="158"/>
                      <a:pt x="137" y="158"/>
                      <a:pt x="137" y="158"/>
                    </a:cubicBezTo>
                    <a:cubicBezTo>
                      <a:pt x="137" y="159"/>
                      <a:pt x="137" y="159"/>
                      <a:pt x="137" y="159"/>
                    </a:cubicBezTo>
                    <a:cubicBezTo>
                      <a:pt x="137" y="159"/>
                      <a:pt x="137" y="159"/>
                      <a:pt x="138" y="159"/>
                    </a:cubicBezTo>
                    <a:cubicBezTo>
                      <a:pt x="138" y="159"/>
                      <a:pt x="138" y="159"/>
                      <a:pt x="138" y="159"/>
                    </a:cubicBezTo>
                    <a:cubicBezTo>
                      <a:pt x="138" y="159"/>
                      <a:pt x="138" y="159"/>
                      <a:pt x="139" y="159"/>
                    </a:cubicBezTo>
                    <a:cubicBezTo>
                      <a:pt x="139" y="159"/>
                      <a:pt x="139" y="159"/>
                      <a:pt x="139" y="159"/>
                    </a:cubicBezTo>
                    <a:cubicBezTo>
                      <a:pt x="139" y="158"/>
                      <a:pt x="139" y="158"/>
                      <a:pt x="140" y="158"/>
                    </a:cubicBezTo>
                    <a:cubicBezTo>
                      <a:pt x="140" y="158"/>
                      <a:pt x="140" y="157"/>
                      <a:pt x="140" y="157"/>
                    </a:cubicBezTo>
                    <a:cubicBezTo>
                      <a:pt x="140" y="157"/>
                      <a:pt x="140" y="157"/>
                      <a:pt x="140" y="157"/>
                    </a:cubicBezTo>
                    <a:cubicBezTo>
                      <a:pt x="141" y="157"/>
                      <a:pt x="141" y="157"/>
                      <a:pt x="141" y="157"/>
                    </a:cubicBezTo>
                    <a:cubicBezTo>
                      <a:pt x="141" y="157"/>
                      <a:pt x="141" y="157"/>
                      <a:pt x="141" y="157"/>
                    </a:cubicBezTo>
                    <a:cubicBezTo>
                      <a:pt x="141" y="157"/>
                      <a:pt x="142" y="157"/>
                      <a:pt x="142" y="157"/>
                    </a:cubicBezTo>
                    <a:cubicBezTo>
                      <a:pt x="142" y="157"/>
                      <a:pt x="142" y="157"/>
                      <a:pt x="142" y="157"/>
                    </a:cubicBezTo>
                    <a:cubicBezTo>
                      <a:pt x="142" y="157"/>
                      <a:pt x="142" y="158"/>
                      <a:pt x="142" y="158"/>
                    </a:cubicBezTo>
                    <a:cubicBezTo>
                      <a:pt x="142" y="158"/>
                      <a:pt x="142" y="158"/>
                      <a:pt x="143" y="158"/>
                    </a:cubicBezTo>
                    <a:cubicBezTo>
                      <a:pt x="143" y="158"/>
                      <a:pt x="143" y="158"/>
                      <a:pt x="143" y="158"/>
                    </a:cubicBezTo>
                    <a:cubicBezTo>
                      <a:pt x="143" y="158"/>
                      <a:pt x="143" y="158"/>
                      <a:pt x="143" y="158"/>
                    </a:cubicBezTo>
                    <a:cubicBezTo>
                      <a:pt x="144" y="158"/>
                      <a:pt x="144" y="158"/>
                      <a:pt x="144" y="158"/>
                    </a:cubicBezTo>
                    <a:cubicBezTo>
                      <a:pt x="144" y="158"/>
                      <a:pt x="144" y="158"/>
                      <a:pt x="145" y="158"/>
                    </a:cubicBezTo>
                    <a:cubicBezTo>
                      <a:pt x="145" y="158"/>
                      <a:pt x="145" y="159"/>
                      <a:pt x="145" y="159"/>
                    </a:cubicBezTo>
                    <a:cubicBezTo>
                      <a:pt x="145" y="159"/>
                      <a:pt x="145" y="159"/>
                      <a:pt x="145" y="159"/>
                    </a:cubicBezTo>
                    <a:cubicBezTo>
                      <a:pt x="146" y="159"/>
                      <a:pt x="146" y="159"/>
                      <a:pt x="146" y="159"/>
                    </a:cubicBezTo>
                    <a:cubicBezTo>
                      <a:pt x="146" y="159"/>
                      <a:pt x="146" y="159"/>
                      <a:pt x="146" y="159"/>
                    </a:cubicBezTo>
                    <a:cubicBezTo>
                      <a:pt x="146" y="159"/>
                      <a:pt x="147" y="159"/>
                      <a:pt x="147" y="159"/>
                    </a:cubicBezTo>
                    <a:cubicBezTo>
                      <a:pt x="147" y="159"/>
                      <a:pt x="147" y="159"/>
                      <a:pt x="147" y="159"/>
                    </a:cubicBezTo>
                    <a:cubicBezTo>
                      <a:pt x="147" y="159"/>
                      <a:pt x="147" y="158"/>
                      <a:pt x="148" y="158"/>
                    </a:cubicBezTo>
                    <a:cubicBezTo>
                      <a:pt x="148" y="158"/>
                      <a:pt x="148" y="158"/>
                      <a:pt x="148" y="158"/>
                    </a:cubicBezTo>
                    <a:cubicBezTo>
                      <a:pt x="148" y="158"/>
                      <a:pt x="148" y="158"/>
                      <a:pt x="148" y="158"/>
                    </a:cubicBezTo>
                    <a:close/>
                    <a:moveTo>
                      <a:pt x="167" y="154"/>
                    </a:moveTo>
                    <a:cubicBezTo>
                      <a:pt x="167" y="154"/>
                      <a:pt x="167" y="154"/>
                      <a:pt x="167" y="154"/>
                    </a:cubicBezTo>
                    <a:cubicBezTo>
                      <a:pt x="167" y="154"/>
                      <a:pt x="167" y="154"/>
                      <a:pt x="167" y="154"/>
                    </a:cubicBezTo>
                    <a:cubicBezTo>
                      <a:pt x="167" y="154"/>
                      <a:pt x="167" y="154"/>
                      <a:pt x="167" y="154"/>
                    </a:cubicBezTo>
                    <a:cubicBezTo>
                      <a:pt x="167" y="154"/>
                      <a:pt x="167" y="153"/>
                      <a:pt x="167" y="153"/>
                    </a:cubicBezTo>
                    <a:cubicBezTo>
                      <a:pt x="167" y="153"/>
                      <a:pt x="167" y="153"/>
                      <a:pt x="167" y="153"/>
                    </a:cubicBezTo>
                    <a:cubicBezTo>
                      <a:pt x="167" y="153"/>
                      <a:pt x="167" y="153"/>
                      <a:pt x="167" y="153"/>
                    </a:cubicBezTo>
                    <a:cubicBezTo>
                      <a:pt x="167" y="153"/>
                      <a:pt x="167" y="154"/>
                      <a:pt x="167" y="154"/>
                    </a:cubicBezTo>
                    <a:cubicBezTo>
                      <a:pt x="166" y="154"/>
                      <a:pt x="166" y="154"/>
                      <a:pt x="166" y="154"/>
                    </a:cubicBezTo>
                    <a:cubicBezTo>
                      <a:pt x="166" y="154"/>
                      <a:pt x="166" y="154"/>
                      <a:pt x="166" y="154"/>
                    </a:cubicBezTo>
                    <a:cubicBezTo>
                      <a:pt x="166" y="154"/>
                      <a:pt x="166" y="154"/>
                      <a:pt x="166" y="154"/>
                    </a:cubicBezTo>
                    <a:cubicBezTo>
                      <a:pt x="165" y="154"/>
                      <a:pt x="165" y="154"/>
                      <a:pt x="166" y="153"/>
                    </a:cubicBezTo>
                    <a:cubicBezTo>
                      <a:pt x="166" y="153"/>
                      <a:pt x="166" y="153"/>
                      <a:pt x="166" y="153"/>
                    </a:cubicBezTo>
                    <a:cubicBezTo>
                      <a:pt x="166" y="153"/>
                      <a:pt x="166" y="153"/>
                      <a:pt x="166" y="153"/>
                    </a:cubicBezTo>
                    <a:cubicBezTo>
                      <a:pt x="166" y="153"/>
                      <a:pt x="166" y="153"/>
                      <a:pt x="166" y="153"/>
                    </a:cubicBezTo>
                    <a:cubicBezTo>
                      <a:pt x="166" y="153"/>
                      <a:pt x="167" y="153"/>
                      <a:pt x="167" y="152"/>
                    </a:cubicBezTo>
                    <a:cubicBezTo>
                      <a:pt x="167" y="152"/>
                      <a:pt x="167" y="152"/>
                      <a:pt x="167" y="152"/>
                    </a:cubicBezTo>
                    <a:cubicBezTo>
                      <a:pt x="167" y="152"/>
                      <a:pt x="167" y="152"/>
                      <a:pt x="167" y="152"/>
                    </a:cubicBezTo>
                    <a:cubicBezTo>
                      <a:pt x="167" y="152"/>
                      <a:pt x="167" y="152"/>
                      <a:pt x="167" y="152"/>
                    </a:cubicBezTo>
                    <a:cubicBezTo>
                      <a:pt x="166" y="151"/>
                      <a:pt x="166" y="151"/>
                      <a:pt x="166" y="151"/>
                    </a:cubicBezTo>
                    <a:cubicBezTo>
                      <a:pt x="166" y="151"/>
                      <a:pt x="166" y="151"/>
                      <a:pt x="166" y="151"/>
                    </a:cubicBezTo>
                    <a:cubicBezTo>
                      <a:pt x="166" y="151"/>
                      <a:pt x="166" y="151"/>
                      <a:pt x="165" y="151"/>
                    </a:cubicBezTo>
                    <a:cubicBezTo>
                      <a:pt x="165" y="151"/>
                      <a:pt x="165" y="151"/>
                      <a:pt x="165" y="151"/>
                    </a:cubicBezTo>
                    <a:cubicBezTo>
                      <a:pt x="165" y="151"/>
                      <a:pt x="165" y="151"/>
                      <a:pt x="165" y="151"/>
                    </a:cubicBezTo>
                    <a:cubicBezTo>
                      <a:pt x="165" y="151"/>
                      <a:pt x="165" y="151"/>
                      <a:pt x="165" y="151"/>
                    </a:cubicBezTo>
                    <a:cubicBezTo>
                      <a:pt x="165" y="151"/>
                      <a:pt x="165" y="151"/>
                      <a:pt x="165" y="151"/>
                    </a:cubicBezTo>
                    <a:cubicBezTo>
                      <a:pt x="165" y="151"/>
                      <a:pt x="165" y="151"/>
                      <a:pt x="165" y="150"/>
                    </a:cubicBezTo>
                    <a:cubicBezTo>
                      <a:pt x="165" y="150"/>
                      <a:pt x="165" y="150"/>
                      <a:pt x="165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4" y="150"/>
                      <a:pt x="164" y="150"/>
                      <a:pt x="164" y="150"/>
                    </a:cubicBezTo>
                    <a:cubicBezTo>
                      <a:pt x="164" y="149"/>
                      <a:pt x="164" y="149"/>
                      <a:pt x="164" y="149"/>
                    </a:cubicBezTo>
                    <a:cubicBezTo>
                      <a:pt x="165" y="149"/>
                      <a:pt x="165" y="149"/>
                      <a:pt x="165" y="149"/>
                    </a:cubicBezTo>
                    <a:cubicBezTo>
                      <a:pt x="164" y="148"/>
                      <a:pt x="164" y="148"/>
                      <a:pt x="164" y="148"/>
                    </a:cubicBezTo>
                    <a:cubicBezTo>
                      <a:pt x="164" y="148"/>
                      <a:pt x="164" y="148"/>
                      <a:pt x="164" y="148"/>
                    </a:cubicBezTo>
                    <a:cubicBezTo>
                      <a:pt x="164" y="148"/>
                      <a:pt x="164" y="148"/>
                      <a:pt x="164" y="148"/>
                    </a:cubicBezTo>
                    <a:cubicBezTo>
                      <a:pt x="164" y="148"/>
                      <a:pt x="164" y="148"/>
                      <a:pt x="164" y="148"/>
                    </a:cubicBezTo>
                    <a:cubicBezTo>
                      <a:pt x="164" y="148"/>
                      <a:pt x="164" y="147"/>
                      <a:pt x="163" y="147"/>
                    </a:cubicBezTo>
                    <a:cubicBezTo>
                      <a:pt x="163" y="147"/>
                      <a:pt x="163" y="147"/>
                      <a:pt x="163" y="147"/>
                    </a:cubicBezTo>
                    <a:cubicBezTo>
                      <a:pt x="163" y="148"/>
                      <a:pt x="163" y="148"/>
                      <a:pt x="163" y="148"/>
                    </a:cubicBezTo>
                    <a:cubicBezTo>
                      <a:pt x="163" y="148"/>
                      <a:pt x="163" y="148"/>
                      <a:pt x="163" y="148"/>
                    </a:cubicBezTo>
                    <a:cubicBezTo>
                      <a:pt x="163" y="148"/>
                      <a:pt x="163" y="148"/>
                      <a:pt x="163" y="148"/>
                    </a:cubicBezTo>
                    <a:cubicBezTo>
                      <a:pt x="163" y="148"/>
                      <a:pt x="163" y="148"/>
                      <a:pt x="163" y="149"/>
                    </a:cubicBezTo>
                    <a:cubicBezTo>
                      <a:pt x="163" y="149"/>
                      <a:pt x="163" y="149"/>
                      <a:pt x="163" y="149"/>
                    </a:cubicBezTo>
                    <a:cubicBezTo>
                      <a:pt x="162" y="149"/>
                      <a:pt x="162" y="149"/>
                      <a:pt x="162" y="149"/>
                    </a:cubicBezTo>
                    <a:cubicBezTo>
                      <a:pt x="162" y="149"/>
                      <a:pt x="162" y="150"/>
                      <a:pt x="162" y="150"/>
                    </a:cubicBezTo>
                    <a:cubicBezTo>
                      <a:pt x="162" y="150"/>
                      <a:pt x="162" y="150"/>
                      <a:pt x="162" y="150"/>
                    </a:cubicBezTo>
                    <a:cubicBezTo>
                      <a:pt x="162" y="150"/>
                      <a:pt x="162" y="150"/>
                      <a:pt x="161" y="150"/>
                    </a:cubicBezTo>
                    <a:cubicBezTo>
                      <a:pt x="161" y="150"/>
                      <a:pt x="161" y="151"/>
                      <a:pt x="161" y="151"/>
                    </a:cubicBezTo>
                    <a:cubicBezTo>
                      <a:pt x="161" y="151"/>
                      <a:pt x="161" y="151"/>
                      <a:pt x="161" y="151"/>
                    </a:cubicBezTo>
                    <a:cubicBezTo>
                      <a:pt x="161" y="151"/>
                      <a:pt x="161" y="151"/>
                      <a:pt x="161" y="151"/>
                    </a:cubicBezTo>
                    <a:cubicBezTo>
                      <a:pt x="161" y="151"/>
                      <a:pt x="162" y="151"/>
                      <a:pt x="162" y="151"/>
                    </a:cubicBezTo>
                    <a:cubicBezTo>
                      <a:pt x="162" y="151"/>
                      <a:pt x="162" y="151"/>
                      <a:pt x="162" y="151"/>
                    </a:cubicBezTo>
                    <a:cubicBezTo>
                      <a:pt x="162" y="151"/>
                      <a:pt x="162" y="151"/>
                      <a:pt x="163" y="151"/>
                    </a:cubicBezTo>
                    <a:cubicBezTo>
                      <a:pt x="163" y="151"/>
                      <a:pt x="163" y="151"/>
                      <a:pt x="163" y="151"/>
                    </a:cubicBezTo>
                    <a:cubicBezTo>
                      <a:pt x="163" y="151"/>
                      <a:pt x="163" y="151"/>
                      <a:pt x="163" y="151"/>
                    </a:cubicBezTo>
                    <a:cubicBezTo>
                      <a:pt x="163" y="150"/>
                      <a:pt x="163" y="150"/>
                      <a:pt x="163" y="151"/>
                    </a:cubicBezTo>
                    <a:cubicBezTo>
                      <a:pt x="164" y="151"/>
                      <a:pt x="164" y="151"/>
                      <a:pt x="164" y="151"/>
                    </a:cubicBezTo>
                    <a:cubicBezTo>
                      <a:pt x="164" y="151"/>
                      <a:pt x="164" y="151"/>
                      <a:pt x="164" y="151"/>
                    </a:cubicBezTo>
                    <a:cubicBezTo>
                      <a:pt x="164" y="151"/>
                      <a:pt x="164" y="151"/>
                      <a:pt x="164" y="151"/>
                    </a:cubicBezTo>
                    <a:cubicBezTo>
                      <a:pt x="164" y="151"/>
                      <a:pt x="164" y="151"/>
                      <a:pt x="164" y="151"/>
                    </a:cubicBezTo>
                    <a:cubicBezTo>
                      <a:pt x="164" y="151"/>
                      <a:pt x="164" y="151"/>
                      <a:pt x="164" y="151"/>
                    </a:cubicBezTo>
                    <a:cubicBezTo>
                      <a:pt x="164" y="151"/>
                      <a:pt x="164" y="152"/>
                      <a:pt x="164" y="152"/>
                    </a:cubicBezTo>
                    <a:cubicBezTo>
                      <a:pt x="163" y="152"/>
                      <a:pt x="163" y="152"/>
                      <a:pt x="163" y="152"/>
                    </a:cubicBezTo>
                    <a:cubicBezTo>
                      <a:pt x="163" y="152"/>
                      <a:pt x="162" y="152"/>
                      <a:pt x="162" y="152"/>
                    </a:cubicBezTo>
                    <a:cubicBezTo>
                      <a:pt x="162" y="152"/>
                      <a:pt x="162" y="152"/>
                      <a:pt x="162" y="152"/>
                    </a:cubicBezTo>
                    <a:cubicBezTo>
                      <a:pt x="162" y="152"/>
                      <a:pt x="162" y="152"/>
                      <a:pt x="162" y="152"/>
                    </a:cubicBezTo>
                    <a:cubicBezTo>
                      <a:pt x="161" y="152"/>
                      <a:pt x="161" y="152"/>
                      <a:pt x="161" y="153"/>
                    </a:cubicBezTo>
                    <a:cubicBezTo>
                      <a:pt x="161" y="153"/>
                      <a:pt x="161" y="153"/>
                      <a:pt x="161" y="153"/>
                    </a:cubicBezTo>
                    <a:cubicBezTo>
                      <a:pt x="161" y="153"/>
                      <a:pt x="161" y="153"/>
                      <a:pt x="161" y="153"/>
                    </a:cubicBezTo>
                    <a:cubicBezTo>
                      <a:pt x="161" y="153"/>
                      <a:pt x="161" y="153"/>
                      <a:pt x="161" y="153"/>
                    </a:cubicBezTo>
                    <a:cubicBezTo>
                      <a:pt x="161" y="153"/>
                      <a:pt x="162" y="153"/>
                      <a:pt x="162" y="153"/>
                    </a:cubicBezTo>
                    <a:cubicBezTo>
                      <a:pt x="162" y="153"/>
                      <a:pt x="162" y="153"/>
                      <a:pt x="162" y="153"/>
                    </a:cubicBezTo>
                    <a:cubicBezTo>
                      <a:pt x="162" y="153"/>
                      <a:pt x="162" y="153"/>
                      <a:pt x="162" y="154"/>
                    </a:cubicBezTo>
                    <a:cubicBezTo>
                      <a:pt x="162" y="154"/>
                      <a:pt x="162" y="154"/>
                      <a:pt x="162" y="154"/>
                    </a:cubicBezTo>
                    <a:cubicBezTo>
                      <a:pt x="162" y="154"/>
                      <a:pt x="162" y="154"/>
                      <a:pt x="162" y="154"/>
                    </a:cubicBezTo>
                    <a:cubicBezTo>
                      <a:pt x="161" y="154"/>
                      <a:pt x="161" y="154"/>
                      <a:pt x="161" y="154"/>
                    </a:cubicBezTo>
                    <a:cubicBezTo>
                      <a:pt x="161" y="154"/>
                      <a:pt x="161" y="154"/>
                      <a:pt x="161" y="154"/>
                    </a:cubicBezTo>
                    <a:cubicBezTo>
                      <a:pt x="161" y="154"/>
                      <a:pt x="161" y="154"/>
                      <a:pt x="161" y="155"/>
                    </a:cubicBezTo>
                    <a:cubicBezTo>
                      <a:pt x="161" y="155"/>
                      <a:pt x="161" y="155"/>
                      <a:pt x="161" y="155"/>
                    </a:cubicBezTo>
                    <a:cubicBezTo>
                      <a:pt x="162" y="155"/>
                      <a:pt x="162" y="155"/>
                      <a:pt x="162" y="155"/>
                    </a:cubicBezTo>
                    <a:cubicBezTo>
                      <a:pt x="162" y="155"/>
                      <a:pt x="162" y="155"/>
                      <a:pt x="162" y="155"/>
                    </a:cubicBezTo>
                    <a:cubicBezTo>
                      <a:pt x="162" y="155"/>
                      <a:pt x="162" y="155"/>
                      <a:pt x="162" y="155"/>
                    </a:cubicBezTo>
                    <a:cubicBezTo>
                      <a:pt x="161" y="155"/>
                      <a:pt x="161" y="155"/>
                      <a:pt x="161" y="156"/>
                    </a:cubicBezTo>
                    <a:cubicBezTo>
                      <a:pt x="161" y="156"/>
                      <a:pt x="161" y="156"/>
                      <a:pt x="160" y="156"/>
                    </a:cubicBezTo>
                    <a:cubicBezTo>
                      <a:pt x="160" y="156"/>
                      <a:pt x="160" y="156"/>
                      <a:pt x="160" y="156"/>
                    </a:cubicBezTo>
                    <a:cubicBezTo>
                      <a:pt x="160" y="156"/>
                      <a:pt x="160" y="156"/>
                      <a:pt x="160" y="156"/>
                    </a:cubicBezTo>
                    <a:cubicBezTo>
                      <a:pt x="160" y="156"/>
                      <a:pt x="160" y="157"/>
                      <a:pt x="161" y="157"/>
                    </a:cubicBezTo>
                    <a:cubicBezTo>
                      <a:pt x="161" y="157"/>
                      <a:pt x="161" y="157"/>
                      <a:pt x="161" y="157"/>
                    </a:cubicBezTo>
                    <a:cubicBezTo>
                      <a:pt x="161" y="157"/>
                      <a:pt x="161" y="157"/>
                      <a:pt x="161" y="157"/>
                    </a:cubicBezTo>
                    <a:cubicBezTo>
                      <a:pt x="161" y="157"/>
                      <a:pt x="161" y="157"/>
                      <a:pt x="161" y="157"/>
                    </a:cubicBezTo>
                    <a:cubicBezTo>
                      <a:pt x="161" y="157"/>
                      <a:pt x="161" y="157"/>
                      <a:pt x="161" y="157"/>
                    </a:cubicBezTo>
                    <a:cubicBezTo>
                      <a:pt x="161" y="158"/>
                      <a:pt x="160" y="158"/>
                      <a:pt x="160" y="158"/>
                    </a:cubicBezTo>
                    <a:cubicBezTo>
                      <a:pt x="160" y="158"/>
                      <a:pt x="160" y="158"/>
                      <a:pt x="160" y="158"/>
                    </a:cubicBezTo>
                    <a:cubicBezTo>
                      <a:pt x="160" y="158"/>
                      <a:pt x="160" y="158"/>
                      <a:pt x="160" y="158"/>
                    </a:cubicBezTo>
                    <a:cubicBezTo>
                      <a:pt x="160" y="158"/>
                      <a:pt x="160" y="158"/>
                      <a:pt x="159" y="158"/>
                    </a:cubicBezTo>
                    <a:cubicBezTo>
                      <a:pt x="159" y="158"/>
                      <a:pt x="159" y="158"/>
                      <a:pt x="159" y="158"/>
                    </a:cubicBezTo>
                    <a:cubicBezTo>
                      <a:pt x="159" y="158"/>
                      <a:pt x="159" y="159"/>
                      <a:pt x="159" y="159"/>
                    </a:cubicBezTo>
                    <a:cubicBezTo>
                      <a:pt x="159" y="159"/>
                      <a:pt x="159" y="159"/>
                      <a:pt x="159" y="159"/>
                    </a:cubicBezTo>
                    <a:cubicBezTo>
                      <a:pt x="159" y="159"/>
                      <a:pt x="159" y="159"/>
                      <a:pt x="159" y="159"/>
                    </a:cubicBezTo>
                    <a:cubicBezTo>
                      <a:pt x="159" y="159"/>
                      <a:pt x="159" y="159"/>
                      <a:pt x="159" y="159"/>
                    </a:cubicBezTo>
                    <a:cubicBezTo>
                      <a:pt x="160" y="159"/>
                      <a:pt x="160" y="159"/>
                      <a:pt x="160" y="159"/>
                    </a:cubicBezTo>
                    <a:cubicBezTo>
                      <a:pt x="160" y="159"/>
                      <a:pt x="160" y="159"/>
                      <a:pt x="160" y="159"/>
                    </a:cubicBezTo>
                    <a:cubicBezTo>
                      <a:pt x="161" y="159"/>
                      <a:pt x="161" y="159"/>
                      <a:pt x="161" y="159"/>
                    </a:cubicBezTo>
                    <a:cubicBezTo>
                      <a:pt x="161" y="158"/>
                      <a:pt x="161" y="158"/>
                      <a:pt x="161" y="158"/>
                    </a:cubicBezTo>
                    <a:cubicBezTo>
                      <a:pt x="161" y="158"/>
                      <a:pt x="161" y="158"/>
                      <a:pt x="161" y="158"/>
                    </a:cubicBezTo>
                    <a:cubicBezTo>
                      <a:pt x="161" y="158"/>
                      <a:pt x="162" y="158"/>
                      <a:pt x="162" y="158"/>
                    </a:cubicBezTo>
                    <a:cubicBezTo>
                      <a:pt x="162" y="158"/>
                      <a:pt x="162" y="158"/>
                      <a:pt x="162" y="158"/>
                    </a:cubicBezTo>
                    <a:cubicBezTo>
                      <a:pt x="162" y="158"/>
                      <a:pt x="162" y="158"/>
                      <a:pt x="162" y="158"/>
                    </a:cubicBezTo>
                    <a:cubicBezTo>
                      <a:pt x="162" y="159"/>
                      <a:pt x="162" y="159"/>
                      <a:pt x="162" y="159"/>
                    </a:cubicBezTo>
                    <a:cubicBezTo>
                      <a:pt x="162" y="159"/>
                      <a:pt x="162" y="159"/>
                      <a:pt x="162" y="159"/>
                    </a:cubicBezTo>
                    <a:cubicBezTo>
                      <a:pt x="162" y="159"/>
                      <a:pt x="163" y="159"/>
                      <a:pt x="163" y="159"/>
                    </a:cubicBezTo>
                    <a:cubicBezTo>
                      <a:pt x="163" y="159"/>
                      <a:pt x="163" y="159"/>
                      <a:pt x="163" y="159"/>
                    </a:cubicBezTo>
                    <a:cubicBezTo>
                      <a:pt x="163" y="159"/>
                      <a:pt x="163" y="159"/>
                      <a:pt x="163" y="159"/>
                    </a:cubicBezTo>
                    <a:cubicBezTo>
                      <a:pt x="164" y="159"/>
                      <a:pt x="164" y="159"/>
                      <a:pt x="164" y="159"/>
                    </a:cubicBezTo>
                    <a:cubicBezTo>
                      <a:pt x="164" y="159"/>
                      <a:pt x="164" y="159"/>
                      <a:pt x="164" y="159"/>
                    </a:cubicBezTo>
                    <a:cubicBezTo>
                      <a:pt x="164" y="158"/>
                      <a:pt x="164" y="158"/>
                      <a:pt x="165" y="158"/>
                    </a:cubicBezTo>
                    <a:cubicBezTo>
                      <a:pt x="165" y="158"/>
                      <a:pt x="165" y="158"/>
                      <a:pt x="165" y="158"/>
                    </a:cubicBezTo>
                    <a:cubicBezTo>
                      <a:pt x="166" y="158"/>
                      <a:pt x="166" y="158"/>
                      <a:pt x="166" y="158"/>
                    </a:cubicBezTo>
                    <a:cubicBezTo>
                      <a:pt x="166" y="158"/>
                      <a:pt x="166" y="158"/>
                      <a:pt x="166" y="158"/>
                    </a:cubicBezTo>
                    <a:cubicBezTo>
                      <a:pt x="166" y="158"/>
                      <a:pt x="166" y="157"/>
                      <a:pt x="166" y="157"/>
                    </a:cubicBezTo>
                    <a:cubicBezTo>
                      <a:pt x="166" y="157"/>
                      <a:pt x="166" y="157"/>
                      <a:pt x="166" y="157"/>
                    </a:cubicBezTo>
                    <a:cubicBezTo>
                      <a:pt x="166" y="157"/>
                      <a:pt x="166" y="157"/>
                      <a:pt x="166" y="157"/>
                    </a:cubicBezTo>
                    <a:cubicBezTo>
                      <a:pt x="166" y="157"/>
                      <a:pt x="166" y="157"/>
                      <a:pt x="166" y="156"/>
                    </a:cubicBezTo>
                    <a:cubicBezTo>
                      <a:pt x="166" y="156"/>
                      <a:pt x="166" y="156"/>
                      <a:pt x="166" y="156"/>
                    </a:cubicBezTo>
                    <a:cubicBezTo>
                      <a:pt x="166" y="156"/>
                      <a:pt x="166" y="156"/>
                      <a:pt x="166" y="156"/>
                    </a:cubicBezTo>
                    <a:cubicBezTo>
                      <a:pt x="166" y="156"/>
                      <a:pt x="166" y="156"/>
                      <a:pt x="165" y="156"/>
                    </a:cubicBezTo>
                    <a:cubicBezTo>
                      <a:pt x="165" y="156"/>
                      <a:pt x="165" y="156"/>
                      <a:pt x="165" y="156"/>
                    </a:cubicBezTo>
                    <a:cubicBezTo>
                      <a:pt x="165" y="156"/>
                      <a:pt x="164" y="156"/>
                      <a:pt x="164" y="156"/>
                    </a:cubicBezTo>
                    <a:cubicBezTo>
                      <a:pt x="164" y="156"/>
                      <a:pt x="164" y="156"/>
                      <a:pt x="163" y="156"/>
                    </a:cubicBezTo>
                    <a:cubicBezTo>
                      <a:pt x="163" y="156"/>
                      <a:pt x="163" y="156"/>
                      <a:pt x="163" y="156"/>
                    </a:cubicBezTo>
                    <a:cubicBezTo>
                      <a:pt x="163" y="157"/>
                      <a:pt x="162" y="157"/>
                      <a:pt x="162" y="156"/>
                    </a:cubicBezTo>
                    <a:cubicBezTo>
                      <a:pt x="162" y="156"/>
                      <a:pt x="162" y="156"/>
                      <a:pt x="162" y="156"/>
                    </a:cubicBezTo>
                    <a:cubicBezTo>
                      <a:pt x="162" y="156"/>
                      <a:pt x="162" y="156"/>
                      <a:pt x="163" y="156"/>
                    </a:cubicBezTo>
                    <a:cubicBezTo>
                      <a:pt x="163" y="156"/>
                      <a:pt x="163" y="156"/>
                      <a:pt x="163" y="156"/>
                    </a:cubicBezTo>
                    <a:cubicBezTo>
                      <a:pt x="163" y="156"/>
                      <a:pt x="163" y="156"/>
                      <a:pt x="163" y="156"/>
                    </a:cubicBezTo>
                    <a:cubicBezTo>
                      <a:pt x="163" y="156"/>
                      <a:pt x="164" y="156"/>
                      <a:pt x="164" y="156"/>
                    </a:cubicBezTo>
                    <a:cubicBezTo>
                      <a:pt x="164" y="156"/>
                      <a:pt x="164" y="156"/>
                      <a:pt x="164" y="156"/>
                    </a:cubicBezTo>
                    <a:cubicBezTo>
                      <a:pt x="165" y="156"/>
                      <a:pt x="165" y="155"/>
                      <a:pt x="165" y="155"/>
                    </a:cubicBezTo>
                    <a:cubicBezTo>
                      <a:pt x="165" y="155"/>
                      <a:pt x="165" y="155"/>
                      <a:pt x="165" y="155"/>
                    </a:cubicBezTo>
                    <a:cubicBezTo>
                      <a:pt x="165" y="155"/>
                      <a:pt x="165" y="155"/>
                      <a:pt x="165" y="155"/>
                    </a:cubicBezTo>
                    <a:cubicBezTo>
                      <a:pt x="165" y="155"/>
                      <a:pt x="165" y="155"/>
                      <a:pt x="165" y="155"/>
                    </a:cubicBezTo>
                    <a:cubicBezTo>
                      <a:pt x="165" y="154"/>
                      <a:pt x="166" y="154"/>
                      <a:pt x="166" y="155"/>
                    </a:cubicBezTo>
                    <a:cubicBezTo>
                      <a:pt x="166" y="155"/>
                      <a:pt x="166" y="155"/>
                      <a:pt x="166" y="155"/>
                    </a:cubicBezTo>
                    <a:cubicBezTo>
                      <a:pt x="166" y="155"/>
                      <a:pt x="166" y="155"/>
                      <a:pt x="166" y="155"/>
                    </a:cubicBezTo>
                    <a:cubicBezTo>
                      <a:pt x="166" y="155"/>
                      <a:pt x="167" y="155"/>
                      <a:pt x="167" y="155"/>
                    </a:cubicBezTo>
                    <a:cubicBezTo>
                      <a:pt x="167" y="155"/>
                      <a:pt x="167" y="155"/>
                      <a:pt x="167" y="155"/>
                    </a:cubicBezTo>
                    <a:cubicBezTo>
                      <a:pt x="167" y="155"/>
                      <a:pt x="167" y="155"/>
                      <a:pt x="167" y="155"/>
                    </a:cubicBezTo>
                    <a:cubicBezTo>
                      <a:pt x="167" y="155"/>
                      <a:pt x="167" y="154"/>
                      <a:pt x="167" y="154"/>
                    </a:cubicBezTo>
                    <a:close/>
                    <a:moveTo>
                      <a:pt x="169" y="150"/>
                    </a:moveTo>
                    <a:cubicBezTo>
                      <a:pt x="169" y="150"/>
                      <a:pt x="168" y="149"/>
                      <a:pt x="168" y="148"/>
                    </a:cubicBezTo>
                    <a:cubicBezTo>
                      <a:pt x="168" y="148"/>
                      <a:pt x="168" y="148"/>
                      <a:pt x="168" y="148"/>
                    </a:cubicBezTo>
                    <a:cubicBezTo>
                      <a:pt x="168" y="148"/>
                      <a:pt x="168" y="148"/>
                      <a:pt x="168" y="148"/>
                    </a:cubicBezTo>
                    <a:cubicBezTo>
                      <a:pt x="168" y="148"/>
                      <a:pt x="168" y="148"/>
                      <a:pt x="168" y="148"/>
                    </a:cubicBezTo>
                    <a:cubicBezTo>
                      <a:pt x="168" y="148"/>
                      <a:pt x="168" y="148"/>
                      <a:pt x="168" y="148"/>
                    </a:cubicBezTo>
                    <a:cubicBezTo>
                      <a:pt x="168" y="148"/>
                      <a:pt x="168" y="149"/>
                      <a:pt x="168" y="149"/>
                    </a:cubicBezTo>
                    <a:cubicBezTo>
                      <a:pt x="168" y="149"/>
                      <a:pt x="168" y="149"/>
                      <a:pt x="168" y="149"/>
                    </a:cubicBezTo>
                    <a:cubicBezTo>
                      <a:pt x="168" y="150"/>
                      <a:pt x="168" y="150"/>
                      <a:pt x="168" y="150"/>
                    </a:cubicBezTo>
                    <a:cubicBezTo>
                      <a:pt x="168" y="150"/>
                      <a:pt x="168" y="151"/>
                      <a:pt x="168" y="151"/>
                    </a:cubicBezTo>
                    <a:cubicBezTo>
                      <a:pt x="168" y="151"/>
                      <a:pt x="168" y="151"/>
                      <a:pt x="168" y="151"/>
                    </a:cubicBezTo>
                    <a:cubicBezTo>
                      <a:pt x="167" y="151"/>
                      <a:pt x="167" y="152"/>
                      <a:pt x="167" y="152"/>
                    </a:cubicBezTo>
                    <a:cubicBezTo>
                      <a:pt x="168" y="152"/>
                      <a:pt x="168" y="152"/>
                      <a:pt x="168" y="153"/>
                    </a:cubicBezTo>
                    <a:cubicBezTo>
                      <a:pt x="168" y="153"/>
                      <a:pt x="168" y="153"/>
                      <a:pt x="168" y="153"/>
                    </a:cubicBezTo>
                    <a:cubicBezTo>
                      <a:pt x="168" y="154"/>
                      <a:pt x="168" y="154"/>
                      <a:pt x="168" y="154"/>
                    </a:cubicBezTo>
                    <a:cubicBezTo>
                      <a:pt x="168" y="154"/>
                      <a:pt x="168" y="155"/>
                      <a:pt x="168" y="155"/>
                    </a:cubicBezTo>
                    <a:cubicBezTo>
                      <a:pt x="168" y="155"/>
                      <a:pt x="168" y="155"/>
                      <a:pt x="168" y="155"/>
                    </a:cubicBezTo>
                    <a:cubicBezTo>
                      <a:pt x="168" y="155"/>
                      <a:pt x="168" y="156"/>
                      <a:pt x="168" y="156"/>
                    </a:cubicBezTo>
                    <a:cubicBezTo>
                      <a:pt x="168" y="156"/>
                      <a:pt x="168" y="156"/>
                      <a:pt x="168" y="156"/>
                    </a:cubicBezTo>
                    <a:cubicBezTo>
                      <a:pt x="168" y="156"/>
                      <a:pt x="168" y="157"/>
                      <a:pt x="168" y="157"/>
                    </a:cubicBezTo>
                    <a:cubicBezTo>
                      <a:pt x="168" y="157"/>
                      <a:pt x="168" y="157"/>
                      <a:pt x="168" y="157"/>
                    </a:cubicBezTo>
                    <a:cubicBezTo>
                      <a:pt x="168" y="157"/>
                      <a:pt x="168" y="157"/>
                      <a:pt x="168" y="157"/>
                    </a:cubicBezTo>
                    <a:cubicBezTo>
                      <a:pt x="168" y="158"/>
                      <a:pt x="168" y="158"/>
                      <a:pt x="168" y="158"/>
                    </a:cubicBezTo>
                    <a:cubicBezTo>
                      <a:pt x="168" y="158"/>
                      <a:pt x="168" y="158"/>
                      <a:pt x="168" y="158"/>
                    </a:cubicBezTo>
                    <a:cubicBezTo>
                      <a:pt x="168" y="158"/>
                      <a:pt x="168" y="158"/>
                      <a:pt x="168" y="158"/>
                    </a:cubicBezTo>
                    <a:cubicBezTo>
                      <a:pt x="168" y="158"/>
                      <a:pt x="168" y="158"/>
                      <a:pt x="168" y="158"/>
                    </a:cubicBezTo>
                    <a:cubicBezTo>
                      <a:pt x="168" y="157"/>
                      <a:pt x="168" y="157"/>
                      <a:pt x="168" y="157"/>
                    </a:cubicBezTo>
                    <a:cubicBezTo>
                      <a:pt x="168" y="157"/>
                      <a:pt x="168" y="157"/>
                      <a:pt x="168" y="157"/>
                    </a:cubicBezTo>
                    <a:cubicBezTo>
                      <a:pt x="168" y="156"/>
                      <a:pt x="168" y="156"/>
                      <a:pt x="168" y="156"/>
                    </a:cubicBezTo>
                    <a:cubicBezTo>
                      <a:pt x="168" y="156"/>
                      <a:pt x="168" y="155"/>
                      <a:pt x="168" y="155"/>
                    </a:cubicBezTo>
                    <a:cubicBezTo>
                      <a:pt x="168" y="155"/>
                      <a:pt x="168" y="155"/>
                      <a:pt x="168" y="155"/>
                    </a:cubicBezTo>
                    <a:cubicBezTo>
                      <a:pt x="168" y="155"/>
                      <a:pt x="168" y="155"/>
                      <a:pt x="168" y="154"/>
                    </a:cubicBezTo>
                    <a:cubicBezTo>
                      <a:pt x="168" y="154"/>
                      <a:pt x="168" y="154"/>
                      <a:pt x="168" y="154"/>
                    </a:cubicBezTo>
                    <a:cubicBezTo>
                      <a:pt x="168" y="154"/>
                      <a:pt x="168" y="154"/>
                      <a:pt x="168" y="154"/>
                    </a:cubicBezTo>
                    <a:cubicBezTo>
                      <a:pt x="168" y="154"/>
                      <a:pt x="168" y="153"/>
                      <a:pt x="168" y="153"/>
                    </a:cubicBezTo>
                    <a:cubicBezTo>
                      <a:pt x="168" y="153"/>
                      <a:pt x="168" y="153"/>
                      <a:pt x="168" y="153"/>
                    </a:cubicBezTo>
                    <a:cubicBezTo>
                      <a:pt x="168" y="153"/>
                      <a:pt x="168" y="153"/>
                      <a:pt x="168" y="152"/>
                    </a:cubicBezTo>
                    <a:cubicBezTo>
                      <a:pt x="168" y="152"/>
                      <a:pt x="168" y="152"/>
                      <a:pt x="168" y="152"/>
                    </a:cubicBezTo>
                    <a:cubicBezTo>
                      <a:pt x="168" y="151"/>
                      <a:pt x="168" y="151"/>
                      <a:pt x="168" y="151"/>
                    </a:cubicBezTo>
                    <a:cubicBezTo>
                      <a:pt x="168" y="151"/>
                      <a:pt x="168" y="151"/>
                      <a:pt x="168" y="151"/>
                    </a:cubicBezTo>
                    <a:cubicBezTo>
                      <a:pt x="169" y="151"/>
                      <a:pt x="169" y="151"/>
                      <a:pt x="169" y="150"/>
                    </a:cubicBezTo>
                    <a:cubicBezTo>
                      <a:pt x="169" y="150"/>
                      <a:pt x="169" y="150"/>
                      <a:pt x="169" y="150"/>
                    </a:cubicBezTo>
                    <a:close/>
                    <a:moveTo>
                      <a:pt x="179" y="157"/>
                    </a:moveTo>
                    <a:cubicBezTo>
                      <a:pt x="179" y="157"/>
                      <a:pt x="179" y="157"/>
                      <a:pt x="179" y="157"/>
                    </a:cubicBezTo>
                    <a:cubicBezTo>
                      <a:pt x="179" y="157"/>
                      <a:pt x="179" y="156"/>
                      <a:pt x="179" y="156"/>
                    </a:cubicBezTo>
                    <a:cubicBezTo>
                      <a:pt x="179" y="156"/>
                      <a:pt x="179" y="156"/>
                      <a:pt x="179" y="156"/>
                    </a:cubicBezTo>
                    <a:cubicBezTo>
                      <a:pt x="178" y="156"/>
                      <a:pt x="178" y="156"/>
                      <a:pt x="178" y="156"/>
                    </a:cubicBezTo>
                    <a:cubicBezTo>
                      <a:pt x="179" y="156"/>
                      <a:pt x="179" y="157"/>
                      <a:pt x="179" y="157"/>
                    </a:cubicBezTo>
                    <a:cubicBezTo>
                      <a:pt x="179" y="157"/>
                      <a:pt x="179" y="157"/>
                      <a:pt x="179" y="157"/>
                    </a:cubicBezTo>
                    <a:cubicBezTo>
                      <a:pt x="179" y="157"/>
                      <a:pt x="179" y="157"/>
                      <a:pt x="179" y="157"/>
                    </a:cubicBezTo>
                    <a:cubicBezTo>
                      <a:pt x="179" y="157"/>
                      <a:pt x="179" y="157"/>
                      <a:pt x="179" y="157"/>
                    </a:cubicBezTo>
                    <a:cubicBezTo>
                      <a:pt x="180" y="157"/>
                      <a:pt x="180" y="157"/>
                      <a:pt x="179" y="157"/>
                    </a:cubicBezTo>
                    <a:close/>
                    <a:moveTo>
                      <a:pt x="183" y="152"/>
                    </a:moveTo>
                    <a:cubicBezTo>
                      <a:pt x="183" y="152"/>
                      <a:pt x="183" y="151"/>
                      <a:pt x="183" y="151"/>
                    </a:cubicBezTo>
                    <a:cubicBezTo>
                      <a:pt x="183" y="151"/>
                      <a:pt x="183" y="151"/>
                      <a:pt x="182" y="151"/>
                    </a:cubicBezTo>
                    <a:cubicBezTo>
                      <a:pt x="182" y="152"/>
                      <a:pt x="182" y="151"/>
                      <a:pt x="182" y="151"/>
                    </a:cubicBezTo>
                    <a:cubicBezTo>
                      <a:pt x="182" y="151"/>
                      <a:pt x="182" y="151"/>
                      <a:pt x="182" y="151"/>
                    </a:cubicBezTo>
                    <a:cubicBezTo>
                      <a:pt x="182" y="151"/>
                      <a:pt x="182" y="151"/>
                      <a:pt x="182" y="151"/>
                    </a:cubicBezTo>
                    <a:cubicBezTo>
                      <a:pt x="182" y="151"/>
                      <a:pt x="182" y="151"/>
                      <a:pt x="182" y="151"/>
                    </a:cubicBezTo>
                    <a:cubicBezTo>
                      <a:pt x="182" y="151"/>
                      <a:pt x="181" y="151"/>
                      <a:pt x="181" y="152"/>
                    </a:cubicBezTo>
                    <a:cubicBezTo>
                      <a:pt x="181" y="152"/>
                      <a:pt x="181" y="152"/>
                      <a:pt x="181" y="152"/>
                    </a:cubicBezTo>
                    <a:cubicBezTo>
                      <a:pt x="181" y="152"/>
                      <a:pt x="181" y="152"/>
                      <a:pt x="181" y="152"/>
                    </a:cubicBezTo>
                    <a:cubicBezTo>
                      <a:pt x="181" y="152"/>
                      <a:pt x="180" y="152"/>
                      <a:pt x="181" y="152"/>
                    </a:cubicBezTo>
                    <a:cubicBezTo>
                      <a:pt x="181" y="151"/>
                      <a:pt x="180" y="151"/>
                      <a:pt x="180" y="151"/>
                    </a:cubicBezTo>
                    <a:cubicBezTo>
                      <a:pt x="180" y="152"/>
                      <a:pt x="180" y="152"/>
                      <a:pt x="180" y="152"/>
                    </a:cubicBezTo>
                    <a:cubicBezTo>
                      <a:pt x="180" y="152"/>
                      <a:pt x="180" y="152"/>
                      <a:pt x="180" y="153"/>
                    </a:cubicBezTo>
                    <a:cubicBezTo>
                      <a:pt x="180" y="153"/>
                      <a:pt x="180" y="153"/>
                      <a:pt x="180" y="153"/>
                    </a:cubicBezTo>
                    <a:cubicBezTo>
                      <a:pt x="180" y="153"/>
                      <a:pt x="180" y="153"/>
                      <a:pt x="180" y="153"/>
                    </a:cubicBezTo>
                    <a:cubicBezTo>
                      <a:pt x="180" y="153"/>
                      <a:pt x="180" y="153"/>
                      <a:pt x="180" y="153"/>
                    </a:cubicBezTo>
                    <a:cubicBezTo>
                      <a:pt x="180" y="153"/>
                      <a:pt x="180" y="153"/>
                      <a:pt x="180" y="153"/>
                    </a:cubicBezTo>
                    <a:cubicBezTo>
                      <a:pt x="179" y="153"/>
                      <a:pt x="179" y="153"/>
                      <a:pt x="179" y="153"/>
                    </a:cubicBezTo>
                    <a:cubicBezTo>
                      <a:pt x="179" y="153"/>
                      <a:pt x="179" y="152"/>
                      <a:pt x="179" y="152"/>
                    </a:cubicBezTo>
                    <a:cubicBezTo>
                      <a:pt x="179" y="152"/>
                      <a:pt x="179" y="152"/>
                      <a:pt x="179" y="152"/>
                    </a:cubicBezTo>
                    <a:cubicBezTo>
                      <a:pt x="179" y="152"/>
                      <a:pt x="179" y="152"/>
                      <a:pt x="179" y="152"/>
                    </a:cubicBezTo>
                    <a:cubicBezTo>
                      <a:pt x="179" y="152"/>
                      <a:pt x="179" y="151"/>
                      <a:pt x="179" y="151"/>
                    </a:cubicBezTo>
                    <a:cubicBezTo>
                      <a:pt x="179" y="151"/>
                      <a:pt x="179" y="151"/>
                      <a:pt x="179" y="151"/>
                    </a:cubicBezTo>
                    <a:cubicBezTo>
                      <a:pt x="179" y="151"/>
                      <a:pt x="179" y="151"/>
                      <a:pt x="179" y="151"/>
                    </a:cubicBezTo>
                    <a:cubicBezTo>
                      <a:pt x="179" y="151"/>
                      <a:pt x="179" y="151"/>
                      <a:pt x="179" y="151"/>
                    </a:cubicBezTo>
                    <a:cubicBezTo>
                      <a:pt x="179" y="151"/>
                      <a:pt x="178" y="151"/>
                      <a:pt x="178" y="151"/>
                    </a:cubicBezTo>
                    <a:cubicBezTo>
                      <a:pt x="178" y="151"/>
                      <a:pt x="178" y="151"/>
                      <a:pt x="178" y="151"/>
                    </a:cubicBezTo>
                    <a:cubicBezTo>
                      <a:pt x="178" y="151"/>
                      <a:pt x="179" y="151"/>
                      <a:pt x="179" y="150"/>
                    </a:cubicBezTo>
                    <a:cubicBezTo>
                      <a:pt x="179" y="150"/>
                      <a:pt x="179" y="150"/>
                      <a:pt x="179" y="150"/>
                    </a:cubicBezTo>
                    <a:cubicBezTo>
                      <a:pt x="179" y="150"/>
                      <a:pt x="179" y="150"/>
                      <a:pt x="179" y="150"/>
                    </a:cubicBezTo>
                    <a:cubicBezTo>
                      <a:pt x="180" y="150"/>
                      <a:pt x="180" y="150"/>
                      <a:pt x="180" y="150"/>
                    </a:cubicBezTo>
                    <a:cubicBezTo>
                      <a:pt x="180" y="150"/>
                      <a:pt x="180" y="150"/>
                      <a:pt x="180" y="149"/>
                    </a:cubicBezTo>
                    <a:cubicBezTo>
                      <a:pt x="180" y="149"/>
                      <a:pt x="180" y="149"/>
                      <a:pt x="180" y="149"/>
                    </a:cubicBezTo>
                    <a:cubicBezTo>
                      <a:pt x="180" y="148"/>
                      <a:pt x="179" y="148"/>
                      <a:pt x="179" y="148"/>
                    </a:cubicBezTo>
                    <a:cubicBezTo>
                      <a:pt x="179" y="148"/>
                      <a:pt x="179" y="149"/>
                      <a:pt x="179" y="149"/>
                    </a:cubicBezTo>
                    <a:cubicBezTo>
                      <a:pt x="179" y="149"/>
                      <a:pt x="179" y="149"/>
                      <a:pt x="179" y="149"/>
                    </a:cubicBezTo>
                    <a:cubicBezTo>
                      <a:pt x="179" y="149"/>
                      <a:pt x="179" y="149"/>
                      <a:pt x="179" y="149"/>
                    </a:cubicBezTo>
                    <a:cubicBezTo>
                      <a:pt x="179" y="149"/>
                      <a:pt x="179" y="149"/>
                      <a:pt x="179" y="149"/>
                    </a:cubicBezTo>
                    <a:cubicBezTo>
                      <a:pt x="179" y="149"/>
                      <a:pt x="179" y="149"/>
                      <a:pt x="179" y="149"/>
                    </a:cubicBezTo>
                    <a:cubicBezTo>
                      <a:pt x="178" y="149"/>
                      <a:pt x="178" y="150"/>
                      <a:pt x="178" y="150"/>
                    </a:cubicBezTo>
                    <a:cubicBezTo>
                      <a:pt x="178" y="150"/>
                      <a:pt x="177" y="150"/>
                      <a:pt x="177" y="150"/>
                    </a:cubicBezTo>
                    <a:cubicBezTo>
                      <a:pt x="177" y="150"/>
                      <a:pt x="177" y="150"/>
                      <a:pt x="177" y="150"/>
                    </a:cubicBezTo>
                    <a:cubicBezTo>
                      <a:pt x="177" y="150"/>
                      <a:pt x="177" y="150"/>
                      <a:pt x="177" y="150"/>
                    </a:cubicBezTo>
                    <a:cubicBezTo>
                      <a:pt x="177" y="150"/>
                      <a:pt x="177" y="150"/>
                      <a:pt x="176" y="150"/>
                    </a:cubicBezTo>
                    <a:cubicBezTo>
                      <a:pt x="176" y="150"/>
                      <a:pt x="176" y="150"/>
                      <a:pt x="176" y="150"/>
                    </a:cubicBezTo>
                    <a:cubicBezTo>
                      <a:pt x="176" y="150"/>
                      <a:pt x="176" y="150"/>
                      <a:pt x="176" y="150"/>
                    </a:cubicBezTo>
                    <a:cubicBezTo>
                      <a:pt x="176" y="150"/>
                      <a:pt x="176" y="150"/>
                      <a:pt x="176" y="150"/>
                    </a:cubicBezTo>
                    <a:cubicBezTo>
                      <a:pt x="175" y="150"/>
                      <a:pt x="175" y="150"/>
                      <a:pt x="175" y="150"/>
                    </a:cubicBezTo>
                    <a:cubicBezTo>
                      <a:pt x="175" y="150"/>
                      <a:pt x="175" y="150"/>
                      <a:pt x="175" y="150"/>
                    </a:cubicBezTo>
                    <a:cubicBezTo>
                      <a:pt x="175" y="150"/>
                      <a:pt x="175" y="150"/>
                      <a:pt x="175" y="150"/>
                    </a:cubicBezTo>
                    <a:cubicBezTo>
                      <a:pt x="175" y="150"/>
                      <a:pt x="175" y="150"/>
                      <a:pt x="175" y="150"/>
                    </a:cubicBezTo>
                    <a:cubicBezTo>
                      <a:pt x="175" y="150"/>
                      <a:pt x="175" y="150"/>
                      <a:pt x="175" y="150"/>
                    </a:cubicBezTo>
                    <a:cubicBezTo>
                      <a:pt x="175" y="150"/>
                      <a:pt x="175" y="150"/>
                      <a:pt x="175" y="151"/>
                    </a:cubicBezTo>
                    <a:cubicBezTo>
                      <a:pt x="175" y="151"/>
                      <a:pt x="175" y="151"/>
                      <a:pt x="175" y="151"/>
                    </a:cubicBezTo>
                    <a:cubicBezTo>
                      <a:pt x="175" y="151"/>
                      <a:pt x="175" y="151"/>
                      <a:pt x="176" y="151"/>
                    </a:cubicBezTo>
                    <a:cubicBezTo>
                      <a:pt x="176" y="151"/>
                      <a:pt x="176" y="151"/>
                      <a:pt x="176" y="151"/>
                    </a:cubicBezTo>
                    <a:cubicBezTo>
                      <a:pt x="176" y="151"/>
                      <a:pt x="176" y="151"/>
                      <a:pt x="176" y="152"/>
                    </a:cubicBezTo>
                    <a:cubicBezTo>
                      <a:pt x="176" y="152"/>
                      <a:pt x="176" y="152"/>
                      <a:pt x="176" y="152"/>
                    </a:cubicBezTo>
                    <a:cubicBezTo>
                      <a:pt x="176" y="152"/>
                      <a:pt x="176" y="152"/>
                      <a:pt x="176" y="152"/>
                    </a:cubicBezTo>
                    <a:cubicBezTo>
                      <a:pt x="176" y="152"/>
                      <a:pt x="176" y="152"/>
                      <a:pt x="176" y="152"/>
                    </a:cubicBezTo>
                    <a:cubicBezTo>
                      <a:pt x="176" y="152"/>
                      <a:pt x="176" y="152"/>
                      <a:pt x="176" y="153"/>
                    </a:cubicBezTo>
                    <a:cubicBezTo>
                      <a:pt x="176" y="153"/>
                      <a:pt x="176" y="153"/>
                      <a:pt x="176" y="153"/>
                    </a:cubicBezTo>
                    <a:cubicBezTo>
                      <a:pt x="176" y="153"/>
                      <a:pt x="176" y="153"/>
                      <a:pt x="176" y="153"/>
                    </a:cubicBezTo>
                    <a:cubicBezTo>
                      <a:pt x="176" y="153"/>
                      <a:pt x="176" y="153"/>
                      <a:pt x="176" y="153"/>
                    </a:cubicBezTo>
                    <a:cubicBezTo>
                      <a:pt x="176" y="153"/>
                      <a:pt x="177" y="153"/>
                      <a:pt x="177" y="153"/>
                    </a:cubicBezTo>
                    <a:cubicBezTo>
                      <a:pt x="177" y="153"/>
                      <a:pt x="177" y="153"/>
                      <a:pt x="177" y="153"/>
                    </a:cubicBezTo>
                    <a:cubicBezTo>
                      <a:pt x="177" y="153"/>
                      <a:pt x="177" y="153"/>
                      <a:pt x="177" y="153"/>
                    </a:cubicBezTo>
                    <a:cubicBezTo>
                      <a:pt x="177" y="153"/>
                      <a:pt x="177" y="153"/>
                      <a:pt x="177" y="153"/>
                    </a:cubicBezTo>
                    <a:cubicBezTo>
                      <a:pt x="177" y="153"/>
                      <a:pt x="177" y="153"/>
                      <a:pt x="177" y="153"/>
                    </a:cubicBezTo>
                    <a:cubicBezTo>
                      <a:pt x="177" y="153"/>
                      <a:pt x="177" y="153"/>
                      <a:pt x="177" y="153"/>
                    </a:cubicBezTo>
                    <a:cubicBezTo>
                      <a:pt x="176" y="154"/>
                      <a:pt x="176" y="154"/>
                      <a:pt x="176" y="154"/>
                    </a:cubicBezTo>
                    <a:cubicBezTo>
                      <a:pt x="176" y="154"/>
                      <a:pt x="176" y="154"/>
                      <a:pt x="176" y="154"/>
                    </a:cubicBezTo>
                    <a:cubicBezTo>
                      <a:pt x="175" y="154"/>
                      <a:pt x="175" y="154"/>
                      <a:pt x="175" y="154"/>
                    </a:cubicBezTo>
                    <a:cubicBezTo>
                      <a:pt x="174" y="154"/>
                      <a:pt x="174" y="154"/>
                      <a:pt x="174" y="154"/>
                    </a:cubicBezTo>
                    <a:cubicBezTo>
                      <a:pt x="174" y="154"/>
                      <a:pt x="174" y="154"/>
                      <a:pt x="174" y="155"/>
                    </a:cubicBezTo>
                    <a:cubicBezTo>
                      <a:pt x="174" y="155"/>
                      <a:pt x="174" y="155"/>
                      <a:pt x="174" y="155"/>
                    </a:cubicBezTo>
                    <a:cubicBezTo>
                      <a:pt x="174" y="155"/>
                      <a:pt x="174" y="155"/>
                      <a:pt x="174" y="155"/>
                    </a:cubicBezTo>
                    <a:cubicBezTo>
                      <a:pt x="174" y="155"/>
                      <a:pt x="174" y="155"/>
                      <a:pt x="174" y="155"/>
                    </a:cubicBezTo>
                    <a:cubicBezTo>
                      <a:pt x="174" y="155"/>
                      <a:pt x="175" y="155"/>
                      <a:pt x="175" y="155"/>
                    </a:cubicBezTo>
                    <a:cubicBezTo>
                      <a:pt x="175" y="155"/>
                      <a:pt x="175" y="155"/>
                      <a:pt x="175" y="155"/>
                    </a:cubicBezTo>
                    <a:cubicBezTo>
                      <a:pt x="176" y="155"/>
                      <a:pt x="176" y="155"/>
                      <a:pt x="176" y="155"/>
                    </a:cubicBezTo>
                    <a:cubicBezTo>
                      <a:pt x="176" y="155"/>
                      <a:pt x="176" y="155"/>
                      <a:pt x="177" y="155"/>
                    </a:cubicBezTo>
                    <a:cubicBezTo>
                      <a:pt x="177" y="155"/>
                      <a:pt x="177" y="155"/>
                      <a:pt x="177" y="155"/>
                    </a:cubicBezTo>
                    <a:cubicBezTo>
                      <a:pt x="176" y="155"/>
                      <a:pt x="176" y="155"/>
                      <a:pt x="176" y="155"/>
                    </a:cubicBezTo>
                    <a:cubicBezTo>
                      <a:pt x="176" y="156"/>
                      <a:pt x="175" y="156"/>
                      <a:pt x="175" y="156"/>
                    </a:cubicBezTo>
                    <a:cubicBezTo>
                      <a:pt x="174" y="156"/>
                      <a:pt x="174" y="156"/>
                      <a:pt x="173" y="156"/>
                    </a:cubicBezTo>
                    <a:cubicBezTo>
                      <a:pt x="173" y="156"/>
                      <a:pt x="173" y="156"/>
                      <a:pt x="173" y="157"/>
                    </a:cubicBezTo>
                    <a:cubicBezTo>
                      <a:pt x="173" y="157"/>
                      <a:pt x="173" y="157"/>
                      <a:pt x="173" y="157"/>
                    </a:cubicBezTo>
                    <a:cubicBezTo>
                      <a:pt x="174" y="157"/>
                      <a:pt x="174" y="157"/>
                      <a:pt x="174" y="157"/>
                    </a:cubicBezTo>
                    <a:cubicBezTo>
                      <a:pt x="174" y="157"/>
                      <a:pt x="174" y="157"/>
                      <a:pt x="174" y="157"/>
                    </a:cubicBezTo>
                    <a:cubicBezTo>
                      <a:pt x="174" y="157"/>
                      <a:pt x="174" y="157"/>
                      <a:pt x="174" y="157"/>
                    </a:cubicBezTo>
                    <a:cubicBezTo>
                      <a:pt x="175" y="157"/>
                      <a:pt x="175" y="157"/>
                      <a:pt x="175" y="157"/>
                    </a:cubicBezTo>
                    <a:cubicBezTo>
                      <a:pt x="175" y="157"/>
                      <a:pt x="175" y="157"/>
                      <a:pt x="175" y="157"/>
                    </a:cubicBezTo>
                    <a:cubicBezTo>
                      <a:pt x="175" y="157"/>
                      <a:pt x="175" y="157"/>
                      <a:pt x="175" y="157"/>
                    </a:cubicBezTo>
                    <a:cubicBezTo>
                      <a:pt x="175" y="158"/>
                      <a:pt x="175" y="158"/>
                      <a:pt x="175" y="158"/>
                    </a:cubicBezTo>
                    <a:cubicBezTo>
                      <a:pt x="175" y="158"/>
                      <a:pt x="175" y="158"/>
                      <a:pt x="175" y="158"/>
                    </a:cubicBezTo>
                    <a:cubicBezTo>
                      <a:pt x="175" y="158"/>
                      <a:pt x="176" y="158"/>
                      <a:pt x="176" y="158"/>
                    </a:cubicBezTo>
                    <a:cubicBezTo>
                      <a:pt x="176" y="158"/>
                      <a:pt x="176" y="158"/>
                      <a:pt x="176" y="158"/>
                    </a:cubicBezTo>
                    <a:cubicBezTo>
                      <a:pt x="176" y="158"/>
                      <a:pt x="176" y="157"/>
                      <a:pt x="176" y="157"/>
                    </a:cubicBezTo>
                    <a:cubicBezTo>
                      <a:pt x="176" y="157"/>
                      <a:pt x="176" y="157"/>
                      <a:pt x="176" y="157"/>
                    </a:cubicBezTo>
                    <a:cubicBezTo>
                      <a:pt x="176" y="157"/>
                      <a:pt x="176" y="157"/>
                      <a:pt x="176" y="157"/>
                    </a:cubicBezTo>
                    <a:cubicBezTo>
                      <a:pt x="176" y="157"/>
                      <a:pt x="176" y="157"/>
                      <a:pt x="176" y="157"/>
                    </a:cubicBezTo>
                    <a:cubicBezTo>
                      <a:pt x="176" y="156"/>
                      <a:pt x="176" y="156"/>
                      <a:pt x="177" y="156"/>
                    </a:cubicBezTo>
                    <a:cubicBezTo>
                      <a:pt x="177" y="156"/>
                      <a:pt x="177" y="157"/>
                      <a:pt x="177" y="157"/>
                    </a:cubicBezTo>
                    <a:cubicBezTo>
                      <a:pt x="177" y="157"/>
                      <a:pt x="177" y="157"/>
                      <a:pt x="177" y="157"/>
                    </a:cubicBezTo>
                    <a:cubicBezTo>
                      <a:pt x="177" y="157"/>
                      <a:pt x="177" y="157"/>
                      <a:pt x="177" y="157"/>
                    </a:cubicBezTo>
                    <a:cubicBezTo>
                      <a:pt x="177" y="158"/>
                      <a:pt x="177" y="158"/>
                      <a:pt x="176" y="158"/>
                    </a:cubicBezTo>
                    <a:cubicBezTo>
                      <a:pt x="176" y="158"/>
                      <a:pt x="176" y="158"/>
                      <a:pt x="176" y="158"/>
                    </a:cubicBezTo>
                    <a:cubicBezTo>
                      <a:pt x="177" y="158"/>
                      <a:pt x="177" y="158"/>
                      <a:pt x="177" y="158"/>
                    </a:cubicBezTo>
                    <a:cubicBezTo>
                      <a:pt x="177" y="158"/>
                      <a:pt x="177" y="158"/>
                      <a:pt x="177" y="158"/>
                    </a:cubicBezTo>
                    <a:cubicBezTo>
                      <a:pt x="177" y="158"/>
                      <a:pt x="177" y="158"/>
                      <a:pt x="177" y="158"/>
                    </a:cubicBezTo>
                    <a:cubicBezTo>
                      <a:pt x="177" y="158"/>
                      <a:pt x="177" y="158"/>
                      <a:pt x="177" y="157"/>
                    </a:cubicBezTo>
                    <a:cubicBezTo>
                      <a:pt x="177" y="157"/>
                      <a:pt x="177" y="157"/>
                      <a:pt x="178" y="157"/>
                    </a:cubicBezTo>
                    <a:cubicBezTo>
                      <a:pt x="178" y="157"/>
                      <a:pt x="178" y="157"/>
                      <a:pt x="178" y="157"/>
                    </a:cubicBezTo>
                    <a:cubicBezTo>
                      <a:pt x="178" y="157"/>
                      <a:pt x="178" y="156"/>
                      <a:pt x="178" y="156"/>
                    </a:cubicBezTo>
                    <a:cubicBezTo>
                      <a:pt x="178" y="156"/>
                      <a:pt x="178" y="156"/>
                      <a:pt x="178" y="156"/>
                    </a:cubicBezTo>
                    <a:cubicBezTo>
                      <a:pt x="178" y="156"/>
                      <a:pt x="178" y="156"/>
                      <a:pt x="178" y="156"/>
                    </a:cubicBezTo>
                    <a:cubicBezTo>
                      <a:pt x="178" y="156"/>
                      <a:pt x="178" y="156"/>
                      <a:pt x="178" y="156"/>
                    </a:cubicBezTo>
                    <a:cubicBezTo>
                      <a:pt x="179" y="155"/>
                      <a:pt x="179" y="155"/>
                      <a:pt x="179" y="155"/>
                    </a:cubicBezTo>
                    <a:cubicBezTo>
                      <a:pt x="179" y="155"/>
                      <a:pt x="179" y="155"/>
                      <a:pt x="179" y="155"/>
                    </a:cubicBezTo>
                    <a:cubicBezTo>
                      <a:pt x="179" y="155"/>
                      <a:pt x="179" y="155"/>
                      <a:pt x="179" y="155"/>
                    </a:cubicBezTo>
                    <a:cubicBezTo>
                      <a:pt x="179" y="155"/>
                      <a:pt x="179" y="155"/>
                      <a:pt x="179" y="155"/>
                    </a:cubicBezTo>
                    <a:cubicBezTo>
                      <a:pt x="179" y="154"/>
                      <a:pt x="179" y="154"/>
                      <a:pt x="179" y="154"/>
                    </a:cubicBezTo>
                    <a:cubicBezTo>
                      <a:pt x="179" y="154"/>
                      <a:pt x="178" y="155"/>
                      <a:pt x="178" y="155"/>
                    </a:cubicBezTo>
                    <a:cubicBezTo>
                      <a:pt x="178" y="155"/>
                      <a:pt x="178" y="155"/>
                      <a:pt x="178" y="155"/>
                    </a:cubicBezTo>
                    <a:cubicBezTo>
                      <a:pt x="178" y="155"/>
                      <a:pt x="178" y="155"/>
                      <a:pt x="178" y="155"/>
                    </a:cubicBezTo>
                    <a:cubicBezTo>
                      <a:pt x="178" y="155"/>
                      <a:pt x="178" y="154"/>
                      <a:pt x="178" y="154"/>
                    </a:cubicBezTo>
                    <a:cubicBezTo>
                      <a:pt x="178" y="154"/>
                      <a:pt x="178" y="154"/>
                      <a:pt x="178" y="154"/>
                    </a:cubicBezTo>
                    <a:cubicBezTo>
                      <a:pt x="178" y="154"/>
                      <a:pt x="178" y="154"/>
                      <a:pt x="178" y="154"/>
                    </a:cubicBezTo>
                    <a:cubicBezTo>
                      <a:pt x="178" y="154"/>
                      <a:pt x="178" y="154"/>
                      <a:pt x="178" y="154"/>
                    </a:cubicBezTo>
                    <a:cubicBezTo>
                      <a:pt x="178" y="154"/>
                      <a:pt x="179" y="154"/>
                      <a:pt x="179" y="154"/>
                    </a:cubicBezTo>
                    <a:cubicBezTo>
                      <a:pt x="179" y="154"/>
                      <a:pt x="179" y="154"/>
                      <a:pt x="179" y="153"/>
                    </a:cubicBezTo>
                    <a:cubicBezTo>
                      <a:pt x="180" y="153"/>
                      <a:pt x="180" y="153"/>
                      <a:pt x="180" y="154"/>
                    </a:cubicBezTo>
                    <a:cubicBezTo>
                      <a:pt x="180" y="154"/>
                      <a:pt x="180" y="154"/>
                      <a:pt x="180" y="154"/>
                    </a:cubicBezTo>
                    <a:cubicBezTo>
                      <a:pt x="180" y="155"/>
                      <a:pt x="180" y="155"/>
                      <a:pt x="180" y="155"/>
                    </a:cubicBezTo>
                    <a:cubicBezTo>
                      <a:pt x="180" y="155"/>
                      <a:pt x="180" y="155"/>
                      <a:pt x="180" y="156"/>
                    </a:cubicBezTo>
                    <a:cubicBezTo>
                      <a:pt x="180" y="156"/>
                      <a:pt x="180" y="156"/>
                      <a:pt x="180" y="156"/>
                    </a:cubicBezTo>
                    <a:cubicBezTo>
                      <a:pt x="180" y="156"/>
                      <a:pt x="180" y="156"/>
                      <a:pt x="180" y="156"/>
                    </a:cubicBezTo>
                    <a:cubicBezTo>
                      <a:pt x="180" y="156"/>
                      <a:pt x="180" y="156"/>
                      <a:pt x="180" y="156"/>
                    </a:cubicBezTo>
                    <a:cubicBezTo>
                      <a:pt x="180" y="155"/>
                      <a:pt x="180" y="155"/>
                      <a:pt x="180" y="155"/>
                    </a:cubicBezTo>
                    <a:cubicBezTo>
                      <a:pt x="180" y="155"/>
                      <a:pt x="180" y="154"/>
                      <a:pt x="181" y="154"/>
                    </a:cubicBezTo>
                    <a:cubicBezTo>
                      <a:pt x="181" y="154"/>
                      <a:pt x="181" y="154"/>
                      <a:pt x="181" y="153"/>
                    </a:cubicBezTo>
                    <a:cubicBezTo>
                      <a:pt x="181" y="153"/>
                      <a:pt x="181" y="153"/>
                      <a:pt x="181" y="153"/>
                    </a:cubicBezTo>
                    <a:cubicBezTo>
                      <a:pt x="181" y="153"/>
                      <a:pt x="181" y="153"/>
                      <a:pt x="181" y="153"/>
                    </a:cubicBezTo>
                    <a:cubicBezTo>
                      <a:pt x="181" y="153"/>
                      <a:pt x="182" y="154"/>
                      <a:pt x="182" y="154"/>
                    </a:cubicBezTo>
                    <a:cubicBezTo>
                      <a:pt x="182" y="154"/>
                      <a:pt x="182" y="154"/>
                      <a:pt x="182" y="154"/>
                    </a:cubicBezTo>
                    <a:cubicBezTo>
                      <a:pt x="182" y="154"/>
                      <a:pt x="182" y="154"/>
                      <a:pt x="182" y="155"/>
                    </a:cubicBezTo>
                    <a:cubicBezTo>
                      <a:pt x="181" y="155"/>
                      <a:pt x="181" y="155"/>
                      <a:pt x="182" y="155"/>
                    </a:cubicBezTo>
                    <a:cubicBezTo>
                      <a:pt x="182" y="155"/>
                      <a:pt x="182" y="155"/>
                      <a:pt x="182" y="156"/>
                    </a:cubicBezTo>
                    <a:cubicBezTo>
                      <a:pt x="182" y="156"/>
                      <a:pt x="182" y="156"/>
                      <a:pt x="182" y="156"/>
                    </a:cubicBezTo>
                    <a:cubicBezTo>
                      <a:pt x="182" y="156"/>
                      <a:pt x="182" y="156"/>
                      <a:pt x="182" y="156"/>
                    </a:cubicBezTo>
                    <a:cubicBezTo>
                      <a:pt x="182" y="157"/>
                      <a:pt x="182" y="157"/>
                      <a:pt x="182" y="157"/>
                    </a:cubicBezTo>
                    <a:cubicBezTo>
                      <a:pt x="182" y="157"/>
                      <a:pt x="182" y="157"/>
                      <a:pt x="182" y="157"/>
                    </a:cubicBezTo>
                    <a:cubicBezTo>
                      <a:pt x="182" y="158"/>
                      <a:pt x="182" y="158"/>
                      <a:pt x="182" y="158"/>
                    </a:cubicBezTo>
                    <a:cubicBezTo>
                      <a:pt x="182" y="158"/>
                      <a:pt x="182" y="158"/>
                      <a:pt x="182" y="158"/>
                    </a:cubicBezTo>
                    <a:cubicBezTo>
                      <a:pt x="182" y="158"/>
                      <a:pt x="182" y="159"/>
                      <a:pt x="182" y="159"/>
                    </a:cubicBezTo>
                    <a:cubicBezTo>
                      <a:pt x="182" y="159"/>
                      <a:pt x="182" y="159"/>
                      <a:pt x="181" y="160"/>
                    </a:cubicBezTo>
                    <a:cubicBezTo>
                      <a:pt x="181" y="160"/>
                      <a:pt x="181" y="160"/>
                      <a:pt x="181" y="160"/>
                    </a:cubicBezTo>
                    <a:cubicBezTo>
                      <a:pt x="181" y="160"/>
                      <a:pt x="181" y="160"/>
                      <a:pt x="182" y="160"/>
                    </a:cubicBezTo>
                    <a:cubicBezTo>
                      <a:pt x="182" y="160"/>
                      <a:pt x="182" y="160"/>
                      <a:pt x="182" y="160"/>
                    </a:cubicBezTo>
                    <a:cubicBezTo>
                      <a:pt x="182" y="160"/>
                      <a:pt x="182" y="160"/>
                      <a:pt x="182" y="160"/>
                    </a:cubicBezTo>
                    <a:cubicBezTo>
                      <a:pt x="182" y="160"/>
                      <a:pt x="182" y="160"/>
                      <a:pt x="182" y="160"/>
                    </a:cubicBezTo>
                    <a:cubicBezTo>
                      <a:pt x="182" y="160"/>
                      <a:pt x="182" y="160"/>
                      <a:pt x="182" y="159"/>
                    </a:cubicBezTo>
                    <a:cubicBezTo>
                      <a:pt x="182" y="159"/>
                      <a:pt x="182" y="159"/>
                      <a:pt x="182" y="159"/>
                    </a:cubicBezTo>
                    <a:cubicBezTo>
                      <a:pt x="182" y="159"/>
                      <a:pt x="182" y="159"/>
                      <a:pt x="182" y="158"/>
                    </a:cubicBezTo>
                    <a:cubicBezTo>
                      <a:pt x="182" y="158"/>
                      <a:pt x="182" y="158"/>
                      <a:pt x="182" y="158"/>
                    </a:cubicBezTo>
                    <a:cubicBezTo>
                      <a:pt x="182" y="158"/>
                      <a:pt x="182" y="158"/>
                      <a:pt x="182" y="158"/>
                    </a:cubicBezTo>
                    <a:cubicBezTo>
                      <a:pt x="182" y="158"/>
                      <a:pt x="182" y="158"/>
                      <a:pt x="182" y="158"/>
                    </a:cubicBezTo>
                    <a:cubicBezTo>
                      <a:pt x="182" y="158"/>
                      <a:pt x="182" y="158"/>
                      <a:pt x="182" y="158"/>
                    </a:cubicBezTo>
                    <a:cubicBezTo>
                      <a:pt x="182" y="157"/>
                      <a:pt x="182" y="157"/>
                      <a:pt x="182" y="157"/>
                    </a:cubicBezTo>
                    <a:cubicBezTo>
                      <a:pt x="183" y="157"/>
                      <a:pt x="182" y="156"/>
                      <a:pt x="182" y="156"/>
                    </a:cubicBezTo>
                    <a:cubicBezTo>
                      <a:pt x="182" y="155"/>
                      <a:pt x="182" y="155"/>
                      <a:pt x="183" y="154"/>
                    </a:cubicBezTo>
                    <a:cubicBezTo>
                      <a:pt x="183" y="154"/>
                      <a:pt x="183" y="154"/>
                      <a:pt x="183" y="154"/>
                    </a:cubicBezTo>
                    <a:cubicBezTo>
                      <a:pt x="183" y="154"/>
                      <a:pt x="183" y="153"/>
                      <a:pt x="183" y="153"/>
                    </a:cubicBezTo>
                    <a:cubicBezTo>
                      <a:pt x="183" y="153"/>
                      <a:pt x="183" y="153"/>
                      <a:pt x="183" y="152"/>
                    </a:cubicBezTo>
                    <a:cubicBezTo>
                      <a:pt x="183" y="152"/>
                      <a:pt x="183" y="152"/>
                      <a:pt x="183" y="152"/>
                    </a:cubicBezTo>
                    <a:cubicBezTo>
                      <a:pt x="183" y="152"/>
                      <a:pt x="183" y="152"/>
                      <a:pt x="183" y="152"/>
                    </a:cubicBezTo>
                    <a:close/>
                    <a:moveTo>
                      <a:pt x="178" y="153"/>
                    </a:moveTo>
                    <a:cubicBezTo>
                      <a:pt x="178" y="153"/>
                      <a:pt x="178" y="153"/>
                      <a:pt x="178" y="153"/>
                    </a:cubicBezTo>
                    <a:cubicBezTo>
                      <a:pt x="178" y="153"/>
                      <a:pt x="178" y="153"/>
                      <a:pt x="178" y="153"/>
                    </a:cubicBezTo>
                    <a:cubicBezTo>
                      <a:pt x="178" y="153"/>
                      <a:pt x="179" y="153"/>
                      <a:pt x="179" y="153"/>
                    </a:cubicBezTo>
                    <a:cubicBezTo>
                      <a:pt x="179" y="153"/>
                      <a:pt x="179" y="153"/>
                      <a:pt x="179" y="153"/>
                    </a:cubicBezTo>
                    <a:cubicBezTo>
                      <a:pt x="179" y="153"/>
                      <a:pt x="179" y="153"/>
                      <a:pt x="179" y="153"/>
                    </a:cubicBezTo>
                    <a:cubicBezTo>
                      <a:pt x="178" y="153"/>
                      <a:pt x="178" y="153"/>
                      <a:pt x="178" y="153"/>
                    </a:cubicBezTo>
                    <a:close/>
                    <a:moveTo>
                      <a:pt x="142" y="154"/>
                    </a:moveTo>
                    <a:cubicBezTo>
                      <a:pt x="142" y="154"/>
                      <a:pt x="142" y="154"/>
                      <a:pt x="142" y="154"/>
                    </a:cubicBezTo>
                    <a:cubicBezTo>
                      <a:pt x="142" y="155"/>
                      <a:pt x="142" y="155"/>
                      <a:pt x="142" y="155"/>
                    </a:cubicBezTo>
                    <a:cubicBezTo>
                      <a:pt x="141" y="155"/>
                      <a:pt x="141" y="155"/>
                      <a:pt x="141" y="156"/>
                    </a:cubicBezTo>
                    <a:cubicBezTo>
                      <a:pt x="141" y="156"/>
                      <a:pt x="141" y="156"/>
                      <a:pt x="141" y="156"/>
                    </a:cubicBezTo>
                    <a:cubicBezTo>
                      <a:pt x="141" y="156"/>
                      <a:pt x="141" y="156"/>
                      <a:pt x="141" y="156"/>
                    </a:cubicBezTo>
                    <a:cubicBezTo>
                      <a:pt x="141" y="156"/>
                      <a:pt x="141" y="156"/>
                      <a:pt x="141" y="156"/>
                    </a:cubicBezTo>
                    <a:cubicBezTo>
                      <a:pt x="141" y="156"/>
                      <a:pt x="142" y="156"/>
                      <a:pt x="142" y="156"/>
                    </a:cubicBezTo>
                    <a:cubicBezTo>
                      <a:pt x="142" y="156"/>
                      <a:pt x="142" y="156"/>
                      <a:pt x="142" y="156"/>
                    </a:cubicBezTo>
                    <a:cubicBezTo>
                      <a:pt x="142" y="156"/>
                      <a:pt x="142" y="156"/>
                      <a:pt x="142" y="155"/>
                    </a:cubicBezTo>
                    <a:cubicBezTo>
                      <a:pt x="142" y="155"/>
                      <a:pt x="142" y="155"/>
                      <a:pt x="142" y="155"/>
                    </a:cubicBezTo>
                    <a:cubicBezTo>
                      <a:pt x="142" y="155"/>
                      <a:pt x="142" y="155"/>
                      <a:pt x="142" y="154"/>
                    </a:cubicBezTo>
                    <a:cubicBezTo>
                      <a:pt x="142" y="154"/>
                      <a:pt x="142" y="154"/>
                      <a:pt x="142" y="154"/>
                    </a:cubicBezTo>
                    <a:cubicBezTo>
                      <a:pt x="142" y="154"/>
                      <a:pt x="142" y="154"/>
                      <a:pt x="142" y="154"/>
                    </a:cubicBezTo>
                    <a:close/>
                    <a:moveTo>
                      <a:pt x="107" y="151"/>
                    </a:moveTo>
                    <a:cubicBezTo>
                      <a:pt x="106" y="151"/>
                      <a:pt x="106" y="151"/>
                      <a:pt x="106" y="151"/>
                    </a:cubicBezTo>
                    <a:cubicBezTo>
                      <a:pt x="105" y="151"/>
                      <a:pt x="105" y="151"/>
                      <a:pt x="105" y="151"/>
                    </a:cubicBezTo>
                    <a:cubicBezTo>
                      <a:pt x="105" y="151"/>
                      <a:pt x="105" y="151"/>
                      <a:pt x="105" y="151"/>
                    </a:cubicBezTo>
                    <a:cubicBezTo>
                      <a:pt x="105" y="151"/>
                      <a:pt x="105" y="151"/>
                      <a:pt x="105" y="151"/>
                    </a:cubicBezTo>
                    <a:cubicBezTo>
                      <a:pt x="105" y="151"/>
                      <a:pt x="105" y="151"/>
                      <a:pt x="105" y="151"/>
                    </a:cubicBezTo>
                    <a:cubicBezTo>
                      <a:pt x="106" y="151"/>
                      <a:pt x="106" y="151"/>
                      <a:pt x="106" y="151"/>
                    </a:cubicBezTo>
                    <a:cubicBezTo>
                      <a:pt x="106" y="151"/>
                      <a:pt x="106" y="151"/>
                      <a:pt x="106" y="151"/>
                    </a:cubicBezTo>
                    <a:cubicBezTo>
                      <a:pt x="107" y="151"/>
                      <a:pt x="107" y="151"/>
                      <a:pt x="107" y="152"/>
                    </a:cubicBezTo>
                    <a:cubicBezTo>
                      <a:pt x="107" y="152"/>
                      <a:pt x="106" y="152"/>
                      <a:pt x="106" y="152"/>
                    </a:cubicBezTo>
                    <a:cubicBezTo>
                      <a:pt x="106" y="152"/>
                      <a:pt x="106" y="152"/>
                      <a:pt x="106" y="152"/>
                    </a:cubicBezTo>
                    <a:cubicBezTo>
                      <a:pt x="106" y="152"/>
                      <a:pt x="105" y="152"/>
                      <a:pt x="105" y="152"/>
                    </a:cubicBezTo>
                    <a:cubicBezTo>
                      <a:pt x="105" y="152"/>
                      <a:pt x="105" y="152"/>
                      <a:pt x="105" y="152"/>
                    </a:cubicBezTo>
                    <a:cubicBezTo>
                      <a:pt x="105" y="152"/>
                      <a:pt x="105" y="152"/>
                      <a:pt x="105" y="153"/>
                    </a:cubicBezTo>
                    <a:cubicBezTo>
                      <a:pt x="105" y="153"/>
                      <a:pt x="105" y="153"/>
                      <a:pt x="105" y="153"/>
                    </a:cubicBezTo>
                    <a:cubicBezTo>
                      <a:pt x="105" y="153"/>
                      <a:pt x="105" y="153"/>
                      <a:pt x="106" y="153"/>
                    </a:cubicBezTo>
                    <a:cubicBezTo>
                      <a:pt x="106" y="153"/>
                      <a:pt x="106" y="153"/>
                      <a:pt x="106" y="153"/>
                    </a:cubicBezTo>
                    <a:cubicBezTo>
                      <a:pt x="106" y="153"/>
                      <a:pt x="107" y="153"/>
                      <a:pt x="107" y="153"/>
                    </a:cubicBezTo>
                    <a:cubicBezTo>
                      <a:pt x="107" y="153"/>
                      <a:pt x="107" y="153"/>
                      <a:pt x="106" y="153"/>
                    </a:cubicBezTo>
                    <a:cubicBezTo>
                      <a:pt x="106" y="153"/>
                      <a:pt x="106" y="153"/>
                      <a:pt x="106" y="153"/>
                    </a:cubicBezTo>
                    <a:cubicBezTo>
                      <a:pt x="106" y="153"/>
                      <a:pt x="106" y="153"/>
                      <a:pt x="105" y="154"/>
                    </a:cubicBezTo>
                    <a:cubicBezTo>
                      <a:pt x="105" y="154"/>
                      <a:pt x="105" y="154"/>
                      <a:pt x="105" y="154"/>
                    </a:cubicBezTo>
                    <a:cubicBezTo>
                      <a:pt x="105" y="154"/>
                      <a:pt x="105" y="154"/>
                      <a:pt x="105" y="154"/>
                    </a:cubicBezTo>
                    <a:cubicBezTo>
                      <a:pt x="105" y="154"/>
                      <a:pt x="106" y="154"/>
                      <a:pt x="106" y="154"/>
                    </a:cubicBezTo>
                    <a:cubicBezTo>
                      <a:pt x="106" y="154"/>
                      <a:pt x="106" y="154"/>
                      <a:pt x="106" y="154"/>
                    </a:cubicBezTo>
                    <a:cubicBezTo>
                      <a:pt x="107" y="154"/>
                      <a:pt x="107" y="154"/>
                      <a:pt x="107" y="153"/>
                    </a:cubicBezTo>
                    <a:cubicBezTo>
                      <a:pt x="107" y="153"/>
                      <a:pt x="107" y="153"/>
                      <a:pt x="107" y="153"/>
                    </a:cubicBezTo>
                    <a:cubicBezTo>
                      <a:pt x="107" y="152"/>
                      <a:pt x="107" y="152"/>
                      <a:pt x="107" y="151"/>
                    </a:cubicBezTo>
                    <a:cubicBezTo>
                      <a:pt x="107" y="151"/>
                      <a:pt x="107" y="151"/>
                      <a:pt x="107" y="151"/>
                    </a:cubicBezTo>
                    <a:cubicBezTo>
                      <a:pt x="107" y="151"/>
                      <a:pt x="107" y="151"/>
                      <a:pt x="107" y="151"/>
                    </a:cubicBezTo>
                    <a:close/>
                    <a:moveTo>
                      <a:pt x="0" y="0"/>
                    </a:moveTo>
                    <a:cubicBezTo>
                      <a:pt x="52" y="0"/>
                      <a:pt x="95" y="0"/>
                      <a:pt x="117" y="22"/>
                    </a:cubicBezTo>
                    <a:cubicBezTo>
                      <a:pt x="139" y="0"/>
                      <a:pt x="182" y="0"/>
                      <a:pt x="234" y="0"/>
                    </a:cubicBezTo>
                    <a:cubicBezTo>
                      <a:pt x="234" y="7"/>
                      <a:pt x="234" y="7"/>
                      <a:pt x="234" y="7"/>
                    </a:cubicBezTo>
                    <a:cubicBezTo>
                      <a:pt x="234" y="21"/>
                      <a:pt x="234" y="21"/>
                      <a:pt x="234" y="21"/>
                    </a:cubicBezTo>
                    <a:cubicBezTo>
                      <a:pt x="234" y="30"/>
                      <a:pt x="234" y="30"/>
                      <a:pt x="234" y="30"/>
                    </a:cubicBezTo>
                    <a:cubicBezTo>
                      <a:pt x="234" y="42"/>
                      <a:pt x="234" y="42"/>
                      <a:pt x="234" y="42"/>
                    </a:cubicBezTo>
                    <a:cubicBezTo>
                      <a:pt x="234" y="53"/>
                      <a:pt x="234" y="53"/>
                      <a:pt x="234" y="53"/>
                    </a:cubicBezTo>
                    <a:cubicBezTo>
                      <a:pt x="234" y="63"/>
                      <a:pt x="234" y="63"/>
                      <a:pt x="234" y="63"/>
                    </a:cubicBezTo>
                    <a:cubicBezTo>
                      <a:pt x="234" y="76"/>
                      <a:pt x="234" y="76"/>
                      <a:pt x="234" y="76"/>
                    </a:cubicBezTo>
                    <a:cubicBezTo>
                      <a:pt x="234" y="184"/>
                      <a:pt x="234" y="184"/>
                      <a:pt x="234" y="184"/>
                    </a:cubicBezTo>
                    <a:cubicBezTo>
                      <a:pt x="234" y="192"/>
                      <a:pt x="234" y="200"/>
                      <a:pt x="231" y="211"/>
                    </a:cubicBezTo>
                    <a:cubicBezTo>
                      <a:pt x="230" y="218"/>
                      <a:pt x="227" y="226"/>
                      <a:pt x="223" y="234"/>
                    </a:cubicBezTo>
                    <a:cubicBezTo>
                      <a:pt x="223" y="234"/>
                      <a:pt x="223" y="234"/>
                      <a:pt x="222" y="235"/>
                    </a:cubicBezTo>
                    <a:cubicBezTo>
                      <a:pt x="222" y="236"/>
                      <a:pt x="221" y="238"/>
                      <a:pt x="220" y="239"/>
                    </a:cubicBezTo>
                    <a:cubicBezTo>
                      <a:pt x="220" y="239"/>
                      <a:pt x="220" y="240"/>
                      <a:pt x="220" y="240"/>
                    </a:cubicBezTo>
                    <a:cubicBezTo>
                      <a:pt x="219" y="242"/>
                      <a:pt x="218" y="243"/>
                      <a:pt x="217" y="245"/>
                    </a:cubicBezTo>
                    <a:cubicBezTo>
                      <a:pt x="217" y="245"/>
                      <a:pt x="217" y="245"/>
                      <a:pt x="217" y="246"/>
                    </a:cubicBezTo>
                    <a:cubicBezTo>
                      <a:pt x="216" y="247"/>
                      <a:pt x="215" y="248"/>
                      <a:pt x="214" y="250"/>
                    </a:cubicBezTo>
                    <a:cubicBezTo>
                      <a:pt x="214" y="250"/>
                      <a:pt x="214" y="250"/>
                      <a:pt x="213" y="251"/>
                    </a:cubicBezTo>
                    <a:cubicBezTo>
                      <a:pt x="212" y="252"/>
                      <a:pt x="212" y="254"/>
                      <a:pt x="211" y="255"/>
                    </a:cubicBezTo>
                    <a:cubicBezTo>
                      <a:pt x="210" y="255"/>
                      <a:pt x="210" y="255"/>
                      <a:pt x="210" y="256"/>
                    </a:cubicBezTo>
                    <a:cubicBezTo>
                      <a:pt x="209" y="257"/>
                      <a:pt x="208" y="259"/>
                      <a:pt x="207" y="260"/>
                    </a:cubicBezTo>
                    <a:cubicBezTo>
                      <a:pt x="207" y="260"/>
                      <a:pt x="206" y="261"/>
                      <a:pt x="206" y="261"/>
                    </a:cubicBezTo>
                    <a:cubicBezTo>
                      <a:pt x="205" y="262"/>
                      <a:pt x="204" y="263"/>
                      <a:pt x="204" y="264"/>
                    </a:cubicBezTo>
                    <a:cubicBezTo>
                      <a:pt x="203" y="265"/>
                      <a:pt x="203" y="265"/>
                      <a:pt x="203" y="266"/>
                    </a:cubicBezTo>
                    <a:cubicBezTo>
                      <a:pt x="201" y="267"/>
                      <a:pt x="200" y="268"/>
                      <a:pt x="199" y="270"/>
                    </a:cubicBezTo>
                    <a:cubicBezTo>
                      <a:pt x="175" y="296"/>
                      <a:pt x="140" y="308"/>
                      <a:pt x="117" y="315"/>
                    </a:cubicBezTo>
                    <a:cubicBezTo>
                      <a:pt x="94" y="308"/>
                      <a:pt x="59" y="296"/>
                      <a:pt x="35" y="270"/>
                    </a:cubicBezTo>
                    <a:cubicBezTo>
                      <a:pt x="34" y="268"/>
                      <a:pt x="33" y="267"/>
                      <a:pt x="31" y="266"/>
                    </a:cubicBezTo>
                    <a:cubicBezTo>
                      <a:pt x="31" y="265"/>
                      <a:pt x="31" y="265"/>
                      <a:pt x="31" y="264"/>
                    </a:cubicBezTo>
                    <a:cubicBezTo>
                      <a:pt x="30" y="263"/>
                      <a:pt x="29" y="262"/>
                      <a:pt x="28" y="261"/>
                    </a:cubicBezTo>
                    <a:cubicBezTo>
                      <a:pt x="28" y="261"/>
                      <a:pt x="27" y="260"/>
                      <a:pt x="27" y="260"/>
                    </a:cubicBezTo>
                    <a:cubicBezTo>
                      <a:pt x="26" y="259"/>
                      <a:pt x="25" y="257"/>
                      <a:pt x="24" y="256"/>
                    </a:cubicBezTo>
                    <a:cubicBezTo>
                      <a:pt x="24" y="255"/>
                      <a:pt x="24" y="255"/>
                      <a:pt x="23" y="255"/>
                    </a:cubicBezTo>
                    <a:cubicBezTo>
                      <a:pt x="22" y="254"/>
                      <a:pt x="22" y="252"/>
                      <a:pt x="21" y="251"/>
                    </a:cubicBezTo>
                    <a:cubicBezTo>
                      <a:pt x="20" y="250"/>
                      <a:pt x="20" y="250"/>
                      <a:pt x="20" y="250"/>
                    </a:cubicBezTo>
                    <a:cubicBezTo>
                      <a:pt x="19" y="248"/>
                      <a:pt x="18" y="247"/>
                      <a:pt x="17" y="246"/>
                    </a:cubicBezTo>
                    <a:cubicBezTo>
                      <a:pt x="17" y="245"/>
                      <a:pt x="17" y="245"/>
                      <a:pt x="17" y="245"/>
                    </a:cubicBezTo>
                    <a:cubicBezTo>
                      <a:pt x="16" y="243"/>
                      <a:pt x="15" y="242"/>
                      <a:pt x="14" y="240"/>
                    </a:cubicBezTo>
                    <a:cubicBezTo>
                      <a:pt x="14" y="240"/>
                      <a:pt x="14" y="239"/>
                      <a:pt x="14" y="239"/>
                    </a:cubicBezTo>
                    <a:cubicBezTo>
                      <a:pt x="13" y="238"/>
                      <a:pt x="12" y="236"/>
                      <a:pt x="12" y="235"/>
                    </a:cubicBezTo>
                    <a:cubicBezTo>
                      <a:pt x="11" y="235"/>
                      <a:pt x="11" y="234"/>
                      <a:pt x="11" y="234"/>
                    </a:cubicBezTo>
                    <a:cubicBezTo>
                      <a:pt x="10" y="232"/>
                      <a:pt x="10" y="231"/>
                      <a:pt x="9" y="229"/>
                    </a:cubicBezTo>
                    <a:cubicBezTo>
                      <a:pt x="9" y="229"/>
                      <a:pt x="9" y="229"/>
                      <a:pt x="9" y="229"/>
                    </a:cubicBezTo>
                    <a:cubicBezTo>
                      <a:pt x="6" y="222"/>
                      <a:pt x="4" y="216"/>
                      <a:pt x="3" y="211"/>
                    </a:cubicBezTo>
                    <a:cubicBezTo>
                      <a:pt x="0" y="200"/>
                      <a:pt x="0" y="192"/>
                      <a:pt x="0" y="184"/>
                    </a:cubicBezTo>
                    <a:cubicBezTo>
                      <a:pt x="0" y="181"/>
                      <a:pt x="0" y="126"/>
                      <a:pt x="0" y="76"/>
                    </a:cubicBezTo>
                    <a:cubicBezTo>
                      <a:pt x="0" y="72"/>
                      <a:pt x="0" y="67"/>
                      <a:pt x="0" y="63"/>
                    </a:cubicBezTo>
                    <a:cubicBezTo>
                      <a:pt x="0" y="60"/>
                      <a:pt x="0" y="56"/>
                      <a:pt x="0" y="53"/>
                    </a:cubicBezTo>
                    <a:cubicBezTo>
                      <a:pt x="0" y="49"/>
                      <a:pt x="0" y="46"/>
                      <a:pt x="0" y="42"/>
                    </a:cubicBezTo>
                    <a:cubicBezTo>
                      <a:pt x="0" y="38"/>
                      <a:pt x="0" y="34"/>
                      <a:pt x="0" y="30"/>
                    </a:cubicBezTo>
                    <a:cubicBezTo>
                      <a:pt x="0" y="27"/>
                      <a:pt x="0" y="24"/>
                      <a:pt x="0" y="21"/>
                    </a:cubicBezTo>
                    <a:cubicBezTo>
                      <a:pt x="0" y="15"/>
                      <a:pt x="0" y="11"/>
                      <a:pt x="0" y="7"/>
                    </a:cubicBezTo>
                    <a:cubicBezTo>
                      <a:pt x="0" y="3"/>
                      <a:pt x="0" y="0"/>
                      <a:pt x="0" y="0"/>
                    </a:cubicBezTo>
                    <a:close/>
                    <a:moveTo>
                      <a:pt x="79" y="248"/>
                    </a:moveTo>
                    <a:cubicBezTo>
                      <a:pt x="75" y="248"/>
                      <a:pt x="75" y="248"/>
                      <a:pt x="75" y="248"/>
                    </a:cubicBezTo>
                    <a:cubicBezTo>
                      <a:pt x="68" y="251"/>
                      <a:pt x="68" y="251"/>
                      <a:pt x="68" y="251"/>
                    </a:cubicBezTo>
                    <a:cubicBezTo>
                      <a:pt x="69" y="254"/>
                      <a:pt x="69" y="254"/>
                      <a:pt x="69" y="254"/>
                    </a:cubicBezTo>
                    <a:cubicBezTo>
                      <a:pt x="74" y="252"/>
                      <a:pt x="74" y="252"/>
                      <a:pt x="74" y="252"/>
                    </a:cubicBezTo>
                    <a:cubicBezTo>
                      <a:pt x="74" y="252"/>
                      <a:pt x="74" y="252"/>
                      <a:pt x="74" y="252"/>
                    </a:cubicBezTo>
                    <a:cubicBezTo>
                      <a:pt x="74" y="271"/>
                      <a:pt x="74" y="271"/>
                      <a:pt x="74" y="271"/>
                    </a:cubicBezTo>
                    <a:cubicBezTo>
                      <a:pt x="79" y="271"/>
                      <a:pt x="79" y="271"/>
                      <a:pt x="79" y="271"/>
                    </a:cubicBezTo>
                    <a:lnTo>
                      <a:pt x="79" y="248"/>
                    </a:lnTo>
                    <a:close/>
                    <a:moveTo>
                      <a:pt x="111" y="257"/>
                    </a:moveTo>
                    <a:cubicBezTo>
                      <a:pt x="111" y="252"/>
                      <a:pt x="108" y="247"/>
                      <a:pt x="102" y="247"/>
                    </a:cubicBezTo>
                    <a:cubicBezTo>
                      <a:pt x="97" y="247"/>
                      <a:pt x="94" y="251"/>
                      <a:pt x="94" y="256"/>
                    </a:cubicBezTo>
                    <a:cubicBezTo>
                      <a:pt x="94" y="260"/>
                      <a:pt x="97" y="263"/>
                      <a:pt x="101" y="263"/>
                    </a:cubicBezTo>
                    <a:cubicBezTo>
                      <a:pt x="103" y="263"/>
                      <a:pt x="105" y="262"/>
                      <a:pt x="106" y="261"/>
                    </a:cubicBezTo>
                    <a:cubicBezTo>
                      <a:pt x="106" y="261"/>
                      <a:pt x="106" y="261"/>
                      <a:pt x="106" y="261"/>
                    </a:cubicBezTo>
                    <a:cubicBezTo>
                      <a:pt x="105" y="265"/>
                      <a:pt x="103" y="268"/>
                      <a:pt x="98" y="268"/>
                    </a:cubicBezTo>
                    <a:cubicBezTo>
                      <a:pt x="97" y="268"/>
                      <a:pt x="96" y="268"/>
                      <a:pt x="96" y="268"/>
                    </a:cubicBezTo>
                    <a:cubicBezTo>
                      <a:pt x="96" y="272"/>
                      <a:pt x="96" y="272"/>
                      <a:pt x="96" y="272"/>
                    </a:cubicBezTo>
                    <a:cubicBezTo>
                      <a:pt x="106" y="272"/>
                      <a:pt x="111" y="265"/>
                      <a:pt x="111" y="257"/>
                    </a:cubicBezTo>
                    <a:close/>
                    <a:moveTo>
                      <a:pt x="139" y="263"/>
                    </a:moveTo>
                    <a:cubicBezTo>
                      <a:pt x="139" y="258"/>
                      <a:pt x="135" y="256"/>
                      <a:pt x="130" y="256"/>
                    </a:cubicBezTo>
                    <a:cubicBezTo>
                      <a:pt x="129" y="256"/>
                      <a:pt x="129" y="256"/>
                      <a:pt x="129" y="256"/>
                    </a:cubicBezTo>
                    <a:cubicBezTo>
                      <a:pt x="129" y="251"/>
                      <a:pt x="129" y="251"/>
                      <a:pt x="129" y="251"/>
                    </a:cubicBezTo>
                    <a:cubicBezTo>
                      <a:pt x="138" y="251"/>
                      <a:pt x="138" y="251"/>
                      <a:pt x="138" y="251"/>
                    </a:cubicBezTo>
                    <a:cubicBezTo>
                      <a:pt x="138" y="247"/>
                      <a:pt x="138" y="247"/>
                      <a:pt x="138" y="247"/>
                    </a:cubicBezTo>
                    <a:cubicBezTo>
                      <a:pt x="126" y="247"/>
                      <a:pt x="126" y="247"/>
                      <a:pt x="126" y="247"/>
                    </a:cubicBezTo>
                    <a:cubicBezTo>
                      <a:pt x="124" y="259"/>
                      <a:pt x="124" y="259"/>
                      <a:pt x="124" y="259"/>
                    </a:cubicBezTo>
                    <a:cubicBezTo>
                      <a:pt x="125" y="259"/>
                      <a:pt x="126" y="259"/>
                      <a:pt x="127" y="259"/>
                    </a:cubicBezTo>
                    <a:cubicBezTo>
                      <a:pt x="131" y="259"/>
                      <a:pt x="134" y="261"/>
                      <a:pt x="134" y="264"/>
                    </a:cubicBezTo>
                    <a:cubicBezTo>
                      <a:pt x="134" y="267"/>
                      <a:pt x="131" y="268"/>
                      <a:pt x="129" y="268"/>
                    </a:cubicBezTo>
                    <a:cubicBezTo>
                      <a:pt x="127" y="268"/>
                      <a:pt x="125" y="267"/>
                      <a:pt x="124" y="267"/>
                    </a:cubicBezTo>
                    <a:cubicBezTo>
                      <a:pt x="123" y="270"/>
                      <a:pt x="123" y="270"/>
                      <a:pt x="123" y="270"/>
                    </a:cubicBezTo>
                    <a:cubicBezTo>
                      <a:pt x="124" y="271"/>
                      <a:pt x="126" y="272"/>
                      <a:pt x="129" y="272"/>
                    </a:cubicBezTo>
                    <a:cubicBezTo>
                      <a:pt x="135" y="272"/>
                      <a:pt x="139" y="268"/>
                      <a:pt x="139" y="263"/>
                    </a:cubicBezTo>
                    <a:close/>
                    <a:moveTo>
                      <a:pt x="166" y="264"/>
                    </a:moveTo>
                    <a:cubicBezTo>
                      <a:pt x="166" y="261"/>
                      <a:pt x="163" y="259"/>
                      <a:pt x="161" y="259"/>
                    </a:cubicBezTo>
                    <a:cubicBezTo>
                      <a:pt x="161" y="258"/>
                      <a:pt x="161" y="258"/>
                      <a:pt x="161" y="258"/>
                    </a:cubicBezTo>
                    <a:cubicBezTo>
                      <a:pt x="163" y="258"/>
                      <a:pt x="165" y="255"/>
                      <a:pt x="165" y="253"/>
                    </a:cubicBezTo>
                    <a:cubicBezTo>
                      <a:pt x="165" y="250"/>
                      <a:pt x="162" y="247"/>
                      <a:pt x="157" y="247"/>
                    </a:cubicBezTo>
                    <a:cubicBezTo>
                      <a:pt x="155" y="247"/>
                      <a:pt x="152" y="248"/>
                      <a:pt x="151" y="249"/>
                    </a:cubicBezTo>
                    <a:cubicBezTo>
                      <a:pt x="152" y="252"/>
                      <a:pt x="152" y="252"/>
                      <a:pt x="152" y="252"/>
                    </a:cubicBezTo>
                    <a:cubicBezTo>
                      <a:pt x="153" y="252"/>
                      <a:pt x="154" y="251"/>
                      <a:pt x="156" y="251"/>
                    </a:cubicBezTo>
                    <a:cubicBezTo>
                      <a:pt x="159" y="251"/>
                      <a:pt x="160" y="252"/>
                      <a:pt x="160" y="254"/>
                    </a:cubicBezTo>
                    <a:cubicBezTo>
                      <a:pt x="160" y="256"/>
                      <a:pt x="157" y="257"/>
                      <a:pt x="155" y="257"/>
                    </a:cubicBezTo>
                    <a:cubicBezTo>
                      <a:pt x="153" y="257"/>
                      <a:pt x="153" y="257"/>
                      <a:pt x="153" y="257"/>
                    </a:cubicBezTo>
                    <a:cubicBezTo>
                      <a:pt x="153" y="260"/>
                      <a:pt x="153" y="260"/>
                      <a:pt x="153" y="260"/>
                    </a:cubicBezTo>
                    <a:cubicBezTo>
                      <a:pt x="155" y="260"/>
                      <a:pt x="155" y="260"/>
                      <a:pt x="155" y="260"/>
                    </a:cubicBezTo>
                    <a:cubicBezTo>
                      <a:pt x="158" y="260"/>
                      <a:pt x="161" y="262"/>
                      <a:pt x="161" y="264"/>
                    </a:cubicBezTo>
                    <a:cubicBezTo>
                      <a:pt x="161" y="266"/>
                      <a:pt x="159" y="268"/>
                      <a:pt x="156" y="268"/>
                    </a:cubicBezTo>
                    <a:cubicBezTo>
                      <a:pt x="154" y="268"/>
                      <a:pt x="152" y="267"/>
                      <a:pt x="151" y="267"/>
                    </a:cubicBezTo>
                    <a:cubicBezTo>
                      <a:pt x="150" y="270"/>
                      <a:pt x="150" y="270"/>
                      <a:pt x="150" y="270"/>
                    </a:cubicBezTo>
                    <a:cubicBezTo>
                      <a:pt x="151" y="271"/>
                      <a:pt x="153" y="272"/>
                      <a:pt x="156" y="272"/>
                    </a:cubicBezTo>
                    <a:cubicBezTo>
                      <a:pt x="162" y="272"/>
                      <a:pt x="166" y="268"/>
                      <a:pt x="166" y="264"/>
                    </a:cubicBezTo>
                    <a:close/>
                    <a:moveTo>
                      <a:pt x="9" y="21"/>
                    </a:moveTo>
                    <a:cubicBezTo>
                      <a:pt x="57" y="21"/>
                      <a:pt x="96" y="22"/>
                      <a:pt x="117" y="43"/>
                    </a:cubicBezTo>
                    <a:cubicBezTo>
                      <a:pt x="138" y="22"/>
                      <a:pt x="177" y="21"/>
                      <a:pt x="225" y="21"/>
                    </a:cubicBezTo>
                    <a:cubicBezTo>
                      <a:pt x="225" y="16"/>
                      <a:pt x="225" y="11"/>
                      <a:pt x="225" y="7"/>
                    </a:cubicBezTo>
                    <a:cubicBezTo>
                      <a:pt x="177" y="7"/>
                      <a:pt x="138" y="8"/>
                      <a:pt x="117" y="29"/>
                    </a:cubicBezTo>
                    <a:cubicBezTo>
                      <a:pt x="96" y="8"/>
                      <a:pt x="57" y="7"/>
                      <a:pt x="9" y="7"/>
                    </a:cubicBezTo>
                    <a:cubicBezTo>
                      <a:pt x="9" y="11"/>
                      <a:pt x="9" y="16"/>
                      <a:pt x="9" y="21"/>
                    </a:cubicBezTo>
                    <a:close/>
                    <a:moveTo>
                      <a:pt x="9" y="42"/>
                    </a:moveTo>
                    <a:cubicBezTo>
                      <a:pt x="57" y="42"/>
                      <a:pt x="96" y="43"/>
                      <a:pt x="117" y="64"/>
                    </a:cubicBezTo>
                    <a:cubicBezTo>
                      <a:pt x="138" y="43"/>
                      <a:pt x="177" y="42"/>
                      <a:pt x="225" y="42"/>
                    </a:cubicBezTo>
                    <a:cubicBezTo>
                      <a:pt x="225" y="38"/>
                      <a:pt x="225" y="34"/>
                      <a:pt x="225" y="30"/>
                    </a:cubicBezTo>
                    <a:cubicBezTo>
                      <a:pt x="177" y="30"/>
                      <a:pt x="138" y="31"/>
                      <a:pt x="117" y="52"/>
                    </a:cubicBezTo>
                    <a:cubicBezTo>
                      <a:pt x="96" y="31"/>
                      <a:pt x="57" y="30"/>
                      <a:pt x="9" y="30"/>
                    </a:cubicBezTo>
                    <a:cubicBezTo>
                      <a:pt x="9" y="34"/>
                      <a:pt x="9" y="38"/>
                      <a:pt x="9" y="42"/>
                    </a:cubicBezTo>
                    <a:close/>
                    <a:moveTo>
                      <a:pt x="9" y="63"/>
                    </a:moveTo>
                    <a:cubicBezTo>
                      <a:pt x="57" y="63"/>
                      <a:pt x="96" y="64"/>
                      <a:pt x="117" y="85"/>
                    </a:cubicBezTo>
                    <a:cubicBezTo>
                      <a:pt x="138" y="64"/>
                      <a:pt x="177" y="63"/>
                      <a:pt x="225" y="63"/>
                    </a:cubicBezTo>
                    <a:cubicBezTo>
                      <a:pt x="225" y="60"/>
                      <a:pt x="225" y="56"/>
                      <a:pt x="225" y="53"/>
                    </a:cubicBezTo>
                    <a:cubicBezTo>
                      <a:pt x="177" y="53"/>
                      <a:pt x="138" y="54"/>
                      <a:pt x="117" y="75"/>
                    </a:cubicBezTo>
                    <a:cubicBezTo>
                      <a:pt x="96" y="54"/>
                      <a:pt x="57" y="53"/>
                      <a:pt x="9" y="53"/>
                    </a:cubicBezTo>
                    <a:cubicBezTo>
                      <a:pt x="9" y="56"/>
                      <a:pt x="9" y="60"/>
                      <a:pt x="9" y="63"/>
                    </a:cubicBezTo>
                    <a:close/>
                    <a:moveTo>
                      <a:pt x="9" y="187"/>
                    </a:moveTo>
                    <a:cubicBezTo>
                      <a:pt x="9" y="193"/>
                      <a:pt x="9" y="202"/>
                      <a:pt x="13" y="215"/>
                    </a:cubicBezTo>
                    <a:cubicBezTo>
                      <a:pt x="15" y="219"/>
                      <a:pt x="17" y="224"/>
                      <a:pt x="19" y="229"/>
                    </a:cubicBezTo>
                    <a:cubicBezTo>
                      <a:pt x="215" y="229"/>
                      <a:pt x="215" y="229"/>
                      <a:pt x="215" y="229"/>
                    </a:cubicBezTo>
                    <a:cubicBezTo>
                      <a:pt x="217" y="224"/>
                      <a:pt x="219" y="219"/>
                      <a:pt x="221" y="215"/>
                    </a:cubicBezTo>
                    <a:cubicBezTo>
                      <a:pt x="225" y="202"/>
                      <a:pt x="225" y="193"/>
                      <a:pt x="225" y="187"/>
                    </a:cubicBezTo>
                    <a:cubicBezTo>
                      <a:pt x="225" y="185"/>
                      <a:pt x="225" y="129"/>
                      <a:pt x="225" y="76"/>
                    </a:cubicBezTo>
                    <a:cubicBezTo>
                      <a:pt x="177" y="76"/>
                      <a:pt x="138" y="77"/>
                      <a:pt x="117" y="99"/>
                    </a:cubicBezTo>
                    <a:cubicBezTo>
                      <a:pt x="96" y="77"/>
                      <a:pt x="57" y="76"/>
                      <a:pt x="9" y="76"/>
                    </a:cubicBezTo>
                    <a:cubicBezTo>
                      <a:pt x="9" y="129"/>
                      <a:pt x="9" y="185"/>
                      <a:pt x="9" y="18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3" name="Freeform 58"/>
              <p:cNvSpPr>
                <a:spLocks noEditPoints="1"/>
              </p:cNvSpPr>
              <p:nvPr/>
            </p:nvSpPr>
            <p:spPr bwMode="auto">
              <a:xfrm>
                <a:off x="-906463" y="58738"/>
                <a:ext cx="163512" cy="119063"/>
              </a:xfrm>
              <a:custGeom>
                <a:avLst/>
                <a:gdLst>
                  <a:gd name="T0" fmla="*/ 1 w 106"/>
                  <a:gd name="T1" fmla="*/ 53 h 77"/>
                  <a:gd name="T2" fmla="*/ 8 w 106"/>
                  <a:gd name="T3" fmla="*/ 45 h 77"/>
                  <a:gd name="T4" fmla="*/ 10 w 106"/>
                  <a:gd name="T5" fmla="*/ 58 h 77"/>
                  <a:gd name="T6" fmla="*/ 26 w 106"/>
                  <a:gd name="T7" fmla="*/ 48 h 77"/>
                  <a:gd name="T8" fmla="*/ 10 w 106"/>
                  <a:gd name="T9" fmla="*/ 27 h 77"/>
                  <a:gd name="T10" fmla="*/ 18 w 106"/>
                  <a:gd name="T11" fmla="*/ 30 h 77"/>
                  <a:gd name="T12" fmla="*/ 37 w 106"/>
                  <a:gd name="T13" fmla="*/ 43 h 77"/>
                  <a:gd name="T14" fmla="*/ 49 w 106"/>
                  <a:gd name="T15" fmla="*/ 41 h 77"/>
                  <a:gd name="T16" fmla="*/ 51 w 106"/>
                  <a:gd name="T17" fmla="*/ 33 h 77"/>
                  <a:gd name="T18" fmla="*/ 60 w 106"/>
                  <a:gd name="T19" fmla="*/ 45 h 77"/>
                  <a:gd name="T20" fmla="*/ 52 w 106"/>
                  <a:gd name="T21" fmla="*/ 48 h 77"/>
                  <a:gd name="T22" fmla="*/ 43 w 106"/>
                  <a:gd name="T23" fmla="*/ 48 h 77"/>
                  <a:gd name="T24" fmla="*/ 54 w 106"/>
                  <a:gd name="T25" fmla="*/ 61 h 77"/>
                  <a:gd name="T26" fmla="*/ 52 w 106"/>
                  <a:gd name="T27" fmla="*/ 77 h 77"/>
                  <a:gd name="T28" fmla="*/ 41 w 106"/>
                  <a:gd name="T29" fmla="*/ 64 h 77"/>
                  <a:gd name="T30" fmla="*/ 22 w 106"/>
                  <a:gd name="T31" fmla="*/ 66 h 77"/>
                  <a:gd name="T32" fmla="*/ 59 w 106"/>
                  <a:gd name="T33" fmla="*/ 19 h 77"/>
                  <a:gd name="T34" fmla="*/ 71 w 106"/>
                  <a:gd name="T35" fmla="*/ 12 h 77"/>
                  <a:gd name="T36" fmla="*/ 71 w 106"/>
                  <a:gd name="T37" fmla="*/ 21 h 77"/>
                  <a:gd name="T38" fmla="*/ 63 w 106"/>
                  <a:gd name="T39" fmla="*/ 21 h 77"/>
                  <a:gd name="T40" fmla="*/ 90 w 106"/>
                  <a:gd name="T41" fmla="*/ 35 h 77"/>
                  <a:gd name="T42" fmla="*/ 96 w 106"/>
                  <a:gd name="T43" fmla="*/ 39 h 77"/>
                  <a:gd name="T44" fmla="*/ 104 w 106"/>
                  <a:gd name="T45" fmla="*/ 37 h 77"/>
                  <a:gd name="T46" fmla="*/ 104 w 106"/>
                  <a:gd name="T47" fmla="*/ 28 h 77"/>
                  <a:gd name="T48" fmla="*/ 99 w 106"/>
                  <a:gd name="T49" fmla="*/ 25 h 77"/>
                  <a:gd name="T50" fmla="*/ 92 w 106"/>
                  <a:gd name="T51" fmla="*/ 27 h 77"/>
                  <a:gd name="T52" fmla="*/ 86 w 106"/>
                  <a:gd name="T53" fmla="*/ 17 h 77"/>
                  <a:gd name="T54" fmla="*/ 85 w 106"/>
                  <a:gd name="T55" fmla="*/ 11 h 77"/>
                  <a:gd name="T56" fmla="*/ 71 w 106"/>
                  <a:gd name="T57" fmla="*/ 10 h 77"/>
                  <a:gd name="T58" fmla="*/ 74 w 106"/>
                  <a:gd name="T59" fmla="*/ 2 h 77"/>
                  <a:gd name="T60" fmla="*/ 56 w 106"/>
                  <a:gd name="T61" fmla="*/ 6 h 77"/>
                  <a:gd name="T62" fmla="*/ 56 w 106"/>
                  <a:gd name="T63" fmla="*/ 18 h 77"/>
                  <a:gd name="T64" fmla="*/ 58 w 106"/>
                  <a:gd name="T65" fmla="*/ 29 h 77"/>
                  <a:gd name="T66" fmla="*/ 83 w 106"/>
                  <a:gd name="T67" fmla="*/ 53 h 77"/>
                  <a:gd name="T68" fmla="*/ 61 w 106"/>
                  <a:gd name="T69" fmla="*/ 48 h 77"/>
                  <a:gd name="T70" fmla="*/ 60 w 106"/>
                  <a:gd name="T71" fmla="*/ 48 h 77"/>
                  <a:gd name="T72" fmla="*/ 74 w 106"/>
                  <a:gd name="T73" fmla="*/ 61 h 77"/>
                  <a:gd name="T74" fmla="*/ 87 w 106"/>
                  <a:gd name="T75" fmla="*/ 51 h 77"/>
                  <a:gd name="T76" fmla="*/ 54 w 106"/>
                  <a:gd name="T77" fmla="*/ 21 h 77"/>
                  <a:gd name="T78" fmla="*/ 47 w 106"/>
                  <a:gd name="T79" fmla="*/ 21 h 77"/>
                  <a:gd name="T80" fmla="*/ 28 w 106"/>
                  <a:gd name="T81" fmla="*/ 19 h 77"/>
                  <a:gd name="T82" fmla="*/ 39 w 106"/>
                  <a:gd name="T83" fmla="*/ 12 h 77"/>
                  <a:gd name="T84" fmla="*/ 31 w 106"/>
                  <a:gd name="T85" fmla="*/ 7 h 77"/>
                  <a:gd name="T86" fmla="*/ 21 w 106"/>
                  <a:gd name="T87" fmla="*/ 2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6" h="77">
                    <a:moveTo>
                      <a:pt x="3" y="64"/>
                    </a:moveTo>
                    <a:cubicBezTo>
                      <a:pt x="1" y="63"/>
                      <a:pt x="0" y="60"/>
                      <a:pt x="0" y="58"/>
                    </a:cubicBezTo>
                    <a:cubicBezTo>
                      <a:pt x="0" y="57"/>
                      <a:pt x="0" y="55"/>
                      <a:pt x="1" y="53"/>
                    </a:cubicBezTo>
                    <a:cubicBezTo>
                      <a:pt x="2" y="52"/>
                      <a:pt x="3" y="52"/>
                      <a:pt x="4" y="51"/>
                    </a:cubicBezTo>
                    <a:cubicBezTo>
                      <a:pt x="4" y="48"/>
                      <a:pt x="6" y="45"/>
                      <a:pt x="7" y="45"/>
                    </a:cubicBezTo>
                    <a:cubicBezTo>
                      <a:pt x="7" y="45"/>
                      <a:pt x="7" y="45"/>
                      <a:pt x="8" y="45"/>
                    </a:cubicBezTo>
                    <a:cubicBezTo>
                      <a:pt x="8" y="45"/>
                      <a:pt x="8" y="47"/>
                      <a:pt x="8" y="48"/>
                    </a:cubicBezTo>
                    <a:cubicBezTo>
                      <a:pt x="7" y="49"/>
                      <a:pt x="6" y="52"/>
                      <a:pt x="7" y="55"/>
                    </a:cubicBezTo>
                    <a:cubicBezTo>
                      <a:pt x="8" y="58"/>
                      <a:pt x="10" y="58"/>
                      <a:pt x="10" y="58"/>
                    </a:cubicBezTo>
                    <a:cubicBezTo>
                      <a:pt x="11" y="59"/>
                      <a:pt x="16" y="59"/>
                      <a:pt x="19" y="58"/>
                    </a:cubicBezTo>
                    <a:cubicBezTo>
                      <a:pt x="24" y="58"/>
                      <a:pt x="33" y="55"/>
                      <a:pt x="30" y="52"/>
                    </a:cubicBezTo>
                    <a:cubicBezTo>
                      <a:pt x="29" y="51"/>
                      <a:pt x="28" y="50"/>
                      <a:pt x="26" y="48"/>
                    </a:cubicBezTo>
                    <a:cubicBezTo>
                      <a:pt x="22" y="45"/>
                      <a:pt x="16" y="42"/>
                      <a:pt x="12" y="38"/>
                    </a:cubicBezTo>
                    <a:cubicBezTo>
                      <a:pt x="11" y="37"/>
                      <a:pt x="11" y="37"/>
                      <a:pt x="10" y="36"/>
                    </a:cubicBezTo>
                    <a:cubicBezTo>
                      <a:pt x="8" y="34"/>
                      <a:pt x="8" y="30"/>
                      <a:pt x="10" y="27"/>
                    </a:cubicBezTo>
                    <a:cubicBezTo>
                      <a:pt x="10" y="27"/>
                      <a:pt x="11" y="27"/>
                      <a:pt x="11" y="26"/>
                    </a:cubicBezTo>
                    <a:cubicBezTo>
                      <a:pt x="11" y="25"/>
                      <a:pt x="12" y="25"/>
                      <a:pt x="13" y="26"/>
                    </a:cubicBezTo>
                    <a:cubicBezTo>
                      <a:pt x="14" y="28"/>
                      <a:pt x="17" y="29"/>
                      <a:pt x="18" y="30"/>
                    </a:cubicBezTo>
                    <a:cubicBezTo>
                      <a:pt x="21" y="32"/>
                      <a:pt x="24" y="33"/>
                      <a:pt x="26" y="35"/>
                    </a:cubicBezTo>
                    <a:cubicBezTo>
                      <a:pt x="29" y="38"/>
                      <a:pt x="33" y="40"/>
                      <a:pt x="36" y="42"/>
                    </a:cubicBezTo>
                    <a:cubicBezTo>
                      <a:pt x="36" y="43"/>
                      <a:pt x="37" y="43"/>
                      <a:pt x="37" y="43"/>
                    </a:cubicBezTo>
                    <a:cubicBezTo>
                      <a:pt x="39" y="42"/>
                      <a:pt x="40" y="41"/>
                      <a:pt x="41" y="41"/>
                    </a:cubicBezTo>
                    <a:cubicBezTo>
                      <a:pt x="42" y="41"/>
                      <a:pt x="44" y="41"/>
                      <a:pt x="45" y="41"/>
                    </a:cubicBezTo>
                    <a:cubicBezTo>
                      <a:pt x="47" y="41"/>
                      <a:pt x="48" y="41"/>
                      <a:pt x="49" y="41"/>
                    </a:cubicBezTo>
                    <a:cubicBezTo>
                      <a:pt x="50" y="41"/>
                      <a:pt x="50" y="40"/>
                      <a:pt x="50" y="39"/>
                    </a:cubicBezTo>
                    <a:cubicBezTo>
                      <a:pt x="49" y="38"/>
                      <a:pt x="49" y="36"/>
                      <a:pt x="49" y="35"/>
                    </a:cubicBezTo>
                    <a:cubicBezTo>
                      <a:pt x="50" y="34"/>
                      <a:pt x="50" y="33"/>
                      <a:pt x="51" y="33"/>
                    </a:cubicBezTo>
                    <a:cubicBezTo>
                      <a:pt x="52" y="32"/>
                      <a:pt x="53" y="32"/>
                      <a:pt x="53" y="33"/>
                    </a:cubicBezTo>
                    <a:cubicBezTo>
                      <a:pt x="55" y="34"/>
                      <a:pt x="57" y="36"/>
                      <a:pt x="59" y="37"/>
                    </a:cubicBezTo>
                    <a:cubicBezTo>
                      <a:pt x="61" y="39"/>
                      <a:pt x="62" y="43"/>
                      <a:pt x="60" y="45"/>
                    </a:cubicBezTo>
                    <a:cubicBezTo>
                      <a:pt x="60" y="46"/>
                      <a:pt x="60" y="46"/>
                      <a:pt x="60" y="46"/>
                    </a:cubicBezTo>
                    <a:cubicBezTo>
                      <a:pt x="60" y="48"/>
                      <a:pt x="59" y="48"/>
                      <a:pt x="57" y="48"/>
                    </a:cubicBezTo>
                    <a:cubicBezTo>
                      <a:pt x="55" y="48"/>
                      <a:pt x="54" y="48"/>
                      <a:pt x="52" y="48"/>
                    </a:cubicBezTo>
                    <a:cubicBezTo>
                      <a:pt x="50" y="48"/>
                      <a:pt x="49" y="48"/>
                      <a:pt x="48" y="48"/>
                    </a:cubicBezTo>
                    <a:cubicBezTo>
                      <a:pt x="46" y="48"/>
                      <a:pt x="45" y="47"/>
                      <a:pt x="44" y="47"/>
                    </a:cubicBezTo>
                    <a:cubicBezTo>
                      <a:pt x="43" y="47"/>
                      <a:pt x="43" y="48"/>
                      <a:pt x="43" y="48"/>
                    </a:cubicBezTo>
                    <a:cubicBezTo>
                      <a:pt x="42" y="48"/>
                      <a:pt x="43" y="49"/>
                      <a:pt x="43" y="49"/>
                    </a:cubicBezTo>
                    <a:cubicBezTo>
                      <a:pt x="44" y="50"/>
                      <a:pt x="45" y="51"/>
                      <a:pt x="46" y="52"/>
                    </a:cubicBezTo>
                    <a:cubicBezTo>
                      <a:pt x="49" y="55"/>
                      <a:pt x="52" y="59"/>
                      <a:pt x="54" y="61"/>
                    </a:cubicBezTo>
                    <a:cubicBezTo>
                      <a:pt x="57" y="64"/>
                      <a:pt x="58" y="66"/>
                      <a:pt x="58" y="67"/>
                    </a:cubicBezTo>
                    <a:cubicBezTo>
                      <a:pt x="58" y="70"/>
                      <a:pt x="58" y="72"/>
                      <a:pt x="57" y="73"/>
                    </a:cubicBezTo>
                    <a:cubicBezTo>
                      <a:pt x="57" y="75"/>
                      <a:pt x="55" y="77"/>
                      <a:pt x="52" y="77"/>
                    </a:cubicBezTo>
                    <a:cubicBezTo>
                      <a:pt x="49" y="77"/>
                      <a:pt x="48" y="77"/>
                      <a:pt x="47" y="76"/>
                    </a:cubicBezTo>
                    <a:cubicBezTo>
                      <a:pt x="46" y="75"/>
                      <a:pt x="46" y="72"/>
                      <a:pt x="45" y="72"/>
                    </a:cubicBezTo>
                    <a:cubicBezTo>
                      <a:pt x="45" y="68"/>
                      <a:pt x="43" y="66"/>
                      <a:pt x="41" y="64"/>
                    </a:cubicBezTo>
                    <a:cubicBezTo>
                      <a:pt x="40" y="62"/>
                      <a:pt x="39" y="61"/>
                      <a:pt x="37" y="60"/>
                    </a:cubicBezTo>
                    <a:cubicBezTo>
                      <a:pt x="37" y="60"/>
                      <a:pt x="36" y="59"/>
                      <a:pt x="36" y="59"/>
                    </a:cubicBezTo>
                    <a:cubicBezTo>
                      <a:pt x="33" y="61"/>
                      <a:pt x="28" y="64"/>
                      <a:pt x="22" y="66"/>
                    </a:cubicBezTo>
                    <a:cubicBezTo>
                      <a:pt x="14" y="68"/>
                      <a:pt x="6" y="66"/>
                      <a:pt x="3" y="64"/>
                    </a:cubicBezTo>
                    <a:close/>
                    <a:moveTo>
                      <a:pt x="56" y="18"/>
                    </a:moveTo>
                    <a:cubicBezTo>
                      <a:pt x="57" y="19"/>
                      <a:pt x="58" y="19"/>
                      <a:pt x="59" y="19"/>
                    </a:cubicBezTo>
                    <a:cubicBezTo>
                      <a:pt x="60" y="18"/>
                      <a:pt x="62" y="18"/>
                      <a:pt x="63" y="17"/>
                    </a:cubicBezTo>
                    <a:cubicBezTo>
                      <a:pt x="64" y="16"/>
                      <a:pt x="65" y="16"/>
                      <a:pt x="66" y="15"/>
                    </a:cubicBezTo>
                    <a:cubicBezTo>
                      <a:pt x="67" y="13"/>
                      <a:pt x="69" y="12"/>
                      <a:pt x="71" y="12"/>
                    </a:cubicBezTo>
                    <a:cubicBezTo>
                      <a:pt x="72" y="12"/>
                      <a:pt x="72" y="12"/>
                      <a:pt x="72" y="12"/>
                    </a:cubicBezTo>
                    <a:cubicBezTo>
                      <a:pt x="72" y="12"/>
                      <a:pt x="72" y="13"/>
                      <a:pt x="72" y="13"/>
                    </a:cubicBezTo>
                    <a:cubicBezTo>
                      <a:pt x="71" y="16"/>
                      <a:pt x="70" y="18"/>
                      <a:pt x="71" y="21"/>
                    </a:cubicBezTo>
                    <a:cubicBezTo>
                      <a:pt x="71" y="23"/>
                      <a:pt x="69" y="22"/>
                      <a:pt x="69" y="22"/>
                    </a:cubicBezTo>
                    <a:cubicBezTo>
                      <a:pt x="69" y="22"/>
                      <a:pt x="66" y="21"/>
                      <a:pt x="66" y="21"/>
                    </a:cubicBezTo>
                    <a:cubicBezTo>
                      <a:pt x="65" y="21"/>
                      <a:pt x="63" y="21"/>
                      <a:pt x="63" y="21"/>
                    </a:cubicBezTo>
                    <a:cubicBezTo>
                      <a:pt x="63" y="22"/>
                      <a:pt x="60" y="22"/>
                      <a:pt x="60" y="23"/>
                    </a:cubicBezTo>
                    <a:cubicBezTo>
                      <a:pt x="60" y="24"/>
                      <a:pt x="63" y="25"/>
                      <a:pt x="63" y="25"/>
                    </a:cubicBezTo>
                    <a:cubicBezTo>
                      <a:pt x="63" y="25"/>
                      <a:pt x="86" y="34"/>
                      <a:pt x="90" y="35"/>
                    </a:cubicBezTo>
                    <a:cubicBezTo>
                      <a:pt x="90" y="35"/>
                      <a:pt x="92" y="36"/>
                      <a:pt x="93" y="37"/>
                    </a:cubicBezTo>
                    <a:cubicBezTo>
                      <a:pt x="93" y="37"/>
                      <a:pt x="93" y="37"/>
                      <a:pt x="94" y="37"/>
                    </a:cubicBezTo>
                    <a:cubicBezTo>
                      <a:pt x="94" y="38"/>
                      <a:pt x="95" y="39"/>
                      <a:pt x="96" y="39"/>
                    </a:cubicBezTo>
                    <a:cubicBezTo>
                      <a:pt x="97" y="39"/>
                      <a:pt x="99" y="39"/>
                      <a:pt x="99" y="39"/>
                    </a:cubicBezTo>
                    <a:cubicBezTo>
                      <a:pt x="101" y="39"/>
                      <a:pt x="102" y="38"/>
                      <a:pt x="102" y="38"/>
                    </a:cubicBezTo>
                    <a:cubicBezTo>
                      <a:pt x="103" y="38"/>
                      <a:pt x="103" y="37"/>
                      <a:pt x="104" y="37"/>
                    </a:cubicBezTo>
                    <a:cubicBezTo>
                      <a:pt x="105" y="36"/>
                      <a:pt x="105" y="35"/>
                      <a:pt x="105" y="35"/>
                    </a:cubicBezTo>
                    <a:cubicBezTo>
                      <a:pt x="105" y="34"/>
                      <a:pt x="106" y="32"/>
                      <a:pt x="105" y="31"/>
                    </a:cubicBezTo>
                    <a:cubicBezTo>
                      <a:pt x="105" y="31"/>
                      <a:pt x="105" y="29"/>
                      <a:pt x="104" y="28"/>
                    </a:cubicBezTo>
                    <a:cubicBezTo>
                      <a:pt x="103" y="27"/>
                      <a:pt x="102" y="26"/>
                      <a:pt x="101" y="26"/>
                    </a:cubicBezTo>
                    <a:cubicBezTo>
                      <a:pt x="100" y="25"/>
                      <a:pt x="100" y="25"/>
                      <a:pt x="100" y="25"/>
                    </a:cubicBezTo>
                    <a:cubicBezTo>
                      <a:pt x="99" y="25"/>
                      <a:pt x="99" y="24"/>
                      <a:pt x="99" y="25"/>
                    </a:cubicBezTo>
                    <a:cubicBezTo>
                      <a:pt x="99" y="25"/>
                      <a:pt x="99" y="26"/>
                      <a:pt x="99" y="26"/>
                    </a:cubicBezTo>
                    <a:cubicBezTo>
                      <a:pt x="99" y="27"/>
                      <a:pt x="98" y="27"/>
                      <a:pt x="97" y="27"/>
                    </a:cubicBezTo>
                    <a:cubicBezTo>
                      <a:pt x="96" y="27"/>
                      <a:pt x="95" y="27"/>
                      <a:pt x="92" y="27"/>
                    </a:cubicBezTo>
                    <a:cubicBezTo>
                      <a:pt x="90" y="27"/>
                      <a:pt x="78" y="25"/>
                      <a:pt x="77" y="24"/>
                    </a:cubicBezTo>
                    <a:cubicBezTo>
                      <a:pt x="77" y="24"/>
                      <a:pt x="79" y="23"/>
                      <a:pt x="80" y="22"/>
                    </a:cubicBezTo>
                    <a:cubicBezTo>
                      <a:pt x="83" y="21"/>
                      <a:pt x="85" y="20"/>
                      <a:pt x="86" y="17"/>
                    </a:cubicBezTo>
                    <a:cubicBezTo>
                      <a:pt x="87" y="16"/>
                      <a:pt x="87" y="14"/>
                      <a:pt x="87" y="13"/>
                    </a:cubicBezTo>
                    <a:cubicBezTo>
                      <a:pt x="87" y="13"/>
                      <a:pt x="86" y="12"/>
                      <a:pt x="85" y="12"/>
                    </a:cubicBezTo>
                    <a:cubicBezTo>
                      <a:pt x="85" y="12"/>
                      <a:pt x="85" y="12"/>
                      <a:pt x="85" y="11"/>
                    </a:cubicBezTo>
                    <a:cubicBezTo>
                      <a:pt x="83" y="10"/>
                      <a:pt x="81" y="10"/>
                      <a:pt x="79" y="10"/>
                    </a:cubicBezTo>
                    <a:cubicBezTo>
                      <a:pt x="76" y="11"/>
                      <a:pt x="74" y="11"/>
                      <a:pt x="72" y="11"/>
                    </a:cubicBezTo>
                    <a:cubicBezTo>
                      <a:pt x="71" y="11"/>
                      <a:pt x="71" y="10"/>
                      <a:pt x="71" y="10"/>
                    </a:cubicBezTo>
                    <a:cubicBezTo>
                      <a:pt x="71" y="10"/>
                      <a:pt x="71" y="10"/>
                      <a:pt x="71" y="9"/>
                    </a:cubicBezTo>
                    <a:cubicBezTo>
                      <a:pt x="72" y="8"/>
                      <a:pt x="74" y="7"/>
                      <a:pt x="75" y="5"/>
                    </a:cubicBezTo>
                    <a:cubicBezTo>
                      <a:pt x="76" y="4"/>
                      <a:pt x="75" y="3"/>
                      <a:pt x="74" y="2"/>
                    </a:cubicBezTo>
                    <a:cubicBezTo>
                      <a:pt x="73" y="1"/>
                      <a:pt x="71" y="0"/>
                      <a:pt x="69" y="0"/>
                    </a:cubicBezTo>
                    <a:cubicBezTo>
                      <a:pt x="65" y="1"/>
                      <a:pt x="62" y="2"/>
                      <a:pt x="60" y="4"/>
                    </a:cubicBezTo>
                    <a:cubicBezTo>
                      <a:pt x="58" y="4"/>
                      <a:pt x="57" y="5"/>
                      <a:pt x="56" y="6"/>
                    </a:cubicBezTo>
                    <a:cubicBezTo>
                      <a:pt x="55" y="7"/>
                      <a:pt x="54" y="9"/>
                      <a:pt x="54" y="11"/>
                    </a:cubicBezTo>
                    <a:cubicBezTo>
                      <a:pt x="54" y="12"/>
                      <a:pt x="54" y="13"/>
                      <a:pt x="54" y="13"/>
                    </a:cubicBezTo>
                    <a:cubicBezTo>
                      <a:pt x="54" y="15"/>
                      <a:pt x="55" y="17"/>
                      <a:pt x="56" y="18"/>
                    </a:cubicBezTo>
                    <a:close/>
                    <a:moveTo>
                      <a:pt x="47" y="21"/>
                    </a:moveTo>
                    <a:cubicBezTo>
                      <a:pt x="48" y="23"/>
                      <a:pt x="50" y="25"/>
                      <a:pt x="52" y="26"/>
                    </a:cubicBezTo>
                    <a:cubicBezTo>
                      <a:pt x="54" y="27"/>
                      <a:pt x="56" y="28"/>
                      <a:pt x="58" y="29"/>
                    </a:cubicBezTo>
                    <a:cubicBezTo>
                      <a:pt x="63" y="30"/>
                      <a:pt x="69" y="35"/>
                      <a:pt x="71" y="36"/>
                    </a:cubicBezTo>
                    <a:cubicBezTo>
                      <a:pt x="76" y="40"/>
                      <a:pt x="81" y="46"/>
                      <a:pt x="83" y="49"/>
                    </a:cubicBezTo>
                    <a:cubicBezTo>
                      <a:pt x="84" y="50"/>
                      <a:pt x="84" y="52"/>
                      <a:pt x="83" y="53"/>
                    </a:cubicBezTo>
                    <a:cubicBezTo>
                      <a:pt x="82" y="55"/>
                      <a:pt x="78" y="55"/>
                      <a:pt x="76" y="54"/>
                    </a:cubicBezTo>
                    <a:cubicBezTo>
                      <a:pt x="75" y="54"/>
                      <a:pt x="72" y="53"/>
                      <a:pt x="69" y="52"/>
                    </a:cubicBezTo>
                    <a:cubicBezTo>
                      <a:pt x="66" y="50"/>
                      <a:pt x="61" y="48"/>
                      <a:pt x="61" y="48"/>
                    </a:cubicBezTo>
                    <a:cubicBezTo>
                      <a:pt x="61" y="48"/>
                      <a:pt x="61" y="48"/>
                      <a:pt x="61" y="48"/>
                    </a:cubicBezTo>
                    <a:cubicBezTo>
                      <a:pt x="61" y="48"/>
                      <a:pt x="61" y="48"/>
                      <a:pt x="61" y="48"/>
                    </a:cubicBezTo>
                    <a:cubicBezTo>
                      <a:pt x="60" y="48"/>
                      <a:pt x="60" y="48"/>
                      <a:pt x="60" y="48"/>
                    </a:cubicBezTo>
                    <a:cubicBezTo>
                      <a:pt x="60" y="48"/>
                      <a:pt x="60" y="49"/>
                      <a:pt x="61" y="50"/>
                    </a:cubicBezTo>
                    <a:cubicBezTo>
                      <a:pt x="61" y="50"/>
                      <a:pt x="63" y="53"/>
                      <a:pt x="63" y="53"/>
                    </a:cubicBezTo>
                    <a:cubicBezTo>
                      <a:pt x="65" y="55"/>
                      <a:pt x="68" y="59"/>
                      <a:pt x="74" y="61"/>
                    </a:cubicBezTo>
                    <a:cubicBezTo>
                      <a:pt x="77" y="62"/>
                      <a:pt x="80" y="63"/>
                      <a:pt x="83" y="61"/>
                    </a:cubicBezTo>
                    <a:cubicBezTo>
                      <a:pt x="84" y="61"/>
                      <a:pt x="85" y="60"/>
                      <a:pt x="86" y="58"/>
                    </a:cubicBezTo>
                    <a:cubicBezTo>
                      <a:pt x="88" y="56"/>
                      <a:pt x="87" y="53"/>
                      <a:pt x="87" y="51"/>
                    </a:cubicBezTo>
                    <a:cubicBezTo>
                      <a:pt x="86" y="47"/>
                      <a:pt x="83" y="42"/>
                      <a:pt x="80" y="39"/>
                    </a:cubicBezTo>
                    <a:cubicBezTo>
                      <a:pt x="76" y="36"/>
                      <a:pt x="76" y="34"/>
                      <a:pt x="70" y="30"/>
                    </a:cubicBezTo>
                    <a:cubicBezTo>
                      <a:pt x="64" y="26"/>
                      <a:pt x="57" y="22"/>
                      <a:pt x="54" y="21"/>
                    </a:cubicBezTo>
                    <a:cubicBezTo>
                      <a:pt x="52" y="20"/>
                      <a:pt x="44" y="16"/>
                      <a:pt x="43" y="16"/>
                    </a:cubicBezTo>
                    <a:cubicBezTo>
                      <a:pt x="43" y="16"/>
                      <a:pt x="43" y="16"/>
                      <a:pt x="43" y="17"/>
                    </a:cubicBezTo>
                    <a:cubicBezTo>
                      <a:pt x="43" y="17"/>
                      <a:pt x="46" y="20"/>
                      <a:pt x="47" y="21"/>
                    </a:cubicBezTo>
                    <a:close/>
                    <a:moveTo>
                      <a:pt x="21" y="20"/>
                    </a:moveTo>
                    <a:cubicBezTo>
                      <a:pt x="22" y="21"/>
                      <a:pt x="23" y="22"/>
                      <a:pt x="24" y="21"/>
                    </a:cubicBezTo>
                    <a:cubicBezTo>
                      <a:pt x="26" y="20"/>
                      <a:pt x="27" y="19"/>
                      <a:pt x="28" y="19"/>
                    </a:cubicBezTo>
                    <a:cubicBezTo>
                      <a:pt x="31" y="17"/>
                      <a:pt x="35" y="16"/>
                      <a:pt x="38" y="14"/>
                    </a:cubicBezTo>
                    <a:cubicBezTo>
                      <a:pt x="39" y="14"/>
                      <a:pt x="39" y="13"/>
                      <a:pt x="39" y="12"/>
                    </a:cubicBezTo>
                    <a:cubicBezTo>
                      <a:pt x="39" y="12"/>
                      <a:pt x="39" y="12"/>
                      <a:pt x="39" y="12"/>
                    </a:cubicBezTo>
                    <a:cubicBezTo>
                      <a:pt x="38" y="10"/>
                      <a:pt x="38" y="9"/>
                      <a:pt x="37" y="8"/>
                    </a:cubicBezTo>
                    <a:cubicBezTo>
                      <a:pt x="37" y="8"/>
                      <a:pt x="36" y="7"/>
                      <a:pt x="36" y="7"/>
                    </a:cubicBezTo>
                    <a:cubicBezTo>
                      <a:pt x="34" y="7"/>
                      <a:pt x="33" y="7"/>
                      <a:pt x="31" y="7"/>
                    </a:cubicBezTo>
                    <a:cubicBezTo>
                      <a:pt x="28" y="8"/>
                      <a:pt x="25" y="9"/>
                      <a:pt x="22" y="10"/>
                    </a:cubicBezTo>
                    <a:cubicBezTo>
                      <a:pt x="19" y="12"/>
                      <a:pt x="19" y="14"/>
                      <a:pt x="20" y="17"/>
                    </a:cubicBezTo>
                    <a:cubicBezTo>
                      <a:pt x="20" y="18"/>
                      <a:pt x="21" y="19"/>
                      <a:pt x="21" y="2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4" name="Freeform 59"/>
              <p:cNvSpPr>
                <a:spLocks/>
              </p:cNvSpPr>
              <p:nvPr/>
            </p:nvSpPr>
            <p:spPr bwMode="auto">
              <a:xfrm>
                <a:off x="-1828800" y="50800"/>
                <a:ext cx="155575" cy="136525"/>
              </a:xfrm>
              <a:custGeom>
                <a:avLst/>
                <a:gdLst>
                  <a:gd name="T0" fmla="*/ 13 w 100"/>
                  <a:gd name="T1" fmla="*/ 4 h 88"/>
                  <a:gd name="T2" fmla="*/ 20 w 100"/>
                  <a:gd name="T3" fmla="*/ 8 h 88"/>
                  <a:gd name="T4" fmla="*/ 23 w 100"/>
                  <a:gd name="T5" fmla="*/ 3 h 88"/>
                  <a:gd name="T6" fmla="*/ 28 w 100"/>
                  <a:gd name="T7" fmla="*/ 3 h 88"/>
                  <a:gd name="T8" fmla="*/ 31 w 100"/>
                  <a:gd name="T9" fmla="*/ 12 h 88"/>
                  <a:gd name="T10" fmla="*/ 28 w 100"/>
                  <a:gd name="T11" fmla="*/ 20 h 88"/>
                  <a:gd name="T12" fmla="*/ 35 w 100"/>
                  <a:gd name="T13" fmla="*/ 32 h 88"/>
                  <a:gd name="T14" fmla="*/ 38 w 100"/>
                  <a:gd name="T15" fmla="*/ 24 h 88"/>
                  <a:gd name="T16" fmla="*/ 60 w 100"/>
                  <a:gd name="T17" fmla="*/ 1 h 88"/>
                  <a:gd name="T18" fmla="*/ 73 w 100"/>
                  <a:gd name="T19" fmla="*/ 7 h 88"/>
                  <a:gd name="T20" fmla="*/ 84 w 100"/>
                  <a:gd name="T21" fmla="*/ 19 h 88"/>
                  <a:gd name="T22" fmla="*/ 96 w 100"/>
                  <a:gd name="T23" fmla="*/ 36 h 88"/>
                  <a:gd name="T24" fmla="*/ 95 w 100"/>
                  <a:gd name="T25" fmla="*/ 50 h 88"/>
                  <a:gd name="T26" fmla="*/ 88 w 100"/>
                  <a:gd name="T27" fmla="*/ 51 h 88"/>
                  <a:gd name="T28" fmla="*/ 86 w 100"/>
                  <a:gd name="T29" fmla="*/ 50 h 88"/>
                  <a:gd name="T30" fmla="*/ 82 w 100"/>
                  <a:gd name="T31" fmla="*/ 51 h 88"/>
                  <a:gd name="T32" fmla="*/ 86 w 100"/>
                  <a:gd name="T33" fmla="*/ 55 h 88"/>
                  <a:gd name="T34" fmla="*/ 98 w 100"/>
                  <a:gd name="T35" fmla="*/ 65 h 88"/>
                  <a:gd name="T36" fmla="*/ 99 w 100"/>
                  <a:gd name="T37" fmla="*/ 68 h 88"/>
                  <a:gd name="T38" fmla="*/ 96 w 100"/>
                  <a:gd name="T39" fmla="*/ 66 h 88"/>
                  <a:gd name="T40" fmla="*/ 76 w 100"/>
                  <a:gd name="T41" fmla="*/ 54 h 88"/>
                  <a:gd name="T42" fmla="*/ 73 w 100"/>
                  <a:gd name="T43" fmla="*/ 61 h 88"/>
                  <a:gd name="T44" fmla="*/ 69 w 100"/>
                  <a:gd name="T45" fmla="*/ 65 h 88"/>
                  <a:gd name="T46" fmla="*/ 66 w 100"/>
                  <a:gd name="T47" fmla="*/ 63 h 88"/>
                  <a:gd name="T48" fmla="*/ 63 w 100"/>
                  <a:gd name="T49" fmla="*/ 54 h 88"/>
                  <a:gd name="T50" fmla="*/ 58 w 100"/>
                  <a:gd name="T51" fmla="*/ 58 h 88"/>
                  <a:gd name="T52" fmla="*/ 52 w 100"/>
                  <a:gd name="T53" fmla="*/ 47 h 88"/>
                  <a:gd name="T54" fmla="*/ 47 w 100"/>
                  <a:gd name="T55" fmla="*/ 46 h 88"/>
                  <a:gd name="T56" fmla="*/ 43 w 100"/>
                  <a:gd name="T57" fmla="*/ 41 h 88"/>
                  <a:gd name="T58" fmla="*/ 43 w 100"/>
                  <a:gd name="T59" fmla="*/ 41 h 88"/>
                  <a:gd name="T60" fmla="*/ 46 w 100"/>
                  <a:gd name="T61" fmla="*/ 38 h 88"/>
                  <a:gd name="T62" fmla="*/ 49 w 100"/>
                  <a:gd name="T63" fmla="*/ 38 h 88"/>
                  <a:gd name="T64" fmla="*/ 46 w 100"/>
                  <a:gd name="T65" fmla="*/ 30 h 88"/>
                  <a:gd name="T66" fmla="*/ 45 w 100"/>
                  <a:gd name="T67" fmla="*/ 26 h 88"/>
                  <a:gd name="T68" fmla="*/ 56 w 100"/>
                  <a:gd name="T69" fmla="*/ 31 h 88"/>
                  <a:gd name="T70" fmla="*/ 63 w 100"/>
                  <a:gd name="T71" fmla="*/ 32 h 88"/>
                  <a:gd name="T72" fmla="*/ 66 w 100"/>
                  <a:gd name="T73" fmla="*/ 46 h 88"/>
                  <a:gd name="T74" fmla="*/ 67 w 100"/>
                  <a:gd name="T75" fmla="*/ 46 h 88"/>
                  <a:gd name="T76" fmla="*/ 69 w 100"/>
                  <a:gd name="T77" fmla="*/ 41 h 88"/>
                  <a:gd name="T78" fmla="*/ 75 w 100"/>
                  <a:gd name="T79" fmla="*/ 43 h 88"/>
                  <a:gd name="T80" fmla="*/ 79 w 100"/>
                  <a:gd name="T81" fmla="*/ 50 h 88"/>
                  <a:gd name="T82" fmla="*/ 89 w 100"/>
                  <a:gd name="T83" fmla="*/ 43 h 88"/>
                  <a:gd name="T84" fmla="*/ 85 w 100"/>
                  <a:gd name="T85" fmla="*/ 31 h 88"/>
                  <a:gd name="T86" fmla="*/ 72 w 100"/>
                  <a:gd name="T87" fmla="*/ 16 h 88"/>
                  <a:gd name="T88" fmla="*/ 52 w 100"/>
                  <a:gd name="T89" fmla="*/ 10 h 88"/>
                  <a:gd name="T90" fmla="*/ 42 w 100"/>
                  <a:gd name="T91" fmla="*/ 35 h 88"/>
                  <a:gd name="T92" fmla="*/ 43 w 100"/>
                  <a:gd name="T93" fmla="*/ 41 h 88"/>
                  <a:gd name="T94" fmla="*/ 43 w 100"/>
                  <a:gd name="T95" fmla="*/ 41 h 88"/>
                  <a:gd name="T96" fmla="*/ 45 w 100"/>
                  <a:gd name="T97" fmla="*/ 54 h 88"/>
                  <a:gd name="T98" fmla="*/ 44 w 100"/>
                  <a:gd name="T99" fmla="*/ 60 h 88"/>
                  <a:gd name="T100" fmla="*/ 51 w 100"/>
                  <a:gd name="T101" fmla="*/ 68 h 88"/>
                  <a:gd name="T102" fmla="*/ 67 w 100"/>
                  <a:gd name="T103" fmla="*/ 76 h 88"/>
                  <a:gd name="T104" fmla="*/ 74 w 100"/>
                  <a:gd name="T105" fmla="*/ 84 h 88"/>
                  <a:gd name="T106" fmla="*/ 71 w 100"/>
                  <a:gd name="T107" fmla="*/ 87 h 88"/>
                  <a:gd name="T108" fmla="*/ 64 w 100"/>
                  <a:gd name="T109" fmla="*/ 88 h 88"/>
                  <a:gd name="T110" fmla="*/ 42 w 100"/>
                  <a:gd name="T111" fmla="*/ 75 h 88"/>
                  <a:gd name="T112" fmla="*/ 33 w 100"/>
                  <a:gd name="T113" fmla="*/ 60 h 88"/>
                  <a:gd name="T114" fmla="*/ 34 w 100"/>
                  <a:gd name="T115" fmla="*/ 57 h 88"/>
                  <a:gd name="T116" fmla="*/ 27 w 100"/>
                  <a:gd name="T117" fmla="*/ 40 h 88"/>
                  <a:gd name="T118" fmla="*/ 16 w 100"/>
                  <a:gd name="T119" fmla="*/ 39 h 88"/>
                  <a:gd name="T120" fmla="*/ 16 w 100"/>
                  <a:gd name="T121" fmla="*/ 29 h 88"/>
                  <a:gd name="T122" fmla="*/ 15 w 100"/>
                  <a:gd name="T123" fmla="*/ 24 h 88"/>
                  <a:gd name="T124" fmla="*/ 4 w 100"/>
                  <a:gd name="T125" fmla="*/ 15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00" h="88">
                    <a:moveTo>
                      <a:pt x="2" y="9"/>
                    </a:moveTo>
                    <a:cubicBezTo>
                      <a:pt x="5" y="5"/>
                      <a:pt x="9" y="4"/>
                      <a:pt x="13" y="4"/>
                    </a:cubicBezTo>
                    <a:cubicBezTo>
                      <a:pt x="15" y="4"/>
                      <a:pt x="16" y="5"/>
                      <a:pt x="18" y="6"/>
                    </a:cubicBezTo>
                    <a:cubicBezTo>
                      <a:pt x="19" y="7"/>
                      <a:pt x="19" y="9"/>
                      <a:pt x="20" y="8"/>
                    </a:cubicBezTo>
                    <a:cubicBezTo>
                      <a:pt x="21" y="8"/>
                      <a:pt x="21" y="7"/>
                      <a:pt x="21" y="6"/>
                    </a:cubicBezTo>
                    <a:cubicBezTo>
                      <a:pt x="22" y="5"/>
                      <a:pt x="22" y="4"/>
                      <a:pt x="23" y="3"/>
                    </a:cubicBezTo>
                    <a:cubicBezTo>
                      <a:pt x="24" y="3"/>
                      <a:pt x="24" y="3"/>
                      <a:pt x="25" y="3"/>
                    </a:cubicBezTo>
                    <a:cubicBezTo>
                      <a:pt x="26" y="3"/>
                      <a:pt x="27" y="3"/>
                      <a:pt x="28" y="3"/>
                    </a:cubicBezTo>
                    <a:cubicBezTo>
                      <a:pt x="29" y="4"/>
                      <a:pt x="30" y="5"/>
                      <a:pt x="31" y="6"/>
                    </a:cubicBezTo>
                    <a:cubicBezTo>
                      <a:pt x="32" y="8"/>
                      <a:pt x="31" y="10"/>
                      <a:pt x="31" y="12"/>
                    </a:cubicBezTo>
                    <a:cubicBezTo>
                      <a:pt x="30" y="13"/>
                      <a:pt x="29" y="14"/>
                      <a:pt x="29" y="15"/>
                    </a:cubicBezTo>
                    <a:cubicBezTo>
                      <a:pt x="29" y="17"/>
                      <a:pt x="28" y="18"/>
                      <a:pt x="28" y="20"/>
                    </a:cubicBezTo>
                    <a:cubicBezTo>
                      <a:pt x="29" y="23"/>
                      <a:pt x="30" y="27"/>
                      <a:pt x="33" y="29"/>
                    </a:cubicBezTo>
                    <a:cubicBezTo>
                      <a:pt x="33" y="30"/>
                      <a:pt x="34" y="31"/>
                      <a:pt x="35" y="32"/>
                    </a:cubicBezTo>
                    <a:cubicBezTo>
                      <a:pt x="35" y="32"/>
                      <a:pt x="36" y="32"/>
                      <a:pt x="36" y="31"/>
                    </a:cubicBezTo>
                    <a:cubicBezTo>
                      <a:pt x="37" y="29"/>
                      <a:pt x="37" y="26"/>
                      <a:pt x="38" y="24"/>
                    </a:cubicBezTo>
                    <a:cubicBezTo>
                      <a:pt x="40" y="16"/>
                      <a:pt x="43" y="9"/>
                      <a:pt x="49" y="4"/>
                    </a:cubicBezTo>
                    <a:cubicBezTo>
                      <a:pt x="52" y="1"/>
                      <a:pt x="56" y="0"/>
                      <a:pt x="60" y="1"/>
                    </a:cubicBezTo>
                    <a:cubicBezTo>
                      <a:pt x="64" y="1"/>
                      <a:pt x="67" y="3"/>
                      <a:pt x="70" y="5"/>
                    </a:cubicBezTo>
                    <a:cubicBezTo>
                      <a:pt x="71" y="6"/>
                      <a:pt x="72" y="7"/>
                      <a:pt x="73" y="7"/>
                    </a:cubicBezTo>
                    <a:cubicBezTo>
                      <a:pt x="75" y="9"/>
                      <a:pt x="77" y="11"/>
                      <a:pt x="79" y="13"/>
                    </a:cubicBezTo>
                    <a:cubicBezTo>
                      <a:pt x="81" y="15"/>
                      <a:pt x="83" y="17"/>
                      <a:pt x="84" y="19"/>
                    </a:cubicBezTo>
                    <a:cubicBezTo>
                      <a:pt x="87" y="22"/>
                      <a:pt x="90" y="26"/>
                      <a:pt x="92" y="29"/>
                    </a:cubicBezTo>
                    <a:cubicBezTo>
                      <a:pt x="93" y="32"/>
                      <a:pt x="95" y="34"/>
                      <a:pt x="96" y="36"/>
                    </a:cubicBezTo>
                    <a:cubicBezTo>
                      <a:pt x="96" y="38"/>
                      <a:pt x="97" y="41"/>
                      <a:pt x="97" y="43"/>
                    </a:cubicBezTo>
                    <a:cubicBezTo>
                      <a:pt x="97" y="46"/>
                      <a:pt x="97" y="48"/>
                      <a:pt x="95" y="50"/>
                    </a:cubicBezTo>
                    <a:cubicBezTo>
                      <a:pt x="93" y="51"/>
                      <a:pt x="91" y="52"/>
                      <a:pt x="88" y="52"/>
                    </a:cubicBezTo>
                    <a:cubicBezTo>
                      <a:pt x="88" y="52"/>
                      <a:pt x="87" y="52"/>
                      <a:pt x="88" y="51"/>
                    </a:cubicBezTo>
                    <a:cubicBezTo>
                      <a:pt x="88" y="51"/>
                      <a:pt x="86" y="51"/>
                      <a:pt x="86" y="50"/>
                    </a:cubicBezTo>
                    <a:cubicBezTo>
                      <a:pt x="86" y="50"/>
                      <a:pt x="86" y="50"/>
                      <a:pt x="86" y="50"/>
                    </a:cubicBezTo>
                    <a:cubicBezTo>
                      <a:pt x="85" y="49"/>
                      <a:pt x="86" y="49"/>
                      <a:pt x="85" y="50"/>
                    </a:cubicBezTo>
                    <a:cubicBezTo>
                      <a:pt x="84" y="50"/>
                      <a:pt x="84" y="50"/>
                      <a:pt x="82" y="51"/>
                    </a:cubicBezTo>
                    <a:cubicBezTo>
                      <a:pt x="82" y="51"/>
                      <a:pt x="81" y="51"/>
                      <a:pt x="82" y="52"/>
                    </a:cubicBezTo>
                    <a:cubicBezTo>
                      <a:pt x="83" y="53"/>
                      <a:pt x="84" y="54"/>
                      <a:pt x="86" y="55"/>
                    </a:cubicBezTo>
                    <a:cubicBezTo>
                      <a:pt x="86" y="56"/>
                      <a:pt x="87" y="56"/>
                      <a:pt x="87" y="57"/>
                    </a:cubicBezTo>
                    <a:cubicBezTo>
                      <a:pt x="89" y="58"/>
                      <a:pt x="96" y="63"/>
                      <a:pt x="98" y="65"/>
                    </a:cubicBezTo>
                    <a:cubicBezTo>
                      <a:pt x="99" y="65"/>
                      <a:pt x="99" y="66"/>
                      <a:pt x="100" y="67"/>
                    </a:cubicBezTo>
                    <a:cubicBezTo>
                      <a:pt x="100" y="67"/>
                      <a:pt x="100" y="68"/>
                      <a:pt x="99" y="68"/>
                    </a:cubicBezTo>
                    <a:cubicBezTo>
                      <a:pt x="99" y="68"/>
                      <a:pt x="99" y="68"/>
                      <a:pt x="98" y="68"/>
                    </a:cubicBezTo>
                    <a:cubicBezTo>
                      <a:pt x="97" y="68"/>
                      <a:pt x="96" y="67"/>
                      <a:pt x="96" y="66"/>
                    </a:cubicBezTo>
                    <a:cubicBezTo>
                      <a:pt x="91" y="64"/>
                      <a:pt x="87" y="61"/>
                      <a:pt x="82" y="58"/>
                    </a:cubicBezTo>
                    <a:cubicBezTo>
                      <a:pt x="80" y="57"/>
                      <a:pt x="78" y="56"/>
                      <a:pt x="76" y="54"/>
                    </a:cubicBezTo>
                    <a:cubicBezTo>
                      <a:pt x="75" y="53"/>
                      <a:pt x="75" y="53"/>
                      <a:pt x="74" y="55"/>
                    </a:cubicBezTo>
                    <a:cubicBezTo>
                      <a:pt x="73" y="57"/>
                      <a:pt x="73" y="58"/>
                      <a:pt x="73" y="61"/>
                    </a:cubicBezTo>
                    <a:cubicBezTo>
                      <a:pt x="72" y="62"/>
                      <a:pt x="72" y="63"/>
                      <a:pt x="71" y="64"/>
                    </a:cubicBezTo>
                    <a:cubicBezTo>
                      <a:pt x="71" y="64"/>
                      <a:pt x="70" y="64"/>
                      <a:pt x="69" y="65"/>
                    </a:cubicBezTo>
                    <a:cubicBezTo>
                      <a:pt x="69" y="65"/>
                      <a:pt x="68" y="65"/>
                      <a:pt x="67" y="64"/>
                    </a:cubicBezTo>
                    <a:cubicBezTo>
                      <a:pt x="67" y="64"/>
                      <a:pt x="66" y="64"/>
                      <a:pt x="66" y="63"/>
                    </a:cubicBezTo>
                    <a:cubicBezTo>
                      <a:pt x="65" y="61"/>
                      <a:pt x="64" y="58"/>
                      <a:pt x="63" y="56"/>
                    </a:cubicBezTo>
                    <a:cubicBezTo>
                      <a:pt x="63" y="55"/>
                      <a:pt x="63" y="55"/>
                      <a:pt x="63" y="54"/>
                    </a:cubicBezTo>
                    <a:cubicBezTo>
                      <a:pt x="62" y="55"/>
                      <a:pt x="62" y="55"/>
                      <a:pt x="62" y="55"/>
                    </a:cubicBezTo>
                    <a:cubicBezTo>
                      <a:pt x="61" y="57"/>
                      <a:pt x="60" y="57"/>
                      <a:pt x="58" y="58"/>
                    </a:cubicBezTo>
                    <a:cubicBezTo>
                      <a:pt x="57" y="58"/>
                      <a:pt x="56" y="57"/>
                      <a:pt x="56" y="56"/>
                    </a:cubicBezTo>
                    <a:cubicBezTo>
                      <a:pt x="54" y="53"/>
                      <a:pt x="53" y="50"/>
                      <a:pt x="52" y="47"/>
                    </a:cubicBezTo>
                    <a:cubicBezTo>
                      <a:pt x="52" y="46"/>
                      <a:pt x="51" y="46"/>
                      <a:pt x="50" y="46"/>
                    </a:cubicBezTo>
                    <a:cubicBezTo>
                      <a:pt x="49" y="46"/>
                      <a:pt x="48" y="46"/>
                      <a:pt x="47" y="46"/>
                    </a:cubicBezTo>
                    <a:cubicBezTo>
                      <a:pt x="46" y="46"/>
                      <a:pt x="45" y="45"/>
                      <a:pt x="45" y="44"/>
                    </a:cubicBezTo>
                    <a:cubicBezTo>
                      <a:pt x="44" y="43"/>
                      <a:pt x="44" y="42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0"/>
                      <a:pt x="44" y="40"/>
                      <a:pt x="44" y="39"/>
                    </a:cubicBezTo>
                    <a:cubicBezTo>
                      <a:pt x="44" y="38"/>
                      <a:pt x="45" y="38"/>
                      <a:pt x="46" y="38"/>
                    </a:cubicBezTo>
                    <a:cubicBezTo>
                      <a:pt x="46" y="38"/>
                      <a:pt x="46" y="38"/>
                      <a:pt x="46" y="38"/>
                    </a:cubicBezTo>
                    <a:cubicBezTo>
                      <a:pt x="47" y="38"/>
                      <a:pt x="48" y="38"/>
                      <a:pt x="49" y="38"/>
                    </a:cubicBezTo>
                    <a:cubicBezTo>
                      <a:pt x="49" y="38"/>
                      <a:pt x="49" y="37"/>
                      <a:pt x="49" y="36"/>
                    </a:cubicBezTo>
                    <a:cubicBezTo>
                      <a:pt x="48" y="34"/>
                      <a:pt x="47" y="32"/>
                      <a:pt x="46" y="30"/>
                    </a:cubicBezTo>
                    <a:cubicBezTo>
                      <a:pt x="45" y="29"/>
                      <a:pt x="45" y="28"/>
                      <a:pt x="45" y="27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7" y="24"/>
                      <a:pt x="51" y="24"/>
                      <a:pt x="53" y="25"/>
                    </a:cubicBezTo>
                    <a:cubicBezTo>
                      <a:pt x="54" y="27"/>
                      <a:pt x="55" y="29"/>
                      <a:pt x="56" y="31"/>
                    </a:cubicBezTo>
                    <a:cubicBezTo>
                      <a:pt x="56" y="31"/>
                      <a:pt x="57" y="32"/>
                      <a:pt x="57" y="32"/>
                    </a:cubicBezTo>
                    <a:cubicBezTo>
                      <a:pt x="59" y="30"/>
                      <a:pt x="61" y="31"/>
                      <a:pt x="63" y="32"/>
                    </a:cubicBezTo>
                    <a:cubicBezTo>
                      <a:pt x="64" y="33"/>
                      <a:pt x="64" y="34"/>
                      <a:pt x="64" y="36"/>
                    </a:cubicBezTo>
                    <a:cubicBezTo>
                      <a:pt x="64" y="39"/>
                      <a:pt x="65" y="43"/>
                      <a:pt x="66" y="46"/>
                    </a:cubicBezTo>
                    <a:cubicBezTo>
                      <a:pt x="66" y="46"/>
                      <a:pt x="66" y="47"/>
                      <a:pt x="67" y="47"/>
                    </a:cubicBezTo>
                    <a:cubicBezTo>
                      <a:pt x="67" y="46"/>
                      <a:pt x="67" y="46"/>
                      <a:pt x="67" y="46"/>
                    </a:cubicBezTo>
                    <a:cubicBezTo>
                      <a:pt x="67" y="45"/>
                      <a:pt x="66" y="44"/>
                      <a:pt x="66" y="44"/>
                    </a:cubicBezTo>
                    <a:cubicBezTo>
                      <a:pt x="66" y="42"/>
                      <a:pt x="68" y="40"/>
                      <a:pt x="69" y="41"/>
                    </a:cubicBezTo>
                    <a:cubicBezTo>
                      <a:pt x="70" y="41"/>
                      <a:pt x="72" y="41"/>
                      <a:pt x="73" y="41"/>
                    </a:cubicBezTo>
                    <a:cubicBezTo>
                      <a:pt x="74" y="41"/>
                      <a:pt x="74" y="42"/>
                      <a:pt x="75" y="43"/>
                    </a:cubicBezTo>
                    <a:cubicBezTo>
                      <a:pt x="75" y="44"/>
                      <a:pt x="76" y="45"/>
                      <a:pt x="76" y="46"/>
                    </a:cubicBezTo>
                    <a:cubicBezTo>
                      <a:pt x="77" y="47"/>
                      <a:pt x="78" y="49"/>
                      <a:pt x="79" y="50"/>
                    </a:cubicBezTo>
                    <a:cubicBezTo>
                      <a:pt x="80" y="50"/>
                      <a:pt x="80" y="51"/>
                      <a:pt x="81" y="50"/>
                    </a:cubicBezTo>
                    <a:cubicBezTo>
                      <a:pt x="84" y="48"/>
                      <a:pt x="87" y="46"/>
                      <a:pt x="89" y="43"/>
                    </a:cubicBezTo>
                    <a:cubicBezTo>
                      <a:pt x="89" y="42"/>
                      <a:pt x="89" y="41"/>
                      <a:pt x="89" y="40"/>
                    </a:cubicBezTo>
                    <a:cubicBezTo>
                      <a:pt x="88" y="37"/>
                      <a:pt x="87" y="34"/>
                      <a:pt x="85" y="31"/>
                    </a:cubicBezTo>
                    <a:cubicBezTo>
                      <a:pt x="82" y="27"/>
                      <a:pt x="79" y="23"/>
                      <a:pt x="75" y="19"/>
                    </a:cubicBezTo>
                    <a:cubicBezTo>
                      <a:pt x="74" y="18"/>
                      <a:pt x="73" y="17"/>
                      <a:pt x="72" y="16"/>
                    </a:cubicBezTo>
                    <a:cubicBezTo>
                      <a:pt x="70" y="14"/>
                      <a:pt x="68" y="12"/>
                      <a:pt x="65" y="10"/>
                    </a:cubicBezTo>
                    <a:cubicBezTo>
                      <a:pt x="61" y="7"/>
                      <a:pt x="57" y="7"/>
                      <a:pt x="52" y="10"/>
                    </a:cubicBezTo>
                    <a:cubicBezTo>
                      <a:pt x="47" y="14"/>
                      <a:pt x="45" y="20"/>
                      <a:pt x="44" y="27"/>
                    </a:cubicBezTo>
                    <a:cubicBezTo>
                      <a:pt x="43" y="29"/>
                      <a:pt x="43" y="32"/>
                      <a:pt x="42" y="35"/>
                    </a:cubicBezTo>
                    <a:cubicBezTo>
                      <a:pt x="42" y="36"/>
                      <a:pt x="42" y="37"/>
                      <a:pt x="43" y="38"/>
                    </a:cubicBezTo>
                    <a:cubicBezTo>
                      <a:pt x="43" y="39"/>
                      <a:pt x="43" y="40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1"/>
                      <a:pt x="43" y="41"/>
                      <a:pt x="43" y="41"/>
                    </a:cubicBezTo>
                    <a:cubicBezTo>
                      <a:pt x="43" y="43"/>
                      <a:pt x="43" y="44"/>
                      <a:pt x="44" y="46"/>
                    </a:cubicBezTo>
                    <a:cubicBezTo>
                      <a:pt x="44" y="49"/>
                      <a:pt x="45" y="51"/>
                      <a:pt x="45" y="54"/>
                    </a:cubicBezTo>
                    <a:cubicBezTo>
                      <a:pt x="45" y="55"/>
                      <a:pt x="45" y="57"/>
                      <a:pt x="45" y="59"/>
                    </a:cubicBezTo>
                    <a:cubicBezTo>
                      <a:pt x="45" y="59"/>
                      <a:pt x="44" y="60"/>
                      <a:pt x="44" y="60"/>
                    </a:cubicBezTo>
                    <a:cubicBezTo>
                      <a:pt x="43" y="62"/>
                      <a:pt x="42" y="63"/>
                      <a:pt x="44" y="64"/>
                    </a:cubicBezTo>
                    <a:cubicBezTo>
                      <a:pt x="46" y="66"/>
                      <a:pt x="48" y="67"/>
                      <a:pt x="51" y="68"/>
                    </a:cubicBezTo>
                    <a:cubicBezTo>
                      <a:pt x="54" y="70"/>
                      <a:pt x="58" y="72"/>
                      <a:pt x="62" y="74"/>
                    </a:cubicBezTo>
                    <a:cubicBezTo>
                      <a:pt x="63" y="75"/>
                      <a:pt x="65" y="75"/>
                      <a:pt x="67" y="76"/>
                    </a:cubicBezTo>
                    <a:cubicBezTo>
                      <a:pt x="70" y="77"/>
                      <a:pt x="72" y="79"/>
                      <a:pt x="74" y="81"/>
                    </a:cubicBezTo>
                    <a:cubicBezTo>
                      <a:pt x="75" y="82"/>
                      <a:pt x="75" y="83"/>
                      <a:pt x="74" y="84"/>
                    </a:cubicBezTo>
                    <a:cubicBezTo>
                      <a:pt x="74" y="85"/>
                      <a:pt x="73" y="86"/>
                      <a:pt x="72" y="87"/>
                    </a:cubicBezTo>
                    <a:cubicBezTo>
                      <a:pt x="72" y="87"/>
                      <a:pt x="71" y="87"/>
                      <a:pt x="71" y="87"/>
                    </a:cubicBezTo>
                    <a:cubicBezTo>
                      <a:pt x="69" y="88"/>
                      <a:pt x="67" y="88"/>
                      <a:pt x="65" y="88"/>
                    </a:cubicBezTo>
                    <a:cubicBezTo>
                      <a:pt x="65" y="88"/>
                      <a:pt x="64" y="88"/>
                      <a:pt x="64" y="88"/>
                    </a:cubicBezTo>
                    <a:cubicBezTo>
                      <a:pt x="60" y="86"/>
                      <a:pt x="56" y="84"/>
                      <a:pt x="53" y="82"/>
                    </a:cubicBezTo>
                    <a:cubicBezTo>
                      <a:pt x="49" y="80"/>
                      <a:pt x="45" y="78"/>
                      <a:pt x="42" y="75"/>
                    </a:cubicBezTo>
                    <a:cubicBezTo>
                      <a:pt x="39" y="74"/>
                      <a:pt x="37" y="72"/>
                      <a:pt x="36" y="70"/>
                    </a:cubicBezTo>
                    <a:cubicBezTo>
                      <a:pt x="34" y="67"/>
                      <a:pt x="33" y="64"/>
                      <a:pt x="33" y="60"/>
                    </a:cubicBezTo>
                    <a:cubicBezTo>
                      <a:pt x="33" y="59"/>
                      <a:pt x="33" y="59"/>
                      <a:pt x="34" y="58"/>
                    </a:cubicBezTo>
                    <a:cubicBezTo>
                      <a:pt x="34" y="58"/>
                      <a:pt x="34" y="57"/>
                      <a:pt x="34" y="57"/>
                    </a:cubicBezTo>
                    <a:cubicBezTo>
                      <a:pt x="33" y="54"/>
                      <a:pt x="33" y="51"/>
                      <a:pt x="32" y="48"/>
                    </a:cubicBezTo>
                    <a:cubicBezTo>
                      <a:pt x="30" y="45"/>
                      <a:pt x="28" y="43"/>
                      <a:pt x="27" y="40"/>
                    </a:cubicBezTo>
                    <a:cubicBezTo>
                      <a:pt x="26" y="39"/>
                      <a:pt x="26" y="39"/>
                      <a:pt x="25" y="40"/>
                    </a:cubicBezTo>
                    <a:cubicBezTo>
                      <a:pt x="23" y="41"/>
                      <a:pt x="18" y="41"/>
                      <a:pt x="16" y="39"/>
                    </a:cubicBezTo>
                    <a:cubicBezTo>
                      <a:pt x="15" y="37"/>
                      <a:pt x="15" y="35"/>
                      <a:pt x="16" y="34"/>
                    </a:cubicBezTo>
                    <a:cubicBezTo>
                      <a:pt x="16" y="32"/>
                      <a:pt x="16" y="30"/>
                      <a:pt x="16" y="29"/>
                    </a:cubicBezTo>
                    <a:cubicBezTo>
                      <a:pt x="16" y="28"/>
                      <a:pt x="16" y="27"/>
                      <a:pt x="16" y="27"/>
                    </a:cubicBezTo>
                    <a:cubicBezTo>
                      <a:pt x="16" y="25"/>
                      <a:pt x="15" y="25"/>
                      <a:pt x="15" y="24"/>
                    </a:cubicBezTo>
                    <a:cubicBezTo>
                      <a:pt x="13" y="22"/>
                      <a:pt x="11" y="19"/>
                      <a:pt x="9" y="18"/>
                    </a:cubicBezTo>
                    <a:cubicBezTo>
                      <a:pt x="8" y="16"/>
                      <a:pt x="6" y="16"/>
                      <a:pt x="4" y="15"/>
                    </a:cubicBezTo>
                    <a:cubicBezTo>
                      <a:pt x="2" y="15"/>
                      <a:pt x="0" y="11"/>
                      <a:pt x="2" y="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5" name="Freeform 60"/>
              <p:cNvSpPr>
                <a:spLocks noEditPoints="1"/>
              </p:cNvSpPr>
              <p:nvPr/>
            </p:nvSpPr>
            <p:spPr bwMode="auto">
              <a:xfrm>
                <a:off x="-1660525" y="-114300"/>
                <a:ext cx="112712" cy="142875"/>
              </a:xfrm>
              <a:custGeom>
                <a:avLst/>
                <a:gdLst>
                  <a:gd name="T0" fmla="*/ 1 w 72"/>
                  <a:gd name="T1" fmla="*/ 65 h 92"/>
                  <a:gd name="T2" fmla="*/ 7 w 72"/>
                  <a:gd name="T3" fmla="*/ 52 h 92"/>
                  <a:gd name="T4" fmla="*/ 26 w 72"/>
                  <a:gd name="T5" fmla="*/ 20 h 92"/>
                  <a:gd name="T6" fmla="*/ 40 w 72"/>
                  <a:gd name="T7" fmla="*/ 3 h 92"/>
                  <a:gd name="T8" fmla="*/ 48 w 72"/>
                  <a:gd name="T9" fmla="*/ 1 h 92"/>
                  <a:gd name="T10" fmla="*/ 51 w 72"/>
                  <a:gd name="T11" fmla="*/ 8 h 92"/>
                  <a:gd name="T12" fmla="*/ 42 w 72"/>
                  <a:gd name="T13" fmla="*/ 17 h 92"/>
                  <a:gd name="T14" fmla="*/ 33 w 72"/>
                  <a:gd name="T15" fmla="*/ 28 h 92"/>
                  <a:gd name="T16" fmla="*/ 27 w 72"/>
                  <a:gd name="T17" fmla="*/ 43 h 92"/>
                  <a:gd name="T18" fmla="*/ 28 w 72"/>
                  <a:gd name="T19" fmla="*/ 53 h 92"/>
                  <a:gd name="T20" fmla="*/ 29 w 72"/>
                  <a:gd name="T21" fmla="*/ 52 h 92"/>
                  <a:gd name="T22" fmla="*/ 31 w 72"/>
                  <a:gd name="T23" fmla="*/ 45 h 92"/>
                  <a:gd name="T24" fmla="*/ 38 w 72"/>
                  <a:gd name="T25" fmla="*/ 32 h 92"/>
                  <a:gd name="T26" fmla="*/ 46 w 72"/>
                  <a:gd name="T27" fmla="*/ 34 h 92"/>
                  <a:gd name="T28" fmla="*/ 46 w 72"/>
                  <a:gd name="T29" fmla="*/ 44 h 92"/>
                  <a:gd name="T30" fmla="*/ 51 w 72"/>
                  <a:gd name="T31" fmla="*/ 51 h 92"/>
                  <a:gd name="T32" fmla="*/ 49 w 72"/>
                  <a:gd name="T33" fmla="*/ 58 h 92"/>
                  <a:gd name="T34" fmla="*/ 54 w 72"/>
                  <a:gd name="T35" fmla="*/ 65 h 92"/>
                  <a:gd name="T36" fmla="*/ 66 w 72"/>
                  <a:gd name="T37" fmla="*/ 56 h 92"/>
                  <a:gd name="T38" fmla="*/ 68 w 72"/>
                  <a:gd name="T39" fmla="*/ 68 h 92"/>
                  <a:gd name="T40" fmla="*/ 65 w 72"/>
                  <a:gd name="T41" fmla="*/ 71 h 92"/>
                  <a:gd name="T42" fmla="*/ 64 w 72"/>
                  <a:gd name="T43" fmla="*/ 71 h 92"/>
                  <a:gd name="T44" fmla="*/ 66 w 72"/>
                  <a:gd name="T45" fmla="*/ 65 h 92"/>
                  <a:gd name="T46" fmla="*/ 58 w 72"/>
                  <a:gd name="T47" fmla="*/ 70 h 92"/>
                  <a:gd name="T48" fmla="*/ 63 w 72"/>
                  <a:gd name="T49" fmla="*/ 79 h 92"/>
                  <a:gd name="T50" fmla="*/ 64 w 72"/>
                  <a:gd name="T51" fmla="*/ 83 h 92"/>
                  <a:gd name="T52" fmla="*/ 62 w 72"/>
                  <a:gd name="T53" fmla="*/ 86 h 92"/>
                  <a:gd name="T54" fmla="*/ 57 w 72"/>
                  <a:gd name="T55" fmla="*/ 86 h 92"/>
                  <a:gd name="T56" fmla="*/ 53 w 72"/>
                  <a:gd name="T57" fmla="*/ 83 h 92"/>
                  <a:gd name="T58" fmla="*/ 51 w 72"/>
                  <a:gd name="T59" fmla="*/ 82 h 92"/>
                  <a:gd name="T60" fmla="*/ 45 w 72"/>
                  <a:gd name="T61" fmla="*/ 92 h 92"/>
                  <a:gd name="T62" fmla="*/ 40 w 72"/>
                  <a:gd name="T63" fmla="*/ 87 h 92"/>
                  <a:gd name="T64" fmla="*/ 41 w 72"/>
                  <a:gd name="T65" fmla="*/ 83 h 92"/>
                  <a:gd name="T66" fmla="*/ 48 w 72"/>
                  <a:gd name="T67" fmla="*/ 73 h 92"/>
                  <a:gd name="T68" fmla="*/ 44 w 72"/>
                  <a:gd name="T69" fmla="*/ 64 h 92"/>
                  <a:gd name="T70" fmla="*/ 42 w 72"/>
                  <a:gd name="T71" fmla="*/ 65 h 92"/>
                  <a:gd name="T72" fmla="*/ 37 w 72"/>
                  <a:gd name="T73" fmla="*/ 56 h 92"/>
                  <a:gd name="T74" fmla="*/ 44 w 72"/>
                  <a:gd name="T75" fmla="*/ 37 h 92"/>
                  <a:gd name="T76" fmla="*/ 42 w 72"/>
                  <a:gd name="T77" fmla="*/ 36 h 92"/>
                  <a:gd name="T78" fmla="*/ 34 w 72"/>
                  <a:gd name="T79" fmla="*/ 54 h 92"/>
                  <a:gd name="T80" fmla="*/ 35 w 72"/>
                  <a:gd name="T81" fmla="*/ 59 h 92"/>
                  <a:gd name="T82" fmla="*/ 36 w 72"/>
                  <a:gd name="T83" fmla="*/ 63 h 92"/>
                  <a:gd name="T84" fmla="*/ 35 w 72"/>
                  <a:gd name="T85" fmla="*/ 70 h 92"/>
                  <a:gd name="T86" fmla="*/ 27 w 72"/>
                  <a:gd name="T87" fmla="*/ 65 h 92"/>
                  <a:gd name="T88" fmla="*/ 27 w 72"/>
                  <a:gd name="T89" fmla="*/ 35 h 92"/>
                  <a:gd name="T90" fmla="*/ 27 w 72"/>
                  <a:gd name="T91" fmla="*/ 33 h 92"/>
                  <a:gd name="T92" fmla="*/ 19 w 72"/>
                  <a:gd name="T93" fmla="*/ 45 h 92"/>
                  <a:gd name="T94" fmla="*/ 8 w 72"/>
                  <a:gd name="T95" fmla="*/ 67 h 92"/>
                  <a:gd name="T96" fmla="*/ 1 w 72"/>
                  <a:gd name="T97" fmla="*/ 66 h 92"/>
                  <a:gd name="T98" fmla="*/ 10 w 72"/>
                  <a:gd name="T99" fmla="*/ 16 h 92"/>
                  <a:gd name="T100" fmla="*/ 13 w 72"/>
                  <a:gd name="T101" fmla="*/ 18 h 92"/>
                  <a:gd name="T102" fmla="*/ 13 w 72"/>
                  <a:gd name="T103" fmla="*/ 25 h 92"/>
                  <a:gd name="T104" fmla="*/ 17 w 72"/>
                  <a:gd name="T105" fmla="*/ 19 h 92"/>
                  <a:gd name="T106" fmla="*/ 25 w 72"/>
                  <a:gd name="T107" fmla="*/ 10 h 92"/>
                  <a:gd name="T108" fmla="*/ 14 w 72"/>
                  <a:gd name="T109" fmla="*/ 3 h 92"/>
                  <a:gd name="T110" fmla="*/ 5 w 72"/>
                  <a:gd name="T111" fmla="*/ 5 h 92"/>
                  <a:gd name="T112" fmla="*/ 7 w 72"/>
                  <a:gd name="T113" fmla="*/ 15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72" h="92">
                    <a:moveTo>
                      <a:pt x="1" y="66"/>
                    </a:moveTo>
                    <a:cubicBezTo>
                      <a:pt x="0" y="66"/>
                      <a:pt x="0" y="65"/>
                      <a:pt x="1" y="65"/>
                    </a:cubicBezTo>
                    <a:cubicBezTo>
                      <a:pt x="1" y="62"/>
                      <a:pt x="2" y="60"/>
                      <a:pt x="3" y="57"/>
                    </a:cubicBezTo>
                    <a:cubicBezTo>
                      <a:pt x="5" y="56"/>
                      <a:pt x="6" y="54"/>
                      <a:pt x="7" y="52"/>
                    </a:cubicBezTo>
                    <a:cubicBezTo>
                      <a:pt x="8" y="49"/>
                      <a:pt x="10" y="46"/>
                      <a:pt x="12" y="43"/>
                    </a:cubicBezTo>
                    <a:cubicBezTo>
                      <a:pt x="12" y="42"/>
                      <a:pt x="24" y="23"/>
                      <a:pt x="26" y="20"/>
                    </a:cubicBezTo>
                    <a:cubicBezTo>
                      <a:pt x="28" y="17"/>
                      <a:pt x="30" y="14"/>
                      <a:pt x="33" y="11"/>
                    </a:cubicBezTo>
                    <a:cubicBezTo>
                      <a:pt x="35" y="9"/>
                      <a:pt x="37" y="6"/>
                      <a:pt x="40" y="3"/>
                    </a:cubicBezTo>
                    <a:cubicBezTo>
                      <a:pt x="40" y="3"/>
                      <a:pt x="41" y="2"/>
                      <a:pt x="41" y="1"/>
                    </a:cubicBezTo>
                    <a:cubicBezTo>
                      <a:pt x="43" y="0"/>
                      <a:pt x="46" y="0"/>
                      <a:pt x="48" y="1"/>
                    </a:cubicBezTo>
                    <a:cubicBezTo>
                      <a:pt x="50" y="2"/>
                      <a:pt x="51" y="4"/>
                      <a:pt x="52" y="6"/>
                    </a:cubicBezTo>
                    <a:cubicBezTo>
                      <a:pt x="52" y="7"/>
                      <a:pt x="52" y="8"/>
                      <a:pt x="51" y="8"/>
                    </a:cubicBezTo>
                    <a:cubicBezTo>
                      <a:pt x="51" y="10"/>
                      <a:pt x="49" y="11"/>
                      <a:pt x="48" y="12"/>
                    </a:cubicBezTo>
                    <a:cubicBezTo>
                      <a:pt x="46" y="14"/>
                      <a:pt x="44" y="15"/>
                      <a:pt x="42" y="17"/>
                    </a:cubicBezTo>
                    <a:cubicBezTo>
                      <a:pt x="40" y="19"/>
                      <a:pt x="38" y="22"/>
                      <a:pt x="35" y="24"/>
                    </a:cubicBezTo>
                    <a:cubicBezTo>
                      <a:pt x="34" y="25"/>
                      <a:pt x="33" y="26"/>
                      <a:pt x="33" y="28"/>
                    </a:cubicBezTo>
                    <a:cubicBezTo>
                      <a:pt x="31" y="30"/>
                      <a:pt x="30" y="32"/>
                      <a:pt x="29" y="34"/>
                    </a:cubicBezTo>
                    <a:cubicBezTo>
                      <a:pt x="28" y="37"/>
                      <a:pt x="28" y="40"/>
                      <a:pt x="27" y="43"/>
                    </a:cubicBezTo>
                    <a:cubicBezTo>
                      <a:pt x="27" y="45"/>
                      <a:pt x="27" y="47"/>
                      <a:pt x="27" y="49"/>
                    </a:cubicBezTo>
                    <a:cubicBezTo>
                      <a:pt x="27" y="50"/>
                      <a:pt x="27" y="52"/>
                      <a:pt x="28" y="53"/>
                    </a:cubicBezTo>
                    <a:cubicBezTo>
                      <a:pt x="28" y="53"/>
                      <a:pt x="28" y="53"/>
                      <a:pt x="28" y="53"/>
                    </a:cubicBezTo>
                    <a:cubicBezTo>
                      <a:pt x="28" y="53"/>
                      <a:pt x="29" y="53"/>
                      <a:pt x="29" y="52"/>
                    </a:cubicBezTo>
                    <a:cubicBezTo>
                      <a:pt x="29" y="51"/>
                      <a:pt x="29" y="50"/>
                      <a:pt x="29" y="48"/>
                    </a:cubicBezTo>
                    <a:cubicBezTo>
                      <a:pt x="30" y="47"/>
                      <a:pt x="30" y="46"/>
                      <a:pt x="31" y="45"/>
                    </a:cubicBezTo>
                    <a:cubicBezTo>
                      <a:pt x="32" y="43"/>
                      <a:pt x="32" y="40"/>
                      <a:pt x="33" y="38"/>
                    </a:cubicBezTo>
                    <a:cubicBezTo>
                      <a:pt x="35" y="36"/>
                      <a:pt x="35" y="34"/>
                      <a:pt x="38" y="32"/>
                    </a:cubicBezTo>
                    <a:cubicBezTo>
                      <a:pt x="39" y="32"/>
                      <a:pt x="41" y="31"/>
                      <a:pt x="42" y="31"/>
                    </a:cubicBezTo>
                    <a:cubicBezTo>
                      <a:pt x="44" y="31"/>
                      <a:pt x="45" y="32"/>
                      <a:pt x="46" y="34"/>
                    </a:cubicBezTo>
                    <a:cubicBezTo>
                      <a:pt x="46" y="36"/>
                      <a:pt x="46" y="37"/>
                      <a:pt x="46" y="39"/>
                    </a:cubicBezTo>
                    <a:cubicBezTo>
                      <a:pt x="46" y="40"/>
                      <a:pt x="46" y="42"/>
                      <a:pt x="46" y="44"/>
                    </a:cubicBezTo>
                    <a:cubicBezTo>
                      <a:pt x="46" y="45"/>
                      <a:pt x="48" y="46"/>
                      <a:pt x="49" y="47"/>
                    </a:cubicBezTo>
                    <a:cubicBezTo>
                      <a:pt x="50" y="48"/>
                      <a:pt x="51" y="49"/>
                      <a:pt x="51" y="51"/>
                    </a:cubicBezTo>
                    <a:cubicBezTo>
                      <a:pt x="51" y="53"/>
                      <a:pt x="51" y="55"/>
                      <a:pt x="50" y="57"/>
                    </a:cubicBezTo>
                    <a:cubicBezTo>
                      <a:pt x="49" y="57"/>
                      <a:pt x="49" y="57"/>
                      <a:pt x="49" y="58"/>
                    </a:cubicBezTo>
                    <a:cubicBezTo>
                      <a:pt x="50" y="60"/>
                      <a:pt x="51" y="62"/>
                      <a:pt x="52" y="64"/>
                    </a:cubicBezTo>
                    <a:cubicBezTo>
                      <a:pt x="52" y="65"/>
                      <a:pt x="53" y="65"/>
                      <a:pt x="54" y="65"/>
                    </a:cubicBezTo>
                    <a:cubicBezTo>
                      <a:pt x="55" y="63"/>
                      <a:pt x="57" y="61"/>
                      <a:pt x="58" y="60"/>
                    </a:cubicBezTo>
                    <a:cubicBezTo>
                      <a:pt x="60" y="58"/>
                      <a:pt x="63" y="57"/>
                      <a:pt x="66" y="56"/>
                    </a:cubicBezTo>
                    <a:cubicBezTo>
                      <a:pt x="69" y="56"/>
                      <a:pt x="72" y="58"/>
                      <a:pt x="71" y="62"/>
                    </a:cubicBezTo>
                    <a:cubicBezTo>
                      <a:pt x="71" y="64"/>
                      <a:pt x="69" y="66"/>
                      <a:pt x="68" y="68"/>
                    </a:cubicBezTo>
                    <a:cubicBezTo>
                      <a:pt x="67" y="69"/>
                      <a:pt x="67" y="69"/>
                      <a:pt x="66" y="70"/>
                    </a:cubicBezTo>
                    <a:cubicBezTo>
                      <a:pt x="66" y="70"/>
                      <a:pt x="65" y="71"/>
                      <a:pt x="65" y="71"/>
                    </a:cubicBezTo>
                    <a:cubicBezTo>
                      <a:pt x="65" y="71"/>
                      <a:pt x="65" y="71"/>
                      <a:pt x="64" y="71"/>
                    </a:cubicBezTo>
                    <a:cubicBezTo>
                      <a:pt x="64" y="71"/>
                      <a:pt x="64" y="71"/>
                      <a:pt x="64" y="71"/>
                    </a:cubicBezTo>
                    <a:cubicBezTo>
                      <a:pt x="65" y="71"/>
                      <a:pt x="66" y="68"/>
                      <a:pt x="66" y="67"/>
                    </a:cubicBezTo>
                    <a:cubicBezTo>
                      <a:pt x="66" y="66"/>
                      <a:pt x="66" y="65"/>
                      <a:pt x="66" y="65"/>
                    </a:cubicBezTo>
                    <a:cubicBezTo>
                      <a:pt x="65" y="64"/>
                      <a:pt x="64" y="65"/>
                      <a:pt x="63" y="65"/>
                    </a:cubicBezTo>
                    <a:cubicBezTo>
                      <a:pt x="62" y="66"/>
                      <a:pt x="60" y="68"/>
                      <a:pt x="58" y="70"/>
                    </a:cubicBezTo>
                    <a:cubicBezTo>
                      <a:pt x="57" y="71"/>
                      <a:pt x="57" y="72"/>
                      <a:pt x="58" y="73"/>
                    </a:cubicBezTo>
                    <a:cubicBezTo>
                      <a:pt x="59" y="75"/>
                      <a:pt x="61" y="78"/>
                      <a:pt x="63" y="79"/>
                    </a:cubicBezTo>
                    <a:cubicBezTo>
                      <a:pt x="64" y="80"/>
                      <a:pt x="64" y="80"/>
                      <a:pt x="64" y="81"/>
                    </a:cubicBezTo>
                    <a:cubicBezTo>
                      <a:pt x="64" y="82"/>
                      <a:pt x="64" y="83"/>
                      <a:pt x="64" y="83"/>
                    </a:cubicBezTo>
                    <a:cubicBezTo>
                      <a:pt x="64" y="84"/>
                      <a:pt x="64" y="85"/>
                      <a:pt x="63" y="86"/>
                    </a:cubicBezTo>
                    <a:cubicBezTo>
                      <a:pt x="62" y="86"/>
                      <a:pt x="62" y="86"/>
                      <a:pt x="62" y="86"/>
                    </a:cubicBezTo>
                    <a:cubicBezTo>
                      <a:pt x="62" y="87"/>
                      <a:pt x="61" y="87"/>
                      <a:pt x="60" y="87"/>
                    </a:cubicBezTo>
                    <a:cubicBezTo>
                      <a:pt x="59" y="87"/>
                      <a:pt x="58" y="87"/>
                      <a:pt x="57" y="86"/>
                    </a:cubicBezTo>
                    <a:cubicBezTo>
                      <a:pt x="57" y="86"/>
                      <a:pt x="56" y="86"/>
                      <a:pt x="56" y="86"/>
                    </a:cubicBezTo>
                    <a:cubicBezTo>
                      <a:pt x="55" y="85"/>
                      <a:pt x="54" y="84"/>
                      <a:pt x="53" y="83"/>
                    </a:cubicBezTo>
                    <a:cubicBezTo>
                      <a:pt x="53" y="82"/>
                      <a:pt x="52" y="80"/>
                      <a:pt x="52" y="80"/>
                    </a:cubicBezTo>
                    <a:cubicBezTo>
                      <a:pt x="52" y="80"/>
                      <a:pt x="51" y="82"/>
                      <a:pt x="51" y="82"/>
                    </a:cubicBezTo>
                    <a:cubicBezTo>
                      <a:pt x="50" y="84"/>
                      <a:pt x="50" y="87"/>
                      <a:pt x="48" y="89"/>
                    </a:cubicBezTo>
                    <a:cubicBezTo>
                      <a:pt x="47" y="91"/>
                      <a:pt x="47" y="92"/>
                      <a:pt x="45" y="92"/>
                    </a:cubicBezTo>
                    <a:cubicBezTo>
                      <a:pt x="43" y="92"/>
                      <a:pt x="40" y="90"/>
                      <a:pt x="40" y="88"/>
                    </a:cubicBezTo>
                    <a:cubicBezTo>
                      <a:pt x="40" y="88"/>
                      <a:pt x="40" y="87"/>
                      <a:pt x="40" y="87"/>
                    </a:cubicBezTo>
                    <a:cubicBezTo>
                      <a:pt x="39" y="85"/>
                      <a:pt x="39" y="84"/>
                      <a:pt x="40" y="83"/>
                    </a:cubicBezTo>
                    <a:cubicBezTo>
                      <a:pt x="41" y="82"/>
                      <a:pt x="41" y="82"/>
                      <a:pt x="41" y="83"/>
                    </a:cubicBezTo>
                    <a:cubicBezTo>
                      <a:pt x="42" y="84"/>
                      <a:pt x="43" y="83"/>
                      <a:pt x="44" y="82"/>
                    </a:cubicBezTo>
                    <a:cubicBezTo>
                      <a:pt x="46" y="79"/>
                      <a:pt x="47" y="76"/>
                      <a:pt x="48" y="73"/>
                    </a:cubicBezTo>
                    <a:cubicBezTo>
                      <a:pt x="48" y="72"/>
                      <a:pt x="48" y="72"/>
                      <a:pt x="48" y="71"/>
                    </a:cubicBezTo>
                    <a:cubicBezTo>
                      <a:pt x="47" y="69"/>
                      <a:pt x="46" y="66"/>
                      <a:pt x="44" y="64"/>
                    </a:cubicBezTo>
                    <a:cubicBezTo>
                      <a:pt x="44" y="63"/>
                      <a:pt x="43" y="63"/>
                      <a:pt x="43" y="64"/>
                    </a:cubicBezTo>
                    <a:cubicBezTo>
                      <a:pt x="43" y="64"/>
                      <a:pt x="43" y="64"/>
                      <a:pt x="42" y="65"/>
                    </a:cubicBezTo>
                    <a:cubicBezTo>
                      <a:pt x="41" y="66"/>
                      <a:pt x="40" y="66"/>
                      <a:pt x="39" y="64"/>
                    </a:cubicBezTo>
                    <a:cubicBezTo>
                      <a:pt x="37" y="62"/>
                      <a:pt x="36" y="59"/>
                      <a:pt x="37" y="56"/>
                    </a:cubicBezTo>
                    <a:cubicBezTo>
                      <a:pt x="38" y="53"/>
                      <a:pt x="40" y="51"/>
                      <a:pt x="41" y="49"/>
                    </a:cubicBezTo>
                    <a:cubicBezTo>
                      <a:pt x="42" y="45"/>
                      <a:pt x="44" y="41"/>
                      <a:pt x="44" y="37"/>
                    </a:cubicBezTo>
                    <a:cubicBezTo>
                      <a:pt x="44" y="36"/>
                      <a:pt x="44" y="36"/>
                      <a:pt x="43" y="36"/>
                    </a:cubicBezTo>
                    <a:cubicBezTo>
                      <a:pt x="43" y="36"/>
                      <a:pt x="42" y="36"/>
                      <a:pt x="42" y="36"/>
                    </a:cubicBezTo>
                    <a:cubicBezTo>
                      <a:pt x="40" y="37"/>
                      <a:pt x="39" y="39"/>
                      <a:pt x="38" y="42"/>
                    </a:cubicBezTo>
                    <a:cubicBezTo>
                      <a:pt x="36" y="45"/>
                      <a:pt x="35" y="49"/>
                      <a:pt x="34" y="54"/>
                    </a:cubicBezTo>
                    <a:cubicBezTo>
                      <a:pt x="34" y="55"/>
                      <a:pt x="35" y="56"/>
                      <a:pt x="35" y="57"/>
                    </a:cubicBezTo>
                    <a:cubicBezTo>
                      <a:pt x="35" y="58"/>
                      <a:pt x="35" y="59"/>
                      <a:pt x="35" y="59"/>
                    </a:cubicBezTo>
                    <a:cubicBezTo>
                      <a:pt x="36" y="60"/>
                      <a:pt x="36" y="61"/>
                      <a:pt x="36" y="62"/>
                    </a:cubicBezTo>
                    <a:cubicBezTo>
                      <a:pt x="36" y="62"/>
                      <a:pt x="36" y="63"/>
                      <a:pt x="36" y="63"/>
                    </a:cubicBezTo>
                    <a:cubicBezTo>
                      <a:pt x="36" y="65"/>
                      <a:pt x="36" y="66"/>
                      <a:pt x="36" y="68"/>
                    </a:cubicBezTo>
                    <a:cubicBezTo>
                      <a:pt x="36" y="68"/>
                      <a:pt x="36" y="69"/>
                      <a:pt x="35" y="70"/>
                    </a:cubicBezTo>
                    <a:cubicBezTo>
                      <a:pt x="34" y="71"/>
                      <a:pt x="33" y="70"/>
                      <a:pt x="32" y="70"/>
                    </a:cubicBezTo>
                    <a:cubicBezTo>
                      <a:pt x="30" y="69"/>
                      <a:pt x="28" y="67"/>
                      <a:pt x="27" y="65"/>
                    </a:cubicBezTo>
                    <a:cubicBezTo>
                      <a:pt x="26" y="62"/>
                      <a:pt x="25" y="58"/>
                      <a:pt x="25" y="55"/>
                    </a:cubicBezTo>
                    <a:cubicBezTo>
                      <a:pt x="25" y="48"/>
                      <a:pt x="26" y="42"/>
                      <a:pt x="27" y="35"/>
                    </a:cubicBezTo>
                    <a:cubicBezTo>
                      <a:pt x="27" y="34"/>
                      <a:pt x="28" y="33"/>
                      <a:pt x="28" y="33"/>
                    </a:cubicBezTo>
                    <a:cubicBezTo>
                      <a:pt x="27" y="33"/>
                      <a:pt x="27" y="33"/>
                      <a:pt x="27" y="33"/>
                    </a:cubicBezTo>
                    <a:cubicBezTo>
                      <a:pt x="24" y="37"/>
                      <a:pt x="22" y="40"/>
                      <a:pt x="20" y="43"/>
                    </a:cubicBezTo>
                    <a:cubicBezTo>
                      <a:pt x="20" y="44"/>
                      <a:pt x="20" y="44"/>
                      <a:pt x="19" y="45"/>
                    </a:cubicBezTo>
                    <a:cubicBezTo>
                      <a:pt x="17" y="49"/>
                      <a:pt x="15" y="54"/>
                      <a:pt x="13" y="58"/>
                    </a:cubicBezTo>
                    <a:cubicBezTo>
                      <a:pt x="11" y="61"/>
                      <a:pt x="10" y="64"/>
                      <a:pt x="8" y="67"/>
                    </a:cubicBezTo>
                    <a:cubicBezTo>
                      <a:pt x="7" y="69"/>
                      <a:pt x="6" y="69"/>
                      <a:pt x="4" y="69"/>
                    </a:cubicBezTo>
                    <a:cubicBezTo>
                      <a:pt x="2" y="69"/>
                      <a:pt x="1" y="68"/>
                      <a:pt x="1" y="66"/>
                    </a:cubicBezTo>
                    <a:close/>
                    <a:moveTo>
                      <a:pt x="7" y="15"/>
                    </a:moveTo>
                    <a:cubicBezTo>
                      <a:pt x="8" y="15"/>
                      <a:pt x="9" y="16"/>
                      <a:pt x="10" y="16"/>
                    </a:cubicBezTo>
                    <a:cubicBezTo>
                      <a:pt x="10" y="16"/>
                      <a:pt x="11" y="17"/>
                      <a:pt x="11" y="17"/>
                    </a:cubicBezTo>
                    <a:cubicBezTo>
                      <a:pt x="12" y="17"/>
                      <a:pt x="13" y="17"/>
                      <a:pt x="13" y="18"/>
                    </a:cubicBezTo>
                    <a:cubicBezTo>
                      <a:pt x="13" y="19"/>
                      <a:pt x="13" y="20"/>
                      <a:pt x="13" y="21"/>
                    </a:cubicBezTo>
                    <a:cubicBezTo>
                      <a:pt x="13" y="22"/>
                      <a:pt x="12" y="25"/>
                      <a:pt x="13" y="25"/>
                    </a:cubicBezTo>
                    <a:cubicBezTo>
                      <a:pt x="13" y="25"/>
                      <a:pt x="14" y="23"/>
                      <a:pt x="14" y="22"/>
                    </a:cubicBezTo>
                    <a:cubicBezTo>
                      <a:pt x="15" y="20"/>
                      <a:pt x="15" y="19"/>
                      <a:pt x="17" y="19"/>
                    </a:cubicBezTo>
                    <a:cubicBezTo>
                      <a:pt x="20" y="18"/>
                      <a:pt x="22" y="17"/>
                      <a:pt x="23" y="15"/>
                    </a:cubicBezTo>
                    <a:cubicBezTo>
                      <a:pt x="25" y="14"/>
                      <a:pt x="26" y="12"/>
                      <a:pt x="25" y="10"/>
                    </a:cubicBezTo>
                    <a:cubicBezTo>
                      <a:pt x="24" y="7"/>
                      <a:pt x="22" y="5"/>
                      <a:pt x="19" y="4"/>
                    </a:cubicBezTo>
                    <a:cubicBezTo>
                      <a:pt x="18" y="3"/>
                      <a:pt x="16" y="3"/>
                      <a:pt x="14" y="3"/>
                    </a:cubicBezTo>
                    <a:cubicBezTo>
                      <a:pt x="12" y="2"/>
                      <a:pt x="10" y="3"/>
                      <a:pt x="8" y="3"/>
                    </a:cubicBezTo>
                    <a:cubicBezTo>
                      <a:pt x="7" y="3"/>
                      <a:pt x="6" y="3"/>
                      <a:pt x="5" y="5"/>
                    </a:cubicBezTo>
                    <a:cubicBezTo>
                      <a:pt x="5" y="6"/>
                      <a:pt x="4" y="7"/>
                      <a:pt x="4" y="8"/>
                    </a:cubicBezTo>
                    <a:cubicBezTo>
                      <a:pt x="3" y="11"/>
                      <a:pt x="4" y="15"/>
                      <a:pt x="7" y="15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6" name="Freeform 61"/>
              <p:cNvSpPr>
                <a:spLocks noEditPoints="1"/>
              </p:cNvSpPr>
              <p:nvPr/>
            </p:nvSpPr>
            <p:spPr bwMode="auto">
              <a:xfrm>
                <a:off x="-1474788" y="-207963"/>
                <a:ext cx="123825" cy="168275"/>
              </a:xfrm>
              <a:custGeom>
                <a:avLst/>
                <a:gdLst>
                  <a:gd name="T0" fmla="*/ 39 w 79"/>
                  <a:gd name="T1" fmla="*/ 58 h 108"/>
                  <a:gd name="T2" fmla="*/ 46 w 79"/>
                  <a:gd name="T3" fmla="*/ 62 h 108"/>
                  <a:gd name="T4" fmla="*/ 39 w 79"/>
                  <a:gd name="T5" fmla="*/ 79 h 108"/>
                  <a:gd name="T6" fmla="*/ 47 w 79"/>
                  <a:gd name="T7" fmla="*/ 83 h 108"/>
                  <a:gd name="T8" fmla="*/ 41 w 79"/>
                  <a:gd name="T9" fmla="*/ 92 h 108"/>
                  <a:gd name="T10" fmla="*/ 40 w 79"/>
                  <a:gd name="T11" fmla="*/ 102 h 108"/>
                  <a:gd name="T12" fmla="*/ 53 w 79"/>
                  <a:gd name="T13" fmla="*/ 99 h 108"/>
                  <a:gd name="T14" fmla="*/ 71 w 79"/>
                  <a:gd name="T15" fmla="*/ 95 h 108"/>
                  <a:gd name="T16" fmla="*/ 77 w 79"/>
                  <a:gd name="T17" fmla="*/ 93 h 108"/>
                  <a:gd name="T18" fmla="*/ 77 w 79"/>
                  <a:gd name="T19" fmla="*/ 83 h 108"/>
                  <a:gd name="T20" fmla="*/ 59 w 79"/>
                  <a:gd name="T21" fmla="*/ 85 h 108"/>
                  <a:gd name="T22" fmla="*/ 57 w 79"/>
                  <a:gd name="T23" fmla="*/ 75 h 108"/>
                  <a:gd name="T24" fmla="*/ 65 w 79"/>
                  <a:gd name="T25" fmla="*/ 61 h 108"/>
                  <a:gd name="T26" fmla="*/ 54 w 79"/>
                  <a:gd name="T27" fmla="*/ 63 h 108"/>
                  <a:gd name="T28" fmla="*/ 56 w 79"/>
                  <a:gd name="T29" fmla="*/ 53 h 108"/>
                  <a:gd name="T30" fmla="*/ 65 w 79"/>
                  <a:gd name="T31" fmla="*/ 40 h 108"/>
                  <a:gd name="T32" fmla="*/ 70 w 79"/>
                  <a:gd name="T33" fmla="*/ 12 h 108"/>
                  <a:gd name="T34" fmla="*/ 53 w 79"/>
                  <a:gd name="T35" fmla="*/ 1 h 108"/>
                  <a:gd name="T36" fmla="*/ 46 w 79"/>
                  <a:gd name="T37" fmla="*/ 3 h 108"/>
                  <a:gd name="T38" fmla="*/ 31 w 79"/>
                  <a:gd name="T39" fmla="*/ 22 h 108"/>
                  <a:gd name="T40" fmla="*/ 40 w 79"/>
                  <a:gd name="T41" fmla="*/ 25 h 108"/>
                  <a:gd name="T42" fmla="*/ 55 w 79"/>
                  <a:gd name="T43" fmla="*/ 10 h 108"/>
                  <a:gd name="T44" fmla="*/ 62 w 79"/>
                  <a:gd name="T45" fmla="*/ 22 h 108"/>
                  <a:gd name="T46" fmla="*/ 55 w 79"/>
                  <a:gd name="T47" fmla="*/ 42 h 108"/>
                  <a:gd name="T48" fmla="*/ 53 w 79"/>
                  <a:gd name="T49" fmla="*/ 36 h 108"/>
                  <a:gd name="T50" fmla="*/ 58 w 79"/>
                  <a:gd name="T51" fmla="*/ 25 h 108"/>
                  <a:gd name="T52" fmla="*/ 49 w 79"/>
                  <a:gd name="T53" fmla="*/ 23 h 108"/>
                  <a:gd name="T54" fmla="*/ 42 w 79"/>
                  <a:gd name="T55" fmla="*/ 28 h 108"/>
                  <a:gd name="T56" fmla="*/ 39 w 79"/>
                  <a:gd name="T57" fmla="*/ 38 h 108"/>
                  <a:gd name="T58" fmla="*/ 38 w 79"/>
                  <a:gd name="T59" fmla="*/ 39 h 108"/>
                  <a:gd name="T60" fmla="*/ 28 w 79"/>
                  <a:gd name="T61" fmla="*/ 48 h 108"/>
                  <a:gd name="T62" fmla="*/ 40 w 79"/>
                  <a:gd name="T63" fmla="*/ 41 h 108"/>
                  <a:gd name="T64" fmla="*/ 43 w 79"/>
                  <a:gd name="T65" fmla="*/ 49 h 108"/>
                  <a:gd name="T66" fmla="*/ 39 w 79"/>
                  <a:gd name="T67" fmla="*/ 42 h 108"/>
                  <a:gd name="T68" fmla="*/ 4 w 79"/>
                  <a:gd name="T69" fmla="*/ 49 h 108"/>
                  <a:gd name="T70" fmla="*/ 16 w 79"/>
                  <a:gd name="T71" fmla="*/ 47 h 108"/>
                  <a:gd name="T72" fmla="*/ 19 w 79"/>
                  <a:gd name="T73" fmla="*/ 58 h 108"/>
                  <a:gd name="T74" fmla="*/ 5 w 79"/>
                  <a:gd name="T75" fmla="*/ 74 h 108"/>
                  <a:gd name="T76" fmla="*/ 16 w 79"/>
                  <a:gd name="T77" fmla="*/ 88 h 108"/>
                  <a:gd name="T78" fmla="*/ 20 w 79"/>
                  <a:gd name="T79" fmla="*/ 107 h 108"/>
                  <a:gd name="T80" fmla="*/ 29 w 79"/>
                  <a:gd name="T81" fmla="*/ 88 h 108"/>
                  <a:gd name="T82" fmla="*/ 32 w 79"/>
                  <a:gd name="T83" fmla="*/ 68 h 108"/>
                  <a:gd name="T84" fmla="*/ 31 w 79"/>
                  <a:gd name="T85" fmla="*/ 66 h 108"/>
                  <a:gd name="T86" fmla="*/ 23 w 79"/>
                  <a:gd name="T87" fmla="*/ 93 h 108"/>
                  <a:gd name="T88" fmla="*/ 22 w 79"/>
                  <a:gd name="T89" fmla="*/ 90 h 108"/>
                  <a:gd name="T90" fmla="*/ 26 w 79"/>
                  <a:gd name="T91" fmla="*/ 65 h 108"/>
                  <a:gd name="T92" fmla="*/ 22 w 79"/>
                  <a:gd name="T93" fmla="*/ 52 h 108"/>
                  <a:gd name="T94" fmla="*/ 25 w 79"/>
                  <a:gd name="T95" fmla="*/ 32 h 108"/>
                  <a:gd name="T96" fmla="*/ 11 w 79"/>
                  <a:gd name="T97" fmla="*/ 34 h 108"/>
                  <a:gd name="T98" fmla="*/ 1 w 79"/>
                  <a:gd name="T99" fmla="*/ 45 h 108"/>
                  <a:gd name="T100" fmla="*/ 16 w 79"/>
                  <a:gd name="T101" fmla="*/ 77 h 108"/>
                  <a:gd name="T102" fmla="*/ 16 w 79"/>
                  <a:gd name="T103" fmla="*/ 69 h 108"/>
                  <a:gd name="T104" fmla="*/ 17 w 79"/>
                  <a:gd name="T105" fmla="*/ 76 h 1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79" h="108">
                    <a:moveTo>
                      <a:pt x="30" y="53"/>
                    </a:moveTo>
                    <a:cubicBezTo>
                      <a:pt x="31" y="56"/>
                      <a:pt x="33" y="58"/>
                      <a:pt x="36" y="58"/>
                    </a:cubicBezTo>
                    <a:cubicBezTo>
                      <a:pt x="37" y="58"/>
                      <a:pt x="38" y="58"/>
                      <a:pt x="39" y="58"/>
                    </a:cubicBezTo>
                    <a:cubicBezTo>
                      <a:pt x="39" y="57"/>
                      <a:pt x="40" y="58"/>
                      <a:pt x="40" y="58"/>
                    </a:cubicBezTo>
                    <a:cubicBezTo>
                      <a:pt x="41" y="60"/>
                      <a:pt x="42" y="61"/>
                      <a:pt x="44" y="61"/>
                    </a:cubicBezTo>
                    <a:cubicBezTo>
                      <a:pt x="45" y="60"/>
                      <a:pt x="46" y="61"/>
                      <a:pt x="46" y="62"/>
                    </a:cubicBezTo>
                    <a:cubicBezTo>
                      <a:pt x="46" y="63"/>
                      <a:pt x="46" y="65"/>
                      <a:pt x="46" y="66"/>
                    </a:cubicBezTo>
                    <a:cubicBezTo>
                      <a:pt x="46" y="69"/>
                      <a:pt x="46" y="70"/>
                      <a:pt x="44" y="72"/>
                    </a:cubicBezTo>
                    <a:cubicBezTo>
                      <a:pt x="42" y="74"/>
                      <a:pt x="41" y="76"/>
                      <a:pt x="39" y="79"/>
                    </a:cubicBezTo>
                    <a:cubicBezTo>
                      <a:pt x="39" y="80"/>
                      <a:pt x="39" y="81"/>
                      <a:pt x="40" y="81"/>
                    </a:cubicBezTo>
                    <a:cubicBezTo>
                      <a:pt x="42" y="82"/>
                      <a:pt x="44" y="83"/>
                      <a:pt x="46" y="82"/>
                    </a:cubicBezTo>
                    <a:cubicBezTo>
                      <a:pt x="47" y="82"/>
                      <a:pt x="47" y="82"/>
                      <a:pt x="47" y="83"/>
                    </a:cubicBezTo>
                    <a:cubicBezTo>
                      <a:pt x="47" y="84"/>
                      <a:pt x="47" y="86"/>
                      <a:pt x="47" y="87"/>
                    </a:cubicBezTo>
                    <a:cubicBezTo>
                      <a:pt x="48" y="88"/>
                      <a:pt x="47" y="89"/>
                      <a:pt x="47" y="89"/>
                    </a:cubicBezTo>
                    <a:cubicBezTo>
                      <a:pt x="45" y="90"/>
                      <a:pt x="43" y="91"/>
                      <a:pt x="41" y="92"/>
                    </a:cubicBezTo>
                    <a:cubicBezTo>
                      <a:pt x="41" y="93"/>
                      <a:pt x="40" y="93"/>
                      <a:pt x="40" y="94"/>
                    </a:cubicBezTo>
                    <a:cubicBezTo>
                      <a:pt x="38" y="96"/>
                      <a:pt x="38" y="99"/>
                      <a:pt x="39" y="100"/>
                    </a:cubicBezTo>
                    <a:cubicBezTo>
                      <a:pt x="39" y="101"/>
                      <a:pt x="40" y="102"/>
                      <a:pt x="40" y="102"/>
                    </a:cubicBezTo>
                    <a:cubicBezTo>
                      <a:pt x="41" y="104"/>
                      <a:pt x="42" y="105"/>
                      <a:pt x="43" y="104"/>
                    </a:cubicBezTo>
                    <a:cubicBezTo>
                      <a:pt x="45" y="104"/>
                      <a:pt x="46" y="103"/>
                      <a:pt x="47" y="103"/>
                    </a:cubicBezTo>
                    <a:cubicBezTo>
                      <a:pt x="49" y="102"/>
                      <a:pt x="51" y="100"/>
                      <a:pt x="53" y="99"/>
                    </a:cubicBezTo>
                    <a:cubicBezTo>
                      <a:pt x="54" y="99"/>
                      <a:pt x="55" y="98"/>
                      <a:pt x="57" y="97"/>
                    </a:cubicBezTo>
                    <a:cubicBezTo>
                      <a:pt x="60" y="96"/>
                      <a:pt x="64" y="94"/>
                      <a:pt x="67" y="95"/>
                    </a:cubicBezTo>
                    <a:cubicBezTo>
                      <a:pt x="69" y="95"/>
                      <a:pt x="70" y="95"/>
                      <a:pt x="71" y="95"/>
                    </a:cubicBezTo>
                    <a:cubicBezTo>
                      <a:pt x="72" y="95"/>
                      <a:pt x="72" y="96"/>
                      <a:pt x="73" y="95"/>
                    </a:cubicBezTo>
                    <a:cubicBezTo>
                      <a:pt x="74" y="95"/>
                      <a:pt x="75" y="94"/>
                      <a:pt x="76" y="94"/>
                    </a:cubicBezTo>
                    <a:cubicBezTo>
                      <a:pt x="76" y="94"/>
                      <a:pt x="76" y="94"/>
                      <a:pt x="77" y="93"/>
                    </a:cubicBezTo>
                    <a:cubicBezTo>
                      <a:pt x="77" y="92"/>
                      <a:pt x="78" y="91"/>
                      <a:pt x="78" y="90"/>
                    </a:cubicBezTo>
                    <a:cubicBezTo>
                      <a:pt x="78" y="88"/>
                      <a:pt x="78" y="87"/>
                      <a:pt x="79" y="85"/>
                    </a:cubicBezTo>
                    <a:cubicBezTo>
                      <a:pt x="79" y="84"/>
                      <a:pt x="79" y="83"/>
                      <a:pt x="77" y="83"/>
                    </a:cubicBezTo>
                    <a:cubicBezTo>
                      <a:pt x="76" y="82"/>
                      <a:pt x="75" y="82"/>
                      <a:pt x="74" y="82"/>
                    </a:cubicBezTo>
                    <a:cubicBezTo>
                      <a:pt x="72" y="82"/>
                      <a:pt x="70" y="82"/>
                      <a:pt x="68" y="82"/>
                    </a:cubicBezTo>
                    <a:cubicBezTo>
                      <a:pt x="65" y="83"/>
                      <a:pt x="62" y="84"/>
                      <a:pt x="59" y="85"/>
                    </a:cubicBezTo>
                    <a:cubicBezTo>
                      <a:pt x="59" y="85"/>
                      <a:pt x="58" y="84"/>
                      <a:pt x="58" y="84"/>
                    </a:cubicBezTo>
                    <a:cubicBezTo>
                      <a:pt x="57" y="83"/>
                      <a:pt x="57" y="82"/>
                      <a:pt x="57" y="81"/>
                    </a:cubicBezTo>
                    <a:cubicBezTo>
                      <a:pt x="56" y="79"/>
                      <a:pt x="56" y="77"/>
                      <a:pt x="57" y="75"/>
                    </a:cubicBezTo>
                    <a:cubicBezTo>
                      <a:pt x="59" y="74"/>
                      <a:pt x="61" y="72"/>
                      <a:pt x="63" y="70"/>
                    </a:cubicBezTo>
                    <a:cubicBezTo>
                      <a:pt x="66" y="68"/>
                      <a:pt x="67" y="65"/>
                      <a:pt x="66" y="62"/>
                    </a:cubicBezTo>
                    <a:cubicBezTo>
                      <a:pt x="66" y="61"/>
                      <a:pt x="66" y="61"/>
                      <a:pt x="65" y="61"/>
                    </a:cubicBezTo>
                    <a:cubicBezTo>
                      <a:pt x="65" y="59"/>
                      <a:pt x="64" y="59"/>
                      <a:pt x="63" y="59"/>
                    </a:cubicBezTo>
                    <a:cubicBezTo>
                      <a:pt x="61" y="60"/>
                      <a:pt x="60" y="60"/>
                      <a:pt x="58" y="61"/>
                    </a:cubicBezTo>
                    <a:cubicBezTo>
                      <a:pt x="57" y="61"/>
                      <a:pt x="56" y="62"/>
                      <a:pt x="54" y="63"/>
                    </a:cubicBezTo>
                    <a:cubicBezTo>
                      <a:pt x="54" y="64"/>
                      <a:pt x="53" y="63"/>
                      <a:pt x="53" y="63"/>
                    </a:cubicBezTo>
                    <a:cubicBezTo>
                      <a:pt x="53" y="61"/>
                      <a:pt x="53" y="60"/>
                      <a:pt x="53" y="59"/>
                    </a:cubicBezTo>
                    <a:cubicBezTo>
                      <a:pt x="52" y="56"/>
                      <a:pt x="54" y="54"/>
                      <a:pt x="56" y="53"/>
                    </a:cubicBezTo>
                    <a:cubicBezTo>
                      <a:pt x="59" y="53"/>
                      <a:pt x="61" y="51"/>
                      <a:pt x="62" y="48"/>
                    </a:cubicBezTo>
                    <a:cubicBezTo>
                      <a:pt x="62" y="47"/>
                      <a:pt x="62" y="46"/>
                      <a:pt x="62" y="46"/>
                    </a:cubicBezTo>
                    <a:cubicBezTo>
                      <a:pt x="63" y="44"/>
                      <a:pt x="64" y="42"/>
                      <a:pt x="65" y="40"/>
                    </a:cubicBezTo>
                    <a:cubicBezTo>
                      <a:pt x="66" y="38"/>
                      <a:pt x="67" y="36"/>
                      <a:pt x="67" y="33"/>
                    </a:cubicBezTo>
                    <a:cubicBezTo>
                      <a:pt x="69" y="29"/>
                      <a:pt x="70" y="24"/>
                      <a:pt x="70" y="19"/>
                    </a:cubicBezTo>
                    <a:cubicBezTo>
                      <a:pt x="71" y="17"/>
                      <a:pt x="70" y="14"/>
                      <a:pt x="70" y="12"/>
                    </a:cubicBezTo>
                    <a:cubicBezTo>
                      <a:pt x="69" y="10"/>
                      <a:pt x="68" y="9"/>
                      <a:pt x="67" y="7"/>
                    </a:cubicBezTo>
                    <a:cubicBezTo>
                      <a:pt x="66" y="4"/>
                      <a:pt x="64" y="2"/>
                      <a:pt x="61" y="1"/>
                    </a:cubicBezTo>
                    <a:cubicBezTo>
                      <a:pt x="58" y="0"/>
                      <a:pt x="56" y="0"/>
                      <a:pt x="53" y="1"/>
                    </a:cubicBezTo>
                    <a:cubicBezTo>
                      <a:pt x="53" y="1"/>
                      <a:pt x="53" y="1"/>
                      <a:pt x="53" y="1"/>
                    </a:cubicBezTo>
                    <a:cubicBezTo>
                      <a:pt x="52" y="1"/>
                      <a:pt x="51" y="1"/>
                      <a:pt x="50" y="2"/>
                    </a:cubicBezTo>
                    <a:cubicBezTo>
                      <a:pt x="49" y="2"/>
                      <a:pt x="47" y="2"/>
                      <a:pt x="46" y="3"/>
                    </a:cubicBezTo>
                    <a:cubicBezTo>
                      <a:pt x="42" y="5"/>
                      <a:pt x="39" y="8"/>
                      <a:pt x="37" y="12"/>
                    </a:cubicBezTo>
                    <a:cubicBezTo>
                      <a:pt x="35" y="14"/>
                      <a:pt x="34" y="16"/>
                      <a:pt x="33" y="19"/>
                    </a:cubicBezTo>
                    <a:cubicBezTo>
                      <a:pt x="32" y="20"/>
                      <a:pt x="32" y="21"/>
                      <a:pt x="31" y="22"/>
                    </a:cubicBezTo>
                    <a:cubicBezTo>
                      <a:pt x="31" y="23"/>
                      <a:pt x="32" y="25"/>
                      <a:pt x="32" y="25"/>
                    </a:cubicBezTo>
                    <a:cubicBezTo>
                      <a:pt x="34" y="26"/>
                      <a:pt x="35" y="26"/>
                      <a:pt x="36" y="26"/>
                    </a:cubicBezTo>
                    <a:cubicBezTo>
                      <a:pt x="37" y="26"/>
                      <a:pt x="38" y="26"/>
                      <a:pt x="40" y="25"/>
                    </a:cubicBezTo>
                    <a:cubicBezTo>
                      <a:pt x="41" y="25"/>
                      <a:pt x="41" y="25"/>
                      <a:pt x="42" y="24"/>
                    </a:cubicBezTo>
                    <a:cubicBezTo>
                      <a:pt x="44" y="22"/>
                      <a:pt x="45" y="20"/>
                      <a:pt x="46" y="18"/>
                    </a:cubicBezTo>
                    <a:cubicBezTo>
                      <a:pt x="49" y="15"/>
                      <a:pt x="51" y="12"/>
                      <a:pt x="55" y="10"/>
                    </a:cubicBezTo>
                    <a:cubicBezTo>
                      <a:pt x="57" y="10"/>
                      <a:pt x="58" y="10"/>
                      <a:pt x="59" y="11"/>
                    </a:cubicBezTo>
                    <a:cubicBezTo>
                      <a:pt x="61" y="13"/>
                      <a:pt x="62" y="15"/>
                      <a:pt x="62" y="17"/>
                    </a:cubicBezTo>
                    <a:cubicBezTo>
                      <a:pt x="62" y="18"/>
                      <a:pt x="62" y="20"/>
                      <a:pt x="62" y="22"/>
                    </a:cubicBezTo>
                    <a:cubicBezTo>
                      <a:pt x="62" y="25"/>
                      <a:pt x="62" y="28"/>
                      <a:pt x="61" y="31"/>
                    </a:cubicBezTo>
                    <a:cubicBezTo>
                      <a:pt x="60" y="33"/>
                      <a:pt x="59" y="36"/>
                      <a:pt x="59" y="39"/>
                    </a:cubicBezTo>
                    <a:cubicBezTo>
                      <a:pt x="58" y="41"/>
                      <a:pt x="57" y="43"/>
                      <a:pt x="55" y="42"/>
                    </a:cubicBezTo>
                    <a:cubicBezTo>
                      <a:pt x="54" y="42"/>
                      <a:pt x="54" y="43"/>
                      <a:pt x="53" y="43"/>
                    </a:cubicBezTo>
                    <a:cubicBezTo>
                      <a:pt x="52" y="43"/>
                      <a:pt x="52" y="43"/>
                      <a:pt x="52" y="42"/>
                    </a:cubicBezTo>
                    <a:cubicBezTo>
                      <a:pt x="52" y="40"/>
                      <a:pt x="52" y="38"/>
                      <a:pt x="53" y="36"/>
                    </a:cubicBezTo>
                    <a:cubicBezTo>
                      <a:pt x="54" y="35"/>
                      <a:pt x="56" y="33"/>
                      <a:pt x="57" y="31"/>
                    </a:cubicBezTo>
                    <a:cubicBezTo>
                      <a:pt x="57" y="31"/>
                      <a:pt x="58" y="30"/>
                      <a:pt x="58" y="30"/>
                    </a:cubicBezTo>
                    <a:cubicBezTo>
                      <a:pt x="58" y="28"/>
                      <a:pt x="58" y="27"/>
                      <a:pt x="58" y="25"/>
                    </a:cubicBezTo>
                    <a:cubicBezTo>
                      <a:pt x="58" y="25"/>
                      <a:pt x="58" y="25"/>
                      <a:pt x="58" y="24"/>
                    </a:cubicBezTo>
                    <a:cubicBezTo>
                      <a:pt x="56" y="23"/>
                      <a:pt x="53" y="22"/>
                      <a:pt x="51" y="24"/>
                    </a:cubicBezTo>
                    <a:cubicBezTo>
                      <a:pt x="50" y="24"/>
                      <a:pt x="50" y="24"/>
                      <a:pt x="49" y="23"/>
                    </a:cubicBezTo>
                    <a:cubicBezTo>
                      <a:pt x="48" y="22"/>
                      <a:pt x="45" y="23"/>
                      <a:pt x="44" y="24"/>
                    </a:cubicBezTo>
                    <a:cubicBezTo>
                      <a:pt x="43" y="25"/>
                      <a:pt x="43" y="26"/>
                      <a:pt x="43" y="27"/>
                    </a:cubicBezTo>
                    <a:cubicBezTo>
                      <a:pt x="42" y="27"/>
                      <a:pt x="42" y="28"/>
                      <a:pt x="42" y="28"/>
                    </a:cubicBezTo>
                    <a:cubicBezTo>
                      <a:pt x="43" y="29"/>
                      <a:pt x="43" y="30"/>
                      <a:pt x="42" y="30"/>
                    </a:cubicBezTo>
                    <a:cubicBezTo>
                      <a:pt x="42" y="31"/>
                      <a:pt x="41" y="31"/>
                      <a:pt x="41" y="32"/>
                    </a:cubicBezTo>
                    <a:cubicBezTo>
                      <a:pt x="39" y="34"/>
                      <a:pt x="38" y="36"/>
                      <a:pt x="39" y="38"/>
                    </a:cubicBezTo>
                    <a:cubicBezTo>
                      <a:pt x="39" y="39"/>
                      <a:pt x="39" y="39"/>
                      <a:pt x="39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8" y="39"/>
                      <a:pt x="38" y="39"/>
                      <a:pt x="38" y="39"/>
                    </a:cubicBezTo>
                    <a:cubicBezTo>
                      <a:pt x="37" y="36"/>
                      <a:pt x="34" y="35"/>
                      <a:pt x="32" y="35"/>
                    </a:cubicBezTo>
                    <a:cubicBezTo>
                      <a:pt x="29" y="35"/>
                      <a:pt x="26" y="37"/>
                      <a:pt x="26" y="40"/>
                    </a:cubicBezTo>
                    <a:cubicBezTo>
                      <a:pt x="27" y="43"/>
                      <a:pt x="28" y="46"/>
                      <a:pt x="28" y="48"/>
                    </a:cubicBezTo>
                    <a:cubicBezTo>
                      <a:pt x="29" y="50"/>
                      <a:pt x="29" y="52"/>
                      <a:pt x="30" y="53"/>
                    </a:cubicBezTo>
                    <a:close/>
                    <a:moveTo>
                      <a:pt x="39" y="41"/>
                    </a:moveTo>
                    <a:cubicBezTo>
                      <a:pt x="40" y="41"/>
                      <a:pt x="40" y="41"/>
                      <a:pt x="40" y="41"/>
                    </a:cubicBezTo>
                    <a:cubicBezTo>
                      <a:pt x="41" y="42"/>
                      <a:pt x="42" y="43"/>
                      <a:pt x="43" y="43"/>
                    </a:cubicBezTo>
                    <a:cubicBezTo>
                      <a:pt x="44" y="43"/>
                      <a:pt x="44" y="44"/>
                      <a:pt x="44" y="44"/>
                    </a:cubicBezTo>
                    <a:cubicBezTo>
                      <a:pt x="44" y="46"/>
                      <a:pt x="43" y="47"/>
                      <a:pt x="43" y="49"/>
                    </a:cubicBezTo>
                    <a:cubicBezTo>
                      <a:pt x="43" y="49"/>
                      <a:pt x="42" y="49"/>
                      <a:pt x="42" y="49"/>
                    </a:cubicBezTo>
                    <a:cubicBezTo>
                      <a:pt x="42" y="49"/>
                      <a:pt x="42" y="49"/>
                      <a:pt x="42" y="48"/>
                    </a:cubicBezTo>
                    <a:cubicBezTo>
                      <a:pt x="41" y="46"/>
                      <a:pt x="40" y="44"/>
                      <a:pt x="39" y="42"/>
                    </a:cubicBezTo>
                    <a:cubicBezTo>
                      <a:pt x="39" y="42"/>
                      <a:pt x="39" y="42"/>
                      <a:pt x="39" y="42"/>
                    </a:cubicBezTo>
                    <a:cubicBezTo>
                      <a:pt x="39" y="42"/>
                      <a:pt x="39" y="41"/>
                      <a:pt x="39" y="41"/>
                    </a:cubicBezTo>
                    <a:close/>
                    <a:moveTo>
                      <a:pt x="4" y="49"/>
                    </a:moveTo>
                    <a:cubicBezTo>
                      <a:pt x="4" y="49"/>
                      <a:pt x="5" y="50"/>
                      <a:pt x="5" y="50"/>
                    </a:cubicBezTo>
                    <a:cubicBezTo>
                      <a:pt x="7" y="52"/>
                      <a:pt x="10" y="52"/>
                      <a:pt x="12" y="51"/>
                    </a:cubicBezTo>
                    <a:cubicBezTo>
                      <a:pt x="13" y="50"/>
                      <a:pt x="15" y="49"/>
                      <a:pt x="16" y="47"/>
                    </a:cubicBezTo>
                    <a:cubicBezTo>
                      <a:pt x="17" y="47"/>
                      <a:pt x="17" y="47"/>
                      <a:pt x="17" y="48"/>
                    </a:cubicBezTo>
                    <a:cubicBezTo>
                      <a:pt x="18" y="49"/>
                      <a:pt x="18" y="50"/>
                      <a:pt x="18" y="51"/>
                    </a:cubicBezTo>
                    <a:cubicBezTo>
                      <a:pt x="19" y="53"/>
                      <a:pt x="19" y="56"/>
                      <a:pt x="19" y="58"/>
                    </a:cubicBezTo>
                    <a:cubicBezTo>
                      <a:pt x="19" y="60"/>
                      <a:pt x="18" y="61"/>
                      <a:pt x="17" y="61"/>
                    </a:cubicBezTo>
                    <a:cubicBezTo>
                      <a:pt x="15" y="62"/>
                      <a:pt x="14" y="62"/>
                      <a:pt x="12" y="63"/>
                    </a:cubicBezTo>
                    <a:cubicBezTo>
                      <a:pt x="9" y="66"/>
                      <a:pt x="7" y="70"/>
                      <a:pt x="5" y="74"/>
                    </a:cubicBezTo>
                    <a:cubicBezTo>
                      <a:pt x="4" y="77"/>
                      <a:pt x="4" y="80"/>
                      <a:pt x="6" y="82"/>
                    </a:cubicBezTo>
                    <a:cubicBezTo>
                      <a:pt x="8" y="85"/>
                      <a:pt x="11" y="87"/>
                      <a:pt x="14" y="86"/>
                    </a:cubicBezTo>
                    <a:cubicBezTo>
                      <a:pt x="15" y="86"/>
                      <a:pt x="16" y="87"/>
                      <a:pt x="16" y="88"/>
                    </a:cubicBezTo>
                    <a:cubicBezTo>
                      <a:pt x="15" y="91"/>
                      <a:pt x="15" y="94"/>
                      <a:pt x="14" y="98"/>
                    </a:cubicBezTo>
                    <a:cubicBezTo>
                      <a:pt x="14" y="100"/>
                      <a:pt x="14" y="102"/>
                      <a:pt x="15" y="104"/>
                    </a:cubicBezTo>
                    <a:cubicBezTo>
                      <a:pt x="16" y="107"/>
                      <a:pt x="18" y="108"/>
                      <a:pt x="20" y="107"/>
                    </a:cubicBezTo>
                    <a:cubicBezTo>
                      <a:pt x="21" y="107"/>
                      <a:pt x="22" y="106"/>
                      <a:pt x="22" y="105"/>
                    </a:cubicBezTo>
                    <a:cubicBezTo>
                      <a:pt x="25" y="101"/>
                      <a:pt x="27" y="97"/>
                      <a:pt x="28" y="93"/>
                    </a:cubicBezTo>
                    <a:cubicBezTo>
                      <a:pt x="28" y="91"/>
                      <a:pt x="29" y="89"/>
                      <a:pt x="29" y="88"/>
                    </a:cubicBezTo>
                    <a:cubicBezTo>
                      <a:pt x="30" y="85"/>
                      <a:pt x="30" y="83"/>
                      <a:pt x="31" y="80"/>
                    </a:cubicBezTo>
                    <a:cubicBezTo>
                      <a:pt x="31" y="78"/>
                      <a:pt x="32" y="74"/>
                      <a:pt x="32" y="74"/>
                    </a:cubicBezTo>
                    <a:cubicBezTo>
                      <a:pt x="32" y="72"/>
                      <a:pt x="32" y="70"/>
                      <a:pt x="32" y="68"/>
                    </a:cubicBezTo>
                    <a:cubicBezTo>
                      <a:pt x="32" y="67"/>
                      <a:pt x="33" y="67"/>
                      <a:pt x="33" y="66"/>
                    </a:cubicBezTo>
                    <a:cubicBezTo>
                      <a:pt x="33" y="65"/>
                      <a:pt x="32" y="65"/>
                      <a:pt x="32" y="65"/>
                    </a:cubicBezTo>
                    <a:cubicBezTo>
                      <a:pt x="32" y="65"/>
                      <a:pt x="32" y="65"/>
                      <a:pt x="31" y="66"/>
                    </a:cubicBezTo>
                    <a:cubicBezTo>
                      <a:pt x="31" y="69"/>
                      <a:pt x="30" y="73"/>
                      <a:pt x="29" y="76"/>
                    </a:cubicBezTo>
                    <a:cubicBezTo>
                      <a:pt x="28" y="79"/>
                      <a:pt x="27" y="82"/>
                      <a:pt x="26" y="85"/>
                    </a:cubicBezTo>
                    <a:cubicBezTo>
                      <a:pt x="26" y="88"/>
                      <a:pt x="25" y="91"/>
                      <a:pt x="23" y="93"/>
                    </a:cubicBezTo>
                    <a:cubicBezTo>
                      <a:pt x="23" y="93"/>
                      <a:pt x="23" y="94"/>
                      <a:pt x="22" y="94"/>
                    </a:cubicBezTo>
                    <a:cubicBezTo>
                      <a:pt x="22" y="93"/>
                      <a:pt x="22" y="93"/>
                      <a:pt x="22" y="93"/>
                    </a:cubicBezTo>
                    <a:cubicBezTo>
                      <a:pt x="22" y="92"/>
                      <a:pt x="22" y="91"/>
                      <a:pt x="22" y="90"/>
                    </a:cubicBezTo>
                    <a:cubicBezTo>
                      <a:pt x="23" y="88"/>
                      <a:pt x="23" y="86"/>
                      <a:pt x="23" y="84"/>
                    </a:cubicBezTo>
                    <a:cubicBezTo>
                      <a:pt x="24" y="81"/>
                      <a:pt x="25" y="78"/>
                      <a:pt x="25" y="74"/>
                    </a:cubicBezTo>
                    <a:cubicBezTo>
                      <a:pt x="25" y="71"/>
                      <a:pt x="26" y="68"/>
                      <a:pt x="26" y="65"/>
                    </a:cubicBezTo>
                    <a:cubicBezTo>
                      <a:pt x="26" y="64"/>
                      <a:pt x="25" y="62"/>
                      <a:pt x="24" y="61"/>
                    </a:cubicBezTo>
                    <a:cubicBezTo>
                      <a:pt x="23" y="61"/>
                      <a:pt x="23" y="60"/>
                      <a:pt x="23" y="60"/>
                    </a:cubicBezTo>
                    <a:cubicBezTo>
                      <a:pt x="23" y="57"/>
                      <a:pt x="23" y="55"/>
                      <a:pt x="22" y="52"/>
                    </a:cubicBezTo>
                    <a:cubicBezTo>
                      <a:pt x="22" y="49"/>
                      <a:pt x="22" y="47"/>
                      <a:pt x="23" y="44"/>
                    </a:cubicBezTo>
                    <a:cubicBezTo>
                      <a:pt x="23" y="43"/>
                      <a:pt x="24" y="41"/>
                      <a:pt x="24" y="40"/>
                    </a:cubicBezTo>
                    <a:cubicBezTo>
                      <a:pt x="26" y="37"/>
                      <a:pt x="25" y="35"/>
                      <a:pt x="25" y="32"/>
                    </a:cubicBezTo>
                    <a:cubicBezTo>
                      <a:pt x="24" y="31"/>
                      <a:pt x="24" y="30"/>
                      <a:pt x="22" y="29"/>
                    </a:cubicBezTo>
                    <a:cubicBezTo>
                      <a:pt x="20" y="29"/>
                      <a:pt x="19" y="29"/>
                      <a:pt x="17" y="30"/>
                    </a:cubicBezTo>
                    <a:cubicBezTo>
                      <a:pt x="15" y="31"/>
                      <a:pt x="13" y="33"/>
                      <a:pt x="11" y="34"/>
                    </a:cubicBezTo>
                    <a:cubicBezTo>
                      <a:pt x="9" y="35"/>
                      <a:pt x="8" y="36"/>
                      <a:pt x="6" y="37"/>
                    </a:cubicBezTo>
                    <a:cubicBezTo>
                      <a:pt x="5" y="38"/>
                      <a:pt x="3" y="39"/>
                      <a:pt x="2" y="41"/>
                    </a:cubicBezTo>
                    <a:cubicBezTo>
                      <a:pt x="1" y="42"/>
                      <a:pt x="0" y="44"/>
                      <a:pt x="1" y="45"/>
                    </a:cubicBezTo>
                    <a:cubicBezTo>
                      <a:pt x="1" y="47"/>
                      <a:pt x="2" y="48"/>
                      <a:pt x="4" y="49"/>
                    </a:cubicBezTo>
                    <a:close/>
                    <a:moveTo>
                      <a:pt x="17" y="76"/>
                    </a:moveTo>
                    <a:cubicBezTo>
                      <a:pt x="17" y="76"/>
                      <a:pt x="17" y="77"/>
                      <a:pt x="16" y="77"/>
                    </a:cubicBezTo>
                    <a:cubicBezTo>
                      <a:pt x="16" y="78"/>
                      <a:pt x="16" y="78"/>
                      <a:pt x="15" y="78"/>
                    </a:cubicBezTo>
                    <a:cubicBezTo>
                      <a:pt x="14" y="78"/>
                      <a:pt x="13" y="77"/>
                      <a:pt x="13" y="76"/>
                    </a:cubicBezTo>
                    <a:cubicBezTo>
                      <a:pt x="13" y="73"/>
                      <a:pt x="14" y="71"/>
                      <a:pt x="16" y="69"/>
                    </a:cubicBezTo>
                    <a:cubicBezTo>
                      <a:pt x="16" y="69"/>
                      <a:pt x="17" y="69"/>
                      <a:pt x="17" y="69"/>
                    </a:cubicBezTo>
                    <a:cubicBezTo>
                      <a:pt x="17" y="70"/>
                      <a:pt x="17" y="71"/>
                      <a:pt x="17" y="71"/>
                    </a:cubicBezTo>
                    <a:cubicBezTo>
                      <a:pt x="17" y="73"/>
                      <a:pt x="17" y="74"/>
                      <a:pt x="17" y="76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7" name="Freeform 62"/>
              <p:cNvSpPr>
                <a:spLocks/>
              </p:cNvSpPr>
              <p:nvPr/>
            </p:nvSpPr>
            <p:spPr bwMode="auto">
              <a:xfrm>
                <a:off x="-1246188" y="-158750"/>
                <a:ext cx="96837" cy="77788"/>
              </a:xfrm>
              <a:custGeom>
                <a:avLst/>
                <a:gdLst>
                  <a:gd name="T0" fmla="*/ 3 w 62"/>
                  <a:gd name="T1" fmla="*/ 40 h 51"/>
                  <a:gd name="T2" fmla="*/ 5 w 62"/>
                  <a:gd name="T3" fmla="*/ 37 h 51"/>
                  <a:gd name="T4" fmla="*/ 9 w 62"/>
                  <a:gd name="T5" fmla="*/ 35 h 51"/>
                  <a:gd name="T6" fmla="*/ 20 w 62"/>
                  <a:gd name="T7" fmla="*/ 34 h 51"/>
                  <a:gd name="T8" fmla="*/ 26 w 62"/>
                  <a:gd name="T9" fmla="*/ 33 h 51"/>
                  <a:gd name="T10" fmla="*/ 34 w 62"/>
                  <a:gd name="T11" fmla="*/ 31 h 51"/>
                  <a:gd name="T12" fmla="*/ 41 w 62"/>
                  <a:gd name="T13" fmla="*/ 24 h 51"/>
                  <a:gd name="T14" fmla="*/ 46 w 62"/>
                  <a:gd name="T15" fmla="*/ 17 h 51"/>
                  <a:gd name="T16" fmla="*/ 43 w 62"/>
                  <a:gd name="T17" fmla="*/ 17 h 51"/>
                  <a:gd name="T18" fmla="*/ 36 w 62"/>
                  <a:gd name="T19" fmla="*/ 19 h 51"/>
                  <a:gd name="T20" fmla="*/ 29 w 62"/>
                  <a:gd name="T21" fmla="*/ 19 h 51"/>
                  <a:gd name="T22" fmla="*/ 24 w 62"/>
                  <a:gd name="T23" fmla="*/ 11 h 51"/>
                  <a:gd name="T24" fmla="*/ 28 w 62"/>
                  <a:gd name="T25" fmla="*/ 7 h 51"/>
                  <a:gd name="T26" fmla="*/ 36 w 62"/>
                  <a:gd name="T27" fmla="*/ 3 h 51"/>
                  <a:gd name="T28" fmla="*/ 49 w 62"/>
                  <a:gd name="T29" fmla="*/ 0 h 51"/>
                  <a:gd name="T30" fmla="*/ 56 w 62"/>
                  <a:gd name="T31" fmla="*/ 4 h 51"/>
                  <a:gd name="T32" fmla="*/ 58 w 62"/>
                  <a:gd name="T33" fmla="*/ 10 h 51"/>
                  <a:gd name="T34" fmla="*/ 59 w 62"/>
                  <a:gd name="T35" fmla="*/ 12 h 51"/>
                  <a:gd name="T36" fmla="*/ 58 w 62"/>
                  <a:gd name="T37" fmla="*/ 17 h 51"/>
                  <a:gd name="T38" fmla="*/ 53 w 62"/>
                  <a:gd name="T39" fmla="*/ 25 h 51"/>
                  <a:gd name="T40" fmla="*/ 46 w 62"/>
                  <a:gd name="T41" fmla="*/ 33 h 51"/>
                  <a:gd name="T42" fmla="*/ 45 w 62"/>
                  <a:gd name="T43" fmla="*/ 34 h 51"/>
                  <a:gd name="T44" fmla="*/ 47 w 62"/>
                  <a:gd name="T45" fmla="*/ 34 h 51"/>
                  <a:gd name="T46" fmla="*/ 53 w 62"/>
                  <a:gd name="T47" fmla="*/ 35 h 51"/>
                  <a:gd name="T48" fmla="*/ 56 w 62"/>
                  <a:gd name="T49" fmla="*/ 34 h 51"/>
                  <a:gd name="T50" fmla="*/ 60 w 62"/>
                  <a:gd name="T51" fmla="*/ 36 h 51"/>
                  <a:gd name="T52" fmla="*/ 62 w 62"/>
                  <a:gd name="T53" fmla="*/ 43 h 51"/>
                  <a:gd name="T54" fmla="*/ 59 w 62"/>
                  <a:gd name="T55" fmla="*/ 48 h 51"/>
                  <a:gd name="T56" fmla="*/ 55 w 62"/>
                  <a:gd name="T57" fmla="*/ 51 h 51"/>
                  <a:gd name="T58" fmla="*/ 51 w 62"/>
                  <a:gd name="T59" fmla="*/ 49 h 51"/>
                  <a:gd name="T60" fmla="*/ 48 w 62"/>
                  <a:gd name="T61" fmla="*/ 48 h 51"/>
                  <a:gd name="T62" fmla="*/ 21 w 62"/>
                  <a:gd name="T63" fmla="*/ 49 h 51"/>
                  <a:gd name="T64" fmla="*/ 10 w 62"/>
                  <a:gd name="T65" fmla="*/ 50 h 51"/>
                  <a:gd name="T66" fmla="*/ 6 w 62"/>
                  <a:gd name="T67" fmla="*/ 49 h 51"/>
                  <a:gd name="T68" fmla="*/ 3 w 62"/>
                  <a:gd name="T69" fmla="*/ 40 h 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2" h="51">
                    <a:moveTo>
                      <a:pt x="3" y="40"/>
                    </a:moveTo>
                    <a:cubicBezTo>
                      <a:pt x="4" y="39"/>
                      <a:pt x="5" y="38"/>
                      <a:pt x="5" y="37"/>
                    </a:cubicBezTo>
                    <a:cubicBezTo>
                      <a:pt x="6" y="36"/>
                      <a:pt x="7" y="36"/>
                      <a:pt x="9" y="35"/>
                    </a:cubicBezTo>
                    <a:cubicBezTo>
                      <a:pt x="13" y="35"/>
                      <a:pt x="16" y="34"/>
                      <a:pt x="20" y="34"/>
                    </a:cubicBezTo>
                    <a:cubicBezTo>
                      <a:pt x="22" y="33"/>
                      <a:pt x="24" y="33"/>
                      <a:pt x="26" y="33"/>
                    </a:cubicBezTo>
                    <a:cubicBezTo>
                      <a:pt x="29" y="33"/>
                      <a:pt x="32" y="33"/>
                      <a:pt x="34" y="31"/>
                    </a:cubicBezTo>
                    <a:cubicBezTo>
                      <a:pt x="37" y="29"/>
                      <a:pt x="39" y="27"/>
                      <a:pt x="41" y="24"/>
                    </a:cubicBezTo>
                    <a:cubicBezTo>
                      <a:pt x="43" y="22"/>
                      <a:pt x="47" y="18"/>
                      <a:pt x="46" y="17"/>
                    </a:cubicBezTo>
                    <a:cubicBezTo>
                      <a:pt x="46" y="17"/>
                      <a:pt x="44" y="17"/>
                      <a:pt x="43" y="17"/>
                    </a:cubicBezTo>
                    <a:cubicBezTo>
                      <a:pt x="41" y="18"/>
                      <a:pt x="39" y="19"/>
                      <a:pt x="36" y="19"/>
                    </a:cubicBezTo>
                    <a:cubicBezTo>
                      <a:pt x="34" y="20"/>
                      <a:pt x="31" y="21"/>
                      <a:pt x="29" y="19"/>
                    </a:cubicBezTo>
                    <a:cubicBezTo>
                      <a:pt x="26" y="17"/>
                      <a:pt x="25" y="14"/>
                      <a:pt x="24" y="11"/>
                    </a:cubicBezTo>
                    <a:cubicBezTo>
                      <a:pt x="24" y="10"/>
                      <a:pt x="26" y="8"/>
                      <a:pt x="28" y="7"/>
                    </a:cubicBezTo>
                    <a:cubicBezTo>
                      <a:pt x="31" y="6"/>
                      <a:pt x="33" y="4"/>
                      <a:pt x="36" y="3"/>
                    </a:cubicBezTo>
                    <a:cubicBezTo>
                      <a:pt x="41" y="1"/>
                      <a:pt x="45" y="0"/>
                      <a:pt x="49" y="0"/>
                    </a:cubicBezTo>
                    <a:cubicBezTo>
                      <a:pt x="52" y="1"/>
                      <a:pt x="54" y="2"/>
                      <a:pt x="56" y="4"/>
                    </a:cubicBezTo>
                    <a:cubicBezTo>
                      <a:pt x="58" y="6"/>
                      <a:pt x="58" y="8"/>
                      <a:pt x="58" y="10"/>
                    </a:cubicBezTo>
                    <a:cubicBezTo>
                      <a:pt x="58" y="11"/>
                      <a:pt x="59" y="12"/>
                      <a:pt x="59" y="12"/>
                    </a:cubicBezTo>
                    <a:cubicBezTo>
                      <a:pt x="59" y="14"/>
                      <a:pt x="58" y="15"/>
                      <a:pt x="58" y="17"/>
                    </a:cubicBezTo>
                    <a:cubicBezTo>
                      <a:pt x="57" y="17"/>
                      <a:pt x="55" y="22"/>
                      <a:pt x="53" y="25"/>
                    </a:cubicBezTo>
                    <a:cubicBezTo>
                      <a:pt x="51" y="27"/>
                      <a:pt x="48" y="31"/>
                      <a:pt x="46" y="33"/>
                    </a:cubicBezTo>
                    <a:cubicBezTo>
                      <a:pt x="46" y="33"/>
                      <a:pt x="45" y="34"/>
                      <a:pt x="45" y="34"/>
                    </a:cubicBezTo>
                    <a:cubicBezTo>
                      <a:pt x="45" y="34"/>
                      <a:pt x="46" y="34"/>
                      <a:pt x="47" y="34"/>
                    </a:cubicBezTo>
                    <a:cubicBezTo>
                      <a:pt x="49" y="35"/>
                      <a:pt x="51" y="35"/>
                      <a:pt x="53" y="35"/>
                    </a:cubicBezTo>
                    <a:cubicBezTo>
                      <a:pt x="54" y="35"/>
                      <a:pt x="55" y="34"/>
                      <a:pt x="56" y="34"/>
                    </a:cubicBezTo>
                    <a:cubicBezTo>
                      <a:pt x="58" y="34"/>
                      <a:pt x="59" y="34"/>
                      <a:pt x="60" y="36"/>
                    </a:cubicBezTo>
                    <a:cubicBezTo>
                      <a:pt x="62" y="38"/>
                      <a:pt x="62" y="40"/>
                      <a:pt x="62" y="43"/>
                    </a:cubicBezTo>
                    <a:cubicBezTo>
                      <a:pt x="62" y="45"/>
                      <a:pt x="61" y="47"/>
                      <a:pt x="59" y="48"/>
                    </a:cubicBezTo>
                    <a:cubicBezTo>
                      <a:pt x="58" y="50"/>
                      <a:pt x="56" y="51"/>
                      <a:pt x="55" y="51"/>
                    </a:cubicBezTo>
                    <a:cubicBezTo>
                      <a:pt x="54" y="50"/>
                      <a:pt x="53" y="49"/>
                      <a:pt x="51" y="49"/>
                    </a:cubicBezTo>
                    <a:cubicBezTo>
                      <a:pt x="50" y="48"/>
                      <a:pt x="49" y="48"/>
                      <a:pt x="48" y="48"/>
                    </a:cubicBezTo>
                    <a:cubicBezTo>
                      <a:pt x="42" y="47"/>
                      <a:pt x="24" y="49"/>
                      <a:pt x="21" y="49"/>
                    </a:cubicBezTo>
                    <a:cubicBezTo>
                      <a:pt x="20" y="49"/>
                      <a:pt x="14" y="50"/>
                      <a:pt x="10" y="50"/>
                    </a:cubicBezTo>
                    <a:cubicBezTo>
                      <a:pt x="9" y="50"/>
                      <a:pt x="7" y="50"/>
                      <a:pt x="6" y="49"/>
                    </a:cubicBezTo>
                    <a:cubicBezTo>
                      <a:pt x="2" y="48"/>
                      <a:pt x="0" y="43"/>
                      <a:pt x="3" y="4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78" name="Freeform 63"/>
              <p:cNvSpPr>
                <a:spLocks/>
              </p:cNvSpPr>
              <p:nvPr/>
            </p:nvSpPr>
            <p:spPr bwMode="auto">
              <a:xfrm>
                <a:off x="-1066800" y="-92075"/>
                <a:ext cx="130175" cy="138113"/>
              </a:xfrm>
              <a:custGeom>
                <a:avLst/>
                <a:gdLst>
                  <a:gd name="T0" fmla="*/ 1 w 84"/>
                  <a:gd name="T1" fmla="*/ 47 h 89"/>
                  <a:gd name="T2" fmla="*/ 1 w 84"/>
                  <a:gd name="T3" fmla="*/ 46 h 89"/>
                  <a:gd name="T4" fmla="*/ 19 w 84"/>
                  <a:gd name="T5" fmla="*/ 45 h 89"/>
                  <a:gd name="T6" fmla="*/ 39 w 84"/>
                  <a:gd name="T7" fmla="*/ 38 h 89"/>
                  <a:gd name="T8" fmla="*/ 47 w 84"/>
                  <a:gd name="T9" fmla="*/ 33 h 89"/>
                  <a:gd name="T10" fmla="*/ 43 w 84"/>
                  <a:gd name="T11" fmla="*/ 32 h 89"/>
                  <a:gd name="T12" fmla="*/ 38 w 84"/>
                  <a:gd name="T13" fmla="*/ 29 h 89"/>
                  <a:gd name="T14" fmla="*/ 34 w 84"/>
                  <a:gd name="T15" fmla="*/ 25 h 89"/>
                  <a:gd name="T16" fmla="*/ 34 w 84"/>
                  <a:gd name="T17" fmla="*/ 24 h 89"/>
                  <a:gd name="T18" fmla="*/ 35 w 84"/>
                  <a:gd name="T19" fmla="*/ 19 h 89"/>
                  <a:gd name="T20" fmla="*/ 36 w 84"/>
                  <a:gd name="T21" fmla="*/ 17 h 89"/>
                  <a:gd name="T22" fmla="*/ 43 w 84"/>
                  <a:gd name="T23" fmla="*/ 17 h 89"/>
                  <a:gd name="T24" fmla="*/ 52 w 84"/>
                  <a:gd name="T25" fmla="*/ 20 h 89"/>
                  <a:gd name="T26" fmla="*/ 57 w 84"/>
                  <a:gd name="T27" fmla="*/ 22 h 89"/>
                  <a:gd name="T28" fmla="*/ 61 w 84"/>
                  <a:gd name="T29" fmla="*/ 21 h 89"/>
                  <a:gd name="T30" fmla="*/ 69 w 84"/>
                  <a:gd name="T31" fmla="*/ 10 h 89"/>
                  <a:gd name="T32" fmla="*/ 73 w 84"/>
                  <a:gd name="T33" fmla="*/ 5 h 89"/>
                  <a:gd name="T34" fmla="*/ 79 w 84"/>
                  <a:gd name="T35" fmla="*/ 1 h 89"/>
                  <a:gd name="T36" fmla="*/ 82 w 84"/>
                  <a:gd name="T37" fmla="*/ 3 h 89"/>
                  <a:gd name="T38" fmla="*/ 84 w 84"/>
                  <a:gd name="T39" fmla="*/ 9 h 89"/>
                  <a:gd name="T40" fmla="*/ 83 w 84"/>
                  <a:gd name="T41" fmla="*/ 12 h 89"/>
                  <a:gd name="T42" fmla="*/ 78 w 84"/>
                  <a:gd name="T43" fmla="*/ 19 h 89"/>
                  <a:gd name="T44" fmla="*/ 73 w 84"/>
                  <a:gd name="T45" fmla="*/ 24 h 89"/>
                  <a:gd name="T46" fmla="*/ 73 w 84"/>
                  <a:gd name="T47" fmla="*/ 26 h 89"/>
                  <a:gd name="T48" fmla="*/ 74 w 84"/>
                  <a:gd name="T49" fmla="*/ 26 h 89"/>
                  <a:gd name="T50" fmla="*/ 78 w 84"/>
                  <a:gd name="T51" fmla="*/ 27 h 89"/>
                  <a:gd name="T52" fmla="*/ 82 w 84"/>
                  <a:gd name="T53" fmla="*/ 32 h 89"/>
                  <a:gd name="T54" fmla="*/ 81 w 84"/>
                  <a:gd name="T55" fmla="*/ 34 h 89"/>
                  <a:gd name="T56" fmla="*/ 80 w 84"/>
                  <a:gd name="T57" fmla="*/ 36 h 89"/>
                  <a:gd name="T58" fmla="*/ 78 w 84"/>
                  <a:gd name="T59" fmla="*/ 37 h 89"/>
                  <a:gd name="T60" fmla="*/ 75 w 84"/>
                  <a:gd name="T61" fmla="*/ 39 h 89"/>
                  <a:gd name="T62" fmla="*/ 69 w 84"/>
                  <a:gd name="T63" fmla="*/ 39 h 89"/>
                  <a:gd name="T64" fmla="*/ 62 w 84"/>
                  <a:gd name="T65" fmla="*/ 37 h 89"/>
                  <a:gd name="T66" fmla="*/ 58 w 84"/>
                  <a:gd name="T67" fmla="*/ 39 h 89"/>
                  <a:gd name="T68" fmla="*/ 55 w 84"/>
                  <a:gd name="T69" fmla="*/ 41 h 89"/>
                  <a:gd name="T70" fmla="*/ 53 w 84"/>
                  <a:gd name="T71" fmla="*/ 44 h 89"/>
                  <a:gd name="T72" fmla="*/ 53 w 84"/>
                  <a:gd name="T73" fmla="*/ 55 h 89"/>
                  <a:gd name="T74" fmla="*/ 55 w 84"/>
                  <a:gd name="T75" fmla="*/ 64 h 89"/>
                  <a:gd name="T76" fmla="*/ 57 w 84"/>
                  <a:gd name="T77" fmla="*/ 74 h 89"/>
                  <a:gd name="T78" fmla="*/ 60 w 84"/>
                  <a:gd name="T79" fmla="*/ 80 h 89"/>
                  <a:gd name="T80" fmla="*/ 63 w 84"/>
                  <a:gd name="T81" fmla="*/ 86 h 89"/>
                  <a:gd name="T82" fmla="*/ 61 w 84"/>
                  <a:gd name="T83" fmla="*/ 87 h 89"/>
                  <a:gd name="T84" fmla="*/ 59 w 84"/>
                  <a:gd name="T85" fmla="*/ 88 h 89"/>
                  <a:gd name="T86" fmla="*/ 57 w 84"/>
                  <a:gd name="T87" fmla="*/ 89 h 89"/>
                  <a:gd name="T88" fmla="*/ 55 w 84"/>
                  <a:gd name="T89" fmla="*/ 89 h 89"/>
                  <a:gd name="T90" fmla="*/ 50 w 84"/>
                  <a:gd name="T91" fmla="*/ 87 h 89"/>
                  <a:gd name="T92" fmla="*/ 48 w 84"/>
                  <a:gd name="T93" fmla="*/ 85 h 89"/>
                  <a:gd name="T94" fmla="*/ 45 w 84"/>
                  <a:gd name="T95" fmla="*/ 81 h 89"/>
                  <a:gd name="T96" fmla="*/ 42 w 84"/>
                  <a:gd name="T97" fmla="*/ 77 h 89"/>
                  <a:gd name="T98" fmla="*/ 41 w 84"/>
                  <a:gd name="T99" fmla="*/ 70 h 89"/>
                  <a:gd name="T100" fmla="*/ 42 w 84"/>
                  <a:gd name="T101" fmla="*/ 65 h 89"/>
                  <a:gd name="T102" fmla="*/ 43 w 84"/>
                  <a:gd name="T103" fmla="*/ 57 h 89"/>
                  <a:gd name="T104" fmla="*/ 44 w 84"/>
                  <a:gd name="T105" fmla="*/ 48 h 89"/>
                  <a:gd name="T106" fmla="*/ 43 w 84"/>
                  <a:gd name="T107" fmla="*/ 47 h 89"/>
                  <a:gd name="T108" fmla="*/ 33 w 84"/>
                  <a:gd name="T109" fmla="*/ 51 h 89"/>
                  <a:gd name="T110" fmla="*/ 24 w 84"/>
                  <a:gd name="T111" fmla="*/ 53 h 89"/>
                  <a:gd name="T112" fmla="*/ 9 w 84"/>
                  <a:gd name="T113" fmla="*/ 52 h 89"/>
                  <a:gd name="T114" fmla="*/ 5 w 84"/>
                  <a:gd name="T115" fmla="*/ 50 h 89"/>
                  <a:gd name="T116" fmla="*/ 1 w 84"/>
                  <a:gd name="T117" fmla="*/ 47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84" h="89">
                    <a:moveTo>
                      <a:pt x="1" y="47"/>
                    </a:moveTo>
                    <a:cubicBezTo>
                      <a:pt x="1" y="46"/>
                      <a:pt x="0" y="46"/>
                      <a:pt x="1" y="46"/>
                    </a:cubicBezTo>
                    <a:cubicBezTo>
                      <a:pt x="2" y="46"/>
                      <a:pt x="8" y="48"/>
                      <a:pt x="19" y="45"/>
                    </a:cubicBezTo>
                    <a:cubicBezTo>
                      <a:pt x="29" y="43"/>
                      <a:pt x="34" y="41"/>
                      <a:pt x="39" y="38"/>
                    </a:cubicBezTo>
                    <a:cubicBezTo>
                      <a:pt x="42" y="36"/>
                      <a:pt x="46" y="33"/>
                      <a:pt x="47" y="33"/>
                    </a:cubicBezTo>
                    <a:cubicBezTo>
                      <a:pt x="46" y="32"/>
                      <a:pt x="44" y="32"/>
                      <a:pt x="43" y="32"/>
                    </a:cubicBezTo>
                    <a:cubicBezTo>
                      <a:pt x="41" y="31"/>
                      <a:pt x="39" y="30"/>
                      <a:pt x="38" y="29"/>
                    </a:cubicBezTo>
                    <a:cubicBezTo>
                      <a:pt x="36" y="28"/>
                      <a:pt x="35" y="27"/>
                      <a:pt x="34" y="25"/>
                    </a:cubicBezTo>
                    <a:cubicBezTo>
                      <a:pt x="34" y="25"/>
                      <a:pt x="34" y="24"/>
                      <a:pt x="34" y="24"/>
                    </a:cubicBezTo>
                    <a:cubicBezTo>
                      <a:pt x="34" y="22"/>
                      <a:pt x="34" y="21"/>
                      <a:pt x="35" y="19"/>
                    </a:cubicBezTo>
                    <a:cubicBezTo>
                      <a:pt x="35" y="18"/>
                      <a:pt x="36" y="18"/>
                      <a:pt x="36" y="17"/>
                    </a:cubicBezTo>
                    <a:cubicBezTo>
                      <a:pt x="38" y="16"/>
                      <a:pt x="41" y="16"/>
                      <a:pt x="43" y="17"/>
                    </a:cubicBezTo>
                    <a:cubicBezTo>
                      <a:pt x="46" y="19"/>
                      <a:pt x="49" y="20"/>
                      <a:pt x="52" y="20"/>
                    </a:cubicBezTo>
                    <a:cubicBezTo>
                      <a:pt x="54" y="21"/>
                      <a:pt x="55" y="21"/>
                      <a:pt x="57" y="22"/>
                    </a:cubicBezTo>
                    <a:cubicBezTo>
                      <a:pt x="58" y="22"/>
                      <a:pt x="60" y="22"/>
                      <a:pt x="61" y="21"/>
                    </a:cubicBezTo>
                    <a:cubicBezTo>
                      <a:pt x="64" y="18"/>
                      <a:pt x="67" y="14"/>
                      <a:pt x="69" y="10"/>
                    </a:cubicBezTo>
                    <a:cubicBezTo>
                      <a:pt x="71" y="8"/>
                      <a:pt x="72" y="6"/>
                      <a:pt x="73" y="5"/>
                    </a:cubicBezTo>
                    <a:cubicBezTo>
                      <a:pt x="74" y="2"/>
                      <a:pt x="76" y="1"/>
                      <a:pt x="79" y="1"/>
                    </a:cubicBezTo>
                    <a:cubicBezTo>
                      <a:pt x="80" y="0"/>
                      <a:pt x="82" y="1"/>
                      <a:pt x="82" y="3"/>
                    </a:cubicBezTo>
                    <a:cubicBezTo>
                      <a:pt x="84" y="5"/>
                      <a:pt x="84" y="7"/>
                      <a:pt x="84" y="9"/>
                    </a:cubicBezTo>
                    <a:cubicBezTo>
                      <a:pt x="84" y="10"/>
                      <a:pt x="84" y="11"/>
                      <a:pt x="83" y="12"/>
                    </a:cubicBezTo>
                    <a:cubicBezTo>
                      <a:pt x="82" y="14"/>
                      <a:pt x="80" y="16"/>
                      <a:pt x="78" y="19"/>
                    </a:cubicBezTo>
                    <a:cubicBezTo>
                      <a:pt x="77" y="21"/>
                      <a:pt x="75" y="22"/>
                      <a:pt x="73" y="24"/>
                    </a:cubicBezTo>
                    <a:cubicBezTo>
                      <a:pt x="73" y="25"/>
                      <a:pt x="73" y="25"/>
                      <a:pt x="73" y="26"/>
                    </a:cubicBezTo>
                    <a:cubicBezTo>
                      <a:pt x="73" y="26"/>
                      <a:pt x="73" y="26"/>
                      <a:pt x="74" y="26"/>
                    </a:cubicBezTo>
                    <a:cubicBezTo>
                      <a:pt x="75" y="25"/>
                      <a:pt x="77" y="26"/>
                      <a:pt x="78" y="27"/>
                    </a:cubicBezTo>
                    <a:cubicBezTo>
                      <a:pt x="80" y="28"/>
                      <a:pt x="81" y="30"/>
                      <a:pt x="82" y="32"/>
                    </a:cubicBezTo>
                    <a:cubicBezTo>
                      <a:pt x="83" y="33"/>
                      <a:pt x="82" y="33"/>
                      <a:pt x="81" y="34"/>
                    </a:cubicBezTo>
                    <a:cubicBezTo>
                      <a:pt x="81" y="35"/>
                      <a:pt x="80" y="35"/>
                      <a:pt x="80" y="36"/>
                    </a:cubicBezTo>
                    <a:cubicBezTo>
                      <a:pt x="79" y="36"/>
                      <a:pt x="79" y="36"/>
                      <a:pt x="78" y="37"/>
                    </a:cubicBezTo>
                    <a:cubicBezTo>
                      <a:pt x="77" y="37"/>
                      <a:pt x="76" y="38"/>
                      <a:pt x="75" y="39"/>
                    </a:cubicBezTo>
                    <a:cubicBezTo>
                      <a:pt x="74" y="40"/>
                      <a:pt x="71" y="40"/>
                      <a:pt x="69" y="39"/>
                    </a:cubicBezTo>
                    <a:cubicBezTo>
                      <a:pt x="67" y="37"/>
                      <a:pt x="65" y="37"/>
                      <a:pt x="62" y="37"/>
                    </a:cubicBezTo>
                    <a:cubicBezTo>
                      <a:pt x="60" y="36"/>
                      <a:pt x="59" y="38"/>
                      <a:pt x="58" y="39"/>
                    </a:cubicBezTo>
                    <a:cubicBezTo>
                      <a:pt x="57" y="39"/>
                      <a:pt x="56" y="40"/>
                      <a:pt x="55" y="41"/>
                    </a:cubicBezTo>
                    <a:cubicBezTo>
                      <a:pt x="54" y="41"/>
                      <a:pt x="53" y="42"/>
                      <a:pt x="53" y="44"/>
                    </a:cubicBezTo>
                    <a:cubicBezTo>
                      <a:pt x="53" y="47"/>
                      <a:pt x="53" y="52"/>
                      <a:pt x="53" y="55"/>
                    </a:cubicBezTo>
                    <a:cubicBezTo>
                      <a:pt x="54" y="58"/>
                      <a:pt x="54" y="61"/>
                      <a:pt x="55" y="64"/>
                    </a:cubicBezTo>
                    <a:cubicBezTo>
                      <a:pt x="55" y="68"/>
                      <a:pt x="56" y="70"/>
                      <a:pt x="57" y="74"/>
                    </a:cubicBezTo>
                    <a:cubicBezTo>
                      <a:pt x="58" y="76"/>
                      <a:pt x="59" y="78"/>
                      <a:pt x="60" y="80"/>
                    </a:cubicBezTo>
                    <a:cubicBezTo>
                      <a:pt x="62" y="84"/>
                      <a:pt x="63" y="86"/>
                      <a:pt x="63" y="86"/>
                    </a:cubicBezTo>
                    <a:cubicBezTo>
                      <a:pt x="63" y="86"/>
                      <a:pt x="62" y="87"/>
                      <a:pt x="61" y="87"/>
                    </a:cubicBezTo>
                    <a:cubicBezTo>
                      <a:pt x="60" y="88"/>
                      <a:pt x="60" y="88"/>
                      <a:pt x="59" y="88"/>
                    </a:cubicBezTo>
                    <a:cubicBezTo>
                      <a:pt x="58" y="88"/>
                      <a:pt x="57" y="88"/>
                      <a:pt x="57" y="89"/>
                    </a:cubicBezTo>
                    <a:cubicBezTo>
                      <a:pt x="56" y="89"/>
                      <a:pt x="56" y="89"/>
                      <a:pt x="55" y="89"/>
                    </a:cubicBezTo>
                    <a:cubicBezTo>
                      <a:pt x="54" y="89"/>
                      <a:pt x="52" y="88"/>
                      <a:pt x="50" y="87"/>
                    </a:cubicBezTo>
                    <a:cubicBezTo>
                      <a:pt x="49" y="86"/>
                      <a:pt x="49" y="86"/>
                      <a:pt x="48" y="85"/>
                    </a:cubicBezTo>
                    <a:cubicBezTo>
                      <a:pt x="47" y="84"/>
                      <a:pt x="46" y="82"/>
                      <a:pt x="45" y="81"/>
                    </a:cubicBezTo>
                    <a:cubicBezTo>
                      <a:pt x="44" y="80"/>
                      <a:pt x="43" y="78"/>
                      <a:pt x="42" y="77"/>
                    </a:cubicBezTo>
                    <a:cubicBezTo>
                      <a:pt x="41" y="75"/>
                      <a:pt x="40" y="73"/>
                      <a:pt x="41" y="70"/>
                    </a:cubicBezTo>
                    <a:cubicBezTo>
                      <a:pt x="41" y="69"/>
                      <a:pt x="41" y="67"/>
                      <a:pt x="42" y="65"/>
                    </a:cubicBezTo>
                    <a:cubicBezTo>
                      <a:pt x="42" y="62"/>
                      <a:pt x="42" y="60"/>
                      <a:pt x="43" y="57"/>
                    </a:cubicBezTo>
                    <a:cubicBezTo>
                      <a:pt x="43" y="54"/>
                      <a:pt x="43" y="51"/>
                      <a:pt x="44" y="48"/>
                    </a:cubicBezTo>
                    <a:cubicBezTo>
                      <a:pt x="44" y="47"/>
                      <a:pt x="44" y="47"/>
                      <a:pt x="43" y="47"/>
                    </a:cubicBezTo>
                    <a:cubicBezTo>
                      <a:pt x="39" y="49"/>
                      <a:pt x="36" y="50"/>
                      <a:pt x="33" y="51"/>
                    </a:cubicBezTo>
                    <a:cubicBezTo>
                      <a:pt x="32" y="52"/>
                      <a:pt x="28" y="53"/>
                      <a:pt x="24" y="53"/>
                    </a:cubicBezTo>
                    <a:cubicBezTo>
                      <a:pt x="20" y="54"/>
                      <a:pt x="11" y="53"/>
                      <a:pt x="9" y="52"/>
                    </a:cubicBezTo>
                    <a:cubicBezTo>
                      <a:pt x="7" y="52"/>
                      <a:pt x="6" y="51"/>
                      <a:pt x="5" y="50"/>
                    </a:cubicBezTo>
                    <a:cubicBezTo>
                      <a:pt x="5" y="50"/>
                      <a:pt x="2" y="48"/>
                      <a:pt x="1" y="4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79" name="组合 78"/>
            <p:cNvGrpSpPr/>
            <p:nvPr/>
          </p:nvGrpSpPr>
          <p:grpSpPr>
            <a:xfrm>
              <a:off x="1988420" y="5728430"/>
              <a:ext cx="2064053" cy="566927"/>
              <a:chOff x="-2937499" y="-1721719"/>
              <a:chExt cx="2064053" cy="566927"/>
            </a:xfrm>
          </p:grpSpPr>
          <p:sp>
            <p:nvSpPr>
              <p:cNvPr id="80" name="Freeform 5"/>
              <p:cNvSpPr>
                <a:spLocks/>
              </p:cNvSpPr>
              <p:nvPr/>
            </p:nvSpPr>
            <p:spPr bwMode="auto">
              <a:xfrm>
                <a:off x="-1504064" y="-1687908"/>
                <a:ext cx="283070" cy="335753"/>
              </a:xfrm>
              <a:custGeom>
                <a:avLst/>
                <a:gdLst>
                  <a:gd name="T0" fmla="*/ 687 w 749"/>
                  <a:gd name="T1" fmla="*/ 778 h 886"/>
                  <a:gd name="T2" fmla="*/ 627 w 749"/>
                  <a:gd name="T3" fmla="*/ 739 h 886"/>
                  <a:gd name="T4" fmla="*/ 552 w 749"/>
                  <a:gd name="T5" fmla="*/ 674 h 886"/>
                  <a:gd name="T6" fmla="*/ 491 w 749"/>
                  <a:gd name="T7" fmla="*/ 607 h 886"/>
                  <a:gd name="T8" fmla="*/ 421 w 749"/>
                  <a:gd name="T9" fmla="*/ 518 h 886"/>
                  <a:gd name="T10" fmla="*/ 418 w 749"/>
                  <a:gd name="T11" fmla="*/ 478 h 886"/>
                  <a:gd name="T12" fmla="*/ 431 w 749"/>
                  <a:gd name="T13" fmla="*/ 447 h 886"/>
                  <a:gd name="T14" fmla="*/ 456 w 749"/>
                  <a:gd name="T15" fmla="*/ 405 h 886"/>
                  <a:gd name="T16" fmla="*/ 530 w 749"/>
                  <a:gd name="T17" fmla="*/ 383 h 886"/>
                  <a:gd name="T18" fmla="*/ 574 w 749"/>
                  <a:gd name="T19" fmla="*/ 346 h 886"/>
                  <a:gd name="T20" fmla="*/ 589 w 749"/>
                  <a:gd name="T21" fmla="*/ 313 h 886"/>
                  <a:gd name="T22" fmla="*/ 595 w 749"/>
                  <a:gd name="T23" fmla="*/ 295 h 886"/>
                  <a:gd name="T24" fmla="*/ 600 w 749"/>
                  <a:gd name="T25" fmla="*/ 273 h 886"/>
                  <a:gd name="T26" fmla="*/ 593 w 749"/>
                  <a:gd name="T27" fmla="*/ 250 h 886"/>
                  <a:gd name="T28" fmla="*/ 529 w 749"/>
                  <a:gd name="T29" fmla="*/ 230 h 886"/>
                  <a:gd name="T30" fmla="*/ 489 w 749"/>
                  <a:gd name="T31" fmla="*/ 246 h 886"/>
                  <a:gd name="T32" fmla="*/ 480 w 749"/>
                  <a:gd name="T33" fmla="*/ 251 h 886"/>
                  <a:gd name="T34" fmla="*/ 476 w 749"/>
                  <a:gd name="T35" fmla="*/ 240 h 886"/>
                  <a:gd name="T36" fmla="*/ 485 w 749"/>
                  <a:gd name="T37" fmla="*/ 163 h 886"/>
                  <a:gd name="T38" fmla="*/ 488 w 749"/>
                  <a:gd name="T39" fmla="*/ 76 h 886"/>
                  <a:gd name="T40" fmla="*/ 480 w 749"/>
                  <a:gd name="T41" fmla="*/ 52 h 886"/>
                  <a:gd name="T42" fmla="*/ 428 w 749"/>
                  <a:gd name="T43" fmla="*/ 7 h 886"/>
                  <a:gd name="T44" fmla="*/ 388 w 749"/>
                  <a:gd name="T45" fmla="*/ 13 h 886"/>
                  <a:gd name="T46" fmla="*/ 359 w 749"/>
                  <a:gd name="T47" fmla="*/ 78 h 886"/>
                  <a:gd name="T48" fmla="*/ 363 w 749"/>
                  <a:gd name="T49" fmla="*/ 142 h 886"/>
                  <a:gd name="T50" fmla="*/ 353 w 749"/>
                  <a:gd name="T51" fmla="*/ 282 h 886"/>
                  <a:gd name="T52" fmla="*/ 328 w 749"/>
                  <a:gd name="T53" fmla="*/ 312 h 886"/>
                  <a:gd name="T54" fmla="*/ 281 w 749"/>
                  <a:gd name="T55" fmla="*/ 327 h 886"/>
                  <a:gd name="T56" fmla="*/ 184 w 749"/>
                  <a:gd name="T57" fmla="*/ 352 h 886"/>
                  <a:gd name="T58" fmla="*/ 129 w 749"/>
                  <a:gd name="T59" fmla="*/ 394 h 886"/>
                  <a:gd name="T60" fmla="*/ 129 w 749"/>
                  <a:gd name="T61" fmla="*/ 415 h 886"/>
                  <a:gd name="T62" fmla="*/ 148 w 749"/>
                  <a:gd name="T63" fmla="*/ 464 h 886"/>
                  <a:gd name="T64" fmla="*/ 156 w 749"/>
                  <a:gd name="T65" fmla="*/ 471 h 886"/>
                  <a:gd name="T66" fmla="*/ 208 w 749"/>
                  <a:gd name="T67" fmla="*/ 481 h 886"/>
                  <a:gd name="T68" fmla="*/ 270 w 749"/>
                  <a:gd name="T69" fmla="*/ 471 h 886"/>
                  <a:gd name="T70" fmla="*/ 309 w 749"/>
                  <a:gd name="T71" fmla="*/ 460 h 886"/>
                  <a:gd name="T72" fmla="*/ 271 w 749"/>
                  <a:gd name="T73" fmla="*/ 549 h 886"/>
                  <a:gd name="T74" fmla="*/ 151 w 749"/>
                  <a:gd name="T75" fmla="*/ 723 h 886"/>
                  <a:gd name="T76" fmla="*/ 1 w 749"/>
                  <a:gd name="T77" fmla="*/ 836 h 886"/>
                  <a:gd name="T78" fmla="*/ 11 w 749"/>
                  <a:gd name="T79" fmla="*/ 840 h 886"/>
                  <a:gd name="T80" fmla="*/ 58 w 749"/>
                  <a:gd name="T81" fmla="*/ 843 h 886"/>
                  <a:gd name="T82" fmla="*/ 108 w 749"/>
                  <a:gd name="T83" fmla="*/ 840 h 886"/>
                  <a:gd name="T84" fmla="*/ 240 w 749"/>
                  <a:gd name="T85" fmla="*/ 757 h 886"/>
                  <a:gd name="T86" fmla="*/ 299 w 749"/>
                  <a:gd name="T87" fmla="*/ 693 h 886"/>
                  <a:gd name="T88" fmla="*/ 357 w 749"/>
                  <a:gd name="T89" fmla="*/ 606 h 886"/>
                  <a:gd name="T90" fmla="*/ 371 w 749"/>
                  <a:gd name="T91" fmla="*/ 606 h 886"/>
                  <a:gd name="T92" fmla="*/ 414 w 749"/>
                  <a:gd name="T93" fmla="*/ 689 h 886"/>
                  <a:gd name="T94" fmla="*/ 448 w 749"/>
                  <a:gd name="T95" fmla="*/ 757 h 886"/>
                  <a:gd name="T96" fmla="*/ 475 w 749"/>
                  <a:gd name="T97" fmla="*/ 804 h 886"/>
                  <a:gd name="T98" fmla="*/ 521 w 749"/>
                  <a:gd name="T99" fmla="*/ 853 h 886"/>
                  <a:gd name="T100" fmla="*/ 571 w 749"/>
                  <a:gd name="T101" fmla="*/ 871 h 886"/>
                  <a:gd name="T102" fmla="*/ 616 w 749"/>
                  <a:gd name="T103" fmla="*/ 883 h 886"/>
                  <a:gd name="T104" fmla="*/ 645 w 749"/>
                  <a:gd name="T105" fmla="*/ 885 h 886"/>
                  <a:gd name="T106" fmla="*/ 698 w 749"/>
                  <a:gd name="T107" fmla="*/ 880 h 886"/>
                  <a:gd name="T108" fmla="*/ 710 w 749"/>
                  <a:gd name="T109" fmla="*/ 865 h 886"/>
                  <a:gd name="T110" fmla="*/ 725 w 749"/>
                  <a:gd name="T111" fmla="*/ 849 h 886"/>
                  <a:gd name="T112" fmla="*/ 738 w 749"/>
                  <a:gd name="T113" fmla="*/ 830 h 886"/>
                  <a:gd name="T114" fmla="*/ 747 w 749"/>
                  <a:gd name="T115" fmla="*/ 807 h 886"/>
                  <a:gd name="T116" fmla="*/ 687 w 749"/>
                  <a:gd name="T117" fmla="*/ 778 h 8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749" h="886">
                    <a:moveTo>
                      <a:pt x="687" y="778"/>
                    </a:moveTo>
                    <a:cubicBezTo>
                      <a:pt x="662" y="764"/>
                      <a:pt x="650" y="754"/>
                      <a:pt x="627" y="739"/>
                    </a:cubicBezTo>
                    <a:cubicBezTo>
                      <a:pt x="598" y="718"/>
                      <a:pt x="576" y="700"/>
                      <a:pt x="552" y="674"/>
                    </a:cubicBezTo>
                    <a:cubicBezTo>
                      <a:pt x="532" y="653"/>
                      <a:pt x="510" y="629"/>
                      <a:pt x="491" y="607"/>
                    </a:cubicBezTo>
                    <a:cubicBezTo>
                      <a:pt x="467" y="580"/>
                      <a:pt x="437" y="538"/>
                      <a:pt x="421" y="518"/>
                    </a:cubicBezTo>
                    <a:cubicBezTo>
                      <a:pt x="408" y="502"/>
                      <a:pt x="412" y="489"/>
                      <a:pt x="418" y="478"/>
                    </a:cubicBezTo>
                    <a:cubicBezTo>
                      <a:pt x="424" y="466"/>
                      <a:pt x="427" y="459"/>
                      <a:pt x="431" y="447"/>
                    </a:cubicBezTo>
                    <a:cubicBezTo>
                      <a:pt x="436" y="431"/>
                      <a:pt x="439" y="413"/>
                      <a:pt x="456" y="405"/>
                    </a:cubicBezTo>
                    <a:cubicBezTo>
                      <a:pt x="480" y="394"/>
                      <a:pt x="501" y="381"/>
                      <a:pt x="530" y="383"/>
                    </a:cubicBezTo>
                    <a:cubicBezTo>
                      <a:pt x="548" y="384"/>
                      <a:pt x="568" y="364"/>
                      <a:pt x="574" y="346"/>
                    </a:cubicBezTo>
                    <a:cubicBezTo>
                      <a:pt x="578" y="335"/>
                      <a:pt x="584" y="324"/>
                      <a:pt x="589" y="313"/>
                    </a:cubicBezTo>
                    <a:cubicBezTo>
                      <a:pt x="592" y="307"/>
                      <a:pt x="594" y="301"/>
                      <a:pt x="595" y="295"/>
                    </a:cubicBezTo>
                    <a:cubicBezTo>
                      <a:pt x="597" y="288"/>
                      <a:pt x="597" y="280"/>
                      <a:pt x="600" y="273"/>
                    </a:cubicBezTo>
                    <a:cubicBezTo>
                      <a:pt x="604" y="260"/>
                      <a:pt x="604" y="257"/>
                      <a:pt x="593" y="250"/>
                    </a:cubicBezTo>
                    <a:cubicBezTo>
                      <a:pt x="573" y="239"/>
                      <a:pt x="552" y="231"/>
                      <a:pt x="529" y="230"/>
                    </a:cubicBezTo>
                    <a:cubicBezTo>
                      <a:pt x="513" y="230"/>
                      <a:pt x="499" y="231"/>
                      <a:pt x="489" y="246"/>
                    </a:cubicBezTo>
                    <a:cubicBezTo>
                      <a:pt x="487" y="249"/>
                      <a:pt x="483" y="252"/>
                      <a:pt x="480" y="251"/>
                    </a:cubicBezTo>
                    <a:cubicBezTo>
                      <a:pt x="476" y="250"/>
                      <a:pt x="476" y="244"/>
                      <a:pt x="476" y="240"/>
                    </a:cubicBezTo>
                    <a:cubicBezTo>
                      <a:pt x="479" y="214"/>
                      <a:pt x="483" y="189"/>
                      <a:pt x="485" y="163"/>
                    </a:cubicBezTo>
                    <a:cubicBezTo>
                      <a:pt x="487" y="134"/>
                      <a:pt x="488" y="105"/>
                      <a:pt x="488" y="76"/>
                    </a:cubicBezTo>
                    <a:cubicBezTo>
                      <a:pt x="488" y="68"/>
                      <a:pt x="484" y="60"/>
                      <a:pt x="480" y="52"/>
                    </a:cubicBezTo>
                    <a:cubicBezTo>
                      <a:pt x="468" y="31"/>
                      <a:pt x="450" y="17"/>
                      <a:pt x="428" y="7"/>
                    </a:cubicBezTo>
                    <a:cubicBezTo>
                      <a:pt x="413" y="0"/>
                      <a:pt x="400" y="0"/>
                      <a:pt x="388" y="13"/>
                    </a:cubicBezTo>
                    <a:cubicBezTo>
                      <a:pt x="371" y="31"/>
                      <a:pt x="354" y="49"/>
                      <a:pt x="359" y="78"/>
                    </a:cubicBezTo>
                    <a:cubicBezTo>
                      <a:pt x="362" y="99"/>
                      <a:pt x="363" y="121"/>
                      <a:pt x="363" y="142"/>
                    </a:cubicBezTo>
                    <a:cubicBezTo>
                      <a:pt x="363" y="189"/>
                      <a:pt x="361" y="236"/>
                      <a:pt x="353" y="282"/>
                    </a:cubicBezTo>
                    <a:cubicBezTo>
                      <a:pt x="350" y="297"/>
                      <a:pt x="342" y="307"/>
                      <a:pt x="328" y="312"/>
                    </a:cubicBezTo>
                    <a:cubicBezTo>
                      <a:pt x="312" y="317"/>
                      <a:pt x="297" y="321"/>
                      <a:pt x="281" y="327"/>
                    </a:cubicBezTo>
                    <a:cubicBezTo>
                      <a:pt x="250" y="338"/>
                      <a:pt x="218" y="350"/>
                      <a:pt x="184" y="352"/>
                    </a:cubicBezTo>
                    <a:cubicBezTo>
                      <a:pt x="159" y="353"/>
                      <a:pt x="136" y="370"/>
                      <a:pt x="129" y="394"/>
                    </a:cubicBezTo>
                    <a:cubicBezTo>
                      <a:pt x="128" y="401"/>
                      <a:pt x="127" y="409"/>
                      <a:pt x="129" y="415"/>
                    </a:cubicBezTo>
                    <a:cubicBezTo>
                      <a:pt x="135" y="432"/>
                      <a:pt x="141" y="448"/>
                      <a:pt x="148" y="464"/>
                    </a:cubicBezTo>
                    <a:cubicBezTo>
                      <a:pt x="150" y="467"/>
                      <a:pt x="153" y="469"/>
                      <a:pt x="156" y="471"/>
                    </a:cubicBezTo>
                    <a:cubicBezTo>
                      <a:pt x="172" y="480"/>
                      <a:pt x="190" y="483"/>
                      <a:pt x="208" y="481"/>
                    </a:cubicBezTo>
                    <a:cubicBezTo>
                      <a:pt x="229" y="478"/>
                      <a:pt x="249" y="474"/>
                      <a:pt x="270" y="471"/>
                    </a:cubicBezTo>
                    <a:cubicBezTo>
                      <a:pt x="280" y="469"/>
                      <a:pt x="297" y="463"/>
                      <a:pt x="309" y="460"/>
                    </a:cubicBezTo>
                    <a:cubicBezTo>
                      <a:pt x="307" y="467"/>
                      <a:pt x="289" y="513"/>
                      <a:pt x="271" y="549"/>
                    </a:cubicBezTo>
                    <a:cubicBezTo>
                      <a:pt x="246" y="599"/>
                      <a:pt x="218" y="650"/>
                      <a:pt x="151" y="723"/>
                    </a:cubicBezTo>
                    <a:cubicBezTo>
                      <a:pt x="76" y="807"/>
                      <a:pt x="11" y="826"/>
                      <a:pt x="1" y="836"/>
                    </a:cubicBezTo>
                    <a:cubicBezTo>
                      <a:pt x="0" y="837"/>
                      <a:pt x="4" y="838"/>
                      <a:pt x="11" y="840"/>
                    </a:cubicBezTo>
                    <a:cubicBezTo>
                      <a:pt x="21" y="841"/>
                      <a:pt x="54" y="843"/>
                      <a:pt x="58" y="843"/>
                    </a:cubicBezTo>
                    <a:cubicBezTo>
                      <a:pt x="74" y="843"/>
                      <a:pt x="93" y="845"/>
                      <a:pt x="108" y="840"/>
                    </a:cubicBezTo>
                    <a:cubicBezTo>
                      <a:pt x="129" y="833"/>
                      <a:pt x="203" y="791"/>
                      <a:pt x="240" y="757"/>
                    </a:cubicBezTo>
                    <a:cubicBezTo>
                      <a:pt x="264" y="734"/>
                      <a:pt x="294" y="700"/>
                      <a:pt x="299" y="693"/>
                    </a:cubicBezTo>
                    <a:cubicBezTo>
                      <a:pt x="319" y="664"/>
                      <a:pt x="338" y="635"/>
                      <a:pt x="357" y="606"/>
                    </a:cubicBezTo>
                    <a:cubicBezTo>
                      <a:pt x="363" y="596"/>
                      <a:pt x="366" y="596"/>
                      <a:pt x="371" y="606"/>
                    </a:cubicBezTo>
                    <a:cubicBezTo>
                      <a:pt x="386" y="633"/>
                      <a:pt x="400" y="661"/>
                      <a:pt x="414" y="689"/>
                    </a:cubicBezTo>
                    <a:cubicBezTo>
                      <a:pt x="425" y="711"/>
                      <a:pt x="436" y="734"/>
                      <a:pt x="448" y="757"/>
                    </a:cubicBezTo>
                    <a:cubicBezTo>
                      <a:pt x="457" y="773"/>
                      <a:pt x="468" y="787"/>
                      <a:pt x="475" y="804"/>
                    </a:cubicBezTo>
                    <a:cubicBezTo>
                      <a:pt x="485" y="827"/>
                      <a:pt x="501" y="842"/>
                      <a:pt x="521" y="853"/>
                    </a:cubicBezTo>
                    <a:cubicBezTo>
                      <a:pt x="537" y="861"/>
                      <a:pt x="554" y="866"/>
                      <a:pt x="571" y="871"/>
                    </a:cubicBezTo>
                    <a:cubicBezTo>
                      <a:pt x="586" y="876"/>
                      <a:pt x="601" y="881"/>
                      <a:pt x="616" y="883"/>
                    </a:cubicBezTo>
                    <a:cubicBezTo>
                      <a:pt x="630" y="885"/>
                      <a:pt x="635" y="885"/>
                      <a:pt x="645" y="885"/>
                    </a:cubicBezTo>
                    <a:cubicBezTo>
                      <a:pt x="662" y="886"/>
                      <a:pt x="693" y="886"/>
                      <a:pt x="698" y="880"/>
                    </a:cubicBezTo>
                    <a:cubicBezTo>
                      <a:pt x="706" y="871"/>
                      <a:pt x="707" y="869"/>
                      <a:pt x="710" y="865"/>
                    </a:cubicBezTo>
                    <a:cubicBezTo>
                      <a:pt x="713" y="861"/>
                      <a:pt x="720" y="855"/>
                      <a:pt x="725" y="849"/>
                    </a:cubicBezTo>
                    <a:cubicBezTo>
                      <a:pt x="730" y="844"/>
                      <a:pt x="733" y="838"/>
                      <a:pt x="738" y="830"/>
                    </a:cubicBezTo>
                    <a:cubicBezTo>
                      <a:pt x="745" y="816"/>
                      <a:pt x="749" y="808"/>
                      <a:pt x="747" y="807"/>
                    </a:cubicBezTo>
                    <a:cubicBezTo>
                      <a:pt x="746" y="805"/>
                      <a:pt x="728" y="801"/>
                      <a:pt x="687" y="77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1" name="Freeform 6"/>
              <p:cNvSpPr>
                <a:spLocks/>
              </p:cNvSpPr>
              <p:nvPr/>
            </p:nvSpPr>
            <p:spPr bwMode="auto">
              <a:xfrm>
                <a:off x="-2937499" y="-1718574"/>
                <a:ext cx="287002" cy="434827"/>
              </a:xfrm>
              <a:custGeom>
                <a:avLst/>
                <a:gdLst>
                  <a:gd name="T0" fmla="*/ 420 w 758"/>
                  <a:gd name="T1" fmla="*/ 385 h 1147"/>
                  <a:gd name="T2" fmla="*/ 338 w 758"/>
                  <a:gd name="T3" fmla="*/ 398 h 1147"/>
                  <a:gd name="T4" fmla="*/ 405 w 758"/>
                  <a:gd name="T5" fmla="*/ 284 h 1147"/>
                  <a:gd name="T6" fmla="*/ 486 w 758"/>
                  <a:gd name="T7" fmla="*/ 260 h 1147"/>
                  <a:gd name="T8" fmla="*/ 545 w 758"/>
                  <a:gd name="T9" fmla="*/ 194 h 1147"/>
                  <a:gd name="T10" fmla="*/ 513 w 758"/>
                  <a:gd name="T11" fmla="*/ 146 h 1147"/>
                  <a:gd name="T12" fmla="*/ 463 w 758"/>
                  <a:gd name="T13" fmla="*/ 150 h 1147"/>
                  <a:gd name="T14" fmla="*/ 455 w 758"/>
                  <a:gd name="T15" fmla="*/ 68 h 1147"/>
                  <a:gd name="T16" fmla="*/ 316 w 758"/>
                  <a:gd name="T17" fmla="*/ 53 h 1147"/>
                  <a:gd name="T18" fmla="*/ 299 w 758"/>
                  <a:gd name="T19" fmla="*/ 185 h 1147"/>
                  <a:gd name="T20" fmla="*/ 266 w 758"/>
                  <a:gd name="T21" fmla="*/ 226 h 1147"/>
                  <a:gd name="T22" fmla="*/ 179 w 758"/>
                  <a:gd name="T23" fmla="*/ 279 h 1147"/>
                  <a:gd name="T24" fmla="*/ 226 w 758"/>
                  <a:gd name="T25" fmla="*/ 377 h 1147"/>
                  <a:gd name="T26" fmla="*/ 118 w 758"/>
                  <a:gd name="T27" fmla="*/ 531 h 1147"/>
                  <a:gd name="T28" fmla="*/ 85 w 758"/>
                  <a:gd name="T29" fmla="*/ 540 h 1147"/>
                  <a:gd name="T30" fmla="*/ 3 w 758"/>
                  <a:gd name="T31" fmla="*/ 692 h 1147"/>
                  <a:gd name="T32" fmla="*/ 11 w 758"/>
                  <a:gd name="T33" fmla="*/ 948 h 1147"/>
                  <a:gd name="T34" fmla="*/ 57 w 758"/>
                  <a:gd name="T35" fmla="*/ 1008 h 1147"/>
                  <a:gd name="T36" fmla="*/ 105 w 758"/>
                  <a:gd name="T37" fmla="*/ 1016 h 1147"/>
                  <a:gd name="T38" fmla="*/ 132 w 758"/>
                  <a:gd name="T39" fmla="*/ 912 h 1147"/>
                  <a:gd name="T40" fmla="*/ 112 w 758"/>
                  <a:gd name="T41" fmla="*/ 731 h 1147"/>
                  <a:gd name="T42" fmla="*/ 143 w 758"/>
                  <a:gd name="T43" fmla="*/ 630 h 1147"/>
                  <a:gd name="T44" fmla="*/ 207 w 758"/>
                  <a:gd name="T45" fmla="*/ 605 h 1147"/>
                  <a:gd name="T46" fmla="*/ 304 w 758"/>
                  <a:gd name="T47" fmla="*/ 522 h 1147"/>
                  <a:gd name="T48" fmla="*/ 305 w 758"/>
                  <a:gd name="T49" fmla="*/ 522 h 1147"/>
                  <a:gd name="T50" fmla="*/ 350 w 758"/>
                  <a:gd name="T51" fmla="*/ 484 h 1147"/>
                  <a:gd name="T52" fmla="*/ 616 w 758"/>
                  <a:gd name="T53" fmla="*/ 436 h 1147"/>
                  <a:gd name="T54" fmla="*/ 675 w 758"/>
                  <a:gd name="T55" fmla="*/ 634 h 1147"/>
                  <a:gd name="T56" fmla="*/ 608 w 758"/>
                  <a:gd name="T57" fmla="*/ 826 h 1147"/>
                  <a:gd name="T58" fmla="*/ 526 w 758"/>
                  <a:gd name="T59" fmla="*/ 921 h 1147"/>
                  <a:gd name="T60" fmla="*/ 422 w 758"/>
                  <a:gd name="T61" fmla="*/ 878 h 1147"/>
                  <a:gd name="T62" fmla="*/ 457 w 758"/>
                  <a:gd name="T63" fmla="*/ 803 h 1147"/>
                  <a:gd name="T64" fmla="*/ 446 w 758"/>
                  <a:gd name="T65" fmla="*/ 741 h 1147"/>
                  <a:gd name="T66" fmla="*/ 391 w 758"/>
                  <a:gd name="T67" fmla="*/ 750 h 1147"/>
                  <a:gd name="T68" fmla="*/ 382 w 758"/>
                  <a:gd name="T69" fmla="*/ 743 h 1147"/>
                  <a:gd name="T70" fmla="*/ 481 w 758"/>
                  <a:gd name="T71" fmla="*/ 641 h 1147"/>
                  <a:gd name="T72" fmla="*/ 459 w 758"/>
                  <a:gd name="T73" fmla="*/ 580 h 1147"/>
                  <a:gd name="T74" fmla="*/ 446 w 758"/>
                  <a:gd name="T75" fmla="*/ 457 h 1147"/>
                  <a:gd name="T76" fmla="*/ 412 w 758"/>
                  <a:gd name="T77" fmla="*/ 487 h 1147"/>
                  <a:gd name="T78" fmla="*/ 360 w 758"/>
                  <a:gd name="T79" fmla="*/ 557 h 1147"/>
                  <a:gd name="T80" fmla="*/ 342 w 758"/>
                  <a:gd name="T81" fmla="*/ 531 h 1147"/>
                  <a:gd name="T82" fmla="*/ 305 w 758"/>
                  <a:gd name="T83" fmla="*/ 522 h 1147"/>
                  <a:gd name="T84" fmla="*/ 304 w 758"/>
                  <a:gd name="T85" fmla="*/ 522 h 1147"/>
                  <a:gd name="T86" fmla="*/ 281 w 758"/>
                  <a:gd name="T87" fmla="*/ 579 h 1147"/>
                  <a:gd name="T88" fmla="*/ 300 w 758"/>
                  <a:gd name="T89" fmla="*/ 633 h 1147"/>
                  <a:gd name="T90" fmla="*/ 244 w 758"/>
                  <a:gd name="T91" fmla="*/ 741 h 1147"/>
                  <a:gd name="T92" fmla="*/ 293 w 758"/>
                  <a:gd name="T93" fmla="*/ 759 h 1147"/>
                  <a:gd name="T94" fmla="*/ 235 w 758"/>
                  <a:gd name="T95" fmla="*/ 838 h 1147"/>
                  <a:gd name="T96" fmla="*/ 241 w 758"/>
                  <a:gd name="T97" fmla="*/ 869 h 1147"/>
                  <a:gd name="T98" fmla="*/ 291 w 758"/>
                  <a:gd name="T99" fmla="*/ 879 h 1147"/>
                  <a:gd name="T100" fmla="*/ 368 w 758"/>
                  <a:gd name="T101" fmla="*/ 873 h 1147"/>
                  <a:gd name="T102" fmla="*/ 366 w 758"/>
                  <a:gd name="T103" fmla="*/ 1104 h 1147"/>
                  <a:gd name="T104" fmla="*/ 374 w 758"/>
                  <a:gd name="T105" fmla="*/ 1146 h 1147"/>
                  <a:gd name="T106" fmla="*/ 393 w 758"/>
                  <a:gd name="T107" fmla="*/ 1119 h 1147"/>
                  <a:gd name="T108" fmla="*/ 411 w 758"/>
                  <a:gd name="T109" fmla="*/ 958 h 1147"/>
                  <a:gd name="T110" fmla="*/ 430 w 758"/>
                  <a:gd name="T111" fmla="*/ 908 h 1147"/>
                  <a:gd name="T112" fmla="*/ 459 w 758"/>
                  <a:gd name="T113" fmla="*/ 934 h 1147"/>
                  <a:gd name="T114" fmla="*/ 454 w 758"/>
                  <a:gd name="T115" fmla="*/ 957 h 1147"/>
                  <a:gd name="T116" fmla="*/ 504 w 758"/>
                  <a:gd name="T117" fmla="*/ 1010 h 1147"/>
                  <a:gd name="T118" fmla="*/ 625 w 758"/>
                  <a:gd name="T119" fmla="*/ 944 h 1147"/>
                  <a:gd name="T120" fmla="*/ 711 w 758"/>
                  <a:gd name="T121" fmla="*/ 756 h 1147"/>
                  <a:gd name="T122" fmla="*/ 750 w 758"/>
                  <a:gd name="T123" fmla="*/ 597 h 1147"/>
                  <a:gd name="T124" fmla="*/ 740 w 758"/>
                  <a:gd name="T125" fmla="*/ 454 h 11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758" h="1147">
                    <a:moveTo>
                      <a:pt x="652" y="374"/>
                    </a:moveTo>
                    <a:cubicBezTo>
                      <a:pt x="574" y="351"/>
                      <a:pt x="496" y="358"/>
                      <a:pt x="420" y="385"/>
                    </a:cubicBezTo>
                    <a:cubicBezTo>
                      <a:pt x="396" y="394"/>
                      <a:pt x="373" y="401"/>
                      <a:pt x="349" y="409"/>
                    </a:cubicBezTo>
                    <a:cubicBezTo>
                      <a:pt x="338" y="412"/>
                      <a:pt x="335" y="409"/>
                      <a:pt x="338" y="398"/>
                    </a:cubicBezTo>
                    <a:cubicBezTo>
                      <a:pt x="341" y="388"/>
                      <a:pt x="344" y="378"/>
                      <a:pt x="347" y="368"/>
                    </a:cubicBezTo>
                    <a:cubicBezTo>
                      <a:pt x="355" y="332"/>
                      <a:pt x="379" y="306"/>
                      <a:pt x="405" y="284"/>
                    </a:cubicBezTo>
                    <a:cubicBezTo>
                      <a:pt x="416" y="274"/>
                      <a:pt x="432" y="269"/>
                      <a:pt x="447" y="265"/>
                    </a:cubicBezTo>
                    <a:cubicBezTo>
                      <a:pt x="459" y="262"/>
                      <a:pt x="474" y="264"/>
                      <a:pt x="486" y="260"/>
                    </a:cubicBezTo>
                    <a:cubicBezTo>
                      <a:pt x="504" y="253"/>
                      <a:pt x="523" y="252"/>
                      <a:pt x="534" y="232"/>
                    </a:cubicBezTo>
                    <a:cubicBezTo>
                      <a:pt x="541" y="220"/>
                      <a:pt x="545" y="208"/>
                      <a:pt x="545" y="194"/>
                    </a:cubicBezTo>
                    <a:cubicBezTo>
                      <a:pt x="544" y="183"/>
                      <a:pt x="541" y="172"/>
                      <a:pt x="534" y="165"/>
                    </a:cubicBezTo>
                    <a:cubicBezTo>
                      <a:pt x="527" y="158"/>
                      <a:pt x="523" y="151"/>
                      <a:pt x="513" y="146"/>
                    </a:cubicBezTo>
                    <a:cubicBezTo>
                      <a:pt x="504" y="140"/>
                      <a:pt x="498" y="147"/>
                      <a:pt x="485" y="148"/>
                    </a:cubicBezTo>
                    <a:cubicBezTo>
                      <a:pt x="479" y="149"/>
                      <a:pt x="469" y="151"/>
                      <a:pt x="463" y="150"/>
                    </a:cubicBezTo>
                    <a:cubicBezTo>
                      <a:pt x="449" y="150"/>
                      <a:pt x="464" y="135"/>
                      <a:pt x="465" y="120"/>
                    </a:cubicBezTo>
                    <a:cubicBezTo>
                      <a:pt x="465" y="102"/>
                      <a:pt x="464" y="85"/>
                      <a:pt x="455" y="68"/>
                    </a:cubicBezTo>
                    <a:cubicBezTo>
                      <a:pt x="432" y="29"/>
                      <a:pt x="405" y="1"/>
                      <a:pt x="356" y="0"/>
                    </a:cubicBezTo>
                    <a:cubicBezTo>
                      <a:pt x="328" y="0"/>
                      <a:pt x="308" y="32"/>
                      <a:pt x="316" y="53"/>
                    </a:cubicBezTo>
                    <a:cubicBezTo>
                      <a:pt x="323" y="70"/>
                      <a:pt x="324" y="88"/>
                      <a:pt x="321" y="105"/>
                    </a:cubicBezTo>
                    <a:cubicBezTo>
                      <a:pt x="315" y="132"/>
                      <a:pt x="307" y="159"/>
                      <a:pt x="299" y="185"/>
                    </a:cubicBezTo>
                    <a:cubicBezTo>
                      <a:pt x="295" y="197"/>
                      <a:pt x="295" y="210"/>
                      <a:pt x="282" y="217"/>
                    </a:cubicBezTo>
                    <a:cubicBezTo>
                      <a:pt x="276" y="220"/>
                      <a:pt x="271" y="224"/>
                      <a:pt x="266" y="226"/>
                    </a:cubicBezTo>
                    <a:cubicBezTo>
                      <a:pt x="251" y="235"/>
                      <a:pt x="236" y="245"/>
                      <a:pt x="217" y="249"/>
                    </a:cubicBezTo>
                    <a:cubicBezTo>
                      <a:pt x="201" y="253"/>
                      <a:pt x="185" y="260"/>
                      <a:pt x="179" y="279"/>
                    </a:cubicBezTo>
                    <a:cubicBezTo>
                      <a:pt x="170" y="305"/>
                      <a:pt x="191" y="350"/>
                      <a:pt x="217" y="360"/>
                    </a:cubicBezTo>
                    <a:cubicBezTo>
                      <a:pt x="226" y="363"/>
                      <a:pt x="230" y="368"/>
                      <a:pt x="226" y="377"/>
                    </a:cubicBezTo>
                    <a:cubicBezTo>
                      <a:pt x="212" y="404"/>
                      <a:pt x="198" y="432"/>
                      <a:pt x="183" y="460"/>
                    </a:cubicBezTo>
                    <a:cubicBezTo>
                      <a:pt x="168" y="489"/>
                      <a:pt x="141" y="508"/>
                      <a:pt x="118" y="531"/>
                    </a:cubicBezTo>
                    <a:cubicBezTo>
                      <a:pt x="116" y="532"/>
                      <a:pt x="112" y="534"/>
                      <a:pt x="110" y="534"/>
                    </a:cubicBezTo>
                    <a:cubicBezTo>
                      <a:pt x="100" y="530"/>
                      <a:pt x="93" y="536"/>
                      <a:pt x="85" y="540"/>
                    </a:cubicBezTo>
                    <a:cubicBezTo>
                      <a:pt x="56" y="557"/>
                      <a:pt x="35" y="582"/>
                      <a:pt x="20" y="610"/>
                    </a:cubicBezTo>
                    <a:cubicBezTo>
                      <a:pt x="6" y="635"/>
                      <a:pt x="4" y="664"/>
                      <a:pt x="3" y="692"/>
                    </a:cubicBezTo>
                    <a:cubicBezTo>
                      <a:pt x="2" y="736"/>
                      <a:pt x="0" y="779"/>
                      <a:pt x="2" y="823"/>
                    </a:cubicBezTo>
                    <a:cubicBezTo>
                      <a:pt x="3" y="865"/>
                      <a:pt x="7" y="906"/>
                      <a:pt x="11" y="948"/>
                    </a:cubicBezTo>
                    <a:cubicBezTo>
                      <a:pt x="11" y="952"/>
                      <a:pt x="13" y="957"/>
                      <a:pt x="16" y="960"/>
                    </a:cubicBezTo>
                    <a:cubicBezTo>
                      <a:pt x="29" y="977"/>
                      <a:pt x="43" y="992"/>
                      <a:pt x="57" y="1008"/>
                    </a:cubicBezTo>
                    <a:cubicBezTo>
                      <a:pt x="59" y="1010"/>
                      <a:pt x="63" y="1011"/>
                      <a:pt x="65" y="1011"/>
                    </a:cubicBezTo>
                    <a:cubicBezTo>
                      <a:pt x="78" y="1013"/>
                      <a:pt x="92" y="1015"/>
                      <a:pt x="105" y="1016"/>
                    </a:cubicBezTo>
                    <a:cubicBezTo>
                      <a:pt x="119" y="1018"/>
                      <a:pt x="126" y="1013"/>
                      <a:pt x="129" y="1002"/>
                    </a:cubicBezTo>
                    <a:cubicBezTo>
                      <a:pt x="136" y="973"/>
                      <a:pt x="140" y="943"/>
                      <a:pt x="132" y="912"/>
                    </a:cubicBezTo>
                    <a:cubicBezTo>
                      <a:pt x="127" y="894"/>
                      <a:pt x="121" y="876"/>
                      <a:pt x="119" y="857"/>
                    </a:cubicBezTo>
                    <a:cubicBezTo>
                      <a:pt x="115" y="815"/>
                      <a:pt x="114" y="773"/>
                      <a:pt x="112" y="731"/>
                    </a:cubicBezTo>
                    <a:cubicBezTo>
                      <a:pt x="110" y="704"/>
                      <a:pt x="110" y="678"/>
                      <a:pt x="109" y="652"/>
                    </a:cubicBezTo>
                    <a:cubicBezTo>
                      <a:pt x="109" y="630"/>
                      <a:pt x="124" y="626"/>
                      <a:pt x="143" y="630"/>
                    </a:cubicBezTo>
                    <a:cubicBezTo>
                      <a:pt x="150" y="632"/>
                      <a:pt x="158" y="634"/>
                      <a:pt x="163" y="631"/>
                    </a:cubicBezTo>
                    <a:cubicBezTo>
                      <a:pt x="178" y="624"/>
                      <a:pt x="194" y="616"/>
                      <a:pt x="207" y="605"/>
                    </a:cubicBezTo>
                    <a:cubicBezTo>
                      <a:pt x="226" y="589"/>
                      <a:pt x="244" y="570"/>
                      <a:pt x="263" y="553"/>
                    </a:cubicBezTo>
                    <a:cubicBezTo>
                      <a:pt x="276" y="542"/>
                      <a:pt x="290" y="533"/>
                      <a:pt x="304" y="522"/>
                    </a:cubicBezTo>
                    <a:cubicBezTo>
                      <a:pt x="304" y="522"/>
                      <a:pt x="304" y="522"/>
                      <a:pt x="304" y="522"/>
                    </a:cubicBezTo>
                    <a:cubicBezTo>
                      <a:pt x="305" y="522"/>
                      <a:pt x="305" y="522"/>
                      <a:pt x="305" y="522"/>
                    </a:cubicBezTo>
                    <a:cubicBezTo>
                      <a:pt x="313" y="514"/>
                      <a:pt x="320" y="506"/>
                      <a:pt x="328" y="499"/>
                    </a:cubicBezTo>
                    <a:cubicBezTo>
                      <a:pt x="335" y="494"/>
                      <a:pt x="342" y="488"/>
                      <a:pt x="350" y="484"/>
                    </a:cubicBezTo>
                    <a:cubicBezTo>
                      <a:pt x="376" y="472"/>
                      <a:pt x="402" y="458"/>
                      <a:pt x="430" y="448"/>
                    </a:cubicBezTo>
                    <a:cubicBezTo>
                      <a:pt x="491" y="428"/>
                      <a:pt x="552" y="416"/>
                      <a:pt x="616" y="436"/>
                    </a:cubicBezTo>
                    <a:cubicBezTo>
                      <a:pt x="668" y="453"/>
                      <a:pt x="689" y="491"/>
                      <a:pt x="686" y="547"/>
                    </a:cubicBezTo>
                    <a:cubicBezTo>
                      <a:pt x="684" y="576"/>
                      <a:pt x="680" y="605"/>
                      <a:pt x="675" y="634"/>
                    </a:cubicBezTo>
                    <a:cubicBezTo>
                      <a:pt x="672" y="650"/>
                      <a:pt x="665" y="665"/>
                      <a:pt x="660" y="681"/>
                    </a:cubicBezTo>
                    <a:cubicBezTo>
                      <a:pt x="644" y="730"/>
                      <a:pt x="631" y="780"/>
                      <a:pt x="608" y="826"/>
                    </a:cubicBezTo>
                    <a:cubicBezTo>
                      <a:pt x="593" y="856"/>
                      <a:pt x="576" y="885"/>
                      <a:pt x="554" y="910"/>
                    </a:cubicBezTo>
                    <a:cubicBezTo>
                      <a:pt x="546" y="919"/>
                      <a:pt x="538" y="921"/>
                      <a:pt x="526" y="921"/>
                    </a:cubicBezTo>
                    <a:cubicBezTo>
                      <a:pt x="491" y="920"/>
                      <a:pt x="459" y="907"/>
                      <a:pt x="427" y="894"/>
                    </a:cubicBezTo>
                    <a:cubicBezTo>
                      <a:pt x="419" y="891"/>
                      <a:pt x="421" y="885"/>
                      <a:pt x="422" y="878"/>
                    </a:cubicBezTo>
                    <a:cubicBezTo>
                      <a:pt x="424" y="861"/>
                      <a:pt x="432" y="846"/>
                      <a:pt x="440" y="831"/>
                    </a:cubicBezTo>
                    <a:cubicBezTo>
                      <a:pt x="445" y="821"/>
                      <a:pt x="451" y="812"/>
                      <a:pt x="457" y="803"/>
                    </a:cubicBezTo>
                    <a:cubicBezTo>
                      <a:pt x="463" y="794"/>
                      <a:pt x="463" y="785"/>
                      <a:pt x="460" y="776"/>
                    </a:cubicBezTo>
                    <a:cubicBezTo>
                      <a:pt x="455" y="764"/>
                      <a:pt x="451" y="753"/>
                      <a:pt x="446" y="741"/>
                    </a:cubicBezTo>
                    <a:cubicBezTo>
                      <a:pt x="442" y="730"/>
                      <a:pt x="414" y="725"/>
                      <a:pt x="405" y="733"/>
                    </a:cubicBezTo>
                    <a:cubicBezTo>
                      <a:pt x="400" y="738"/>
                      <a:pt x="396" y="745"/>
                      <a:pt x="391" y="750"/>
                    </a:cubicBezTo>
                    <a:cubicBezTo>
                      <a:pt x="388" y="752"/>
                      <a:pt x="383" y="752"/>
                      <a:pt x="379" y="753"/>
                    </a:cubicBezTo>
                    <a:cubicBezTo>
                      <a:pt x="380" y="750"/>
                      <a:pt x="380" y="745"/>
                      <a:pt x="382" y="743"/>
                    </a:cubicBezTo>
                    <a:cubicBezTo>
                      <a:pt x="407" y="719"/>
                      <a:pt x="431" y="693"/>
                      <a:pt x="461" y="675"/>
                    </a:cubicBezTo>
                    <a:cubicBezTo>
                      <a:pt x="473" y="667"/>
                      <a:pt x="481" y="657"/>
                      <a:pt x="481" y="641"/>
                    </a:cubicBezTo>
                    <a:cubicBezTo>
                      <a:pt x="481" y="622"/>
                      <a:pt x="481" y="603"/>
                      <a:pt x="459" y="594"/>
                    </a:cubicBezTo>
                    <a:cubicBezTo>
                      <a:pt x="452" y="590"/>
                      <a:pt x="456" y="585"/>
                      <a:pt x="459" y="580"/>
                    </a:cubicBezTo>
                    <a:cubicBezTo>
                      <a:pt x="471" y="561"/>
                      <a:pt x="485" y="543"/>
                      <a:pt x="488" y="519"/>
                    </a:cubicBezTo>
                    <a:cubicBezTo>
                      <a:pt x="490" y="496"/>
                      <a:pt x="469" y="462"/>
                      <a:pt x="446" y="457"/>
                    </a:cubicBezTo>
                    <a:cubicBezTo>
                      <a:pt x="442" y="456"/>
                      <a:pt x="436" y="457"/>
                      <a:pt x="434" y="460"/>
                    </a:cubicBezTo>
                    <a:cubicBezTo>
                      <a:pt x="426" y="468"/>
                      <a:pt x="416" y="476"/>
                      <a:pt x="412" y="487"/>
                    </a:cubicBezTo>
                    <a:cubicBezTo>
                      <a:pt x="403" y="509"/>
                      <a:pt x="392" y="530"/>
                      <a:pt x="375" y="547"/>
                    </a:cubicBezTo>
                    <a:cubicBezTo>
                      <a:pt x="371" y="552"/>
                      <a:pt x="361" y="559"/>
                      <a:pt x="360" y="557"/>
                    </a:cubicBezTo>
                    <a:cubicBezTo>
                      <a:pt x="353" y="551"/>
                      <a:pt x="347" y="543"/>
                      <a:pt x="342" y="536"/>
                    </a:cubicBezTo>
                    <a:cubicBezTo>
                      <a:pt x="341" y="535"/>
                      <a:pt x="342" y="533"/>
                      <a:pt x="342" y="531"/>
                    </a:cubicBezTo>
                    <a:cubicBezTo>
                      <a:pt x="341" y="518"/>
                      <a:pt x="332" y="513"/>
                      <a:pt x="319" y="517"/>
                    </a:cubicBezTo>
                    <a:cubicBezTo>
                      <a:pt x="315" y="519"/>
                      <a:pt x="310" y="520"/>
                      <a:pt x="305" y="522"/>
                    </a:cubicBezTo>
                    <a:cubicBezTo>
                      <a:pt x="305" y="522"/>
                      <a:pt x="305" y="522"/>
                      <a:pt x="305" y="522"/>
                    </a:cubicBezTo>
                    <a:cubicBezTo>
                      <a:pt x="304" y="522"/>
                      <a:pt x="304" y="522"/>
                      <a:pt x="304" y="522"/>
                    </a:cubicBezTo>
                    <a:cubicBezTo>
                      <a:pt x="297" y="533"/>
                      <a:pt x="289" y="544"/>
                      <a:pt x="284" y="555"/>
                    </a:cubicBezTo>
                    <a:cubicBezTo>
                      <a:pt x="280" y="562"/>
                      <a:pt x="278" y="572"/>
                      <a:pt x="281" y="579"/>
                    </a:cubicBezTo>
                    <a:cubicBezTo>
                      <a:pt x="285" y="591"/>
                      <a:pt x="292" y="601"/>
                      <a:pt x="299" y="611"/>
                    </a:cubicBezTo>
                    <a:cubicBezTo>
                      <a:pt x="306" y="619"/>
                      <a:pt x="306" y="625"/>
                      <a:pt x="300" y="633"/>
                    </a:cubicBezTo>
                    <a:cubicBezTo>
                      <a:pt x="281" y="658"/>
                      <a:pt x="262" y="682"/>
                      <a:pt x="243" y="707"/>
                    </a:cubicBezTo>
                    <a:cubicBezTo>
                      <a:pt x="235" y="718"/>
                      <a:pt x="235" y="732"/>
                      <a:pt x="244" y="741"/>
                    </a:cubicBezTo>
                    <a:cubicBezTo>
                      <a:pt x="254" y="751"/>
                      <a:pt x="266" y="761"/>
                      <a:pt x="282" y="758"/>
                    </a:cubicBezTo>
                    <a:cubicBezTo>
                      <a:pt x="285" y="758"/>
                      <a:pt x="288" y="759"/>
                      <a:pt x="293" y="759"/>
                    </a:cubicBezTo>
                    <a:cubicBezTo>
                      <a:pt x="289" y="765"/>
                      <a:pt x="287" y="770"/>
                      <a:pt x="283" y="774"/>
                    </a:cubicBezTo>
                    <a:cubicBezTo>
                      <a:pt x="267" y="796"/>
                      <a:pt x="251" y="817"/>
                      <a:pt x="235" y="838"/>
                    </a:cubicBezTo>
                    <a:cubicBezTo>
                      <a:pt x="232" y="842"/>
                      <a:pt x="230" y="848"/>
                      <a:pt x="231" y="852"/>
                    </a:cubicBezTo>
                    <a:cubicBezTo>
                      <a:pt x="233" y="859"/>
                      <a:pt x="238" y="866"/>
                      <a:pt x="241" y="869"/>
                    </a:cubicBezTo>
                    <a:cubicBezTo>
                      <a:pt x="244" y="874"/>
                      <a:pt x="251" y="883"/>
                      <a:pt x="256" y="883"/>
                    </a:cubicBezTo>
                    <a:cubicBezTo>
                      <a:pt x="268" y="885"/>
                      <a:pt x="280" y="882"/>
                      <a:pt x="291" y="879"/>
                    </a:cubicBezTo>
                    <a:cubicBezTo>
                      <a:pt x="318" y="871"/>
                      <a:pt x="326" y="867"/>
                      <a:pt x="352" y="860"/>
                    </a:cubicBezTo>
                    <a:cubicBezTo>
                      <a:pt x="367" y="856"/>
                      <a:pt x="369" y="857"/>
                      <a:pt x="368" y="873"/>
                    </a:cubicBezTo>
                    <a:cubicBezTo>
                      <a:pt x="366" y="898"/>
                      <a:pt x="364" y="924"/>
                      <a:pt x="363" y="949"/>
                    </a:cubicBezTo>
                    <a:cubicBezTo>
                      <a:pt x="361" y="1002"/>
                      <a:pt x="363" y="1053"/>
                      <a:pt x="366" y="1104"/>
                    </a:cubicBezTo>
                    <a:cubicBezTo>
                      <a:pt x="366" y="1115"/>
                      <a:pt x="366" y="1127"/>
                      <a:pt x="368" y="1138"/>
                    </a:cubicBezTo>
                    <a:cubicBezTo>
                      <a:pt x="368" y="1141"/>
                      <a:pt x="371" y="1146"/>
                      <a:pt x="374" y="1146"/>
                    </a:cubicBezTo>
                    <a:cubicBezTo>
                      <a:pt x="377" y="1147"/>
                      <a:pt x="382" y="1144"/>
                      <a:pt x="384" y="1141"/>
                    </a:cubicBezTo>
                    <a:cubicBezTo>
                      <a:pt x="388" y="1135"/>
                      <a:pt x="392" y="1127"/>
                      <a:pt x="393" y="1119"/>
                    </a:cubicBezTo>
                    <a:cubicBezTo>
                      <a:pt x="396" y="1092"/>
                      <a:pt x="402" y="1002"/>
                      <a:pt x="404" y="985"/>
                    </a:cubicBezTo>
                    <a:cubicBezTo>
                      <a:pt x="405" y="976"/>
                      <a:pt x="409" y="967"/>
                      <a:pt x="411" y="958"/>
                    </a:cubicBezTo>
                    <a:cubicBezTo>
                      <a:pt x="413" y="943"/>
                      <a:pt x="415" y="928"/>
                      <a:pt x="418" y="913"/>
                    </a:cubicBezTo>
                    <a:cubicBezTo>
                      <a:pt x="419" y="904"/>
                      <a:pt x="424" y="904"/>
                      <a:pt x="430" y="908"/>
                    </a:cubicBezTo>
                    <a:cubicBezTo>
                      <a:pt x="440" y="916"/>
                      <a:pt x="443" y="919"/>
                      <a:pt x="453" y="925"/>
                    </a:cubicBezTo>
                    <a:cubicBezTo>
                      <a:pt x="459" y="929"/>
                      <a:pt x="462" y="926"/>
                      <a:pt x="459" y="934"/>
                    </a:cubicBezTo>
                    <a:cubicBezTo>
                      <a:pt x="458" y="939"/>
                      <a:pt x="454" y="936"/>
                      <a:pt x="450" y="938"/>
                    </a:cubicBezTo>
                    <a:cubicBezTo>
                      <a:pt x="448" y="940"/>
                      <a:pt x="458" y="957"/>
                      <a:pt x="454" y="957"/>
                    </a:cubicBezTo>
                    <a:cubicBezTo>
                      <a:pt x="446" y="957"/>
                      <a:pt x="444" y="962"/>
                      <a:pt x="449" y="969"/>
                    </a:cubicBezTo>
                    <a:cubicBezTo>
                      <a:pt x="463" y="988"/>
                      <a:pt x="482" y="1002"/>
                      <a:pt x="504" y="1010"/>
                    </a:cubicBezTo>
                    <a:cubicBezTo>
                      <a:pt x="530" y="1020"/>
                      <a:pt x="554" y="1010"/>
                      <a:pt x="574" y="995"/>
                    </a:cubicBezTo>
                    <a:cubicBezTo>
                      <a:pt x="593" y="981"/>
                      <a:pt x="611" y="963"/>
                      <a:pt x="625" y="944"/>
                    </a:cubicBezTo>
                    <a:cubicBezTo>
                      <a:pt x="640" y="924"/>
                      <a:pt x="650" y="900"/>
                      <a:pt x="663" y="878"/>
                    </a:cubicBezTo>
                    <a:cubicBezTo>
                      <a:pt x="685" y="840"/>
                      <a:pt x="696" y="797"/>
                      <a:pt x="711" y="756"/>
                    </a:cubicBezTo>
                    <a:cubicBezTo>
                      <a:pt x="719" y="732"/>
                      <a:pt x="726" y="708"/>
                      <a:pt x="732" y="684"/>
                    </a:cubicBezTo>
                    <a:cubicBezTo>
                      <a:pt x="739" y="655"/>
                      <a:pt x="745" y="626"/>
                      <a:pt x="750" y="597"/>
                    </a:cubicBezTo>
                    <a:cubicBezTo>
                      <a:pt x="752" y="584"/>
                      <a:pt x="750" y="571"/>
                      <a:pt x="752" y="558"/>
                    </a:cubicBezTo>
                    <a:cubicBezTo>
                      <a:pt x="758" y="522"/>
                      <a:pt x="755" y="487"/>
                      <a:pt x="740" y="454"/>
                    </a:cubicBezTo>
                    <a:cubicBezTo>
                      <a:pt x="722" y="414"/>
                      <a:pt x="692" y="386"/>
                      <a:pt x="652" y="37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2" name="Freeform 7"/>
              <p:cNvSpPr>
                <a:spLocks noEditPoints="1"/>
              </p:cNvSpPr>
              <p:nvPr/>
            </p:nvSpPr>
            <p:spPr bwMode="auto">
              <a:xfrm>
                <a:off x="-2078853" y="-1713856"/>
                <a:ext cx="185568" cy="380572"/>
              </a:xfrm>
              <a:custGeom>
                <a:avLst/>
                <a:gdLst>
                  <a:gd name="T0" fmla="*/ 423 w 490"/>
                  <a:gd name="T1" fmla="*/ 20 h 1003"/>
                  <a:gd name="T2" fmla="*/ 343 w 490"/>
                  <a:gd name="T3" fmla="*/ 1 h 1003"/>
                  <a:gd name="T4" fmla="*/ 278 w 490"/>
                  <a:gd name="T5" fmla="*/ 8 h 1003"/>
                  <a:gd name="T6" fmla="*/ 112 w 490"/>
                  <a:gd name="T7" fmla="*/ 135 h 1003"/>
                  <a:gd name="T8" fmla="*/ 94 w 490"/>
                  <a:gd name="T9" fmla="*/ 199 h 1003"/>
                  <a:gd name="T10" fmla="*/ 166 w 490"/>
                  <a:gd name="T11" fmla="*/ 215 h 1003"/>
                  <a:gd name="T12" fmla="*/ 244 w 490"/>
                  <a:gd name="T13" fmla="*/ 160 h 1003"/>
                  <a:gd name="T14" fmla="*/ 389 w 490"/>
                  <a:gd name="T15" fmla="*/ 114 h 1003"/>
                  <a:gd name="T16" fmla="*/ 395 w 490"/>
                  <a:gd name="T17" fmla="*/ 227 h 1003"/>
                  <a:gd name="T18" fmla="*/ 325 w 490"/>
                  <a:gd name="T19" fmla="*/ 388 h 1003"/>
                  <a:gd name="T20" fmla="*/ 264 w 490"/>
                  <a:gd name="T21" fmla="*/ 413 h 1003"/>
                  <a:gd name="T22" fmla="*/ 276 w 490"/>
                  <a:gd name="T23" fmla="*/ 352 h 1003"/>
                  <a:gd name="T24" fmla="*/ 336 w 490"/>
                  <a:gd name="T25" fmla="*/ 299 h 1003"/>
                  <a:gd name="T26" fmla="*/ 347 w 490"/>
                  <a:gd name="T27" fmla="*/ 242 h 1003"/>
                  <a:gd name="T28" fmla="*/ 261 w 490"/>
                  <a:gd name="T29" fmla="*/ 216 h 1003"/>
                  <a:gd name="T30" fmla="*/ 192 w 490"/>
                  <a:gd name="T31" fmla="*/ 234 h 1003"/>
                  <a:gd name="T32" fmla="*/ 180 w 490"/>
                  <a:gd name="T33" fmla="*/ 269 h 1003"/>
                  <a:gd name="T34" fmla="*/ 130 w 490"/>
                  <a:gd name="T35" fmla="*/ 341 h 1003"/>
                  <a:gd name="T36" fmla="*/ 123 w 490"/>
                  <a:gd name="T37" fmla="*/ 351 h 1003"/>
                  <a:gd name="T38" fmla="*/ 68 w 490"/>
                  <a:gd name="T39" fmla="*/ 292 h 1003"/>
                  <a:gd name="T40" fmla="*/ 7 w 490"/>
                  <a:gd name="T41" fmla="*/ 421 h 1003"/>
                  <a:gd name="T42" fmla="*/ 65 w 490"/>
                  <a:gd name="T43" fmla="*/ 531 h 1003"/>
                  <a:gd name="T44" fmla="*/ 102 w 490"/>
                  <a:gd name="T45" fmla="*/ 542 h 1003"/>
                  <a:gd name="T46" fmla="*/ 153 w 490"/>
                  <a:gd name="T47" fmla="*/ 588 h 1003"/>
                  <a:gd name="T48" fmla="*/ 116 w 490"/>
                  <a:gd name="T49" fmla="*/ 682 h 1003"/>
                  <a:gd name="T50" fmla="*/ 54 w 490"/>
                  <a:gd name="T51" fmla="*/ 765 h 1003"/>
                  <a:gd name="T52" fmla="*/ 122 w 490"/>
                  <a:gd name="T53" fmla="*/ 800 h 1003"/>
                  <a:gd name="T54" fmla="*/ 104 w 490"/>
                  <a:gd name="T55" fmla="*/ 860 h 1003"/>
                  <a:gd name="T56" fmla="*/ 27 w 490"/>
                  <a:gd name="T57" fmla="*/ 894 h 1003"/>
                  <a:gd name="T58" fmla="*/ 14 w 490"/>
                  <a:gd name="T59" fmla="*/ 976 h 1003"/>
                  <a:gd name="T60" fmla="*/ 81 w 490"/>
                  <a:gd name="T61" fmla="*/ 994 h 1003"/>
                  <a:gd name="T62" fmla="*/ 188 w 490"/>
                  <a:gd name="T63" fmla="*/ 960 h 1003"/>
                  <a:gd name="T64" fmla="*/ 338 w 490"/>
                  <a:gd name="T65" fmla="*/ 971 h 1003"/>
                  <a:gd name="T66" fmla="*/ 383 w 490"/>
                  <a:gd name="T67" fmla="*/ 966 h 1003"/>
                  <a:gd name="T68" fmla="*/ 413 w 490"/>
                  <a:gd name="T69" fmla="*/ 928 h 1003"/>
                  <a:gd name="T70" fmla="*/ 423 w 490"/>
                  <a:gd name="T71" fmla="*/ 856 h 1003"/>
                  <a:gd name="T72" fmla="*/ 334 w 490"/>
                  <a:gd name="T73" fmla="*/ 832 h 1003"/>
                  <a:gd name="T74" fmla="*/ 226 w 490"/>
                  <a:gd name="T75" fmla="*/ 832 h 1003"/>
                  <a:gd name="T76" fmla="*/ 240 w 490"/>
                  <a:gd name="T77" fmla="*/ 746 h 1003"/>
                  <a:gd name="T78" fmla="*/ 350 w 490"/>
                  <a:gd name="T79" fmla="*/ 628 h 1003"/>
                  <a:gd name="T80" fmla="*/ 323 w 490"/>
                  <a:gd name="T81" fmla="*/ 594 h 1003"/>
                  <a:gd name="T82" fmla="*/ 236 w 490"/>
                  <a:gd name="T83" fmla="*/ 618 h 1003"/>
                  <a:gd name="T84" fmla="*/ 226 w 490"/>
                  <a:gd name="T85" fmla="*/ 571 h 1003"/>
                  <a:gd name="T86" fmla="*/ 336 w 490"/>
                  <a:gd name="T87" fmla="*/ 483 h 1003"/>
                  <a:gd name="T88" fmla="*/ 383 w 490"/>
                  <a:gd name="T89" fmla="*/ 414 h 1003"/>
                  <a:gd name="T90" fmla="*/ 480 w 490"/>
                  <a:gd name="T91" fmla="*/ 215 h 1003"/>
                  <a:gd name="T92" fmla="*/ 475 w 490"/>
                  <a:gd name="T93" fmla="*/ 89 h 1003"/>
                  <a:gd name="T94" fmla="*/ 149 w 490"/>
                  <a:gd name="T95" fmla="*/ 451 h 1003"/>
                  <a:gd name="T96" fmla="*/ 139 w 490"/>
                  <a:gd name="T97" fmla="*/ 447 h 1003"/>
                  <a:gd name="T98" fmla="*/ 128 w 490"/>
                  <a:gd name="T99" fmla="*/ 376 h 1003"/>
                  <a:gd name="T100" fmla="*/ 137 w 490"/>
                  <a:gd name="T101" fmla="*/ 374 h 1003"/>
                  <a:gd name="T102" fmla="*/ 172 w 490"/>
                  <a:gd name="T103" fmla="*/ 413 h 10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490" h="1003">
                    <a:moveTo>
                      <a:pt x="475" y="89"/>
                    </a:moveTo>
                    <a:cubicBezTo>
                      <a:pt x="464" y="62"/>
                      <a:pt x="449" y="36"/>
                      <a:pt x="423" y="20"/>
                    </a:cubicBezTo>
                    <a:cubicBezTo>
                      <a:pt x="401" y="7"/>
                      <a:pt x="377" y="3"/>
                      <a:pt x="352" y="0"/>
                    </a:cubicBezTo>
                    <a:cubicBezTo>
                      <a:pt x="349" y="0"/>
                      <a:pt x="346" y="1"/>
                      <a:pt x="343" y="1"/>
                    </a:cubicBezTo>
                    <a:cubicBezTo>
                      <a:pt x="334" y="2"/>
                      <a:pt x="325" y="2"/>
                      <a:pt x="315" y="3"/>
                    </a:cubicBezTo>
                    <a:cubicBezTo>
                      <a:pt x="303" y="4"/>
                      <a:pt x="290" y="5"/>
                      <a:pt x="278" y="8"/>
                    </a:cubicBezTo>
                    <a:cubicBezTo>
                      <a:pt x="234" y="21"/>
                      <a:pt x="197" y="47"/>
                      <a:pt x="162" y="76"/>
                    </a:cubicBezTo>
                    <a:cubicBezTo>
                      <a:pt x="142" y="93"/>
                      <a:pt x="125" y="112"/>
                      <a:pt x="112" y="135"/>
                    </a:cubicBezTo>
                    <a:cubicBezTo>
                      <a:pt x="106" y="145"/>
                      <a:pt x="97" y="155"/>
                      <a:pt x="92" y="165"/>
                    </a:cubicBezTo>
                    <a:cubicBezTo>
                      <a:pt x="85" y="178"/>
                      <a:pt x="86" y="195"/>
                      <a:pt x="94" y="199"/>
                    </a:cubicBezTo>
                    <a:cubicBezTo>
                      <a:pt x="105" y="205"/>
                      <a:pt x="116" y="209"/>
                      <a:pt x="127" y="212"/>
                    </a:cubicBezTo>
                    <a:cubicBezTo>
                      <a:pt x="140" y="214"/>
                      <a:pt x="153" y="215"/>
                      <a:pt x="166" y="215"/>
                    </a:cubicBezTo>
                    <a:cubicBezTo>
                      <a:pt x="175" y="214"/>
                      <a:pt x="185" y="211"/>
                      <a:pt x="193" y="206"/>
                    </a:cubicBezTo>
                    <a:cubicBezTo>
                      <a:pt x="211" y="192"/>
                      <a:pt x="228" y="176"/>
                      <a:pt x="244" y="160"/>
                    </a:cubicBezTo>
                    <a:cubicBezTo>
                      <a:pt x="275" y="131"/>
                      <a:pt x="310" y="108"/>
                      <a:pt x="352" y="100"/>
                    </a:cubicBezTo>
                    <a:cubicBezTo>
                      <a:pt x="369" y="96"/>
                      <a:pt x="379" y="100"/>
                      <a:pt x="389" y="114"/>
                    </a:cubicBezTo>
                    <a:cubicBezTo>
                      <a:pt x="403" y="132"/>
                      <a:pt x="407" y="154"/>
                      <a:pt x="405" y="176"/>
                    </a:cubicBezTo>
                    <a:cubicBezTo>
                      <a:pt x="403" y="193"/>
                      <a:pt x="400" y="211"/>
                      <a:pt x="395" y="227"/>
                    </a:cubicBezTo>
                    <a:cubicBezTo>
                      <a:pt x="386" y="256"/>
                      <a:pt x="377" y="284"/>
                      <a:pt x="365" y="312"/>
                    </a:cubicBezTo>
                    <a:cubicBezTo>
                      <a:pt x="354" y="338"/>
                      <a:pt x="339" y="363"/>
                      <a:pt x="325" y="388"/>
                    </a:cubicBezTo>
                    <a:cubicBezTo>
                      <a:pt x="315" y="407"/>
                      <a:pt x="301" y="420"/>
                      <a:pt x="280" y="414"/>
                    </a:cubicBezTo>
                    <a:cubicBezTo>
                      <a:pt x="275" y="412"/>
                      <a:pt x="269" y="413"/>
                      <a:pt x="264" y="413"/>
                    </a:cubicBezTo>
                    <a:cubicBezTo>
                      <a:pt x="255" y="414"/>
                      <a:pt x="251" y="410"/>
                      <a:pt x="253" y="400"/>
                    </a:cubicBezTo>
                    <a:cubicBezTo>
                      <a:pt x="257" y="383"/>
                      <a:pt x="262" y="364"/>
                      <a:pt x="276" y="352"/>
                    </a:cubicBezTo>
                    <a:cubicBezTo>
                      <a:pt x="291" y="337"/>
                      <a:pt x="309" y="324"/>
                      <a:pt x="326" y="310"/>
                    </a:cubicBezTo>
                    <a:cubicBezTo>
                      <a:pt x="330" y="306"/>
                      <a:pt x="334" y="303"/>
                      <a:pt x="336" y="299"/>
                    </a:cubicBezTo>
                    <a:cubicBezTo>
                      <a:pt x="342" y="284"/>
                      <a:pt x="347" y="269"/>
                      <a:pt x="351" y="253"/>
                    </a:cubicBezTo>
                    <a:cubicBezTo>
                      <a:pt x="352" y="250"/>
                      <a:pt x="350" y="245"/>
                      <a:pt x="347" y="242"/>
                    </a:cubicBezTo>
                    <a:cubicBezTo>
                      <a:pt x="327" y="226"/>
                      <a:pt x="308" y="208"/>
                      <a:pt x="279" y="221"/>
                    </a:cubicBezTo>
                    <a:cubicBezTo>
                      <a:pt x="272" y="224"/>
                      <a:pt x="266" y="222"/>
                      <a:pt x="261" y="216"/>
                    </a:cubicBezTo>
                    <a:cubicBezTo>
                      <a:pt x="250" y="203"/>
                      <a:pt x="220" y="199"/>
                      <a:pt x="207" y="210"/>
                    </a:cubicBezTo>
                    <a:cubicBezTo>
                      <a:pt x="200" y="216"/>
                      <a:pt x="196" y="225"/>
                      <a:pt x="192" y="234"/>
                    </a:cubicBezTo>
                    <a:cubicBezTo>
                      <a:pt x="189" y="239"/>
                      <a:pt x="185" y="246"/>
                      <a:pt x="186" y="251"/>
                    </a:cubicBezTo>
                    <a:cubicBezTo>
                      <a:pt x="190" y="260"/>
                      <a:pt x="186" y="264"/>
                      <a:pt x="180" y="269"/>
                    </a:cubicBezTo>
                    <a:cubicBezTo>
                      <a:pt x="175" y="273"/>
                      <a:pt x="170" y="277"/>
                      <a:pt x="165" y="281"/>
                    </a:cubicBezTo>
                    <a:cubicBezTo>
                      <a:pt x="145" y="297"/>
                      <a:pt x="132" y="316"/>
                      <a:pt x="130" y="341"/>
                    </a:cubicBezTo>
                    <a:cubicBezTo>
                      <a:pt x="130" y="345"/>
                      <a:pt x="128" y="348"/>
                      <a:pt x="127" y="351"/>
                    </a:cubicBezTo>
                    <a:cubicBezTo>
                      <a:pt x="126" y="351"/>
                      <a:pt x="125" y="351"/>
                      <a:pt x="123" y="351"/>
                    </a:cubicBezTo>
                    <a:cubicBezTo>
                      <a:pt x="122" y="348"/>
                      <a:pt x="121" y="346"/>
                      <a:pt x="120" y="343"/>
                    </a:cubicBezTo>
                    <a:cubicBezTo>
                      <a:pt x="114" y="314"/>
                      <a:pt x="93" y="298"/>
                      <a:pt x="68" y="292"/>
                    </a:cubicBezTo>
                    <a:cubicBezTo>
                      <a:pt x="43" y="286"/>
                      <a:pt x="8" y="305"/>
                      <a:pt x="6" y="337"/>
                    </a:cubicBezTo>
                    <a:cubicBezTo>
                      <a:pt x="4" y="365"/>
                      <a:pt x="5" y="393"/>
                      <a:pt x="7" y="421"/>
                    </a:cubicBezTo>
                    <a:cubicBezTo>
                      <a:pt x="7" y="437"/>
                      <a:pt x="9" y="455"/>
                      <a:pt x="13" y="471"/>
                    </a:cubicBezTo>
                    <a:cubicBezTo>
                      <a:pt x="22" y="498"/>
                      <a:pt x="34" y="523"/>
                      <a:pt x="65" y="531"/>
                    </a:cubicBezTo>
                    <a:cubicBezTo>
                      <a:pt x="74" y="534"/>
                      <a:pt x="81" y="538"/>
                      <a:pt x="91" y="534"/>
                    </a:cubicBezTo>
                    <a:cubicBezTo>
                      <a:pt x="98" y="530"/>
                      <a:pt x="101" y="535"/>
                      <a:pt x="102" y="542"/>
                    </a:cubicBezTo>
                    <a:cubicBezTo>
                      <a:pt x="107" y="562"/>
                      <a:pt x="118" y="571"/>
                      <a:pt x="138" y="572"/>
                    </a:cubicBezTo>
                    <a:cubicBezTo>
                      <a:pt x="151" y="573"/>
                      <a:pt x="154" y="576"/>
                      <a:pt x="153" y="588"/>
                    </a:cubicBezTo>
                    <a:cubicBezTo>
                      <a:pt x="152" y="603"/>
                      <a:pt x="149" y="618"/>
                      <a:pt x="147" y="633"/>
                    </a:cubicBezTo>
                    <a:cubicBezTo>
                      <a:pt x="145" y="655"/>
                      <a:pt x="135" y="672"/>
                      <a:pt x="116" y="682"/>
                    </a:cubicBezTo>
                    <a:cubicBezTo>
                      <a:pt x="89" y="697"/>
                      <a:pt x="71" y="721"/>
                      <a:pt x="52" y="745"/>
                    </a:cubicBezTo>
                    <a:cubicBezTo>
                      <a:pt x="47" y="752"/>
                      <a:pt x="47" y="759"/>
                      <a:pt x="54" y="765"/>
                    </a:cubicBezTo>
                    <a:cubicBezTo>
                      <a:pt x="70" y="781"/>
                      <a:pt x="89" y="789"/>
                      <a:pt x="111" y="788"/>
                    </a:cubicBezTo>
                    <a:cubicBezTo>
                      <a:pt x="120" y="788"/>
                      <a:pt x="123" y="792"/>
                      <a:pt x="122" y="800"/>
                    </a:cubicBezTo>
                    <a:cubicBezTo>
                      <a:pt x="121" y="813"/>
                      <a:pt x="120" y="825"/>
                      <a:pt x="119" y="837"/>
                    </a:cubicBezTo>
                    <a:cubicBezTo>
                      <a:pt x="119" y="848"/>
                      <a:pt x="114" y="855"/>
                      <a:pt x="104" y="860"/>
                    </a:cubicBezTo>
                    <a:cubicBezTo>
                      <a:pt x="85" y="867"/>
                      <a:pt x="64" y="869"/>
                      <a:pt x="48" y="881"/>
                    </a:cubicBezTo>
                    <a:cubicBezTo>
                      <a:pt x="41" y="886"/>
                      <a:pt x="33" y="889"/>
                      <a:pt x="27" y="894"/>
                    </a:cubicBezTo>
                    <a:cubicBezTo>
                      <a:pt x="9" y="910"/>
                      <a:pt x="0" y="938"/>
                      <a:pt x="7" y="955"/>
                    </a:cubicBezTo>
                    <a:cubicBezTo>
                      <a:pt x="9" y="962"/>
                      <a:pt x="12" y="969"/>
                      <a:pt x="14" y="976"/>
                    </a:cubicBezTo>
                    <a:cubicBezTo>
                      <a:pt x="17" y="989"/>
                      <a:pt x="30" y="1003"/>
                      <a:pt x="41" y="1002"/>
                    </a:cubicBezTo>
                    <a:cubicBezTo>
                      <a:pt x="55" y="1000"/>
                      <a:pt x="69" y="998"/>
                      <a:pt x="81" y="994"/>
                    </a:cubicBezTo>
                    <a:cubicBezTo>
                      <a:pt x="102" y="987"/>
                      <a:pt x="122" y="978"/>
                      <a:pt x="143" y="971"/>
                    </a:cubicBezTo>
                    <a:cubicBezTo>
                      <a:pt x="158" y="966"/>
                      <a:pt x="173" y="965"/>
                      <a:pt x="188" y="960"/>
                    </a:cubicBezTo>
                    <a:cubicBezTo>
                      <a:pt x="225" y="950"/>
                      <a:pt x="262" y="946"/>
                      <a:pt x="299" y="957"/>
                    </a:cubicBezTo>
                    <a:cubicBezTo>
                      <a:pt x="312" y="961"/>
                      <a:pt x="325" y="967"/>
                      <a:pt x="338" y="971"/>
                    </a:cubicBezTo>
                    <a:cubicBezTo>
                      <a:pt x="343" y="973"/>
                      <a:pt x="348" y="974"/>
                      <a:pt x="352" y="974"/>
                    </a:cubicBezTo>
                    <a:cubicBezTo>
                      <a:pt x="363" y="972"/>
                      <a:pt x="373" y="969"/>
                      <a:pt x="383" y="966"/>
                    </a:cubicBezTo>
                    <a:cubicBezTo>
                      <a:pt x="387" y="965"/>
                      <a:pt x="391" y="963"/>
                      <a:pt x="393" y="960"/>
                    </a:cubicBezTo>
                    <a:cubicBezTo>
                      <a:pt x="400" y="950"/>
                      <a:pt x="407" y="939"/>
                      <a:pt x="413" y="928"/>
                    </a:cubicBezTo>
                    <a:cubicBezTo>
                      <a:pt x="420" y="914"/>
                      <a:pt x="425" y="899"/>
                      <a:pt x="431" y="885"/>
                    </a:cubicBezTo>
                    <a:cubicBezTo>
                      <a:pt x="438" y="872"/>
                      <a:pt x="436" y="863"/>
                      <a:pt x="423" y="856"/>
                    </a:cubicBezTo>
                    <a:cubicBezTo>
                      <a:pt x="413" y="851"/>
                      <a:pt x="402" y="846"/>
                      <a:pt x="391" y="843"/>
                    </a:cubicBezTo>
                    <a:cubicBezTo>
                      <a:pt x="372" y="838"/>
                      <a:pt x="353" y="832"/>
                      <a:pt x="334" y="832"/>
                    </a:cubicBezTo>
                    <a:cubicBezTo>
                      <a:pt x="301" y="832"/>
                      <a:pt x="269" y="837"/>
                      <a:pt x="237" y="839"/>
                    </a:cubicBezTo>
                    <a:cubicBezTo>
                      <a:pt x="233" y="839"/>
                      <a:pt x="227" y="835"/>
                      <a:pt x="226" y="832"/>
                    </a:cubicBezTo>
                    <a:cubicBezTo>
                      <a:pt x="223" y="823"/>
                      <a:pt x="221" y="814"/>
                      <a:pt x="220" y="804"/>
                    </a:cubicBezTo>
                    <a:cubicBezTo>
                      <a:pt x="219" y="782"/>
                      <a:pt x="220" y="760"/>
                      <a:pt x="240" y="746"/>
                    </a:cubicBezTo>
                    <a:cubicBezTo>
                      <a:pt x="261" y="732"/>
                      <a:pt x="283" y="717"/>
                      <a:pt x="307" y="707"/>
                    </a:cubicBezTo>
                    <a:cubicBezTo>
                      <a:pt x="337" y="693"/>
                      <a:pt x="360" y="662"/>
                      <a:pt x="350" y="628"/>
                    </a:cubicBezTo>
                    <a:cubicBezTo>
                      <a:pt x="349" y="624"/>
                      <a:pt x="350" y="620"/>
                      <a:pt x="349" y="616"/>
                    </a:cubicBezTo>
                    <a:cubicBezTo>
                      <a:pt x="348" y="602"/>
                      <a:pt x="337" y="592"/>
                      <a:pt x="323" y="594"/>
                    </a:cubicBezTo>
                    <a:cubicBezTo>
                      <a:pt x="307" y="596"/>
                      <a:pt x="292" y="599"/>
                      <a:pt x="276" y="603"/>
                    </a:cubicBezTo>
                    <a:cubicBezTo>
                      <a:pt x="262" y="607"/>
                      <a:pt x="249" y="613"/>
                      <a:pt x="236" y="618"/>
                    </a:cubicBezTo>
                    <a:cubicBezTo>
                      <a:pt x="226" y="621"/>
                      <a:pt x="222" y="619"/>
                      <a:pt x="222" y="611"/>
                    </a:cubicBezTo>
                    <a:cubicBezTo>
                      <a:pt x="223" y="597"/>
                      <a:pt x="224" y="584"/>
                      <a:pt x="226" y="571"/>
                    </a:cubicBezTo>
                    <a:cubicBezTo>
                      <a:pt x="230" y="543"/>
                      <a:pt x="247" y="526"/>
                      <a:pt x="274" y="526"/>
                    </a:cubicBezTo>
                    <a:cubicBezTo>
                      <a:pt x="305" y="525"/>
                      <a:pt x="324" y="510"/>
                      <a:pt x="336" y="483"/>
                    </a:cubicBezTo>
                    <a:cubicBezTo>
                      <a:pt x="339" y="476"/>
                      <a:pt x="342" y="468"/>
                      <a:pt x="346" y="461"/>
                    </a:cubicBezTo>
                    <a:cubicBezTo>
                      <a:pt x="358" y="445"/>
                      <a:pt x="372" y="430"/>
                      <a:pt x="383" y="414"/>
                    </a:cubicBezTo>
                    <a:cubicBezTo>
                      <a:pt x="398" y="393"/>
                      <a:pt x="413" y="373"/>
                      <a:pt x="424" y="350"/>
                    </a:cubicBezTo>
                    <a:cubicBezTo>
                      <a:pt x="444" y="306"/>
                      <a:pt x="463" y="261"/>
                      <a:pt x="480" y="215"/>
                    </a:cubicBezTo>
                    <a:cubicBezTo>
                      <a:pt x="487" y="194"/>
                      <a:pt x="490" y="170"/>
                      <a:pt x="489" y="148"/>
                    </a:cubicBezTo>
                    <a:cubicBezTo>
                      <a:pt x="489" y="128"/>
                      <a:pt x="482" y="108"/>
                      <a:pt x="475" y="89"/>
                    </a:cubicBezTo>
                    <a:close/>
                    <a:moveTo>
                      <a:pt x="172" y="413"/>
                    </a:moveTo>
                    <a:cubicBezTo>
                      <a:pt x="165" y="426"/>
                      <a:pt x="157" y="438"/>
                      <a:pt x="149" y="451"/>
                    </a:cubicBezTo>
                    <a:cubicBezTo>
                      <a:pt x="147" y="452"/>
                      <a:pt x="144" y="454"/>
                      <a:pt x="142" y="453"/>
                    </a:cubicBezTo>
                    <a:cubicBezTo>
                      <a:pt x="141" y="453"/>
                      <a:pt x="139" y="449"/>
                      <a:pt x="139" y="447"/>
                    </a:cubicBezTo>
                    <a:cubicBezTo>
                      <a:pt x="135" y="424"/>
                      <a:pt x="132" y="402"/>
                      <a:pt x="129" y="379"/>
                    </a:cubicBezTo>
                    <a:cubicBezTo>
                      <a:pt x="129" y="378"/>
                      <a:pt x="129" y="378"/>
                      <a:pt x="128" y="376"/>
                    </a:cubicBezTo>
                    <a:cubicBezTo>
                      <a:pt x="129" y="375"/>
                      <a:pt x="130" y="372"/>
                      <a:pt x="131" y="372"/>
                    </a:cubicBezTo>
                    <a:cubicBezTo>
                      <a:pt x="133" y="371"/>
                      <a:pt x="136" y="373"/>
                      <a:pt x="137" y="374"/>
                    </a:cubicBezTo>
                    <a:cubicBezTo>
                      <a:pt x="145" y="386"/>
                      <a:pt x="154" y="394"/>
                      <a:pt x="167" y="399"/>
                    </a:cubicBezTo>
                    <a:cubicBezTo>
                      <a:pt x="170" y="401"/>
                      <a:pt x="174" y="410"/>
                      <a:pt x="172" y="41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3" name="Freeform 8"/>
              <p:cNvSpPr>
                <a:spLocks/>
              </p:cNvSpPr>
              <p:nvPr/>
            </p:nvSpPr>
            <p:spPr bwMode="auto">
              <a:xfrm>
                <a:off x="-2575798" y="-1636798"/>
                <a:ext cx="295651" cy="316095"/>
              </a:xfrm>
              <a:custGeom>
                <a:avLst/>
                <a:gdLst>
                  <a:gd name="T0" fmla="*/ 688 w 780"/>
                  <a:gd name="T1" fmla="*/ 11 h 832"/>
                  <a:gd name="T2" fmla="*/ 484 w 780"/>
                  <a:gd name="T3" fmla="*/ 70 h 832"/>
                  <a:gd name="T4" fmla="*/ 139 w 780"/>
                  <a:gd name="T5" fmla="*/ 221 h 832"/>
                  <a:gd name="T6" fmla="*/ 10 w 780"/>
                  <a:gd name="T7" fmla="*/ 297 h 832"/>
                  <a:gd name="T8" fmla="*/ 15 w 780"/>
                  <a:gd name="T9" fmla="*/ 348 h 832"/>
                  <a:gd name="T10" fmla="*/ 153 w 780"/>
                  <a:gd name="T11" fmla="*/ 310 h 832"/>
                  <a:gd name="T12" fmla="*/ 297 w 780"/>
                  <a:gd name="T13" fmla="*/ 231 h 832"/>
                  <a:gd name="T14" fmla="*/ 417 w 780"/>
                  <a:gd name="T15" fmla="*/ 187 h 832"/>
                  <a:gd name="T16" fmla="*/ 268 w 780"/>
                  <a:gd name="T17" fmla="*/ 354 h 832"/>
                  <a:gd name="T18" fmla="*/ 242 w 780"/>
                  <a:gd name="T19" fmla="*/ 519 h 832"/>
                  <a:gd name="T20" fmla="*/ 288 w 780"/>
                  <a:gd name="T21" fmla="*/ 521 h 832"/>
                  <a:gd name="T22" fmla="*/ 321 w 780"/>
                  <a:gd name="T23" fmla="*/ 470 h 832"/>
                  <a:gd name="T24" fmla="*/ 341 w 780"/>
                  <a:gd name="T25" fmla="*/ 429 h 832"/>
                  <a:gd name="T26" fmla="*/ 455 w 780"/>
                  <a:gd name="T27" fmla="*/ 318 h 832"/>
                  <a:gd name="T28" fmla="*/ 532 w 780"/>
                  <a:gd name="T29" fmla="*/ 300 h 832"/>
                  <a:gd name="T30" fmla="*/ 437 w 780"/>
                  <a:gd name="T31" fmla="*/ 392 h 832"/>
                  <a:gd name="T32" fmla="*/ 328 w 780"/>
                  <a:gd name="T33" fmla="*/ 512 h 832"/>
                  <a:gd name="T34" fmla="*/ 368 w 780"/>
                  <a:gd name="T35" fmla="*/ 530 h 832"/>
                  <a:gd name="T36" fmla="*/ 366 w 780"/>
                  <a:gd name="T37" fmla="*/ 623 h 832"/>
                  <a:gd name="T38" fmla="*/ 272 w 780"/>
                  <a:gd name="T39" fmla="*/ 683 h 832"/>
                  <a:gd name="T40" fmla="*/ 233 w 780"/>
                  <a:gd name="T41" fmla="*/ 673 h 832"/>
                  <a:gd name="T42" fmla="*/ 202 w 780"/>
                  <a:gd name="T43" fmla="*/ 717 h 832"/>
                  <a:gd name="T44" fmla="*/ 268 w 780"/>
                  <a:gd name="T45" fmla="*/ 771 h 832"/>
                  <a:gd name="T46" fmla="*/ 348 w 780"/>
                  <a:gd name="T47" fmla="*/ 716 h 832"/>
                  <a:gd name="T48" fmla="*/ 350 w 780"/>
                  <a:gd name="T49" fmla="*/ 792 h 832"/>
                  <a:gd name="T50" fmla="*/ 378 w 780"/>
                  <a:gd name="T51" fmla="*/ 823 h 832"/>
                  <a:gd name="T52" fmla="*/ 406 w 780"/>
                  <a:gd name="T53" fmla="*/ 824 h 832"/>
                  <a:gd name="T54" fmla="*/ 440 w 780"/>
                  <a:gd name="T55" fmla="*/ 796 h 832"/>
                  <a:gd name="T56" fmla="*/ 437 w 780"/>
                  <a:gd name="T57" fmla="*/ 695 h 832"/>
                  <a:gd name="T58" fmla="*/ 528 w 780"/>
                  <a:gd name="T59" fmla="*/ 659 h 832"/>
                  <a:gd name="T60" fmla="*/ 537 w 780"/>
                  <a:gd name="T61" fmla="*/ 691 h 832"/>
                  <a:gd name="T62" fmla="*/ 501 w 780"/>
                  <a:gd name="T63" fmla="*/ 717 h 832"/>
                  <a:gd name="T64" fmla="*/ 526 w 780"/>
                  <a:gd name="T65" fmla="*/ 713 h 832"/>
                  <a:gd name="T66" fmla="*/ 612 w 780"/>
                  <a:gd name="T67" fmla="*/ 676 h 832"/>
                  <a:gd name="T68" fmla="*/ 518 w 780"/>
                  <a:gd name="T69" fmla="*/ 587 h 832"/>
                  <a:gd name="T70" fmla="*/ 439 w 780"/>
                  <a:gd name="T71" fmla="*/ 588 h 832"/>
                  <a:gd name="T72" fmla="*/ 462 w 780"/>
                  <a:gd name="T73" fmla="*/ 510 h 832"/>
                  <a:gd name="T74" fmla="*/ 511 w 780"/>
                  <a:gd name="T75" fmla="*/ 427 h 832"/>
                  <a:gd name="T76" fmla="*/ 539 w 780"/>
                  <a:gd name="T77" fmla="*/ 343 h 832"/>
                  <a:gd name="T78" fmla="*/ 549 w 780"/>
                  <a:gd name="T79" fmla="*/ 253 h 832"/>
                  <a:gd name="T80" fmla="*/ 435 w 780"/>
                  <a:gd name="T81" fmla="*/ 266 h 832"/>
                  <a:gd name="T82" fmla="*/ 342 w 780"/>
                  <a:gd name="T83" fmla="*/ 324 h 832"/>
                  <a:gd name="T84" fmla="*/ 306 w 780"/>
                  <a:gd name="T85" fmla="*/ 357 h 832"/>
                  <a:gd name="T86" fmla="*/ 317 w 780"/>
                  <a:gd name="T87" fmla="*/ 317 h 832"/>
                  <a:gd name="T88" fmla="*/ 424 w 780"/>
                  <a:gd name="T89" fmla="*/ 204 h 832"/>
                  <a:gd name="T90" fmla="*/ 534 w 780"/>
                  <a:gd name="T91" fmla="*/ 157 h 832"/>
                  <a:gd name="T92" fmla="*/ 703 w 780"/>
                  <a:gd name="T93" fmla="*/ 130 h 832"/>
                  <a:gd name="T94" fmla="*/ 772 w 780"/>
                  <a:gd name="T95" fmla="*/ 103 h 832"/>
                  <a:gd name="T96" fmla="*/ 711 w 780"/>
                  <a:gd name="T97" fmla="*/ 4 h 8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780" h="832">
                    <a:moveTo>
                      <a:pt x="711" y="4"/>
                    </a:moveTo>
                    <a:cubicBezTo>
                      <a:pt x="703" y="5"/>
                      <a:pt x="696" y="9"/>
                      <a:pt x="688" y="11"/>
                    </a:cubicBezTo>
                    <a:cubicBezTo>
                      <a:pt x="653" y="20"/>
                      <a:pt x="619" y="28"/>
                      <a:pt x="585" y="38"/>
                    </a:cubicBezTo>
                    <a:cubicBezTo>
                      <a:pt x="551" y="48"/>
                      <a:pt x="517" y="58"/>
                      <a:pt x="484" y="70"/>
                    </a:cubicBezTo>
                    <a:cubicBezTo>
                      <a:pt x="448" y="83"/>
                      <a:pt x="238" y="171"/>
                      <a:pt x="228" y="176"/>
                    </a:cubicBezTo>
                    <a:cubicBezTo>
                      <a:pt x="198" y="191"/>
                      <a:pt x="169" y="206"/>
                      <a:pt x="139" y="221"/>
                    </a:cubicBezTo>
                    <a:cubicBezTo>
                      <a:pt x="118" y="231"/>
                      <a:pt x="98" y="243"/>
                      <a:pt x="77" y="252"/>
                    </a:cubicBezTo>
                    <a:cubicBezTo>
                      <a:pt x="51" y="262"/>
                      <a:pt x="29" y="277"/>
                      <a:pt x="10" y="297"/>
                    </a:cubicBezTo>
                    <a:cubicBezTo>
                      <a:pt x="7" y="300"/>
                      <a:pt x="4" y="304"/>
                      <a:pt x="4" y="308"/>
                    </a:cubicBezTo>
                    <a:cubicBezTo>
                      <a:pt x="0" y="323"/>
                      <a:pt x="2" y="337"/>
                      <a:pt x="15" y="348"/>
                    </a:cubicBezTo>
                    <a:cubicBezTo>
                      <a:pt x="29" y="360"/>
                      <a:pt x="45" y="364"/>
                      <a:pt x="62" y="356"/>
                    </a:cubicBezTo>
                    <a:cubicBezTo>
                      <a:pt x="92" y="341"/>
                      <a:pt x="123" y="325"/>
                      <a:pt x="153" y="310"/>
                    </a:cubicBezTo>
                    <a:cubicBezTo>
                      <a:pt x="196" y="288"/>
                      <a:pt x="234" y="257"/>
                      <a:pt x="280" y="239"/>
                    </a:cubicBezTo>
                    <a:cubicBezTo>
                      <a:pt x="285" y="236"/>
                      <a:pt x="291" y="233"/>
                      <a:pt x="297" y="231"/>
                    </a:cubicBezTo>
                    <a:cubicBezTo>
                      <a:pt x="334" y="215"/>
                      <a:pt x="369" y="201"/>
                      <a:pt x="406" y="186"/>
                    </a:cubicBezTo>
                    <a:cubicBezTo>
                      <a:pt x="414" y="182"/>
                      <a:pt x="417" y="186"/>
                      <a:pt x="417" y="187"/>
                    </a:cubicBezTo>
                    <a:cubicBezTo>
                      <a:pt x="418" y="191"/>
                      <a:pt x="409" y="198"/>
                      <a:pt x="403" y="203"/>
                    </a:cubicBezTo>
                    <a:cubicBezTo>
                      <a:pt x="351" y="248"/>
                      <a:pt x="305" y="297"/>
                      <a:pt x="268" y="354"/>
                    </a:cubicBezTo>
                    <a:cubicBezTo>
                      <a:pt x="249" y="383"/>
                      <a:pt x="237" y="414"/>
                      <a:pt x="233" y="447"/>
                    </a:cubicBezTo>
                    <a:cubicBezTo>
                      <a:pt x="230" y="471"/>
                      <a:pt x="229" y="496"/>
                      <a:pt x="242" y="519"/>
                    </a:cubicBezTo>
                    <a:cubicBezTo>
                      <a:pt x="247" y="528"/>
                      <a:pt x="254" y="536"/>
                      <a:pt x="265" y="536"/>
                    </a:cubicBezTo>
                    <a:cubicBezTo>
                      <a:pt x="276" y="536"/>
                      <a:pt x="283" y="529"/>
                      <a:pt x="288" y="521"/>
                    </a:cubicBezTo>
                    <a:cubicBezTo>
                      <a:pt x="297" y="509"/>
                      <a:pt x="305" y="497"/>
                      <a:pt x="313" y="485"/>
                    </a:cubicBezTo>
                    <a:cubicBezTo>
                      <a:pt x="317" y="480"/>
                      <a:pt x="319" y="475"/>
                      <a:pt x="321" y="470"/>
                    </a:cubicBezTo>
                    <a:cubicBezTo>
                      <a:pt x="325" y="463"/>
                      <a:pt x="328" y="456"/>
                      <a:pt x="332" y="450"/>
                    </a:cubicBezTo>
                    <a:cubicBezTo>
                      <a:pt x="335" y="443"/>
                      <a:pt x="338" y="436"/>
                      <a:pt x="341" y="429"/>
                    </a:cubicBezTo>
                    <a:cubicBezTo>
                      <a:pt x="346" y="418"/>
                      <a:pt x="348" y="405"/>
                      <a:pt x="356" y="397"/>
                    </a:cubicBezTo>
                    <a:cubicBezTo>
                      <a:pt x="386" y="368"/>
                      <a:pt x="417" y="338"/>
                      <a:pt x="455" y="318"/>
                    </a:cubicBezTo>
                    <a:cubicBezTo>
                      <a:pt x="475" y="307"/>
                      <a:pt x="496" y="296"/>
                      <a:pt x="520" y="296"/>
                    </a:cubicBezTo>
                    <a:cubicBezTo>
                      <a:pt x="524" y="296"/>
                      <a:pt x="530" y="297"/>
                      <a:pt x="532" y="300"/>
                    </a:cubicBezTo>
                    <a:cubicBezTo>
                      <a:pt x="533" y="303"/>
                      <a:pt x="531" y="309"/>
                      <a:pt x="529" y="312"/>
                    </a:cubicBezTo>
                    <a:cubicBezTo>
                      <a:pt x="505" y="346"/>
                      <a:pt x="471" y="369"/>
                      <a:pt x="437" y="392"/>
                    </a:cubicBezTo>
                    <a:cubicBezTo>
                      <a:pt x="414" y="407"/>
                      <a:pt x="390" y="419"/>
                      <a:pt x="367" y="435"/>
                    </a:cubicBezTo>
                    <a:cubicBezTo>
                      <a:pt x="340" y="453"/>
                      <a:pt x="333" y="482"/>
                      <a:pt x="328" y="512"/>
                    </a:cubicBezTo>
                    <a:cubicBezTo>
                      <a:pt x="326" y="529"/>
                      <a:pt x="341" y="540"/>
                      <a:pt x="358" y="534"/>
                    </a:cubicBezTo>
                    <a:cubicBezTo>
                      <a:pt x="362" y="533"/>
                      <a:pt x="365" y="531"/>
                      <a:pt x="368" y="530"/>
                    </a:cubicBezTo>
                    <a:cubicBezTo>
                      <a:pt x="375" y="528"/>
                      <a:pt x="378" y="529"/>
                      <a:pt x="379" y="538"/>
                    </a:cubicBezTo>
                    <a:cubicBezTo>
                      <a:pt x="380" y="567"/>
                      <a:pt x="372" y="595"/>
                      <a:pt x="366" y="623"/>
                    </a:cubicBezTo>
                    <a:cubicBezTo>
                      <a:pt x="365" y="627"/>
                      <a:pt x="362" y="631"/>
                      <a:pt x="358" y="634"/>
                    </a:cubicBezTo>
                    <a:cubicBezTo>
                      <a:pt x="332" y="654"/>
                      <a:pt x="305" y="674"/>
                      <a:pt x="272" y="683"/>
                    </a:cubicBezTo>
                    <a:cubicBezTo>
                      <a:pt x="261" y="686"/>
                      <a:pt x="246" y="689"/>
                      <a:pt x="245" y="677"/>
                    </a:cubicBezTo>
                    <a:cubicBezTo>
                      <a:pt x="244" y="672"/>
                      <a:pt x="247" y="669"/>
                      <a:pt x="233" y="673"/>
                    </a:cubicBezTo>
                    <a:cubicBezTo>
                      <a:pt x="220" y="678"/>
                      <a:pt x="211" y="687"/>
                      <a:pt x="207" y="701"/>
                    </a:cubicBezTo>
                    <a:cubicBezTo>
                      <a:pt x="205" y="706"/>
                      <a:pt x="205" y="712"/>
                      <a:pt x="202" y="717"/>
                    </a:cubicBezTo>
                    <a:cubicBezTo>
                      <a:pt x="193" y="731"/>
                      <a:pt x="204" y="763"/>
                      <a:pt x="218" y="775"/>
                    </a:cubicBezTo>
                    <a:cubicBezTo>
                      <a:pt x="235" y="788"/>
                      <a:pt x="246" y="785"/>
                      <a:pt x="268" y="771"/>
                    </a:cubicBezTo>
                    <a:cubicBezTo>
                      <a:pt x="289" y="759"/>
                      <a:pt x="308" y="743"/>
                      <a:pt x="329" y="728"/>
                    </a:cubicBezTo>
                    <a:cubicBezTo>
                      <a:pt x="332" y="726"/>
                      <a:pt x="344" y="718"/>
                      <a:pt x="348" y="716"/>
                    </a:cubicBezTo>
                    <a:cubicBezTo>
                      <a:pt x="349" y="721"/>
                      <a:pt x="345" y="735"/>
                      <a:pt x="346" y="747"/>
                    </a:cubicBezTo>
                    <a:cubicBezTo>
                      <a:pt x="347" y="759"/>
                      <a:pt x="347" y="774"/>
                      <a:pt x="350" y="792"/>
                    </a:cubicBezTo>
                    <a:cubicBezTo>
                      <a:pt x="350" y="794"/>
                      <a:pt x="352" y="796"/>
                      <a:pt x="353" y="798"/>
                    </a:cubicBezTo>
                    <a:cubicBezTo>
                      <a:pt x="359" y="804"/>
                      <a:pt x="369" y="815"/>
                      <a:pt x="378" y="823"/>
                    </a:cubicBezTo>
                    <a:cubicBezTo>
                      <a:pt x="383" y="829"/>
                      <a:pt x="388" y="832"/>
                      <a:pt x="396" y="826"/>
                    </a:cubicBezTo>
                    <a:cubicBezTo>
                      <a:pt x="398" y="824"/>
                      <a:pt x="403" y="823"/>
                      <a:pt x="406" y="824"/>
                    </a:cubicBezTo>
                    <a:cubicBezTo>
                      <a:pt x="418" y="828"/>
                      <a:pt x="423" y="821"/>
                      <a:pt x="428" y="813"/>
                    </a:cubicBezTo>
                    <a:cubicBezTo>
                      <a:pt x="431" y="808"/>
                      <a:pt x="435" y="801"/>
                      <a:pt x="440" y="796"/>
                    </a:cubicBezTo>
                    <a:cubicBezTo>
                      <a:pt x="448" y="790"/>
                      <a:pt x="450" y="783"/>
                      <a:pt x="446" y="774"/>
                    </a:cubicBezTo>
                    <a:cubicBezTo>
                      <a:pt x="437" y="748"/>
                      <a:pt x="438" y="721"/>
                      <a:pt x="437" y="695"/>
                    </a:cubicBezTo>
                    <a:cubicBezTo>
                      <a:pt x="437" y="681"/>
                      <a:pt x="442" y="675"/>
                      <a:pt x="454" y="671"/>
                    </a:cubicBezTo>
                    <a:cubicBezTo>
                      <a:pt x="480" y="662"/>
                      <a:pt x="508" y="656"/>
                      <a:pt x="528" y="659"/>
                    </a:cubicBezTo>
                    <a:cubicBezTo>
                      <a:pt x="538" y="661"/>
                      <a:pt x="546" y="663"/>
                      <a:pt x="549" y="669"/>
                    </a:cubicBezTo>
                    <a:cubicBezTo>
                      <a:pt x="554" y="675"/>
                      <a:pt x="545" y="684"/>
                      <a:pt x="537" y="691"/>
                    </a:cubicBezTo>
                    <a:cubicBezTo>
                      <a:pt x="529" y="698"/>
                      <a:pt x="508" y="712"/>
                      <a:pt x="504" y="714"/>
                    </a:cubicBezTo>
                    <a:cubicBezTo>
                      <a:pt x="503" y="715"/>
                      <a:pt x="501" y="716"/>
                      <a:pt x="501" y="717"/>
                    </a:cubicBezTo>
                    <a:cubicBezTo>
                      <a:pt x="503" y="719"/>
                      <a:pt x="507" y="718"/>
                      <a:pt x="509" y="717"/>
                    </a:cubicBezTo>
                    <a:cubicBezTo>
                      <a:pt x="513" y="715"/>
                      <a:pt x="522" y="713"/>
                      <a:pt x="526" y="713"/>
                    </a:cubicBezTo>
                    <a:cubicBezTo>
                      <a:pt x="530" y="713"/>
                      <a:pt x="537" y="716"/>
                      <a:pt x="547" y="712"/>
                    </a:cubicBezTo>
                    <a:cubicBezTo>
                      <a:pt x="570" y="702"/>
                      <a:pt x="594" y="695"/>
                      <a:pt x="612" y="676"/>
                    </a:cubicBezTo>
                    <a:cubicBezTo>
                      <a:pt x="640" y="646"/>
                      <a:pt x="628" y="614"/>
                      <a:pt x="598" y="599"/>
                    </a:cubicBezTo>
                    <a:cubicBezTo>
                      <a:pt x="573" y="586"/>
                      <a:pt x="546" y="584"/>
                      <a:pt x="518" y="587"/>
                    </a:cubicBezTo>
                    <a:cubicBezTo>
                      <a:pt x="496" y="590"/>
                      <a:pt x="474" y="595"/>
                      <a:pt x="452" y="599"/>
                    </a:cubicBezTo>
                    <a:cubicBezTo>
                      <a:pt x="441" y="601"/>
                      <a:pt x="437" y="597"/>
                      <a:pt x="439" y="588"/>
                    </a:cubicBezTo>
                    <a:cubicBezTo>
                      <a:pt x="444" y="564"/>
                      <a:pt x="450" y="540"/>
                      <a:pt x="456" y="517"/>
                    </a:cubicBezTo>
                    <a:cubicBezTo>
                      <a:pt x="457" y="514"/>
                      <a:pt x="460" y="511"/>
                      <a:pt x="462" y="510"/>
                    </a:cubicBezTo>
                    <a:cubicBezTo>
                      <a:pt x="480" y="502"/>
                      <a:pt x="495" y="491"/>
                      <a:pt x="506" y="474"/>
                    </a:cubicBezTo>
                    <a:cubicBezTo>
                      <a:pt x="516" y="459"/>
                      <a:pt x="519" y="444"/>
                      <a:pt x="511" y="427"/>
                    </a:cubicBezTo>
                    <a:cubicBezTo>
                      <a:pt x="505" y="414"/>
                      <a:pt x="502" y="398"/>
                      <a:pt x="513" y="384"/>
                    </a:cubicBezTo>
                    <a:cubicBezTo>
                      <a:pt x="522" y="371"/>
                      <a:pt x="531" y="357"/>
                      <a:pt x="539" y="343"/>
                    </a:cubicBezTo>
                    <a:cubicBezTo>
                      <a:pt x="546" y="329"/>
                      <a:pt x="553" y="314"/>
                      <a:pt x="560" y="300"/>
                    </a:cubicBezTo>
                    <a:cubicBezTo>
                      <a:pt x="568" y="282"/>
                      <a:pt x="563" y="259"/>
                      <a:pt x="549" y="253"/>
                    </a:cubicBezTo>
                    <a:cubicBezTo>
                      <a:pt x="536" y="248"/>
                      <a:pt x="521" y="244"/>
                      <a:pt x="507" y="242"/>
                    </a:cubicBezTo>
                    <a:cubicBezTo>
                      <a:pt x="480" y="238"/>
                      <a:pt x="457" y="253"/>
                      <a:pt x="435" y="266"/>
                    </a:cubicBezTo>
                    <a:cubicBezTo>
                      <a:pt x="415" y="277"/>
                      <a:pt x="397" y="290"/>
                      <a:pt x="378" y="302"/>
                    </a:cubicBezTo>
                    <a:cubicBezTo>
                      <a:pt x="366" y="309"/>
                      <a:pt x="353" y="315"/>
                      <a:pt x="342" y="324"/>
                    </a:cubicBezTo>
                    <a:cubicBezTo>
                      <a:pt x="332" y="333"/>
                      <a:pt x="323" y="344"/>
                      <a:pt x="314" y="354"/>
                    </a:cubicBezTo>
                    <a:cubicBezTo>
                      <a:pt x="312" y="356"/>
                      <a:pt x="309" y="356"/>
                      <a:pt x="306" y="357"/>
                    </a:cubicBezTo>
                    <a:cubicBezTo>
                      <a:pt x="305" y="355"/>
                      <a:pt x="304" y="352"/>
                      <a:pt x="304" y="349"/>
                    </a:cubicBezTo>
                    <a:cubicBezTo>
                      <a:pt x="308" y="338"/>
                      <a:pt x="311" y="327"/>
                      <a:pt x="317" y="317"/>
                    </a:cubicBezTo>
                    <a:cubicBezTo>
                      <a:pt x="330" y="299"/>
                      <a:pt x="343" y="280"/>
                      <a:pt x="358" y="263"/>
                    </a:cubicBezTo>
                    <a:cubicBezTo>
                      <a:pt x="379" y="242"/>
                      <a:pt x="400" y="221"/>
                      <a:pt x="424" y="204"/>
                    </a:cubicBezTo>
                    <a:cubicBezTo>
                      <a:pt x="443" y="191"/>
                      <a:pt x="466" y="183"/>
                      <a:pt x="488" y="173"/>
                    </a:cubicBezTo>
                    <a:cubicBezTo>
                      <a:pt x="503" y="167"/>
                      <a:pt x="518" y="160"/>
                      <a:pt x="534" y="157"/>
                    </a:cubicBezTo>
                    <a:cubicBezTo>
                      <a:pt x="566" y="151"/>
                      <a:pt x="599" y="147"/>
                      <a:pt x="632" y="141"/>
                    </a:cubicBezTo>
                    <a:cubicBezTo>
                      <a:pt x="656" y="138"/>
                      <a:pt x="679" y="132"/>
                      <a:pt x="703" y="130"/>
                    </a:cubicBezTo>
                    <a:cubicBezTo>
                      <a:pt x="721" y="129"/>
                      <a:pt x="740" y="131"/>
                      <a:pt x="756" y="119"/>
                    </a:cubicBezTo>
                    <a:cubicBezTo>
                      <a:pt x="762" y="115"/>
                      <a:pt x="770" y="109"/>
                      <a:pt x="772" y="103"/>
                    </a:cubicBezTo>
                    <a:cubicBezTo>
                      <a:pt x="778" y="84"/>
                      <a:pt x="780" y="64"/>
                      <a:pt x="773" y="44"/>
                    </a:cubicBezTo>
                    <a:cubicBezTo>
                      <a:pt x="765" y="19"/>
                      <a:pt x="737" y="0"/>
                      <a:pt x="711" y="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4" name="Freeform 9"/>
              <p:cNvSpPr>
                <a:spLocks/>
              </p:cNvSpPr>
              <p:nvPr/>
            </p:nvSpPr>
            <p:spPr bwMode="auto">
              <a:xfrm>
                <a:off x="-1812296" y="-1606132"/>
                <a:ext cx="230388" cy="217020"/>
              </a:xfrm>
              <a:custGeom>
                <a:avLst/>
                <a:gdLst>
                  <a:gd name="T0" fmla="*/ 575 w 608"/>
                  <a:gd name="T1" fmla="*/ 324 h 573"/>
                  <a:gd name="T2" fmla="*/ 530 w 608"/>
                  <a:gd name="T3" fmla="*/ 319 h 573"/>
                  <a:gd name="T4" fmla="*/ 505 w 608"/>
                  <a:gd name="T5" fmla="*/ 335 h 573"/>
                  <a:gd name="T6" fmla="*/ 438 w 608"/>
                  <a:gd name="T7" fmla="*/ 339 h 573"/>
                  <a:gd name="T8" fmla="*/ 423 w 608"/>
                  <a:gd name="T9" fmla="*/ 339 h 573"/>
                  <a:gd name="T10" fmla="*/ 428 w 608"/>
                  <a:gd name="T11" fmla="*/ 325 h 573"/>
                  <a:gd name="T12" fmla="*/ 481 w 608"/>
                  <a:gd name="T13" fmla="*/ 232 h 573"/>
                  <a:gd name="T14" fmla="*/ 512 w 608"/>
                  <a:gd name="T15" fmla="*/ 143 h 573"/>
                  <a:gd name="T16" fmla="*/ 512 w 608"/>
                  <a:gd name="T17" fmla="*/ 97 h 573"/>
                  <a:gd name="T18" fmla="*/ 506 w 608"/>
                  <a:gd name="T19" fmla="*/ 80 h 573"/>
                  <a:gd name="T20" fmla="*/ 472 w 608"/>
                  <a:gd name="T21" fmla="*/ 23 h 573"/>
                  <a:gd name="T22" fmla="*/ 394 w 608"/>
                  <a:gd name="T23" fmla="*/ 0 h 573"/>
                  <a:gd name="T24" fmla="*/ 273 w 608"/>
                  <a:gd name="T25" fmla="*/ 48 h 573"/>
                  <a:gd name="T26" fmla="*/ 194 w 608"/>
                  <a:gd name="T27" fmla="*/ 109 h 573"/>
                  <a:gd name="T28" fmla="*/ 173 w 608"/>
                  <a:gd name="T29" fmla="*/ 156 h 573"/>
                  <a:gd name="T30" fmla="*/ 231 w 608"/>
                  <a:gd name="T31" fmla="*/ 223 h 573"/>
                  <a:gd name="T32" fmla="*/ 308 w 608"/>
                  <a:gd name="T33" fmla="*/ 213 h 573"/>
                  <a:gd name="T34" fmla="*/ 369 w 608"/>
                  <a:gd name="T35" fmla="*/ 180 h 573"/>
                  <a:gd name="T36" fmla="*/ 399 w 608"/>
                  <a:gd name="T37" fmla="*/ 171 h 573"/>
                  <a:gd name="T38" fmla="*/ 363 w 608"/>
                  <a:gd name="T39" fmla="*/ 251 h 573"/>
                  <a:gd name="T40" fmla="*/ 306 w 608"/>
                  <a:gd name="T41" fmla="*/ 334 h 573"/>
                  <a:gd name="T42" fmla="*/ 233 w 608"/>
                  <a:gd name="T43" fmla="*/ 372 h 573"/>
                  <a:gd name="T44" fmla="*/ 174 w 608"/>
                  <a:gd name="T45" fmla="*/ 387 h 573"/>
                  <a:gd name="T46" fmla="*/ 67 w 608"/>
                  <a:gd name="T47" fmla="*/ 427 h 573"/>
                  <a:gd name="T48" fmla="*/ 35 w 608"/>
                  <a:gd name="T49" fmla="*/ 453 h 573"/>
                  <a:gd name="T50" fmla="*/ 22 w 608"/>
                  <a:gd name="T51" fmla="*/ 482 h 573"/>
                  <a:gd name="T52" fmla="*/ 63 w 608"/>
                  <a:gd name="T53" fmla="*/ 569 h 573"/>
                  <a:gd name="T54" fmla="*/ 112 w 608"/>
                  <a:gd name="T55" fmla="*/ 568 h 573"/>
                  <a:gd name="T56" fmla="*/ 215 w 608"/>
                  <a:gd name="T57" fmla="*/ 535 h 573"/>
                  <a:gd name="T58" fmla="*/ 477 w 608"/>
                  <a:gd name="T59" fmla="*/ 473 h 573"/>
                  <a:gd name="T60" fmla="*/ 516 w 608"/>
                  <a:gd name="T61" fmla="*/ 474 h 573"/>
                  <a:gd name="T62" fmla="*/ 551 w 608"/>
                  <a:gd name="T63" fmla="*/ 483 h 573"/>
                  <a:gd name="T64" fmla="*/ 591 w 608"/>
                  <a:gd name="T65" fmla="*/ 453 h 573"/>
                  <a:gd name="T66" fmla="*/ 606 w 608"/>
                  <a:gd name="T67" fmla="*/ 394 h 573"/>
                  <a:gd name="T68" fmla="*/ 575 w 608"/>
                  <a:gd name="T69" fmla="*/ 324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608" h="573">
                    <a:moveTo>
                      <a:pt x="575" y="324"/>
                    </a:moveTo>
                    <a:cubicBezTo>
                      <a:pt x="561" y="310"/>
                      <a:pt x="547" y="309"/>
                      <a:pt x="530" y="319"/>
                    </a:cubicBezTo>
                    <a:cubicBezTo>
                      <a:pt x="522" y="323"/>
                      <a:pt x="514" y="333"/>
                      <a:pt x="505" y="335"/>
                    </a:cubicBezTo>
                    <a:cubicBezTo>
                      <a:pt x="483" y="339"/>
                      <a:pt x="462" y="337"/>
                      <a:pt x="438" y="339"/>
                    </a:cubicBezTo>
                    <a:cubicBezTo>
                      <a:pt x="434" y="339"/>
                      <a:pt x="426" y="341"/>
                      <a:pt x="423" y="339"/>
                    </a:cubicBezTo>
                    <a:cubicBezTo>
                      <a:pt x="420" y="336"/>
                      <a:pt x="426" y="328"/>
                      <a:pt x="428" y="325"/>
                    </a:cubicBezTo>
                    <a:cubicBezTo>
                      <a:pt x="442" y="302"/>
                      <a:pt x="469" y="260"/>
                      <a:pt x="481" y="232"/>
                    </a:cubicBezTo>
                    <a:cubicBezTo>
                      <a:pt x="496" y="199"/>
                      <a:pt x="509" y="152"/>
                      <a:pt x="512" y="143"/>
                    </a:cubicBezTo>
                    <a:cubicBezTo>
                      <a:pt x="516" y="129"/>
                      <a:pt x="518" y="111"/>
                      <a:pt x="512" y="97"/>
                    </a:cubicBezTo>
                    <a:cubicBezTo>
                      <a:pt x="510" y="92"/>
                      <a:pt x="508" y="86"/>
                      <a:pt x="506" y="80"/>
                    </a:cubicBezTo>
                    <a:cubicBezTo>
                      <a:pt x="499" y="58"/>
                      <a:pt x="492" y="36"/>
                      <a:pt x="472" y="23"/>
                    </a:cubicBezTo>
                    <a:cubicBezTo>
                      <a:pt x="448" y="7"/>
                      <a:pt x="422" y="0"/>
                      <a:pt x="394" y="0"/>
                    </a:cubicBezTo>
                    <a:cubicBezTo>
                      <a:pt x="348" y="1"/>
                      <a:pt x="310" y="24"/>
                      <a:pt x="273" y="48"/>
                    </a:cubicBezTo>
                    <a:cubicBezTo>
                      <a:pt x="246" y="66"/>
                      <a:pt x="220" y="88"/>
                      <a:pt x="194" y="109"/>
                    </a:cubicBezTo>
                    <a:cubicBezTo>
                      <a:pt x="177" y="122"/>
                      <a:pt x="167" y="142"/>
                      <a:pt x="173" y="156"/>
                    </a:cubicBezTo>
                    <a:cubicBezTo>
                      <a:pt x="185" y="185"/>
                      <a:pt x="203" y="209"/>
                      <a:pt x="231" y="223"/>
                    </a:cubicBezTo>
                    <a:cubicBezTo>
                      <a:pt x="256" y="236"/>
                      <a:pt x="287" y="222"/>
                      <a:pt x="308" y="213"/>
                    </a:cubicBezTo>
                    <a:cubicBezTo>
                      <a:pt x="335" y="201"/>
                      <a:pt x="346" y="191"/>
                      <a:pt x="369" y="180"/>
                    </a:cubicBezTo>
                    <a:cubicBezTo>
                      <a:pt x="375" y="177"/>
                      <a:pt x="393" y="166"/>
                      <a:pt x="399" y="171"/>
                    </a:cubicBezTo>
                    <a:cubicBezTo>
                      <a:pt x="404" y="176"/>
                      <a:pt x="374" y="229"/>
                      <a:pt x="363" y="251"/>
                    </a:cubicBezTo>
                    <a:cubicBezTo>
                      <a:pt x="349" y="282"/>
                      <a:pt x="328" y="309"/>
                      <a:pt x="306" y="334"/>
                    </a:cubicBezTo>
                    <a:cubicBezTo>
                      <a:pt x="286" y="356"/>
                      <a:pt x="260" y="365"/>
                      <a:pt x="233" y="372"/>
                    </a:cubicBezTo>
                    <a:cubicBezTo>
                      <a:pt x="213" y="377"/>
                      <a:pt x="193" y="380"/>
                      <a:pt x="174" y="387"/>
                    </a:cubicBezTo>
                    <a:cubicBezTo>
                      <a:pt x="138" y="399"/>
                      <a:pt x="103" y="413"/>
                      <a:pt x="67" y="427"/>
                    </a:cubicBezTo>
                    <a:cubicBezTo>
                      <a:pt x="54" y="432"/>
                      <a:pt x="41" y="438"/>
                      <a:pt x="35" y="453"/>
                    </a:cubicBezTo>
                    <a:cubicBezTo>
                      <a:pt x="30" y="463"/>
                      <a:pt x="27" y="473"/>
                      <a:pt x="22" y="482"/>
                    </a:cubicBezTo>
                    <a:cubicBezTo>
                      <a:pt x="0" y="521"/>
                      <a:pt x="29" y="565"/>
                      <a:pt x="63" y="569"/>
                    </a:cubicBezTo>
                    <a:cubicBezTo>
                      <a:pt x="79" y="570"/>
                      <a:pt x="95" y="573"/>
                      <a:pt x="112" y="568"/>
                    </a:cubicBezTo>
                    <a:cubicBezTo>
                      <a:pt x="148" y="557"/>
                      <a:pt x="202" y="539"/>
                      <a:pt x="215" y="535"/>
                    </a:cubicBezTo>
                    <a:cubicBezTo>
                      <a:pt x="241" y="527"/>
                      <a:pt x="414" y="478"/>
                      <a:pt x="477" y="473"/>
                    </a:cubicBezTo>
                    <a:cubicBezTo>
                      <a:pt x="490" y="473"/>
                      <a:pt x="503" y="472"/>
                      <a:pt x="516" y="474"/>
                    </a:cubicBezTo>
                    <a:cubicBezTo>
                      <a:pt x="528" y="476"/>
                      <a:pt x="540" y="483"/>
                      <a:pt x="551" y="483"/>
                    </a:cubicBezTo>
                    <a:cubicBezTo>
                      <a:pt x="568" y="483"/>
                      <a:pt x="579" y="477"/>
                      <a:pt x="591" y="453"/>
                    </a:cubicBezTo>
                    <a:cubicBezTo>
                      <a:pt x="601" y="434"/>
                      <a:pt x="608" y="416"/>
                      <a:pt x="606" y="394"/>
                    </a:cubicBezTo>
                    <a:cubicBezTo>
                      <a:pt x="605" y="368"/>
                      <a:pt x="592" y="343"/>
                      <a:pt x="575" y="32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5" name="Freeform 10"/>
              <p:cNvSpPr>
                <a:spLocks/>
              </p:cNvSpPr>
              <p:nvPr/>
            </p:nvSpPr>
            <p:spPr bwMode="auto">
              <a:xfrm>
                <a:off x="-1133713" y="-1560526"/>
                <a:ext cx="257122" cy="242969"/>
              </a:xfrm>
              <a:custGeom>
                <a:avLst/>
                <a:gdLst>
                  <a:gd name="T0" fmla="*/ 609 w 680"/>
                  <a:gd name="T1" fmla="*/ 178 h 640"/>
                  <a:gd name="T2" fmla="*/ 538 w 680"/>
                  <a:gd name="T3" fmla="*/ 176 h 640"/>
                  <a:gd name="T4" fmla="*/ 414 w 680"/>
                  <a:gd name="T5" fmla="*/ 199 h 640"/>
                  <a:gd name="T6" fmla="*/ 372 w 680"/>
                  <a:gd name="T7" fmla="*/ 208 h 640"/>
                  <a:gd name="T8" fmla="*/ 360 w 680"/>
                  <a:gd name="T9" fmla="*/ 204 h 640"/>
                  <a:gd name="T10" fmla="*/ 365 w 680"/>
                  <a:gd name="T11" fmla="*/ 191 h 640"/>
                  <a:gd name="T12" fmla="*/ 386 w 680"/>
                  <a:gd name="T13" fmla="*/ 160 h 640"/>
                  <a:gd name="T14" fmla="*/ 409 w 680"/>
                  <a:gd name="T15" fmla="*/ 126 h 640"/>
                  <a:gd name="T16" fmla="*/ 444 w 680"/>
                  <a:gd name="T17" fmla="*/ 81 h 640"/>
                  <a:gd name="T18" fmla="*/ 439 w 680"/>
                  <a:gd name="T19" fmla="*/ 48 h 640"/>
                  <a:gd name="T20" fmla="*/ 434 w 680"/>
                  <a:gd name="T21" fmla="*/ 40 h 640"/>
                  <a:gd name="T22" fmla="*/ 357 w 680"/>
                  <a:gd name="T23" fmla="*/ 9 h 640"/>
                  <a:gd name="T24" fmla="*/ 290 w 680"/>
                  <a:gd name="T25" fmla="*/ 32 h 640"/>
                  <a:gd name="T26" fmla="*/ 273 w 680"/>
                  <a:gd name="T27" fmla="*/ 52 h 640"/>
                  <a:gd name="T28" fmla="*/ 286 w 680"/>
                  <a:gd name="T29" fmla="*/ 76 h 640"/>
                  <a:gd name="T30" fmla="*/ 326 w 680"/>
                  <a:gd name="T31" fmla="*/ 96 h 640"/>
                  <a:gd name="T32" fmla="*/ 336 w 680"/>
                  <a:gd name="T33" fmla="*/ 108 h 640"/>
                  <a:gd name="T34" fmla="*/ 317 w 680"/>
                  <a:gd name="T35" fmla="*/ 148 h 640"/>
                  <a:gd name="T36" fmla="*/ 296 w 680"/>
                  <a:gd name="T37" fmla="*/ 179 h 640"/>
                  <a:gd name="T38" fmla="*/ 288 w 680"/>
                  <a:gd name="T39" fmla="*/ 222 h 640"/>
                  <a:gd name="T40" fmla="*/ 277 w 680"/>
                  <a:gd name="T41" fmla="*/ 234 h 640"/>
                  <a:gd name="T42" fmla="*/ 166 w 680"/>
                  <a:gd name="T43" fmla="*/ 275 h 640"/>
                  <a:gd name="T44" fmla="*/ 77 w 680"/>
                  <a:gd name="T45" fmla="*/ 315 h 640"/>
                  <a:gd name="T46" fmla="*/ 16 w 680"/>
                  <a:gd name="T47" fmla="*/ 339 h 640"/>
                  <a:gd name="T48" fmla="*/ 7 w 680"/>
                  <a:gd name="T49" fmla="*/ 362 h 640"/>
                  <a:gd name="T50" fmla="*/ 13 w 680"/>
                  <a:gd name="T51" fmla="*/ 373 h 640"/>
                  <a:gd name="T52" fmla="*/ 89 w 680"/>
                  <a:gd name="T53" fmla="*/ 419 h 640"/>
                  <a:gd name="T54" fmla="*/ 110 w 680"/>
                  <a:gd name="T55" fmla="*/ 416 h 640"/>
                  <a:gd name="T56" fmla="*/ 279 w 680"/>
                  <a:gd name="T57" fmla="*/ 347 h 640"/>
                  <a:gd name="T58" fmla="*/ 334 w 680"/>
                  <a:gd name="T59" fmla="*/ 332 h 640"/>
                  <a:gd name="T60" fmla="*/ 327 w 680"/>
                  <a:gd name="T61" fmla="*/ 460 h 640"/>
                  <a:gd name="T62" fmla="*/ 278 w 680"/>
                  <a:gd name="T63" fmla="*/ 537 h 640"/>
                  <a:gd name="T64" fmla="*/ 233 w 680"/>
                  <a:gd name="T65" fmla="*/ 544 h 640"/>
                  <a:gd name="T66" fmla="*/ 173 w 680"/>
                  <a:gd name="T67" fmla="*/ 502 h 640"/>
                  <a:gd name="T68" fmla="*/ 152 w 680"/>
                  <a:gd name="T69" fmla="*/ 485 h 640"/>
                  <a:gd name="T70" fmla="*/ 147 w 680"/>
                  <a:gd name="T71" fmla="*/ 496 h 640"/>
                  <a:gd name="T72" fmla="*/ 177 w 680"/>
                  <a:gd name="T73" fmla="*/ 551 h 640"/>
                  <a:gd name="T74" fmla="*/ 181 w 680"/>
                  <a:gd name="T75" fmla="*/ 581 h 640"/>
                  <a:gd name="T76" fmla="*/ 220 w 680"/>
                  <a:gd name="T77" fmla="*/ 624 h 640"/>
                  <a:gd name="T78" fmla="*/ 289 w 680"/>
                  <a:gd name="T79" fmla="*/ 629 h 640"/>
                  <a:gd name="T80" fmla="*/ 404 w 680"/>
                  <a:gd name="T81" fmla="*/ 471 h 640"/>
                  <a:gd name="T82" fmla="*/ 424 w 680"/>
                  <a:gd name="T83" fmla="*/ 322 h 640"/>
                  <a:gd name="T84" fmla="*/ 435 w 680"/>
                  <a:gd name="T85" fmla="*/ 315 h 640"/>
                  <a:gd name="T86" fmla="*/ 488 w 680"/>
                  <a:gd name="T87" fmla="*/ 305 h 640"/>
                  <a:gd name="T88" fmla="*/ 579 w 680"/>
                  <a:gd name="T89" fmla="*/ 307 h 640"/>
                  <a:gd name="T90" fmla="*/ 625 w 680"/>
                  <a:gd name="T91" fmla="*/ 319 h 640"/>
                  <a:gd name="T92" fmla="*/ 662 w 680"/>
                  <a:gd name="T93" fmla="*/ 283 h 640"/>
                  <a:gd name="T94" fmla="*/ 655 w 680"/>
                  <a:gd name="T95" fmla="*/ 214 h 640"/>
                  <a:gd name="T96" fmla="*/ 609 w 680"/>
                  <a:gd name="T97" fmla="*/ 178 h 6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680" h="640">
                    <a:moveTo>
                      <a:pt x="609" y="178"/>
                    </a:moveTo>
                    <a:cubicBezTo>
                      <a:pt x="594" y="172"/>
                      <a:pt x="578" y="170"/>
                      <a:pt x="538" y="176"/>
                    </a:cubicBezTo>
                    <a:cubicBezTo>
                      <a:pt x="507" y="181"/>
                      <a:pt x="462" y="187"/>
                      <a:pt x="414" y="199"/>
                    </a:cubicBezTo>
                    <a:cubicBezTo>
                      <a:pt x="402" y="203"/>
                      <a:pt x="385" y="206"/>
                      <a:pt x="372" y="208"/>
                    </a:cubicBezTo>
                    <a:cubicBezTo>
                      <a:pt x="367" y="208"/>
                      <a:pt x="362" y="210"/>
                      <a:pt x="360" y="204"/>
                    </a:cubicBezTo>
                    <a:cubicBezTo>
                      <a:pt x="360" y="201"/>
                      <a:pt x="362" y="195"/>
                      <a:pt x="365" y="191"/>
                    </a:cubicBezTo>
                    <a:cubicBezTo>
                      <a:pt x="371" y="180"/>
                      <a:pt x="379" y="170"/>
                      <a:pt x="386" y="160"/>
                    </a:cubicBezTo>
                    <a:cubicBezTo>
                      <a:pt x="393" y="149"/>
                      <a:pt x="401" y="137"/>
                      <a:pt x="409" y="126"/>
                    </a:cubicBezTo>
                    <a:cubicBezTo>
                      <a:pt x="420" y="111"/>
                      <a:pt x="433" y="96"/>
                      <a:pt x="444" y="81"/>
                    </a:cubicBezTo>
                    <a:cubicBezTo>
                      <a:pt x="454" y="67"/>
                      <a:pt x="452" y="60"/>
                      <a:pt x="439" y="48"/>
                    </a:cubicBezTo>
                    <a:cubicBezTo>
                      <a:pt x="437" y="45"/>
                      <a:pt x="436" y="42"/>
                      <a:pt x="434" y="40"/>
                    </a:cubicBezTo>
                    <a:cubicBezTo>
                      <a:pt x="418" y="14"/>
                      <a:pt x="385" y="0"/>
                      <a:pt x="357" y="9"/>
                    </a:cubicBezTo>
                    <a:cubicBezTo>
                      <a:pt x="334" y="16"/>
                      <a:pt x="312" y="24"/>
                      <a:pt x="290" y="32"/>
                    </a:cubicBezTo>
                    <a:cubicBezTo>
                      <a:pt x="281" y="35"/>
                      <a:pt x="271" y="41"/>
                      <a:pt x="273" y="52"/>
                    </a:cubicBezTo>
                    <a:cubicBezTo>
                      <a:pt x="275" y="61"/>
                      <a:pt x="280" y="69"/>
                      <a:pt x="286" y="76"/>
                    </a:cubicBezTo>
                    <a:cubicBezTo>
                      <a:pt x="296" y="88"/>
                      <a:pt x="310" y="95"/>
                      <a:pt x="326" y="96"/>
                    </a:cubicBezTo>
                    <a:cubicBezTo>
                      <a:pt x="334" y="96"/>
                      <a:pt x="340" y="99"/>
                      <a:pt x="336" y="108"/>
                    </a:cubicBezTo>
                    <a:cubicBezTo>
                      <a:pt x="330" y="122"/>
                      <a:pt x="324" y="136"/>
                      <a:pt x="317" y="148"/>
                    </a:cubicBezTo>
                    <a:cubicBezTo>
                      <a:pt x="311" y="159"/>
                      <a:pt x="302" y="168"/>
                      <a:pt x="296" y="179"/>
                    </a:cubicBezTo>
                    <a:cubicBezTo>
                      <a:pt x="288" y="193"/>
                      <a:pt x="287" y="206"/>
                      <a:pt x="288" y="222"/>
                    </a:cubicBezTo>
                    <a:cubicBezTo>
                      <a:pt x="289" y="230"/>
                      <a:pt x="286" y="231"/>
                      <a:pt x="277" y="234"/>
                    </a:cubicBezTo>
                    <a:cubicBezTo>
                      <a:pt x="240" y="247"/>
                      <a:pt x="203" y="261"/>
                      <a:pt x="166" y="275"/>
                    </a:cubicBezTo>
                    <a:cubicBezTo>
                      <a:pt x="136" y="287"/>
                      <a:pt x="107" y="303"/>
                      <a:pt x="77" y="315"/>
                    </a:cubicBezTo>
                    <a:cubicBezTo>
                      <a:pt x="57" y="323"/>
                      <a:pt x="40" y="338"/>
                      <a:pt x="16" y="339"/>
                    </a:cubicBezTo>
                    <a:cubicBezTo>
                      <a:pt x="4" y="339"/>
                      <a:pt x="0" y="351"/>
                      <a:pt x="7" y="362"/>
                    </a:cubicBezTo>
                    <a:cubicBezTo>
                      <a:pt x="9" y="365"/>
                      <a:pt x="11" y="369"/>
                      <a:pt x="13" y="373"/>
                    </a:cubicBezTo>
                    <a:cubicBezTo>
                      <a:pt x="24" y="402"/>
                      <a:pt x="58" y="424"/>
                      <a:pt x="89" y="419"/>
                    </a:cubicBezTo>
                    <a:cubicBezTo>
                      <a:pt x="96" y="418"/>
                      <a:pt x="103" y="418"/>
                      <a:pt x="110" y="416"/>
                    </a:cubicBezTo>
                    <a:cubicBezTo>
                      <a:pt x="166" y="398"/>
                      <a:pt x="223" y="365"/>
                      <a:pt x="279" y="347"/>
                    </a:cubicBezTo>
                    <a:cubicBezTo>
                      <a:pt x="297" y="341"/>
                      <a:pt x="316" y="338"/>
                      <a:pt x="334" y="332"/>
                    </a:cubicBezTo>
                    <a:cubicBezTo>
                      <a:pt x="366" y="323"/>
                      <a:pt x="343" y="417"/>
                      <a:pt x="327" y="460"/>
                    </a:cubicBezTo>
                    <a:cubicBezTo>
                      <a:pt x="314" y="493"/>
                      <a:pt x="287" y="531"/>
                      <a:pt x="278" y="537"/>
                    </a:cubicBezTo>
                    <a:cubicBezTo>
                      <a:pt x="271" y="542"/>
                      <a:pt x="261" y="549"/>
                      <a:pt x="233" y="544"/>
                    </a:cubicBezTo>
                    <a:cubicBezTo>
                      <a:pt x="204" y="538"/>
                      <a:pt x="179" y="508"/>
                      <a:pt x="173" y="502"/>
                    </a:cubicBezTo>
                    <a:cubicBezTo>
                      <a:pt x="167" y="497"/>
                      <a:pt x="157" y="482"/>
                      <a:pt x="152" y="485"/>
                    </a:cubicBezTo>
                    <a:cubicBezTo>
                      <a:pt x="147" y="488"/>
                      <a:pt x="147" y="492"/>
                      <a:pt x="147" y="496"/>
                    </a:cubicBezTo>
                    <a:cubicBezTo>
                      <a:pt x="146" y="500"/>
                      <a:pt x="160" y="532"/>
                      <a:pt x="177" y="551"/>
                    </a:cubicBezTo>
                    <a:cubicBezTo>
                      <a:pt x="190" y="565"/>
                      <a:pt x="175" y="573"/>
                      <a:pt x="181" y="581"/>
                    </a:cubicBezTo>
                    <a:cubicBezTo>
                      <a:pt x="195" y="602"/>
                      <a:pt x="213" y="620"/>
                      <a:pt x="220" y="624"/>
                    </a:cubicBezTo>
                    <a:cubicBezTo>
                      <a:pt x="239" y="636"/>
                      <a:pt x="265" y="640"/>
                      <a:pt x="289" y="629"/>
                    </a:cubicBezTo>
                    <a:cubicBezTo>
                      <a:pt x="324" y="612"/>
                      <a:pt x="375" y="558"/>
                      <a:pt x="404" y="471"/>
                    </a:cubicBezTo>
                    <a:cubicBezTo>
                      <a:pt x="420" y="421"/>
                      <a:pt x="422" y="354"/>
                      <a:pt x="424" y="322"/>
                    </a:cubicBezTo>
                    <a:cubicBezTo>
                      <a:pt x="424" y="317"/>
                      <a:pt x="431" y="316"/>
                      <a:pt x="435" y="315"/>
                    </a:cubicBezTo>
                    <a:cubicBezTo>
                      <a:pt x="456" y="309"/>
                      <a:pt x="470" y="307"/>
                      <a:pt x="488" y="305"/>
                    </a:cubicBezTo>
                    <a:cubicBezTo>
                      <a:pt x="518" y="303"/>
                      <a:pt x="546" y="297"/>
                      <a:pt x="579" y="307"/>
                    </a:cubicBezTo>
                    <a:cubicBezTo>
                      <a:pt x="585" y="309"/>
                      <a:pt x="611" y="320"/>
                      <a:pt x="625" y="319"/>
                    </a:cubicBezTo>
                    <a:cubicBezTo>
                      <a:pt x="639" y="318"/>
                      <a:pt x="648" y="307"/>
                      <a:pt x="662" y="283"/>
                    </a:cubicBezTo>
                    <a:cubicBezTo>
                      <a:pt x="680" y="251"/>
                      <a:pt x="666" y="230"/>
                      <a:pt x="655" y="214"/>
                    </a:cubicBezTo>
                    <a:cubicBezTo>
                      <a:pt x="646" y="199"/>
                      <a:pt x="634" y="187"/>
                      <a:pt x="609" y="17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6" name="Freeform 11"/>
              <p:cNvSpPr>
                <a:spLocks noEditPoints="1"/>
              </p:cNvSpPr>
              <p:nvPr/>
            </p:nvSpPr>
            <p:spPr bwMode="auto">
              <a:xfrm>
                <a:off x="-2189723" y="-1633653"/>
                <a:ext cx="116373" cy="293292"/>
              </a:xfrm>
              <a:custGeom>
                <a:avLst/>
                <a:gdLst>
                  <a:gd name="T0" fmla="*/ 307 w 308"/>
                  <a:gd name="T1" fmla="*/ 389 h 774"/>
                  <a:gd name="T2" fmla="*/ 304 w 308"/>
                  <a:gd name="T3" fmla="*/ 376 h 774"/>
                  <a:gd name="T4" fmla="*/ 296 w 308"/>
                  <a:gd name="T5" fmla="*/ 386 h 774"/>
                  <a:gd name="T6" fmla="*/ 248 w 308"/>
                  <a:gd name="T7" fmla="*/ 486 h 774"/>
                  <a:gd name="T8" fmla="*/ 207 w 308"/>
                  <a:gd name="T9" fmla="*/ 565 h 774"/>
                  <a:gd name="T10" fmla="*/ 157 w 308"/>
                  <a:gd name="T11" fmla="*/ 639 h 774"/>
                  <a:gd name="T12" fmla="*/ 148 w 308"/>
                  <a:gd name="T13" fmla="*/ 643 h 774"/>
                  <a:gd name="T14" fmla="*/ 146 w 308"/>
                  <a:gd name="T15" fmla="*/ 634 h 774"/>
                  <a:gd name="T16" fmla="*/ 157 w 308"/>
                  <a:gd name="T17" fmla="*/ 610 h 774"/>
                  <a:gd name="T18" fmla="*/ 178 w 308"/>
                  <a:gd name="T19" fmla="*/ 553 h 774"/>
                  <a:gd name="T20" fmla="*/ 217 w 308"/>
                  <a:gd name="T21" fmla="*/ 455 h 774"/>
                  <a:gd name="T22" fmla="*/ 239 w 308"/>
                  <a:gd name="T23" fmla="*/ 368 h 774"/>
                  <a:gd name="T24" fmla="*/ 230 w 308"/>
                  <a:gd name="T25" fmla="*/ 321 h 774"/>
                  <a:gd name="T26" fmla="*/ 226 w 308"/>
                  <a:gd name="T27" fmla="*/ 307 h 774"/>
                  <a:gd name="T28" fmla="*/ 232 w 308"/>
                  <a:gd name="T29" fmla="*/ 233 h 774"/>
                  <a:gd name="T30" fmla="*/ 253 w 308"/>
                  <a:gd name="T31" fmla="*/ 155 h 774"/>
                  <a:gd name="T32" fmla="*/ 279 w 308"/>
                  <a:gd name="T33" fmla="*/ 115 h 774"/>
                  <a:gd name="T34" fmla="*/ 298 w 308"/>
                  <a:gd name="T35" fmla="*/ 44 h 774"/>
                  <a:gd name="T36" fmla="*/ 274 w 308"/>
                  <a:gd name="T37" fmla="*/ 8 h 774"/>
                  <a:gd name="T38" fmla="*/ 228 w 308"/>
                  <a:gd name="T39" fmla="*/ 6 h 774"/>
                  <a:gd name="T40" fmla="*/ 159 w 308"/>
                  <a:gd name="T41" fmla="*/ 29 h 774"/>
                  <a:gd name="T42" fmla="*/ 101 w 308"/>
                  <a:gd name="T43" fmla="*/ 53 h 774"/>
                  <a:gd name="T44" fmla="*/ 56 w 308"/>
                  <a:gd name="T45" fmla="*/ 79 h 774"/>
                  <a:gd name="T46" fmla="*/ 37 w 308"/>
                  <a:gd name="T47" fmla="*/ 121 h 774"/>
                  <a:gd name="T48" fmla="*/ 57 w 308"/>
                  <a:gd name="T49" fmla="*/ 162 h 774"/>
                  <a:gd name="T50" fmla="*/ 67 w 308"/>
                  <a:gd name="T51" fmla="*/ 176 h 774"/>
                  <a:gd name="T52" fmla="*/ 132 w 308"/>
                  <a:gd name="T53" fmla="*/ 198 h 774"/>
                  <a:gd name="T54" fmla="*/ 180 w 308"/>
                  <a:gd name="T55" fmla="*/ 173 h 774"/>
                  <a:gd name="T56" fmla="*/ 195 w 308"/>
                  <a:gd name="T57" fmla="*/ 179 h 774"/>
                  <a:gd name="T58" fmla="*/ 197 w 308"/>
                  <a:gd name="T59" fmla="*/ 211 h 774"/>
                  <a:gd name="T60" fmla="*/ 190 w 308"/>
                  <a:gd name="T61" fmla="*/ 289 h 774"/>
                  <a:gd name="T62" fmla="*/ 160 w 308"/>
                  <a:gd name="T63" fmla="*/ 313 h 774"/>
                  <a:gd name="T64" fmla="*/ 115 w 308"/>
                  <a:gd name="T65" fmla="*/ 321 h 774"/>
                  <a:gd name="T66" fmla="*/ 19 w 308"/>
                  <a:gd name="T67" fmla="*/ 417 h 774"/>
                  <a:gd name="T68" fmla="*/ 13 w 308"/>
                  <a:gd name="T69" fmla="*/ 498 h 774"/>
                  <a:gd name="T70" fmla="*/ 86 w 308"/>
                  <a:gd name="T71" fmla="*/ 555 h 774"/>
                  <a:gd name="T72" fmla="*/ 95 w 308"/>
                  <a:gd name="T73" fmla="*/ 569 h 774"/>
                  <a:gd name="T74" fmla="*/ 63 w 308"/>
                  <a:gd name="T75" fmla="*/ 668 h 774"/>
                  <a:gd name="T76" fmla="*/ 55 w 308"/>
                  <a:gd name="T77" fmla="*/ 734 h 774"/>
                  <a:gd name="T78" fmla="*/ 101 w 308"/>
                  <a:gd name="T79" fmla="*/ 769 h 774"/>
                  <a:gd name="T80" fmla="*/ 128 w 308"/>
                  <a:gd name="T81" fmla="*/ 754 h 774"/>
                  <a:gd name="T82" fmla="*/ 208 w 308"/>
                  <a:gd name="T83" fmla="*/ 643 h 774"/>
                  <a:gd name="T84" fmla="*/ 231 w 308"/>
                  <a:gd name="T85" fmla="*/ 598 h 774"/>
                  <a:gd name="T86" fmla="*/ 260 w 308"/>
                  <a:gd name="T87" fmla="*/ 528 h 774"/>
                  <a:gd name="T88" fmla="*/ 280 w 308"/>
                  <a:gd name="T89" fmla="*/ 469 h 774"/>
                  <a:gd name="T90" fmla="*/ 299 w 308"/>
                  <a:gd name="T91" fmla="*/ 409 h 774"/>
                  <a:gd name="T92" fmla="*/ 307 w 308"/>
                  <a:gd name="T93" fmla="*/ 389 h 774"/>
                  <a:gd name="T94" fmla="*/ 131 w 308"/>
                  <a:gd name="T95" fmla="*/ 454 h 774"/>
                  <a:gd name="T96" fmla="*/ 125 w 308"/>
                  <a:gd name="T97" fmla="*/ 465 h 774"/>
                  <a:gd name="T98" fmla="*/ 104 w 308"/>
                  <a:gd name="T99" fmla="*/ 475 h 774"/>
                  <a:gd name="T100" fmla="*/ 90 w 308"/>
                  <a:gd name="T101" fmla="*/ 449 h 774"/>
                  <a:gd name="T102" fmla="*/ 138 w 308"/>
                  <a:gd name="T103" fmla="*/ 389 h 774"/>
                  <a:gd name="T104" fmla="*/ 148 w 308"/>
                  <a:gd name="T105" fmla="*/ 392 h 774"/>
                  <a:gd name="T106" fmla="*/ 144 w 308"/>
                  <a:gd name="T107" fmla="*/ 413 h 774"/>
                  <a:gd name="T108" fmla="*/ 131 w 308"/>
                  <a:gd name="T109" fmla="*/ 454 h 7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308" h="774">
                    <a:moveTo>
                      <a:pt x="307" y="389"/>
                    </a:moveTo>
                    <a:cubicBezTo>
                      <a:pt x="308" y="385"/>
                      <a:pt x="308" y="377"/>
                      <a:pt x="304" y="376"/>
                    </a:cubicBezTo>
                    <a:cubicBezTo>
                      <a:pt x="300" y="375"/>
                      <a:pt x="298" y="382"/>
                      <a:pt x="296" y="386"/>
                    </a:cubicBezTo>
                    <a:cubicBezTo>
                      <a:pt x="280" y="419"/>
                      <a:pt x="264" y="453"/>
                      <a:pt x="248" y="486"/>
                    </a:cubicBezTo>
                    <a:cubicBezTo>
                      <a:pt x="234" y="512"/>
                      <a:pt x="221" y="539"/>
                      <a:pt x="207" y="565"/>
                    </a:cubicBezTo>
                    <a:cubicBezTo>
                      <a:pt x="193" y="592"/>
                      <a:pt x="180" y="619"/>
                      <a:pt x="157" y="639"/>
                    </a:cubicBezTo>
                    <a:cubicBezTo>
                      <a:pt x="155" y="642"/>
                      <a:pt x="151" y="642"/>
                      <a:pt x="148" y="643"/>
                    </a:cubicBezTo>
                    <a:cubicBezTo>
                      <a:pt x="147" y="640"/>
                      <a:pt x="145" y="636"/>
                      <a:pt x="146" y="634"/>
                    </a:cubicBezTo>
                    <a:cubicBezTo>
                      <a:pt x="149" y="626"/>
                      <a:pt x="153" y="618"/>
                      <a:pt x="157" y="610"/>
                    </a:cubicBezTo>
                    <a:cubicBezTo>
                      <a:pt x="164" y="591"/>
                      <a:pt x="171" y="572"/>
                      <a:pt x="178" y="553"/>
                    </a:cubicBezTo>
                    <a:cubicBezTo>
                      <a:pt x="191" y="520"/>
                      <a:pt x="205" y="488"/>
                      <a:pt x="217" y="455"/>
                    </a:cubicBezTo>
                    <a:cubicBezTo>
                      <a:pt x="226" y="427"/>
                      <a:pt x="233" y="397"/>
                      <a:pt x="239" y="368"/>
                    </a:cubicBezTo>
                    <a:cubicBezTo>
                      <a:pt x="243" y="352"/>
                      <a:pt x="241" y="336"/>
                      <a:pt x="230" y="321"/>
                    </a:cubicBezTo>
                    <a:cubicBezTo>
                      <a:pt x="227" y="317"/>
                      <a:pt x="225" y="312"/>
                      <a:pt x="226" y="307"/>
                    </a:cubicBezTo>
                    <a:cubicBezTo>
                      <a:pt x="227" y="282"/>
                      <a:pt x="230" y="258"/>
                      <a:pt x="232" y="233"/>
                    </a:cubicBezTo>
                    <a:cubicBezTo>
                      <a:pt x="235" y="206"/>
                      <a:pt x="241" y="180"/>
                      <a:pt x="253" y="155"/>
                    </a:cubicBezTo>
                    <a:cubicBezTo>
                      <a:pt x="259" y="140"/>
                      <a:pt x="269" y="128"/>
                      <a:pt x="279" y="115"/>
                    </a:cubicBezTo>
                    <a:cubicBezTo>
                      <a:pt x="296" y="95"/>
                      <a:pt x="299" y="69"/>
                      <a:pt x="298" y="44"/>
                    </a:cubicBezTo>
                    <a:cubicBezTo>
                      <a:pt x="298" y="29"/>
                      <a:pt x="291" y="15"/>
                      <a:pt x="274" y="8"/>
                    </a:cubicBezTo>
                    <a:cubicBezTo>
                      <a:pt x="259" y="2"/>
                      <a:pt x="244" y="0"/>
                      <a:pt x="228" y="6"/>
                    </a:cubicBezTo>
                    <a:cubicBezTo>
                      <a:pt x="205" y="14"/>
                      <a:pt x="182" y="20"/>
                      <a:pt x="159" y="29"/>
                    </a:cubicBezTo>
                    <a:cubicBezTo>
                      <a:pt x="140" y="36"/>
                      <a:pt x="120" y="44"/>
                      <a:pt x="101" y="53"/>
                    </a:cubicBezTo>
                    <a:cubicBezTo>
                      <a:pt x="85" y="61"/>
                      <a:pt x="70" y="69"/>
                      <a:pt x="56" y="79"/>
                    </a:cubicBezTo>
                    <a:cubicBezTo>
                      <a:pt x="43" y="89"/>
                      <a:pt x="35" y="105"/>
                      <a:pt x="37" y="121"/>
                    </a:cubicBezTo>
                    <a:cubicBezTo>
                      <a:pt x="38" y="136"/>
                      <a:pt x="44" y="151"/>
                      <a:pt x="57" y="162"/>
                    </a:cubicBezTo>
                    <a:cubicBezTo>
                      <a:pt x="61" y="166"/>
                      <a:pt x="64" y="171"/>
                      <a:pt x="67" y="176"/>
                    </a:cubicBezTo>
                    <a:cubicBezTo>
                      <a:pt x="80" y="198"/>
                      <a:pt x="109" y="208"/>
                      <a:pt x="132" y="198"/>
                    </a:cubicBezTo>
                    <a:cubicBezTo>
                      <a:pt x="149" y="190"/>
                      <a:pt x="164" y="181"/>
                      <a:pt x="180" y="173"/>
                    </a:cubicBezTo>
                    <a:cubicBezTo>
                      <a:pt x="189" y="168"/>
                      <a:pt x="193" y="169"/>
                      <a:pt x="195" y="179"/>
                    </a:cubicBezTo>
                    <a:cubicBezTo>
                      <a:pt x="196" y="189"/>
                      <a:pt x="196" y="198"/>
                      <a:pt x="197" y="211"/>
                    </a:cubicBezTo>
                    <a:cubicBezTo>
                      <a:pt x="195" y="235"/>
                      <a:pt x="193" y="262"/>
                      <a:pt x="190" y="289"/>
                    </a:cubicBezTo>
                    <a:cubicBezTo>
                      <a:pt x="188" y="307"/>
                      <a:pt x="177" y="313"/>
                      <a:pt x="160" y="313"/>
                    </a:cubicBezTo>
                    <a:cubicBezTo>
                      <a:pt x="145" y="313"/>
                      <a:pt x="128" y="314"/>
                      <a:pt x="115" y="321"/>
                    </a:cubicBezTo>
                    <a:cubicBezTo>
                      <a:pt x="71" y="340"/>
                      <a:pt x="42" y="375"/>
                      <a:pt x="19" y="417"/>
                    </a:cubicBezTo>
                    <a:cubicBezTo>
                      <a:pt x="6" y="443"/>
                      <a:pt x="0" y="468"/>
                      <a:pt x="13" y="498"/>
                    </a:cubicBezTo>
                    <a:cubicBezTo>
                      <a:pt x="28" y="531"/>
                      <a:pt x="49" y="552"/>
                      <a:pt x="86" y="555"/>
                    </a:cubicBezTo>
                    <a:cubicBezTo>
                      <a:pt x="95" y="556"/>
                      <a:pt x="98" y="560"/>
                      <a:pt x="95" y="569"/>
                    </a:cubicBezTo>
                    <a:cubicBezTo>
                      <a:pt x="84" y="602"/>
                      <a:pt x="73" y="635"/>
                      <a:pt x="63" y="668"/>
                    </a:cubicBezTo>
                    <a:cubicBezTo>
                      <a:pt x="57" y="689"/>
                      <a:pt x="50" y="711"/>
                      <a:pt x="55" y="734"/>
                    </a:cubicBezTo>
                    <a:cubicBezTo>
                      <a:pt x="60" y="756"/>
                      <a:pt x="81" y="774"/>
                      <a:pt x="101" y="769"/>
                    </a:cubicBezTo>
                    <a:cubicBezTo>
                      <a:pt x="111" y="767"/>
                      <a:pt x="120" y="761"/>
                      <a:pt x="128" y="754"/>
                    </a:cubicBezTo>
                    <a:cubicBezTo>
                      <a:pt x="164" y="725"/>
                      <a:pt x="188" y="686"/>
                      <a:pt x="208" y="643"/>
                    </a:cubicBezTo>
                    <a:cubicBezTo>
                      <a:pt x="215" y="628"/>
                      <a:pt x="224" y="614"/>
                      <a:pt x="231" y="598"/>
                    </a:cubicBezTo>
                    <a:cubicBezTo>
                      <a:pt x="242" y="575"/>
                      <a:pt x="251" y="552"/>
                      <a:pt x="260" y="528"/>
                    </a:cubicBezTo>
                    <a:cubicBezTo>
                      <a:pt x="268" y="510"/>
                      <a:pt x="279" y="470"/>
                      <a:pt x="280" y="469"/>
                    </a:cubicBezTo>
                    <a:cubicBezTo>
                      <a:pt x="286" y="449"/>
                      <a:pt x="292" y="429"/>
                      <a:pt x="299" y="409"/>
                    </a:cubicBezTo>
                    <a:cubicBezTo>
                      <a:pt x="301" y="402"/>
                      <a:pt x="306" y="396"/>
                      <a:pt x="307" y="389"/>
                    </a:cubicBezTo>
                    <a:close/>
                    <a:moveTo>
                      <a:pt x="131" y="454"/>
                    </a:moveTo>
                    <a:cubicBezTo>
                      <a:pt x="130" y="458"/>
                      <a:pt x="128" y="462"/>
                      <a:pt x="125" y="465"/>
                    </a:cubicBezTo>
                    <a:cubicBezTo>
                      <a:pt x="120" y="471"/>
                      <a:pt x="115" y="479"/>
                      <a:pt x="104" y="475"/>
                    </a:cubicBezTo>
                    <a:cubicBezTo>
                      <a:pt x="96" y="472"/>
                      <a:pt x="89" y="459"/>
                      <a:pt x="90" y="449"/>
                    </a:cubicBezTo>
                    <a:cubicBezTo>
                      <a:pt x="95" y="420"/>
                      <a:pt x="115" y="403"/>
                      <a:pt x="138" y="389"/>
                    </a:cubicBezTo>
                    <a:cubicBezTo>
                      <a:pt x="140" y="388"/>
                      <a:pt x="145" y="391"/>
                      <a:pt x="148" y="392"/>
                    </a:cubicBezTo>
                    <a:cubicBezTo>
                      <a:pt x="146" y="401"/>
                      <a:pt x="146" y="407"/>
                      <a:pt x="144" y="413"/>
                    </a:cubicBezTo>
                    <a:cubicBezTo>
                      <a:pt x="140" y="427"/>
                      <a:pt x="136" y="441"/>
                      <a:pt x="131" y="45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7" name="Freeform 12"/>
              <p:cNvSpPr>
                <a:spLocks/>
              </p:cNvSpPr>
              <p:nvPr/>
            </p:nvSpPr>
            <p:spPr bwMode="auto">
              <a:xfrm>
                <a:off x="-1106193" y="-1721719"/>
                <a:ext cx="198149" cy="136817"/>
              </a:xfrm>
              <a:custGeom>
                <a:avLst/>
                <a:gdLst>
                  <a:gd name="T0" fmla="*/ 35 w 524"/>
                  <a:gd name="T1" fmla="*/ 339 h 361"/>
                  <a:gd name="T2" fmla="*/ 55 w 524"/>
                  <a:gd name="T3" fmla="*/ 346 h 361"/>
                  <a:gd name="T4" fmla="*/ 107 w 524"/>
                  <a:gd name="T5" fmla="*/ 354 h 361"/>
                  <a:gd name="T6" fmla="*/ 128 w 524"/>
                  <a:gd name="T7" fmla="*/ 332 h 361"/>
                  <a:gd name="T8" fmla="*/ 131 w 524"/>
                  <a:gd name="T9" fmla="*/ 294 h 361"/>
                  <a:gd name="T10" fmla="*/ 129 w 524"/>
                  <a:gd name="T11" fmla="*/ 259 h 361"/>
                  <a:gd name="T12" fmla="*/ 134 w 524"/>
                  <a:gd name="T13" fmla="*/ 195 h 361"/>
                  <a:gd name="T14" fmla="*/ 141 w 524"/>
                  <a:gd name="T15" fmla="*/ 188 h 361"/>
                  <a:gd name="T16" fmla="*/ 149 w 524"/>
                  <a:gd name="T17" fmla="*/ 194 h 361"/>
                  <a:gd name="T18" fmla="*/ 205 w 524"/>
                  <a:gd name="T19" fmla="*/ 245 h 361"/>
                  <a:gd name="T20" fmla="*/ 209 w 524"/>
                  <a:gd name="T21" fmla="*/ 266 h 361"/>
                  <a:gd name="T22" fmla="*/ 184 w 524"/>
                  <a:gd name="T23" fmla="*/ 291 h 361"/>
                  <a:gd name="T24" fmla="*/ 168 w 524"/>
                  <a:gd name="T25" fmla="*/ 312 h 361"/>
                  <a:gd name="T26" fmla="*/ 168 w 524"/>
                  <a:gd name="T27" fmla="*/ 344 h 361"/>
                  <a:gd name="T28" fmla="*/ 198 w 524"/>
                  <a:gd name="T29" fmla="*/ 334 h 361"/>
                  <a:gd name="T30" fmla="*/ 428 w 524"/>
                  <a:gd name="T31" fmla="*/ 159 h 361"/>
                  <a:gd name="T32" fmla="*/ 458 w 524"/>
                  <a:gd name="T33" fmla="*/ 143 h 361"/>
                  <a:gd name="T34" fmla="*/ 471 w 524"/>
                  <a:gd name="T35" fmla="*/ 138 h 361"/>
                  <a:gd name="T36" fmla="*/ 499 w 524"/>
                  <a:gd name="T37" fmla="*/ 126 h 361"/>
                  <a:gd name="T38" fmla="*/ 516 w 524"/>
                  <a:gd name="T39" fmla="*/ 104 h 361"/>
                  <a:gd name="T40" fmla="*/ 524 w 524"/>
                  <a:gd name="T41" fmla="*/ 69 h 361"/>
                  <a:gd name="T42" fmla="*/ 521 w 524"/>
                  <a:gd name="T43" fmla="*/ 49 h 361"/>
                  <a:gd name="T44" fmla="*/ 512 w 524"/>
                  <a:gd name="T45" fmla="*/ 31 h 361"/>
                  <a:gd name="T46" fmla="*/ 481 w 524"/>
                  <a:gd name="T47" fmla="*/ 5 h 361"/>
                  <a:gd name="T48" fmla="*/ 444 w 524"/>
                  <a:gd name="T49" fmla="*/ 1 h 361"/>
                  <a:gd name="T50" fmla="*/ 409 w 524"/>
                  <a:gd name="T51" fmla="*/ 11 h 361"/>
                  <a:gd name="T52" fmla="*/ 393 w 524"/>
                  <a:gd name="T53" fmla="*/ 20 h 361"/>
                  <a:gd name="T54" fmla="*/ 390 w 524"/>
                  <a:gd name="T55" fmla="*/ 25 h 361"/>
                  <a:gd name="T56" fmla="*/ 404 w 524"/>
                  <a:gd name="T57" fmla="*/ 35 h 361"/>
                  <a:gd name="T58" fmla="*/ 401 w 524"/>
                  <a:gd name="T59" fmla="*/ 54 h 361"/>
                  <a:gd name="T60" fmla="*/ 374 w 524"/>
                  <a:gd name="T61" fmla="*/ 96 h 361"/>
                  <a:gd name="T62" fmla="*/ 266 w 524"/>
                  <a:gd name="T63" fmla="*/ 213 h 361"/>
                  <a:gd name="T64" fmla="*/ 270 w 524"/>
                  <a:gd name="T65" fmla="*/ 174 h 361"/>
                  <a:gd name="T66" fmla="*/ 256 w 524"/>
                  <a:gd name="T67" fmla="*/ 90 h 361"/>
                  <a:gd name="T68" fmla="*/ 229 w 524"/>
                  <a:gd name="T69" fmla="*/ 65 h 361"/>
                  <a:gd name="T70" fmla="*/ 206 w 524"/>
                  <a:gd name="T71" fmla="*/ 73 h 361"/>
                  <a:gd name="T72" fmla="*/ 202 w 524"/>
                  <a:gd name="T73" fmla="*/ 75 h 361"/>
                  <a:gd name="T74" fmla="*/ 160 w 524"/>
                  <a:gd name="T75" fmla="*/ 123 h 361"/>
                  <a:gd name="T76" fmla="*/ 125 w 524"/>
                  <a:gd name="T77" fmla="*/ 185 h 361"/>
                  <a:gd name="T78" fmla="*/ 115 w 524"/>
                  <a:gd name="T79" fmla="*/ 191 h 361"/>
                  <a:gd name="T80" fmla="*/ 110 w 524"/>
                  <a:gd name="T81" fmla="*/ 179 h 361"/>
                  <a:gd name="T82" fmla="*/ 97 w 524"/>
                  <a:gd name="T83" fmla="*/ 128 h 361"/>
                  <a:gd name="T84" fmla="*/ 63 w 524"/>
                  <a:gd name="T85" fmla="*/ 114 h 361"/>
                  <a:gd name="T86" fmla="*/ 20 w 524"/>
                  <a:gd name="T87" fmla="*/ 152 h 361"/>
                  <a:gd name="T88" fmla="*/ 0 w 524"/>
                  <a:gd name="T89" fmla="*/ 250 h 361"/>
                  <a:gd name="T90" fmla="*/ 3 w 524"/>
                  <a:gd name="T91" fmla="*/ 287 h 361"/>
                  <a:gd name="T92" fmla="*/ 35 w 524"/>
                  <a:gd name="T93" fmla="*/ 339 h 3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524" h="361">
                    <a:moveTo>
                      <a:pt x="35" y="339"/>
                    </a:moveTo>
                    <a:cubicBezTo>
                      <a:pt x="42" y="341"/>
                      <a:pt x="49" y="343"/>
                      <a:pt x="55" y="346"/>
                    </a:cubicBezTo>
                    <a:cubicBezTo>
                      <a:pt x="71" y="356"/>
                      <a:pt x="88" y="361"/>
                      <a:pt x="107" y="354"/>
                    </a:cubicBezTo>
                    <a:cubicBezTo>
                      <a:pt x="120" y="350"/>
                      <a:pt x="126" y="346"/>
                      <a:pt x="128" y="332"/>
                    </a:cubicBezTo>
                    <a:cubicBezTo>
                      <a:pt x="129" y="319"/>
                      <a:pt x="131" y="307"/>
                      <a:pt x="131" y="294"/>
                    </a:cubicBezTo>
                    <a:cubicBezTo>
                      <a:pt x="132" y="283"/>
                      <a:pt x="132" y="270"/>
                      <a:pt x="129" y="259"/>
                    </a:cubicBezTo>
                    <a:cubicBezTo>
                      <a:pt x="121" y="236"/>
                      <a:pt x="123" y="215"/>
                      <a:pt x="134" y="195"/>
                    </a:cubicBezTo>
                    <a:cubicBezTo>
                      <a:pt x="135" y="192"/>
                      <a:pt x="139" y="188"/>
                      <a:pt x="141" y="188"/>
                    </a:cubicBezTo>
                    <a:cubicBezTo>
                      <a:pt x="144" y="188"/>
                      <a:pt x="148" y="192"/>
                      <a:pt x="149" y="194"/>
                    </a:cubicBezTo>
                    <a:cubicBezTo>
                      <a:pt x="161" y="218"/>
                      <a:pt x="181" y="234"/>
                      <a:pt x="205" y="245"/>
                    </a:cubicBezTo>
                    <a:cubicBezTo>
                      <a:pt x="227" y="252"/>
                      <a:pt x="209" y="266"/>
                      <a:pt x="209" y="266"/>
                    </a:cubicBezTo>
                    <a:cubicBezTo>
                      <a:pt x="209" y="266"/>
                      <a:pt x="188" y="286"/>
                      <a:pt x="184" y="291"/>
                    </a:cubicBezTo>
                    <a:cubicBezTo>
                      <a:pt x="180" y="296"/>
                      <a:pt x="166" y="310"/>
                      <a:pt x="168" y="312"/>
                    </a:cubicBezTo>
                    <a:cubicBezTo>
                      <a:pt x="172" y="315"/>
                      <a:pt x="165" y="341"/>
                      <a:pt x="168" y="344"/>
                    </a:cubicBezTo>
                    <a:cubicBezTo>
                      <a:pt x="175" y="349"/>
                      <a:pt x="198" y="334"/>
                      <a:pt x="198" y="334"/>
                    </a:cubicBezTo>
                    <a:cubicBezTo>
                      <a:pt x="198" y="334"/>
                      <a:pt x="399" y="184"/>
                      <a:pt x="428" y="159"/>
                    </a:cubicBezTo>
                    <a:cubicBezTo>
                      <a:pt x="434" y="154"/>
                      <a:pt x="454" y="145"/>
                      <a:pt x="458" y="143"/>
                    </a:cubicBezTo>
                    <a:cubicBezTo>
                      <a:pt x="463" y="142"/>
                      <a:pt x="467" y="140"/>
                      <a:pt x="471" y="138"/>
                    </a:cubicBezTo>
                    <a:cubicBezTo>
                      <a:pt x="481" y="136"/>
                      <a:pt x="490" y="132"/>
                      <a:pt x="499" y="126"/>
                    </a:cubicBezTo>
                    <a:cubicBezTo>
                      <a:pt x="504" y="122"/>
                      <a:pt x="515" y="106"/>
                      <a:pt x="516" y="104"/>
                    </a:cubicBezTo>
                    <a:cubicBezTo>
                      <a:pt x="524" y="88"/>
                      <a:pt x="523" y="74"/>
                      <a:pt x="524" y="69"/>
                    </a:cubicBezTo>
                    <a:cubicBezTo>
                      <a:pt x="524" y="65"/>
                      <a:pt x="522" y="54"/>
                      <a:pt x="521" y="49"/>
                    </a:cubicBezTo>
                    <a:cubicBezTo>
                      <a:pt x="518" y="39"/>
                      <a:pt x="512" y="32"/>
                      <a:pt x="512" y="31"/>
                    </a:cubicBezTo>
                    <a:cubicBezTo>
                      <a:pt x="507" y="21"/>
                      <a:pt x="490" y="8"/>
                      <a:pt x="481" y="5"/>
                    </a:cubicBezTo>
                    <a:cubicBezTo>
                      <a:pt x="476" y="3"/>
                      <a:pt x="459" y="0"/>
                      <a:pt x="444" y="1"/>
                    </a:cubicBezTo>
                    <a:cubicBezTo>
                      <a:pt x="429" y="3"/>
                      <a:pt x="417" y="8"/>
                      <a:pt x="409" y="11"/>
                    </a:cubicBezTo>
                    <a:cubicBezTo>
                      <a:pt x="400" y="15"/>
                      <a:pt x="394" y="19"/>
                      <a:pt x="393" y="20"/>
                    </a:cubicBezTo>
                    <a:cubicBezTo>
                      <a:pt x="392" y="21"/>
                      <a:pt x="389" y="24"/>
                      <a:pt x="390" y="25"/>
                    </a:cubicBezTo>
                    <a:cubicBezTo>
                      <a:pt x="391" y="27"/>
                      <a:pt x="402" y="31"/>
                      <a:pt x="404" y="35"/>
                    </a:cubicBezTo>
                    <a:cubicBezTo>
                      <a:pt x="407" y="41"/>
                      <a:pt x="405" y="45"/>
                      <a:pt x="401" y="54"/>
                    </a:cubicBezTo>
                    <a:cubicBezTo>
                      <a:pt x="397" y="63"/>
                      <a:pt x="391" y="77"/>
                      <a:pt x="374" y="96"/>
                    </a:cubicBezTo>
                    <a:cubicBezTo>
                      <a:pt x="358" y="116"/>
                      <a:pt x="280" y="199"/>
                      <a:pt x="266" y="213"/>
                    </a:cubicBezTo>
                    <a:cubicBezTo>
                      <a:pt x="266" y="211"/>
                      <a:pt x="269" y="185"/>
                      <a:pt x="270" y="174"/>
                    </a:cubicBezTo>
                    <a:cubicBezTo>
                      <a:pt x="274" y="144"/>
                      <a:pt x="276" y="115"/>
                      <a:pt x="256" y="90"/>
                    </a:cubicBezTo>
                    <a:cubicBezTo>
                      <a:pt x="249" y="80"/>
                      <a:pt x="240" y="70"/>
                      <a:pt x="229" y="65"/>
                    </a:cubicBezTo>
                    <a:cubicBezTo>
                      <a:pt x="224" y="62"/>
                      <a:pt x="214" y="70"/>
                      <a:pt x="206" y="73"/>
                    </a:cubicBezTo>
                    <a:cubicBezTo>
                      <a:pt x="204" y="74"/>
                      <a:pt x="203" y="75"/>
                      <a:pt x="202" y="75"/>
                    </a:cubicBezTo>
                    <a:cubicBezTo>
                      <a:pt x="180" y="85"/>
                      <a:pt x="167" y="102"/>
                      <a:pt x="160" y="123"/>
                    </a:cubicBezTo>
                    <a:cubicBezTo>
                      <a:pt x="152" y="146"/>
                      <a:pt x="143" y="168"/>
                      <a:pt x="125" y="185"/>
                    </a:cubicBezTo>
                    <a:cubicBezTo>
                      <a:pt x="122" y="188"/>
                      <a:pt x="118" y="189"/>
                      <a:pt x="115" y="191"/>
                    </a:cubicBezTo>
                    <a:cubicBezTo>
                      <a:pt x="113" y="187"/>
                      <a:pt x="111" y="183"/>
                      <a:pt x="110" y="179"/>
                    </a:cubicBezTo>
                    <a:cubicBezTo>
                      <a:pt x="106" y="162"/>
                      <a:pt x="103" y="144"/>
                      <a:pt x="97" y="128"/>
                    </a:cubicBezTo>
                    <a:cubicBezTo>
                      <a:pt x="91" y="113"/>
                      <a:pt x="77" y="108"/>
                      <a:pt x="63" y="114"/>
                    </a:cubicBezTo>
                    <a:cubicBezTo>
                      <a:pt x="44" y="121"/>
                      <a:pt x="29" y="133"/>
                      <a:pt x="20" y="152"/>
                    </a:cubicBezTo>
                    <a:cubicBezTo>
                      <a:pt x="5" y="183"/>
                      <a:pt x="1" y="216"/>
                      <a:pt x="0" y="250"/>
                    </a:cubicBezTo>
                    <a:cubicBezTo>
                      <a:pt x="1" y="262"/>
                      <a:pt x="0" y="275"/>
                      <a:pt x="3" y="287"/>
                    </a:cubicBezTo>
                    <a:cubicBezTo>
                      <a:pt x="7" y="309"/>
                      <a:pt x="13" y="329"/>
                      <a:pt x="35" y="339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8" name="Freeform 13"/>
              <p:cNvSpPr>
                <a:spLocks/>
              </p:cNvSpPr>
              <p:nvPr/>
            </p:nvSpPr>
            <p:spPr bwMode="auto">
              <a:xfrm>
                <a:off x="-1099116" y="-1625003"/>
                <a:ext cx="225670" cy="86494"/>
              </a:xfrm>
              <a:custGeom>
                <a:avLst/>
                <a:gdLst>
                  <a:gd name="T0" fmla="*/ 388 w 597"/>
                  <a:gd name="T1" fmla="*/ 10 h 228"/>
                  <a:gd name="T2" fmla="*/ 260 w 597"/>
                  <a:gd name="T3" fmla="*/ 48 h 228"/>
                  <a:gd name="T4" fmla="*/ 106 w 597"/>
                  <a:gd name="T5" fmla="*/ 130 h 228"/>
                  <a:gd name="T6" fmla="*/ 4 w 597"/>
                  <a:gd name="T7" fmla="*/ 198 h 228"/>
                  <a:gd name="T8" fmla="*/ 6 w 597"/>
                  <a:gd name="T9" fmla="*/ 203 h 228"/>
                  <a:gd name="T10" fmla="*/ 57 w 597"/>
                  <a:gd name="T11" fmla="*/ 195 h 228"/>
                  <a:gd name="T12" fmla="*/ 136 w 597"/>
                  <a:gd name="T13" fmla="*/ 175 h 228"/>
                  <a:gd name="T14" fmla="*/ 186 w 597"/>
                  <a:gd name="T15" fmla="*/ 142 h 228"/>
                  <a:gd name="T16" fmla="*/ 320 w 597"/>
                  <a:gd name="T17" fmla="*/ 70 h 228"/>
                  <a:gd name="T18" fmla="*/ 496 w 597"/>
                  <a:gd name="T19" fmla="*/ 33 h 228"/>
                  <a:gd name="T20" fmla="*/ 530 w 597"/>
                  <a:gd name="T21" fmla="*/ 62 h 228"/>
                  <a:gd name="T22" fmla="*/ 503 w 597"/>
                  <a:gd name="T23" fmla="*/ 120 h 228"/>
                  <a:gd name="T24" fmla="*/ 443 w 597"/>
                  <a:gd name="T25" fmla="*/ 171 h 228"/>
                  <a:gd name="T26" fmla="*/ 366 w 597"/>
                  <a:gd name="T27" fmla="*/ 217 h 228"/>
                  <a:gd name="T28" fmla="*/ 364 w 597"/>
                  <a:gd name="T29" fmla="*/ 220 h 228"/>
                  <a:gd name="T30" fmla="*/ 364 w 597"/>
                  <a:gd name="T31" fmla="*/ 220 h 228"/>
                  <a:gd name="T32" fmla="*/ 367 w 597"/>
                  <a:gd name="T33" fmla="*/ 224 h 228"/>
                  <a:gd name="T34" fmla="*/ 380 w 597"/>
                  <a:gd name="T35" fmla="*/ 228 h 228"/>
                  <a:gd name="T36" fmla="*/ 425 w 597"/>
                  <a:gd name="T37" fmla="*/ 226 h 228"/>
                  <a:gd name="T38" fmla="*/ 550 w 597"/>
                  <a:gd name="T39" fmla="*/ 177 h 228"/>
                  <a:gd name="T40" fmla="*/ 596 w 597"/>
                  <a:gd name="T41" fmla="*/ 102 h 228"/>
                  <a:gd name="T42" fmla="*/ 587 w 597"/>
                  <a:gd name="T43" fmla="*/ 54 h 228"/>
                  <a:gd name="T44" fmla="*/ 528 w 597"/>
                  <a:gd name="T45" fmla="*/ 11 h 228"/>
                  <a:gd name="T46" fmla="*/ 388 w 597"/>
                  <a:gd name="T47" fmla="*/ 10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597" h="228">
                    <a:moveTo>
                      <a:pt x="388" y="10"/>
                    </a:moveTo>
                    <a:cubicBezTo>
                      <a:pt x="343" y="20"/>
                      <a:pt x="330" y="20"/>
                      <a:pt x="260" y="48"/>
                    </a:cubicBezTo>
                    <a:cubicBezTo>
                      <a:pt x="190" y="76"/>
                      <a:pt x="125" y="118"/>
                      <a:pt x="106" y="130"/>
                    </a:cubicBezTo>
                    <a:cubicBezTo>
                      <a:pt x="81" y="145"/>
                      <a:pt x="8" y="194"/>
                      <a:pt x="4" y="198"/>
                    </a:cubicBezTo>
                    <a:cubicBezTo>
                      <a:pt x="0" y="202"/>
                      <a:pt x="2" y="203"/>
                      <a:pt x="6" y="203"/>
                    </a:cubicBezTo>
                    <a:cubicBezTo>
                      <a:pt x="10" y="203"/>
                      <a:pt x="49" y="195"/>
                      <a:pt x="57" y="195"/>
                    </a:cubicBezTo>
                    <a:cubicBezTo>
                      <a:pt x="85" y="196"/>
                      <a:pt x="111" y="189"/>
                      <a:pt x="136" y="175"/>
                    </a:cubicBezTo>
                    <a:cubicBezTo>
                      <a:pt x="155" y="165"/>
                      <a:pt x="171" y="154"/>
                      <a:pt x="186" y="142"/>
                    </a:cubicBezTo>
                    <a:cubicBezTo>
                      <a:pt x="225" y="111"/>
                      <a:pt x="297" y="78"/>
                      <a:pt x="320" y="70"/>
                    </a:cubicBezTo>
                    <a:cubicBezTo>
                      <a:pt x="380" y="48"/>
                      <a:pt x="457" y="30"/>
                      <a:pt x="496" y="33"/>
                    </a:cubicBezTo>
                    <a:cubicBezTo>
                      <a:pt x="512" y="34"/>
                      <a:pt x="527" y="43"/>
                      <a:pt x="530" y="62"/>
                    </a:cubicBezTo>
                    <a:cubicBezTo>
                      <a:pt x="533" y="77"/>
                      <a:pt x="513" y="110"/>
                      <a:pt x="503" y="120"/>
                    </a:cubicBezTo>
                    <a:cubicBezTo>
                      <a:pt x="494" y="130"/>
                      <a:pt x="469" y="152"/>
                      <a:pt x="443" y="171"/>
                    </a:cubicBezTo>
                    <a:cubicBezTo>
                      <a:pt x="413" y="191"/>
                      <a:pt x="369" y="216"/>
                      <a:pt x="366" y="217"/>
                    </a:cubicBezTo>
                    <a:cubicBezTo>
                      <a:pt x="363" y="219"/>
                      <a:pt x="364" y="220"/>
                      <a:pt x="364" y="220"/>
                    </a:cubicBezTo>
                    <a:cubicBezTo>
                      <a:pt x="364" y="220"/>
                      <a:pt x="364" y="219"/>
                      <a:pt x="364" y="220"/>
                    </a:cubicBezTo>
                    <a:cubicBezTo>
                      <a:pt x="364" y="222"/>
                      <a:pt x="365" y="222"/>
                      <a:pt x="367" y="224"/>
                    </a:cubicBezTo>
                    <a:cubicBezTo>
                      <a:pt x="370" y="225"/>
                      <a:pt x="373" y="228"/>
                      <a:pt x="380" y="228"/>
                    </a:cubicBezTo>
                    <a:cubicBezTo>
                      <a:pt x="383" y="228"/>
                      <a:pt x="421" y="226"/>
                      <a:pt x="425" y="226"/>
                    </a:cubicBezTo>
                    <a:cubicBezTo>
                      <a:pt x="451" y="224"/>
                      <a:pt x="505" y="216"/>
                      <a:pt x="550" y="177"/>
                    </a:cubicBezTo>
                    <a:cubicBezTo>
                      <a:pt x="573" y="156"/>
                      <a:pt x="593" y="137"/>
                      <a:pt x="596" y="102"/>
                    </a:cubicBezTo>
                    <a:cubicBezTo>
                      <a:pt x="597" y="90"/>
                      <a:pt x="596" y="73"/>
                      <a:pt x="587" y="54"/>
                    </a:cubicBezTo>
                    <a:cubicBezTo>
                      <a:pt x="576" y="29"/>
                      <a:pt x="549" y="18"/>
                      <a:pt x="528" y="11"/>
                    </a:cubicBezTo>
                    <a:cubicBezTo>
                      <a:pt x="493" y="0"/>
                      <a:pt x="438" y="0"/>
                      <a:pt x="388" y="1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89" name="Freeform 14"/>
              <p:cNvSpPr>
                <a:spLocks/>
              </p:cNvSpPr>
              <p:nvPr/>
            </p:nvSpPr>
            <p:spPr bwMode="auto">
              <a:xfrm>
                <a:off x="-2451562" y="-1705993"/>
                <a:ext cx="79417" cy="85708"/>
              </a:xfrm>
              <a:custGeom>
                <a:avLst/>
                <a:gdLst>
                  <a:gd name="T0" fmla="*/ 39 w 210"/>
                  <a:gd name="T1" fmla="*/ 128 h 226"/>
                  <a:gd name="T2" fmla="*/ 50 w 210"/>
                  <a:gd name="T3" fmla="*/ 144 h 226"/>
                  <a:gd name="T4" fmla="*/ 53 w 210"/>
                  <a:gd name="T5" fmla="*/ 162 h 226"/>
                  <a:gd name="T6" fmla="*/ 34 w 210"/>
                  <a:gd name="T7" fmla="*/ 188 h 226"/>
                  <a:gd name="T8" fmla="*/ 12 w 210"/>
                  <a:gd name="T9" fmla="*/ 222 h 226"/>
                  <a:gd name="T10" fmla="*/ 48 w 210"/>
                  <a:gd name="T11" fmla="*/ 201 h 226"/>
                  <a:gd name="T12" fmla="*/ 84 w 210"/>
                  <a:gd name="T13" fmla="*/ 192 h 226"/>
                  <a:gd name="T14" fmla="*/ 159 w 210"/>
                  <a:gd name="T15" fmla="*/ 197 h 226"/>
                  <a:gd name="T16" fmla="*/ 199 w 210"/>
                  <a:gd name="T17" fmla="*/ 166 h 226"/>
                  <a:gd name="T18" fmla="*/ 189 w 210"/>
                  <a:gd name="T19" fmla="*/ 80 h 226"/>
                  <a:gd name="T20" fmla="*/ 156 w 210"/>
                  <a:gd name="T21" fmla="*/ 43 h 226"/>
                  <a:gd name="T22" fmla="*/ 99 w 210"/>
                  <a:gd name="T23" fmla="*/ 11 h 226"/>
                  <a:gd name="T24" fmla="*/ 66 w 210"/>
                  <a:gd name="T25" fmla="*/ 11 h 226"/>
                  <a:gd name="T26" fmla="*/ 36 w 210"/>
                  <a:gd name="T27" fmla="*/ 31 h 226"/>
                  <a:gd name="T28" fmla="*/ 25 w 210"/>
                  <a:gd name="T29" fmla="*/ 108 h 226"/>
                  <a:gd name="T30" fmla="*/ 39 w 210"/>
                  <a:gd name="T31" fmla="*/ 128 h 2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10" h="226">
                    <a:moveTo>
                      <a:pt x="39" y="128"/>
                    </a:moveTo>
                    <a:cubicBezTo>
                      <a:pt x="43" y="134"/>
                      <a:pt x="46" y="140"/>
                      <a:pt x="50" y="144"/>
                    </a:cubicBezTo>
                    <a:cubicBezTo>
                      <a:pt x="56" y="150"/>
                      <a:pt x="58" y="155"/>
                      <a:pt x="53" y="162"/>
                    </a:cubicBezTo>
                    <a:cubicBezTo>
                      <a:pt x="47" y="170"/>
                      <a:pt x="40" y="179"/>
                      <a:pt x="34" y="188"/>
                    </a:cubicBezTo>
                    <a:cubicBezTo>
                      <a:pt x="28" y="197"/>
                      <a:pt x="9" y="218"/>
                      <a:pt x="12" y="222"/>
                    </a:cubicBezTo>
                    <a:cubicBezTo>
                      <a:pt x="15" y="226"/>
                      <a:pt x="38" y="207"/>
                      <a:pt x="48" y="201"/>
                    </a:cubicBezTo>
                    <a:cubicBezTo>
                      <a:pt x="59" y="194"/>
                      <a:pt x="70" y="186"/>
                      <a:pt x="84" y="192"/>
                    </a:cubicBezTo>
                    <a:cubicBezTo>
                      <a:pt x="109" y="203"/>
                      <a:pt x="134" y="201"/>
                      <a:pt x="159" y="197"/>
                    </a:cubicBezTo>
                    <a:cubicBezTo>
                      <a:pt x="177" y="194"/>
                      <a:pt x="194" y="186"/>
                      <a:pt x="199" y="166"/>
                    </a:cubicBezTo>
                    <a:cubicBezTo>
                      <a:pt x="205" y="137"/>
                      <a:pt x="210" y="107"/>
                      <a:pt x="189" y="80"/>
                    </a:cubicBezTo>
                    <a:cubicBezTo>
                      <a:pt x="178" y="67"/>
                      <a:pt x="169" y="53"/>
                      <a:pt x="156" y="43"/>
                    </a:cubicBezTo>
                    <a:cubicBezTo>
                      <a:pt x="139" y="30"/>
                      <a:pt x="119" y="20"/>
                      <a:pt x="99" y="11"/>
                    </a:cubicBezTo>
                    <a:cubicBezTo>
                      <a:pt x="89" y="6"/>
                      <a:pt x="78" y="0"/>
                      <a:pt x="66" y="11"/>
                    </a:cubicBezTo>
                    <a:cubicBezTo>
                      <a:pt x="57" y="19"/>
                      <a:pt x="47" y="26"/>
                      <a:pt x="36" y="31"/>
                    </a:cubicBezTo>
                    <a:cubicBezTo>
                      <a:pt x="11" y="44"/>
                      <a:pt x="0" y="87"/>
                      <a:pt x="25" y="108"/>
                    </a:cubicBezTo>
                    <a:cubicBezTo>
                      <a:pt x="31" y="113"/>
                      <a:pt x="34" y="122"/>
                      <a:pt x="39" y="12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0" name="Freeform 15"/>
              <p:cNvSpPr>
                <a:spLocks/>
              </p:cNvSpPr>
              <p:nvPr/>
            </p:nvSpPr>
            <p:spPr bwMode="auto">
              <a:xfrm>
                <a:off x="-1161234" y="-1546373"/>
                <a:ext cx="46392" cy="77845"/>
              </a:xfrm>
              <a:custGeom>
                <a:avLst/>
                <a:gdLst>
                  <a:gd name="T0" fmla="*/ 105 w 122"/>
                  <a:gd name="T1" fmla="*/ 180 h 205"/>
                  <a:gd name="T2" fmla="*/ 108 w 122"/>
                  <a:gd name="T3" fmla="*/ 135 h 205"/>
                  <a:gd name="T4" fmla="*/ 121 w 122"/>
                  <a:gd name="T5" fmla="*/ 30 h 205"/>
                  <a:gd name="T6" fmla="*/ 106 w 122"/>
                  <a:gd name="T7" fmla="*/ 10 h 205"/>
                  <a:gd name="T8" fmla="*/ 101 w 122"/>
                  <a:gd name="T9" fmla="*/ 8 h 205"/>
                  <a:gd name="T10" fmla="*/ 64 w 122"/>
                  <a:gd name="T11" fmla="*/ 0 h 205"/>
                  <a:gd name="T12" fmla="*/ 46 w 122"/>
                  <a:gd name="T13" fmla="*/ 9 h 205"/>
                  <a:gd name="T14" fmla="*/ 24 w 122"/>
                  <a:gd name="T15" fmla="*/ 44 h 205"/>
                  <a:gd name="T16" fmla="*/ 4 w 122"/>
                  <a:gd name="T17" fmla="*/ 141 h 205"/>
                  <a:gd name="T18" fmla="*/ 47 w 122"/>
                  <a:gd name="T19" fmla="*/ 198 h 205"/>
                  <a:gd name="T20" fmla="*/ 78 w 122"/>
                  <a:gd name="T21" fmla="*/ 202 h 205"/>
                  <a:gd name="T22" fmla="*/ 105 w 122"/>
                  <a:gd name="T23" fmla="*/ 180 h 2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22" h="205">
                    <a:moveTo>
                      <a:pt x="105" y="180"/>
                    </a:moveTo>
                    <a:cubicBezTo>
                      <a:pt x="103" y="164"/>
                      <a:pt x="106" y="150"/>
                      <a:pt x="108" y="135"/>
                    </a:cubicBezTo>
                    <a:cubicBezTo>
                      <a:pt x="113" y="100"/>
                      <a:pt x="117" y="65"/>
                      <a:pt x="121" y="30"/>
                    </a:cubicBezTo>
                    <a:cubicBezTo>
                      <a:pt x="122" y="17"/>
                      <a:pt x="119" y="12"/>
                      <a:pt x="106" y="10"/>
                    </a:cubicBezTo>
                    <a:cubicBezTo>
                      <a:pt x="105" y="9"/>
                      <a:pt x="103" y="8"/>
                      <a:pt x="101" y="8"/>
                    </a:cubicBezTo>
                    <a:cubicBezTo>
                      <a:pt x="89" y="5"/>
                      <a:pt x="77" y="3"/>
                      <a:pt x="64" y="0"/>
                    </a:cubicBezTo>
                    <a:cubicBezTo>
                      <a:pt x="58" y="2"/>
                      <a:pt x="50" y="4"/>
                      <a:pt x="46" y="9"/>
                    </a:cubicBezTo>
                    <a:cubicBezTo>
                      <a:pt x="38" y="20"/>
                      <a:pt x="27" y="31"/>
                      <a:pt x="24" y="44"/>
                    </a:cubicBezTo>
                    <a:cubicBezTo>
                      <a:pt x="15" y="76"/>
                      <a:pt x="9" y="108"/>
                      <a:pt x="4" y="141"/>
                    </a:cubicBezTo>
                    <a:cubicBezTo>
                      <a:pt x="0" y="172"/>
                      <a:pt x="16" y="192"/>
                      <a:pt x="47" y="198"/>
                    </a:cubicBezTo>
                    <a:cubicBezTo>
                      <a:pt x="57" y="200"/>
                      <a:pt x="68" y="199"/>
                      <a:pt x="78" y="202"/>
                    </a:cubicBezTo>
                    <a:cubicBezTo>
                      <a:pt x="94" y="205"/>
                      <a:pt x="108" y="196"/>
                      <a:pt x="105" y="180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1" name="Freeform 16"/>
              <p:cNvSpPr>
                <a:spLocks/>
              </p:cNvSpPr>
              <p:nvPr/>
            </p:nvSpPr>
            <p:spPr bwMode="auto">
              <a:xfrm>
                <a:off x="-2925705" y="-1224774"/>
                <a:ext cx="46392" cy="68409"/>
              </a:xfrm>
              <a:custGeom>
                <a:avLst/>
                <a:gdLst>
                  <a:gd name="T0" fmla="*/ 0 w 59"/>
                  <a:gd name="T1" fmla="*/ 87 h 87"/>
                  <a:gd name="T2" fmla="*/ 0 w 59"/>
                  <a:gd name="T3" fmla="*/ 0 h 87"/>
                  <a:gd name="T4" fmla="*/ 15 w 59"/>
                  <a:gd name="T5" fmla="*/ 0 h 87"/>
                  <a:gd name="T6" fmla="*/ 45 w 59"/>
                  <a:gd name="T7" fmla="*/ 58 h 87"/>
                  <a:gd name="T8" fmla="*/ 45 w 59"/>
                  <a:gd name="T9" fmla="*/ 0 h 87"/>
                  <a:gd name="T10" fmla="*/ 59 w 59"/>
                  <a:gd name="T11" fmla="*/ 0 h 87"/>
                  <a:gd name="T12" fmla="*/ 59 w 59"/>
                  <a:gd name="T13" fmla="*/ 87 h 87"/>
                  <a:gd name="T14" fmla="*/ 44 w 59"/>
                  <a:gd name="T15" fmla="*/ 87 h 87"/>
                  <a:gd name="T16" fmla="*/ 14 w 59"/>
                  <a:gd name="T17" fmla="*/ 31 h 87"/>
                  <a:gd name="T18" fmla="*/ 14 w 59"/>
                  <a:gd name="T19" fmla="*/ 87 h 87"/>
                  <a:gd name="T20" fmla="*/ 0 w 59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" h="87">
                    <a:moveTo>
                      <a:pt x="0" y="87"/>
                    </a:moveTo>
                    <a:lnTo>
                      <a:pt x="0" y="0"/>
                    </a:lnTo>
                    <a:lnTo>
                      <a:pt x="15" y="0"/>
                    </a:lnTo>
                    <a:lnTo>
                      <a:pt x="45" y="58"/>
                    </a:lnTo>
                    <a:lnTo>
                      <a:pt x="45" y="0"/>
                    </a:lnTo>
                    <a:lnTo>
                      <a:pt x="59" y="0"/>
                    </a:lnTo>
                    <a:lnTo>
                      <a:pt x="59" y="87"/>
                    </a:lnTo>
                    <a:lnTo>
                      <a:pt x="44" y="87"/>
                    </a:lnTo>
                    <a:lnTo>
                      <a:pt x="14" y="31"/>
                    </a:lnTo>
                    <a:lnTo>
                      <a:pt x="14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2" name="Freeform 17"/>
              <p:cNvSpPr>
                <a:spLocks noEditPoints="1"/>
              </p:cNvSpPr>
              <p:nvPr/>
            </p:nvSpPr>
            <p:spPr bwMode="auto">
              <a:xfrm>
                <a:off x="-2873022" y="-1224774"/>
                <a:ext cx="57401" cy="68409"/>
              </a:xfrm>
              <a:custGeom>
                <a:avLst/>
                <a:gdLst>
                  <a:gd name="T0" fmla="*/ 73 w 73"/>
                  <a:gd name="T1" fmla="*/ 87 h 87"/>
                  <a:gd name="T2" fmla="*/ 57 w 73"/>
                  <a:gd name="T3" fmla="*/ 87 h 87"/>
                  <a:gd name="T4" fmla="*/ 51 w 73"/>
                  <a:gd name="T5" fmla="*/ 67 h 87"/>
                  <a:gd name="T6" fmla="*/ 22 w 73"/>
                  <a:gd name="T7" fmla="*/ 67 h 87"/>
                  <a:gd name="T8" fmla="*/ 15 w 73"/>
                  <a:gd name="T9" fmla="*/ 87 h 87"/>
                  <a:gd name="T10" fmla="*/ 0 w 73"/>
                  <a:gd name="T11" fmla="*/ 87 h 87"/>
                  <a:gd name="T12" fmla="*/ 28 w 73"/>
                  <a:gd name="T13" fmla="*/ 0 h 87"/>
                  <a:gd name="T14" fmla="*/ 44 w 73"/>
                  <a:gd name="T15" fmla="*/ 0 h 87"/>
                  <a:gd name="T16" fmla="*/ 73 w 73"/>
                  <a:gd name="T17" fmla="*/ 87 h 87"/>
                  <a:gd name="T18" fmla="*/ 46 w 73"/>
                  <a:gd name="T19" fmla="*/ 53 h 87"/>
                  <a:gd name="T20" fmla="*/ 36 w 73"/>
                  <a:gd name="T21" fmla="*/ 21 h 87"/>
                  <a:gd name="T22" fmla="*/ 26 w 73"/>
                  <a:gd name="T23" fmla="*/ 53 h 87"/>
                  <a:gd name="T24" fmla="*/ 46 w 73"/>
                  <a:gd name="T25" fmla="*/ 5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73" h="87">
                    <a:moveTo>
                      <a:pt x="73" y="87"/>
                    </a:moveTo>
                    <a:lnTo>
                      <a:pt x="57" y="87"/>
                    </a:lnTo>
                    <a:lnTo>
                      <a:pt x="51" y="67"/>
                    </a:lnTo>
                    <a:lnTo>
                      <a:pt x="22" y="67"/>
                    </a:lnTo>
                    <a:lnTo>
                      <a:pt x="15" y="87"/>
                    </a:lnTo>
                    <a:lnTo>
                      <a:pt x="0" y="87"/>
                    </a:lnTo>
                    <a:lnTo>
                      <a:pt x="28" y="0"/>
                    </a:lnTo>
                    <a:lnTo>
                      <a:pt x="44" y="0"/>
                    </a:lnTo>
                    <a:lnTo>
                      <a:pt x="73" y="87"/>
                    </a:lnTo>
                    <a:close/>
                    <a:moveTo>
                      <a:pt x="46" y="53"/>
                    </a:moveTo>
                    <a:lnTo>
                      <a:pt x="36" y="21"/>
                    </a:lnTo>
                    <a:lnTo>
                      <a:pt x="26" y="53"/>
                    </a:lnTo>
                    <a:lnTo>
                      <a:pt x="46" y="5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3" name="Freeform 18"/>
              <p:cNvSpPr>
                <a:spLocks/>
              </p:cNvSpPr>
              <p:nvPr/>
            </p:nvSpPr>
            <p:spPr bwMode="auto">
              <a:xfrm>
                <a:off x="-2809332" y="-1224774"/>
                <a:ext cx="45606" cy="68409"/>
              </a:xfrm>
              <a:custGeom>
                <a:avLst/>
                <a:gdLst>
                  <a:gd name="T0" fmla="*/ 0 w 58"/>
                  <a:gd name="T1" fmla="*/ 87 h 87"/>
                  <a:gd name="T2" fmla="*/ 0 w 58"/>
                  <a:gd name="T3" fmla="*/ 0 h 87"/>
                  <a:gd name="T4" fmla="*/ 15 w 58"/>
                  <a:gd name="T5" fmla="*/ 0 h 87"/>
                  <a:gd name="T6" fmla="*/ 44 w 58"/>
                  <a:gd name="T7" fmla="*/ 58 h 87"/>
                  <a:gd name="T8" fmla="*/ 44 w 58"/>
                  <a:gd name="T9" fmla="*/ 0 h 87"/>
                  <a:gd name="T10" fmla="*/ 58 w 58"/>
                  <a:gd name="T11" fmla="*/ 0 h 87"/>
                  <a:gd name="T12" fmla="*/ 58 w 58"/>
                  <a:gd name="T13" fmla="*/ 87 h 87"/>
                  <a:gd name="T14" fmla="*/ 43 w 58"/>
                  <a:gd name="T15" fmla="*/ 87 h 87"/>
                  <a:gd name="T16" fmla="*/ 14 w 58"/>
                  <a:gd name="T17" fmla="*/ 31 h 87"/>
                  <a:gd name="T18" fmla="*/ 14 w 58"/>
                  <a:gd name="T19" fmla="*/ 87 h 87"/>
                  <a:gd name="T20" fmla="*/ 0 w 58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8" h="87">
                    <a:moveTo>
                      <a:pt x="0" y="87"/>
                    </a:moveTo>
                    <a:lnTo>
                      <a:pt x="0" y="0"/>
                    </a:lnTo>
                    <a:lnTo>
                      <a:pt x="15" y="0"/>
                    </a:lnTo>
                    <a:lnTo>
                      <a:pt x="44" y="58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58" y="87"/>
                    </a:lnTo>
                    <a:lnTo>
                      <a:pt x="43" y="87"/>
                    </a:lnTo>
                    <a:lnTo>
                      <a:pt x="14" y="31"/>
                    </a:lnTo>
                    <a:lnTo>
                      <a:pt x="14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4" name="Freeform 19"/>
              <p:cNvSpPr>
                <a:spLocks/>
              </p:cNvSpPr>
              <p:nvPr/>
            </p:nvSpPr>
            <p:spPr bwMode="auto">
              <a:xfrm>
                <a:off x="-2755863" y="-1224774"/>
                <a:ext cx="36957" cy="69981"/>
              </a:xfrm>
              <a:custGeom>
                <a:avLst/>
                <a:gdLst>
                  <a:gd name="T0" fmla="*/ 67 w 97"/>
                  <a:gd name="T1" fmla="*/ 0 h 183"/>
                  <a:gd name="T2" fmla="*/ 97 w 97"/>
                  <a:gd name="T3" fmla="*/ 0 h 183"/>
                  <a:gd name="T4" fmla="*/ 97 w 97"/>
                  <a:gd name="T5" fmla="*/ 114 h 183"/>
                  <a:gd name="T6" fmla="*/ 94 w 97"/>
                  <a:gd name="T7" fmla="*/ 148 h 183"/>
                  <a:gd name="T8" fmla="*/ 78 w 97"/>
                  <a:gd name="T9" fmla="*/ 173 h 183"/>
                  <a:gd name="T10" fmla="*/ 47 w 97"/>
                  <a:gd name="T11" fmla="*/ 183 h 183"/>
                  <a:gd name="T12" fmla="*/ 12 w 97"/>
                  <a:gd name="T13" fmla="*/ 168 h 183"/>
                  <a:gd name="T14" fmla="*/ 0 w 97"/>
                  <a:gd name="T15" fmla="*/ 124 h 183"/>
                  <a:gd name="T16" fmla="*/ 29 w 97"/>
                  <a:gd name="T17" fmla="*/ 120 h 183"/>
                  <a:gd name="T18" fmla="*/ 32 w 97"/>
                  <a:gd name="T19" fmla="*/ 142 h 183"/>
                  <a:gd name="T20" fmla="*/ 48 w 97"/>
                  <a:gd name="T21" fmla="*/ 152 h 183"/>
                  <a:gd name="T22" fmla="*/ 62 w 97"/>
                  <a:gd name="T23" fmla="*/ 145 h 183"/>
                  <a:gd name="T24" fmla="*/ 67 w 97"/>
                  <a:gd name="T25" fmla="*/ 116 h 183"/>
                  <a:gd name="T26" fmla="*/ 67 w 97"/>
                  <a:gd name="T27" fmla="*/ 0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97" h="183">
                    <a:moveTo>
                      <a:pt x="67" y="0"/>
                    </a:moveTo>
                    <a:cubicBezTo>
                      <a:pt x="97" y="0"/>
                      <a:pt x="97" y="0"/>
                      <a:pt x="97" y="0"/>
                    </a:cubicBezTo>
                    <a:cubicBezTo>
                      <a:pt x="97" y="114"/>
                      <a:pt x="97" y="114"/>
                      <a:pt x="97" y="114"/>
                    </a:cubicBezTo>
                    <a:cubicBezTo>
                      <a:pt x="97" y="128"/>
                      <a:pt x="96" y="140"/>
                      <a:pt x="94" y="148"/>
                    </a:cubicBezTo>
                    <a:cubicBezTo>
                      <a:pt x="91" y="158"/>
                      <a:pt x="85" y="167"/>
                      <a:pt x="78" y="173"/>
                    </a:cubicBezTo>
                    <a:cubicBezTo>
                      <a:pt x="70" y="179"/>
                      <a:pt x="59" y="183"/>
                      <a:pt x="47" y="183"/>
                    </a:cubicBezTo>
                    <a:cubicBezTo>
                      <a:pt x="32" y="183"/>
                      <a:pt x="20" y="178"/>
                      <a:pt x="12" y="168"/>
                    </a:cubicBezTo>
                    <a:cubicBezTo>
                      <a:pt x="4" y="158"/>
                      <a:pt x="0" y="143"/>
                      <a:pt x="0" y="124"/>
                    </a:cubicBezTo>
                    <a:cubicBezTo>
                      <a:pt x="29" y="120"/>
                      <a:pt x="29" y="120"/>
                      <a:pt x="29" y="120"/>
                    </a:cubicBezTo>
                    <a:cubicBezTo>
                      <a:pt x="29" y="130"/>
                      <a:pt x="30" y="138"/>
                      <a:pt x="32" y="142"/>
                    </a:cubicBezTo>
                    <a:cubicBezTo>
                      <a:pt x="36" y="148"/>
                      <a:pt x="41" y="152"/>
                      <a:pt x="48" y="152"/>
                    </a:cubicBezTo>
                    <a:cubicBezTo>
                      <a:pt x="55" y="152"/>
                      <a:pt x="59" y="149"/>
                      <a:pt x="62" y="145"/>
                    </a:cubicBezTo>
                    <a:cubicBezTo>
                      <a:pt x="65" y="140"/>
                      <a:pt x="67" y="131"/>
                      <a:pt x="67" y="116"/>
                    </a:cubicBezTo>
                    <a:lnTo>
                      <a:pt x="67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5" name="Rectangle 20"/>
              <p:cNvSpPr>
                <a:spLocks noChangeArrowheads="1"/>
              </p:cNvSpPr>
              <p:nvPr/>
            </p:nvSpPr>
            <p:spPr bwMode="auto">
              <a:xfrm>
                <a:off x="-2706325" y="-1224774"/>
                <a:ext cx="11008" cy="6840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6" name="Freeform 21"/>
              <p:cNvSpPr>
                <a:spLocks/>
              </p:cNvSpPr>
              <p:nvPr/>
            </p:nvSpPr>
            <p:spPr bwMode="auto">
              <a:xfrm>
                <a:off x="-2684309" y="-1224774"/>
                <a:ext cx="46392" cy="68409"/>
              </a:xfrm>
              <a:custGeom>
                <a:avLst/>
                <a:gdLst>
                  <a:gd name="T0" fmla="*/ 0 w 59"/>
                  <a:gd name="T1" fmla="*/ 87 h 87"/>
                  <a:gd name="T2" fmla="*/ 0 w 59"/>
                  <a:gd name="T3" fmla="*/ 0 h 87"/>
                  <a:gd name="T4" fmla="*/ 15 w 59"/>
                  <a:gd name="T5" fmla="*/ 0 h 87"/>
                  <a:gd name="T6" fmla="*/ 45 w 59"/>
                  <a:gd name="T7" fmla="*/ 58 h 87"/>
                  <a:gd name="T8" fmla="*/ 45 w 59"/>
                  <a:gd name="T9" fmla="*/ 0 h 87"/>
                  <a:gd name="T10" fmla="*/ 59 w 59"/>
                  <a:gd name="T11" fmla="*/ 0 h 87"/>
                  <a:gd name="T12" fmla="*/ 59 w 59"/>
                  <a:gd name="T13" fmla="*/ 87 h 87"/>
                  <a:gd name="T14" fmla="*/ 44 w 59"/>
                  <a:gd name="T15" fmla="*/ 87 h 87"/>
                  <a:gd name="T16" fmla="*/ 14 w 59"/>
                  <a:gd name="T17" fmla="*/ 31 h 87"/>
                  <a:gd name="T18" fmla="*/ 14 w 59"/>
                  <a:gd name="T19" fmla="*/ 87 h 87"/>
                  <a:gd name="T20" fmla="*/ 0 w 59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" h="87">
                    <a:moveTo>
                      <a:pt x="0" y="87"/>
                    </a:moveTo>
                    <a:lnTo>
                      <a:pt x="0" y="0"/>
                    </a:lnTo>
                    <a:lnTo>
                      <a:pt x="15" y="0"/>
                    </a:lnTo>
                    <a:lnTo>
                      <a:pt x="45" y="58"/>
                    </a:lnTo>
                    <a:lnTo>
                      <a:pt x="45" y="0"/>
                    </a:lnTo>
                    <a:lnTo>
                      <a:pt x="59" y="0"/>
                    </a:lnTo>
                    <a:lnTo>
                      <a:pt x="59" y="87"/>
                    </a:lnTo>
                    <a:lnTo>
                      <a:pt x="44" y="87"/>
                    </a:lnTo>
                    <a:lnTo>
                      <a:pt x="14" y="31"/>
                    </a:lnTo>
                    <a:lnTo>
                      <a:pt x="14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7" name="Freeform 22"/>
              <p:cNvSpPr>
                <a:spLocks/>
              </p:cNvSpPr>
              <p:nvPr/>
            </p:nvSpPr>
            <p:spPr bwMode="auto">
              <a:xfrm>
                <a:off x="-2627695" y="-1225560"/>
                <a:ext cx="53469" cy="70768"/>
              </a:xfrm>
              <a:custGeom>
                <a:avLst/>
                <a:gdLst>
                  <a:gd name="T0" fmla="*/ 77 w 143"/>
                  <a:gd name="T1" fmla="*/ 117 h 186"/>
                  <a:gd name="T2" fmla="*/ 77 w 143"/>
                  <a:gd name="T3" fmla="*/ 86 h 186"/>
                  <a:gd name="T4" fmla="*/ 143 w 143"/>
                  <a:gd name="T5" fmla="*/ 86 h 186"/>
                  <a:gd name="T6" fmla="*/ 143 w 143"/>
                  <a:gd name="T7" fmla="*/ 158 h 186"/>
                  <a:gd name="T8" fmla="*/ 115 w 143"/>
                  <a:gd name="T9" fmla="*/ 177 h 186"/>
                  <a:gd name="T10" fmla="*/ 78 w 143"/>
                  <a:gd name="T11" fmla="*/ 186 h 186"/>
                  <a:gd name="T12" fmla="*/ 36 w 143"/>
                  <a:gd name="T13" fmla="*/ 174 h 186"/>
                  <a:gd name="T14" fmla="*/ 9 w 143"/>
                  <a:gd name="T15" fmla="*/ 140 h 186"/>
                  <a:gd name="T16" fmla="*/ 0 w 143"/>
                  <a:gd name="T17" fmla="*/ 92 h 186"/>
                  <a:gd name="T18" fmla="*/ 10 w 143"/>
                  <a:gd name="T19" fmla="*/ 42 h 186"/>
                  <a:gd name="T20" fmla="*/ 40 w 143"/>
                  <a:gd name="T21" fmla="*/ 9 h 186"/>
                  <a:gd name="T22" fmla="*/ 76 w 143"/>
                  <a:gd name="T23" fmla="*/ 0 h 186"/>
                  <a:gd name="T24" fmla="*/ 120 w 143"/>
                  <a:gd name="T25" fmla="*/ 14 h 186"/>
                  <a:gd name="T26" fmla="*/ 141 w 143"/>
                  <a:gd name="T27" fmla="*/ 53 h 186"/>
                  <a:gd name="T28" fmla="*/ 110 w 143"/>
                  <a:gd name="T29" fmla="*/ 60 h 186"/>
                  <a:gd name="T30" fmla="*/ 98 w 143"/>
                  <a:gd name="T31" fmla="*/ 39 h 186"/>
                  <a:gd name="T32" fmla="*/ 76 w 143"/>
                  <a:gd name="T33" fmla="*/ 31 h 186"/>
                  <a:gd name="T34" fmla="*/ 44 w 143"/>
                  <a:gd name="T35" fmla="*/ 46 h 186"/>
                  <a:gd name="T36" fmla="*/ 32 w 143"/>
                  <a:gd name="T37" fmla="*/ 91 h 186"/>
                  <a:gd name="T38" fmla="*/ 44 w 143"/>
                  <a:gd name="T39" fmla="*/ 139 h 186"/>
                  <a:gd name="T40" fmla="*/ 76 w 143"/>
                  <a:gd name="T41" fmla="*/ 155 h 186"/>
                  <a:gd name="T42" fmla="*/ 95 w 143"/>
                  <a:gd name="T43" fmla="*/ 150 h 186"/>
                  <a:gd name="T44" fmla="*/ 112 w 143"/>
                  <a:gd name="T45" fmla="*/ 139 h 186"/>
                  <a:gd name="T46" fmla="*/ 112 w 143"/>
                  <a:gd name="T47" fmla="*/ 117 h 186"/>
                  <a:gd name="T48" fmla="*/ 77 w 143"/>
                  <a:gd name="T49" fmla="*/ 117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3" h="186">
                    <a:moveTo>
                      <a:pt x="77" y="117"/>
                    </a:moveTo>
                    <a:cubicBezTo>
                      <a:pt x="77" y="86"/>
                      <a:pt x="77" y="86"/>
                      <a:pt x="77" y="86"/>
                    </a:cubicBezTo>
                    <a:cubicBezTo>
                      <a:pt x="143" y="86"/>
                      <a:pt x="143" y="86"/>
                      <a:pt x="143" y="86"/>
                    </a:cubicBezTo>
                    <a:cubicBezTo>
                      <a:pt x="143" y="158"/>
                      <a:pt x="143" y="158"/>
                      <a:pt x="143" y="158"/>
                    </a:cubicBezTo>
                    <a:cubicBezTo>
                      <a:pt x="136" y="165"/>
                      <a:pt x="127" y="172"/>
                      <a:pt x="115" y="177"/>
                    </a:cubicBezTo>
                    <a:cubicBezTo>
                      <a:pt x="103" y="183"/>
                      <a:pt x="90" y="186"/>
                      <a:pt x="78" y="186"/>
                    </a:cubicBezTo>
                    <a:cubicBezTo>
                      <a:pt x="62" y="186"/>
                      <a:pt x="48" y="182"/>
                      <a:pt x="36" y="174"/>
                    </a:cubicBezTo>
                    <a:cubicBezTo>
                      <a:pt x="24" y="166"/>
                      <a:pt x="15" y="155"/>
                      <a:pt x="9" y="140"/>
                    </a:cubicBezTo>
                    <a:cubicBezTo>
                      <a:pt x="3" y="125"/>
                      <a:pt x="0" y="109"/>
                      <a:pt x="0" y="92"/>
                    </a:cubicBezTo>
                    <a:cubicBezTo>
                      <a:pt x="0" y="74"/>
                      <a:pt x="4" y="57"/>
                      <a:pt x="10" y="42"/>
                    </a:cubicBezTo>
                    <a:cubicBezTo>
                      <a:pt x="17" y="28"/>
                      <a:pt x="27" y="17"/>
                      <a:pt x="40" y="9"/>
                    </a:cubicBezTo>
                    <a:cubicBezTo>
                      <a:pt x="49" y="3"/>
                      <a:pt x="61" y="0"/>
                      <a:pt x="76" y="0"/>
                    </a:cubicBezTo>
                    <a:cubicBezTo>
                      <a:pt x="95" y="0"/>
                      <a:pt x="110" y="5"/>
                      <a:pt x="120" y="14"/>
                    </a:cubicBezTo>
                    <a:cubicBezTo>
                      <a:pt x="131" y="24"/>
                      <a:pt x="138" y="36"/>
                      <a:pt x="141" y="53"/>
                    </a:cubicBezTo>
                    <a:cubicBezTo>
                      <a:pt x="110" y="60"/>
                      <a:pt x="110" y="60"/>
                      <a:pt x="110" y="60"/>
                    </a:cubicBezTo>
                    <a:cubicBezTo>
                      <a:pt x="108" y="51"/>
                      <a:pt x="104" y="44"/>
                      <a:pt x="98" y="39"/>
                    </a:cubicBezTo>
                    <a:cubicBezTo>
                      <a:pt x="92" y="34"/>
                      <a:pt x="85" y="31"/>
                      <a:pt x="76" y="31"/>
                    </a:cubicBezTo>
                    <a:cubicBezTo>
                      <a:pt x="63" y="31"/>
                      <a:pt x="52" y="36"/>
                      <a:pt x="44" y="46"/>
                    </a:cubicBezTo>
                    <a:cubicBezTo>
                      <a:pt x="36" y="56"/>
                      <a:pt x="32" y="71"/>
                      <a:pt x="32" y="91"/>
                    </a:cubicBezTo>
                    <a:cubicBezTo>
                      <a:pt x="32" y="112"/>
                      <a:pt x="36" y="128"/>
                      <a:pt x="44" y="139"/>
                    </a:cubicBezTo>
                    <a:cubicBezTo>
                      <a:pt x="52" y="149"/>
                      <a:pt x="63" y="155"/>
                      <a:pt x="76" y="155"/>
                    </a:cubicBezTo>
                    <a:cubicBezTo>
                      <a:pt x="82" y="155"/>
                      <a:pt x="89" y="153"/>
                      <a:pt x="95" y="150"/>
                    </a:cubicBezTo>
                    <a:cubicBezTo>
                      <a:pt x="102" y="147"/>
                      <a:pt x="107" y="144"/>
                      <a:pt x="112" y="139"/>
                    </a:cubicBezTo>
                    <a:cubicBezTo>
                      <a:pt x="112" y="117"/>
                      <a:pt x="112" y="117"/>
                      <a:pt x="112" y="117"/>
                    </a:cubicBezTo>
                    <a:lnTo>
                      <a:pt x="77" y="11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8" name="Freeform 23"/>
              <p:cNvSpPr>
                <a:spLocks/>
              </p:cNvSpPr>
              <p:nvPr/>
            </p:nvSpPr>
            <p:spPr bwMode="auto">
              <a:xfrm>
                <a:off x="-2541201" y="-1224774"/>
                <a:ext cx="46392" cy="69981"/>
              </a:xfrm>
              <a:custGeom>
                <a:avLst/>
                <a:gdLst>
                  <a:gd name="T0" fmla="*/ 0 w 122"/>
                  <a:gd name="T1" fmla="*/ 0 h 183"/>
                  <a:gd name="T2" fmla="*/ 31 w 122"/>
                  <a:gd name="T3" fmla="*/ 0 h 183"/>
                  <a:gd name="T4" fmla="*/ 31 w 122"/>
                  <a:gd name="T5" fmla="*/ 97 h 183"/>
                  <a:gd name="T6" fmla="*/ 32 w 122"/>
                  <a:gd name="T7" fmla="*/ 127 h 183"/>
                  <a:gd name="T8" fmla="*/ 41 w 122"/>
                  <a:gd name="T9" fmla="*/ 145 h 183"/>
                  <a:gd name="T10" fmla="*/ 62 w 122"/>
                  <a:gd name="T11" fmla="*/ 152 h 183"/>
                  <a:gd name="T12" fmla="*/ 81 w 122"/>
                  <a:gd name="T13" fmla="*/ 145 h 183"/>
                  <a:gd name="T14" fmla="*/ 90 w 122"/>
                  <a:gd name="T15" fmla="*/ 130 h 183"/>
                  <a:gd name="T16" fmla="*/ 91 w 122"/>
                  <a:gd name="T17" fmla="*/ 99 h 183"/>
                  <a:gd name="T18" fmla="*/ 91 w 122"/>
                  <a:gd name="T19" fmla="*/ 0 h 183"/>
                  <a:gd name="T20" fmla="*/ 122 w 122"/>
                  <a:gd name="T21" fmla="*/ 0 h 183"/>
                  <a:gd name="T22" fmla="*/ 122 w 122"/>
                  <a:gd name="T23" fmla="*/ 94 h 183"/>
                  <a:gd name="T24" fmla="*/ 119 w 122"/>
                  <a:gd name="T25" fmla="*/ 140 h 183"/>
                  <a:gd name="T26" fmla="*/ 110 w 122"/>
                  <a:gd name="T27" fmla="*/ 162 h 183"/>
                  <a:gd name="T28" fmla="*/ 92 w 122"/>
                  <a:gd name="T29" fmla="*/ 177 h 183"/>
                  <a:gd name="T30" fmla="*/ 63 w 122"/>
                  <a:gd name="T31" fmla="*/ 183 h 183"/>
                  <a:gd name="T32" fmla="*/ 30 w 122"/>
                  <a:gd name="T33" fmla="*/ 177 h 183"/>
                  <a:gd name="T34" fmla="*/ 12 w 122"/>
                  <a:gd name="T35" fmla="*/ 161 h 183"/>
                  <a:gd name="T36" fmla="*/ 3 w 122"/>
                  <a:gd name="T37" fmla="*/ 141 h 183"/>
                  <a:gd name="T38" fmla="*/ 0 w 122"/>
                  <a:gd name="T39" fmla="*/ 96 h 183"/>
                  <a:gd name="T40" fmla="*/ 0 w 122"/>
                  <a:gd name="T41" fmla="*/ 0 h 1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22" h="183">
                    <a:moveTo>
                      <a:pt x="0" y="0"/>
                    </a:moveTo>
                    <a:cubicBezTo>
                      <a:pt x="31" y="0"/>
                      <a:pt x="31" y="0"/>
                      <a:pt x="31" y="0"/>
                    </a:cubicBezTo>
                    <a:cubicBezTo>
                      <a:pt x="31" y="97"/>
                      <a:pt x="31" y="97"/>
                      <a:pt x="31" y="97"/>
                    </a:cubicBezTo>
                    <a:cubicBezTo>
                      <a:pt x="31" y="113"/>
                      <a:pt x="31" y="123"/>
                      <a:pt x="32" y="127"/>
                    </a:cubicBezTo>
                    <a:cubicBezTo>
                      <a:pt x="33" y="135"/>
                      <a:pt x="37" y="140"/>
                      <a:pt x="41" y="145"/>
                    </a:cubicBezTo>
                    <a:cubicBezTo>
                      <a:pt x="46" y="149"/>
                      <a:pt x="53" y="152"/>
                      <a:pt x="62" y="152"/>
                    </a:cubicBezTo>
                    <a:cubicBezTo>
                      <a:pt x="70" y="152"/>
                      <a:pt x="77" y="149"/>
                      <a:pt x="81" y="145"/>
                    </a:cubicBezTo>
                    <a:cubicBezTo>
                      <a:pt x="86" y="141"/>
                      <a:pt x="89" y="136"/>
                      <a:pt x="90" y="130"/>
                    </a:cubicBezTo>
                    <a:cubicBezTo>
                      <a:pt x="90" y="124"/>
                      <a:pt x="91" y="114"/>
                      <a:pt x="91" y="99"/>
                    </a:cubicBezTo>
                    <a:cubicBezTo>
                      <a:pt x="91" y="0"/>
                      <a:pt x="91" y="0"/>
                      <a:pt x="91" y="0"/>
                    </a:cubicBezTo>
                    <a:cubicBezTo>
                      <a:pt x="122" y="0"/>
                      <a:pt x="122" y="0"/>
                      <a:pt x="122" y="0"/>
                    </a:cubicBezTo>
                    <a:cubicBezTo>
                      <a:pt x="122" y="94"/>
                      <a:pt x="122" y="94"/>
                      <a:pt x="122" y="94"/>
                    </a:cubicBezTo>
                    <a:cubicBezTo>
                      <a:pt x="122" y="116"/>
                      <a:pt x="121" y="131"/>
                      <a:pt x="119" y="140"/>
                    </a:cubicBezTo>
                    <a:cubicBezTo>
                      <a:pt x="117" y="149"/>
                      <a:pt x="114" y="156"/>
                      <a:pt x="110" y="162"/>
                    </a:cubicBezTo>
                    <a:cubicBezTo>
                      <a:pt x="105" y="169"/>
                      <a:pt x="100" y="173"/>
                      <a:pt x="92" y="177"/>
                    </a:cubicBezTo>
                    <a:cubicBezTo>
                      <a:pt x="84" y="181"/>
                      <a:pt x="75" y="183"/>
                      <a:pt x="63" y="183"/>
                    </a:cubicBezTo>
                    <a:cubicBezTo>
                      <a:pt x="48" y="183"/>
                      <a:pt x="37" y="181"/>
                      <a:pt x="30" y="177"/>
                    </a:cubicBezTo>
                    <a:cubicBezTo>
                      <a:pt x="22" y="173"/>
                      <a:pt x="16" y="168"/>
                      <a:pt x="12" y="161"/>
                    </a:cubicBezTo>
                    <a:cubicBezTo>
                      <a:pt x="7" y="155"/>
                      <a:pt x="5" y="148"/>
                      <a:pt x="3" y="141"/>
                    </a:cubicBezTo>
                    <a:cubicBezTo>
                      <a:pt x="1" y="131"/>
                      <a:pt x="0" y="116"/>
                      <a:pt x="0" y="96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99" name="Freeform 24"/>
              <p:cNvSpPr>
                <a:spLocks/>
              </p:cNvSpPr>
              <p:nvPr/>
            </p:nvSpPr>
            <p:spPr bwMode="auto">
              <a:xfrm>
                <a:off x="-2483014" y="-1224774"/>
                <a:ext cx="46392" cy="68409"/>
              </a:xfrm>
              <a:custGeom>
                <a:avLst/>
                <a:gdLst>
                  <a:gd name="T0" fmla="*/ 0 w 59"/>
                  <a:gd name="T1" fmla="*/ 87 h 87"/>
                  <a:gd name="T2" fmla="*/ 0 w 59"/>
                  <a:gd name="T3" fmla="*/ 0 h 87"/>
                  <a:gd name="T4" fmla="*/ 15 w 59"/>
                  <a:gd name="T5" fmla="*/ 0 h 87"/>
                  <a:gd name="T6" fmla="*/ 45 w 59"/>
                  <a:gd name="T7" fmla="*/ 58 h 87"/>
                  <a:gd name="T8" fmla="*/ 45 w 59"/>
                  <a:gd name="T9" fmla="*/ 0 h 87"/>
                  <a:gd name="T10" fmla="*/ 59 w 59"/>
                  <a:gd name="T11" fmla="*/ 0 h 87"/>
                  <a:gd name="T12" fmla="*/ 59 w 59"/>
                  <a:gd name="T13" fmla="*/ 87 h 87"/>
                  <a:gd name="T14" fmla="*/ 44 w 59"/>
                  <a:gd name="T15" fmla="*/ 87 h 87"/>
                  <a:gd name="T16" fmla="*/ 14 w 59"/>
                  <a:gd name="T17" fmla="*/ 31 h 87"/>
                  <a:gd name="T18" fmla="*/ 14 w 59"/>
                  <a:gd name="T19" fmla="*/ 87 h 87"/>
                  <a:gd name="T20" fmla="*/ 0 w 59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9" h="87">
                    <a:moveTo>
                      <a:pt x="0" y="87"/>
                    </a:moveTo>
                    <a:lnTo>
                      <a:pt x="0" y="0"/>
                    </a:lnTo>
                    <a:lnTo>
                      <a:pt x="15" y="0"/>
                    </a:lnTo>
                    <a:lnTo>
                      <a:pt x="45" y="58"/>
                    </a:lnTo>
                    <a:lnTo>
                      <a:pt x="45" y="0"/>
                    </a:lnTo>
                    <a:lnTo>
                      <a:pt x="59" y="0"/>
                    </a:lnTo>
                    <a:lnTo>
                      <a:pt x="59" y="87"/>
                    </a:lnTo>
                    <a:lnTo>
                      <a:pt x="44" y="87"/>
                    </a:lnTo>
                    <a:lnTo>
                      <a:pt x="14" y="31"/>
                    </a:lnTo>
                    <a:lnTo>
                      <a:pt x="14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0" name="Rectangle 25"/>
              <p:cNvSpPr>
                <a:spLocks noChangeArrowheads="1"/>
              </p:cNvSpPr>
              <p:nvPr/>
            </p:nvSpPr>
            <p:spPr bwMode="auto">
              <a:xfrm>
                <a:off x="-2424828" y="-1224774"/>
                <a:ext cx="11795" cy="6840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26"/>
              <p:cNvSpPr>
                <a:spLocks/>
              </p:cNvSpPr>
              <p:nvPr/>
            </p:nvSpPr>
            <p:spPr bwMode="auto">
              <a:xfrm>
                <a:off x="-2408316" y="-1224774"/>
                <a:ext cx="53469" cy="68409"/>
              </a:xfrm>
              <a:custGeom>
                <a:avLst/>
                <a:gdLst>
                  <a:gd name="T0" fmla="*/ 27 w 68"/>
                  <a:gd name="T1" fmla="*/ 87 h 87"/>
                  <a:gd name="T2" fmla="*/ 0 w 68"/>
                  <a:gd name="T3" fmla="*/ 0 h 87"/>
                  <a:gd name="T4" fmla="*/ 16 w 68"/>
                  <a:gd name="T5" fmla="*/ 0 h 87"/>
                  <a:gd name="T6" fmla="*/ 35 w 68"/>
                  <a:gd name="T7" fmla="*/ 65 h 87"/>
                  <a:gd name="T8" fmla="*/ 53 w 68"/>
                  <a:gd name="T9" fmla="*/ 0 h 87"/>
                  <a:gd name="T10" fmla="*/ 68 w 68"/>
                  <a:gd name="T11" fmla="*/ 0 h 87"/>
                  <a:gd name="T12" fmla="*/ 42 w 68"/>
                  <a:gd name="T13" fmla="*/ 87 h 87"/>
                  <a:gd name="T14" fmla="*/ 27 w 68"/>
                  <a:gd name="T1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8" h="87">
                    <a:moveTo>
                      <a:pt x="27" y="87"/>
                    </a:moveTo>
                    <a:lnTo>
                      <a:pt x="0" y="0"/>
                    </a:lnTo>
                    <a:lnTo>
                      <a:pt x="16" y="0"/>
                    </a:lnTo>
                    <a:lnTo>
                      <a:pt x="35" y="65"/>
                    </a:lnTo>
                    <a:lnTo>
                      <a:pt x="53" y="0"/>
                    </a:lnTo>
                    <a:lnTo>
                      <a:pt x="68" y="0"/>
                    </a:lnTo>
                    <a:lnTo>
                      <a:pt x="42" y="87"/>
                    </a:lnTo>
                    <a:lnTo>
                      <a:pt x="27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2" name="Freeform 27"/>
              <p:cNvSpPr>
                <a:spLocks/>
              </p:cNvSpPr>
              <p:nvPr/>
            </p:nvSpPr>
            <p:spPr bwMode="auto">
              <a:xfrm>
                <a:off x="-2348556" y="-1224774"/>
                <a:ext cx="44033" cy="68409"/>
              </a:xfrm>
              <a:custGeom>
                <a:avLst/>
                <a:gdLst>
                  <a:gd name="T0" fmla="*/ 0 w 56"/>
                  <a:gd name="T1" fmla="*/ 87 h 87"/>
                  <a:gd name="T2" fmla="*/ 0 w 56"/>
                  <a:gd name="T3" fmla="*/ 0 h 87"/>
                  <a:gd name="T4" fmla="*/ 55 w 56"/>
                  <a:gd name="T5" fmla="*/ 0 h 87"/>
                  <a:gd name="T6" fmla="*/ 55 w 56"/>
                  <a:gd name="T7" fmla="*/ 15 h 87"/>
                  <a:gd name="T8" fmla="*/ 15 w 56"/>
                  <a:gd name="T9" fmla="*/ 15 h 87"/>
                  <a:gd name="T10" fmla="*/ 15 w 56"/>
                  <a:gd name="T11" fmla="*/ 34 h 87"/>
                  <a:gd name="T12" fmla="*/ 52 w 56"/>
                  <a:gd name="T13" fmla="*/ 34 h 87"/>
                  <a:gd name="T14" fmla="*/ 52 w 56"/>
                  <a:gd name="T15" fmla="*/ 49 h 87"/>
                  <a:gd name="T16" fmla="*/ 15 w 56"/>
                  <a:gd name="T17" fmla="*/ 49 h 87"/>
                  <a:gd name="T18" fmla="*/ 15 w 56"/>
                  <a:gd name="T19" fmla="*/ 72 h 87"/>
                  <a:gd name="T20" fmla="*/ 56 w 56"/>
                  <a:gd name="T21" fmla="*/ 72 h 87"/>
                  <a:gd name="T22" fmla="*/ 56 w 56"/>
                  <a:gd name="T23" fmla="*/ 87 h 87"/>
                  <a:gd name="T24" fmla="*/ 0 w 56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87">
                    <a:moveTo>
                      <a:pt x="0" y="87"/>
                    </a:moveTo>
                    <a:lnTo>
                      <a:pt x="0" y="0"/>
                    </a:lnTo>
                    <a:lnTo>
                      <a:pt x="55" y="0"/>
                    </a:lnTo>
                    <a:lnTo>
                      <a:pt x="55" y="15"/>
                    </a:lnTo>
                    <a:lnTo>
                      <a:pt x="15" y="15"/>
                    </a:lnTo>
                    <a:lnTo>
                      <a:pt x="15" y="34"/>
                    </a:lnTo>
                    <a:lnTo>
                      <a:pt x="52" y="34"/>
                    </a:lnTo>
                    <a:lnTo>
                      <a:pt x="52" y="49"/>
                    </a:lnTo>
                    <a:lnTo>
                      <a:pt x="15" y="49"/>
                    </a:lnTo>
                    <a:lnTo>
                      <a:pt x="15" y="72"/>
                    </a:lnTo>
                    <a:lnTo>
                      <a:pt x="56" y="72"/>
                    </a:lnTo>
                    <a:lnTo>
                      <a:pt x="56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3" name="Freeform 28"/>
              <p:cNvSpPr>
                <a:spLocks noEditPoints="1"/>
              </p:cNvSpPr>
              <p:nvPr/>
            </p:nvSpPr>
            <p:spPr bwMode="auto">
              <a:xfrm>
                <a:off x="-2295088" y="-1224774"/>
                <a:ext cx="51896" cy="68409"/>
              </a:xfrm>
              <a:custGeom>
                <a:avLst/>
                <a:gdLst>
                  <a:gd name="T0" fmla="*/ 0 w 137"/>
                  <a:gd name="T1" fmla="*/ 179 h 179"/>
                  <a:gd name="T2" fmla="*/ 0 w 137"/>
                  <a:gd name="T3" fmla="*/ 0 h 179"/>
                  <a:gd name="T4" fmla="*/ 65 w 137"/>
                  <a:gd name="T5" fmla="*/ 0 h 179"/>
                  <a:gd name="T6" fmla="*/ 100 w 137"/>
                  <a:gd name="T7" fmla="*/ 5 h 179"/>
                  <a:gd name="T8" fmla="*/ 118 w 137"/>
                  <a:gd name="T9" fmla="*/ 22 h 179"/>
                  <a:gd name="T10" fmla="*/ 124 w 137"/>
                  <a:gd name="T11" fmla="*/ 50 h 179"/>
                  <a:gd name="T12" fmla="*/ 114 w 137"/>
                  <a:gd name="T13" fmla="*/ 84 h 179"/>
                  <a:gd name="T14" fmla="*/ 84 w 137"/>
                  <a:gd name="T15" fmla="*/ 100 h 179"/>
                  <a:gd name="T16" fmla="*/ 101 w 137"/>
                  <a:gd name="T17" fmla="*/ 115 h 179"/>
                  <a:gd name="T18" fmla="*/ 118 w 137"/>
                  <a:gd name="T19" fmla="*/ 144 h 179"/>
                  <a:gd name="T20" fmla="*/ 137 w 137"/>
                  <a:gd name="T21" fmla="*/ 179 h 179"/>
                  <a:gd name="T22" fmla="*/ 100 w 137"/>
                  <a:gd name="T23" fmla="*/ 179 h 179"/>
                  <a:gd name="T24" fmla="*/ 78 w 137"/>
                  <a:gd name="T25" fmla="*/ 140 h 179"/>
                  <a:gd name="T26" fmla="*/ 62 w 137"/>
                  <a:gd name="T27" fmla="*/ 114 h 179"/>
                  <a:gd name="T28" fmla="*/ 52 w 137"/>
                  <a:gd name="T29" fmla="*/ 107 h 179"/>
                  <a:gd name="T30" fmla="*/ 37 w 137"/>
                  <a:gd name="T31" fmla="*/ 105 h 179"/>
                  <a:gd name="T32" fmla="*/ 31 w 137"/>
                  <a:gd name="T33" fmla="*/ 105 h 179"/>
                  <a:gd name="T34" fmla="*/ 31 w 137"/>
                  <a:gd name="T35" fmla="*/ 179 h 179"/>
                  <a:gd name="T36" fmla="*/ 0 w 137"/>
                  <a:gd name="T37" fmla="*/ 179 h 179"/>
                  <a:gd name="T38" fmla="*/ 31 w 137"/>
                  <a:gd name="T39" fmla="*/ 76 h 179"/>
                  <a:gd name="T40" fmla="*/ 53 w 137"/>
                  <a:gd name="T41" fmla="*/ 76 h 179"/>
                  <a:gd name="T42" fmla="*/ 81 w 137"/>
                  <a:gd name="T43" fmla="*/ 74 h 179"/>
                  <a:gd name="T44" fmla="*/ 90 w 137"/>
                  <a:gd name="T45" fmla="*/ 66 h 179"/>
                  <a:gd name="T46" fmla="*/ 93 w 137"/>
                  <a:gd name="T47" fmla="*/ 53 h 179"/>
                  <a:gd name="T48" fmla="*/ 89 w 137"/>
                  <a:gd name="T49" fmla="*/ 38 h 179"/>
                  <a:gd name="T50" fmla="*/ 77 w 137"/>
                  <a:gd name="T51" fmla="*/ 31 h 179"/>
                  <a:gd name="T52" fmla="*/ 55 w 137"/>
                  <a:gd name="T53" fmla="*/ 31 h 179"/>
                  <a:gd name="T54" fmla="*/ 31 w 137"/>
                  <a:gd name="T55" fmla="*/ 31 h 179"/>
                  <a:gd name="T56" fmla="*/ 31 w 137"/>
                  <a:gd name="T57" fmla="*/ 76 h 1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37" h="179">
                    <a:moveTo>
                      <a:pt x="0" y="179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65" y="0"/>
                      <a:pt x="65" y="0"/>
                      <a:pt x="65" y="0"/>
                    </a:cubicBezTo>
                    <a:cubicBezTo>
                      <a:pt x="81" y="0"/>
                      <a:pt x="93" y="2"/>
                      <a:pt x="100" y="5"/>
                    </a:cubicBezTo>
                    <a:cubicBezTo>
                      <a:pt x="108" y="8"/>
                      <a:pt x="113" y="14"/>
                      <a:pt x="118" y="22"/>
                    </a:cubicBezTo>
                    <a:cubicBezTo>
                      <a:pt x="122" y="30"/>
                      <a:pt x="124" y="40"/>
                      <a:pt x="124" y="50"/>
                    </a:cubicBezTo>
                    <a:cubicBezTo>
                      <a:pt x="124" y="64"/>
                      <a:pt x="121" y="75"/>
                      <a:pt x="114" y="84"/>
                    </a:cubicBezTo>
                    <a:cubicBezTo>
                      <a:pt x="108" y="93"/>
                      <a:pt x="98" y="98"/>
                      <a:pt x="84" y="100"/>
                    </a:cubicBezTo>
                    <a:cubicBezTo>
                      <a:pt x="91" y="105"/>
                      <a:pt x="96" y="110"/>
                      <a:pt x="101" y="115"/>
                    </a:cubicBezTo>
                    <a:cubicBezTo>
                      <a:pt x="105" y="121"/>
                      <a:pt x="111" y="131"/>
                      <a:pt x="118" y="144"/>
                    </a:cubicBezTo>
                    <a:cubicBezTo>
                      <a:pt x="137" y="179"/>
                      <a:pt x="137" y="179"/>
                      <a:pt x="137" y="179"/>
                    </a:cubicBezTo>
                    <a:cubicBezTo>
                      <a:pt x="100" y="179"/>
                      <a:pt x="100" y="179"/>
                      <a:pt x="100" y="179"/>
                    </a:cubicBezTo>
                    <a:cubicBezTo>
                      <a:pt x="78" y="140"/>
                      <a:pt x="78" y="140"/>
                      <a:pt x="78" y="140"/>
                    </a:cubicBezTo>
                    <a:cubicBezTo>
                      <a:pt x="70" y="127"/>
                      <a:pt x="64" y="118"/>
                      <a:pt x="62" y="114"/>
                    </a:cubicBezTo>
                    <a:cubicBezTo>
                      <a:pt x="59" y="110"/>
                      <a:pt x="56" y="108"/>
                      <a:pt x="52" y="107"/>
                    </a:cubicBezTo>
                    <a:cubicBezTo>
                      <a:pt x="49" y="105"/>
                      <a:pt x="44" y="105"/>
                      <a:pt x="37" y="105"/>
                    </a:cubicBezTo>
                    <a:cubicBezTo>
                      <a:pt x="31" y="105"/>
                      <a:pt x="31" y="105"/>
                      <a:pt x="31" y="105"/>
                    </a:cubicBezTo>
                    <a:cubicBezTo>
                      <a:pt x="31" y="179"/>
                      <a:pt x="31" y="179"/>
                      <a:pt x="31" y="179"/>
                    </a:cubicBezTo>
                    <a:lnTo>
                      <a:pt x="0" y="179"/>
                    </a:lnTo>
                    <a:close/>
                    <a:moveTo>
                      <a:pt x="31" y="76"/>
                    </a:moveTo>
                    <a:cubicBezTo>
                      <a:pt x="53" y="76"/>
                      <a:pt x="53" y="76"/>
                      <a:pt x="53" y="76"/>
                    </a:cubicBezTo>
                    <a:cubicBezTo>
                      <a:pt x="68" y="76"/>
                      <a:pt x="77" y="75"/>
                      <a:pt x="81" y="74"/>
                    </a:cubicBezTo>
                    <a:cubicBezTo>
                      <a:pt x="85" y="72"/>
                      <a:pt x="88" y="70"/>
                      <a:pt x="90" y="66"/>
                    </a:cubicBezTo>
                    <a:cubicBezTo>
                      <a:pt x="92" y="63"/>
                      <a:pt x="93" y="58"/>
                      <a:pt x="93" y="53"/>
                    </a:cubicBezTo>
                    <a:cubicBezTo>
                      <a:pt x="93" y="47"/>
                      <a:pt x="91" y="42"/>
                      <a:pt x="89" y="38"/>
                    </a:cubicBezTo>
                    <a:cubicBezTo>
                      <a:pt x="86" y="34"/>
                      <a:pt x="82" y="32"/>
                      <a:pt x="77" y="31"/>
                    </a:cubicBezTo>
                    <a:cubicBezTo>
                      <a:pt x="75" y="31"/>
                      <a:pt x="67" y="31"/>
                      <a:pt x="55" y="31"/>
                    </a:cubicBezTo>
                    <a:cubicBezTo>
                      <a:pt x="31" y="31"/>
                      <a:pt x="31" y="31"/>
                      <a:pt x="31" y="31"/>
                    </a:cubicBezTo>
                    <a:lnTo>
                      <a:pt x="31" y="7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4" name="Freeform 29"/>
              <p:cNvSpPr>
                <a:spLocks/>
              </p:cNvSpPr>
              <p:nvPr/>
            </p:nvSpPr>
            <p:spPr bwMode="auto">
              <a:xfrm>
                <a:off x="-2239260" y="-1225560"/>
                <a:ext cx="46392" cy="70768"/>
              </a:xfrm>
              <a:custGeom>
                <a:avLst/>
                <a:gdLst>
                  <a:gd name="T0" fmla="*/ 0 w 124"/>
                  <a:gd name="T1" fmla="*/ 124 h 186"/>
                  <a:gd name="T2" fmla="*/ 30 w 124"/>
                  <a:gd name="T3" fmla="*/ 121 h 186"/>
                  <a:gd name="T4" fmla="*/ 41 w 124"/>
                  <a:gd name="T5" fmla="*/ 147 h 186"/>
                  <a:gd name="T6" fmla="*/ 63 w 124"/>
                  <a:gd name="T7" fmla="*/ 155 h 186"/>
                  <a:gd name="T8" fmla="*/ 85 w 124"/>
                  <a:gd name="T9" fmla="*/ 148 h 186"/>
                  <a:gd name="T10" fmla="*/ 93 w 124"/>
                  <a:gd name="T11" fmla="*/ 130 h 186"/>
                  <a:gd name="T12" fmla="*/ 90 w 124"/>
                  <a:gd name="T13" fmla="*/ 120 h 186"/>
                  <a:gd name="T14" fmla="*/ 78 w 124"/>
                  <a:gd name="T15" fmla="*/ 112 h 186"/>
                  <a:gd name="T16" fmla="*/ 54 w 124"/>
                  <a:gd name="T17" fmla="*/ 104 h 186"/>
                  <a:gd name="T18" fmla="*/ 19 w 124"/>
                  <a:gd name="T19" fmla="*/ 86 h 186"/>
                  <a:gd name="T20" fmla="*/ 5 w 124"/>
                  <a:gd name="T21" fmla="*/ 50 h 186"/>
                  <a:gd name="T22" fmla="*/ 12 w 124"/>
                  <a:gd name="T23" fmla="*/ 25 h 186"/>
                  <a:gd name="T24" fmla="*/ 31 w 124"/>
                  <a:gd name="T25" fmla="*/ 6 h 186"/>
                  <a:gd name="T26" fmla="*/ 61 w 124"/>
                  <a:gd name="T27" fmla="*/ 0 h 186"/>
                  <a:gd name="T28" fmla="*/ 104 w 124"/>
                  <a:gd name="T29" fmla="*/ 15 h 186"/>
                  <a:gd name="T30" fmla="*/ 119 w 124"/>
                  <a:gd name="T31" fmla="*/ 54 h 186"/>
                  <a:gd name="T32" fmla="*/ 88 w 124"/>
                  <a:gd name="T33" fmla="*/ 56 h 186"/>
                  <a:gd name="T34" fmla="*/ 80 w 124"/>
                  <a:gd name="T35" fmla="*/ 36 h 186"/>
                  <a:gd name="T36" fmla="*/ 60 w 124"/>
                  <a:gd name="T37" fmla="*/ 30 h 186"/>
                  <a:gd name="T38" fmla="*/ 39 w 124"/>
                  <a:gd name="T39" fmla="*/ 37 h 186"/>
                  <a:gd name="T40" fmla="*/ 35 w 124"/>
                  <a:gd name="T41" fmla="*/ 48 h 186"/>
                  <a:gd name="T42" fmla="*/ 39 w 124"/>
                  <a:gd name="T43" fmla="*/ 59 h 186"/>
                  <a:gd name="T44" fmla="*/ 67 w 124"/>
                  <a:gd name="T45" fmla="*/ 71 h 186"/>
                  <a:gd name="T46" fmla="*/ 101 w 124"/>
                  <a:gd name="T47" fmla="*/ 83 h 186"/>
                  <a:gd name="T48" fmla="*/ 117 w 124"/>
                  <a:gd name="T49" fmla="*/ 102 h 186"/>
                  <a:gd name="T50" fmla="*/ 124 w 124"/>
                  <a:gd name="T51" fmla="*/ 130 h 186"/>
                  <a:gd name="T52" fmla="*/ 116 w 124"/>
                  <a:gd name="T53" fmla="*/ 159 h 186"/>
                  <a:gd name="T54" fmla="*/ 96 w 124"/>
                  <a:gd name="T55" fmla="*/ 179 h 186"/>
                  <a:gd name="T56" fmla="*/ 63 w 124"/>
                  <a:gd name="T57" fmla="*/ 186 h 186"/>
                  <a:gd name="T58" fmla="*/ 18 w 124"/>
                  <a:gd name="T59" fmla="*/ 170 h 186"/>
                  <a:gd name="T60" fmla="*/ 0 w 124"/>
                  <a:gd name="T61" fmla="*/ 124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24" h="186">
                    <a:moveTo>
                      <a:pt x="0" y="124"/>
                    </a:moveTo>
                    <a:cubicBezTo>
                      <a:pt x="30" y="121"/>
                      <a:pt x="30" y="121"/>
                      <a:pt x="30" y="121"/>
                    </a:cubicBezTo>
                    <a:cubicBezTo>
                      <a:pt x="31" y="133"/>
                      <a:pt x="35" y="141"/>
                      <a:pt x="41" y="147"/>
                    </a:cubicBezTo>
                    <a:cubicBezTo>
                      <a:pt x="46" y="152"/>
                      <a:pt x="53" y="155"/>
                      <a:pt x="63" y="155"/>
                    </a:cubicBezTo>
                    <a:cubicBezTo>
                      <a:pt x="73" y="155"/>
                      <a:pt x="80" y="153"/>
                      <a:pt x="85" y="148"/>
                    </a:cubicBezTo>
                    <a:cubicBezTo>
                      <a:pt x="90" y="143"/>
                      <a:pt x="93" y="137"/>
                      <a:pt x="93" y="130"/>
                    </a:cubicBezTo>
                    <a:cubicBezTo>
                      <a:pt x="93" y="126"/>
                      <a:pt x="92" y="123"/>
                      <a:pt x="90" y="120"/>
                    </a:cubicBezTo>
                    <a:cubicBezTo>
                      <a:pt x="87" y="117"/>
                      <a:pt x="84" y="114"/>
                      <a:pt x="78" y="112"/>
                    </a:cubicBezTo>
                    <a:cubicBezTo>
                      <a:pt x="75" y="110"/>
                      <a:pt x="67" y="108"/>
                      <a:pt x="54" y="104"/>
                    </a:cubicBezTo>
                    <a:cubicBezTo>
                      <a:pt x="37" y="99"/>
                      <a:pt x="26" y="93"/>
                      <a:pt x="19" y="86"/>
                    </a:cubicBezTo>
                    <a:cubicBezTo>
                      <a:pt x="10" y="76"/>
                      <a:pt x="5" y="64"/>
                      <a:pt x="5" y="50"/>
                    </a:cubicBezTo>
                    <a:cubicBezTo>
                      <a:pt x="5" y="41"/>
                      <a:pt x="7" y="33"/>
                      <a:pt x="12" y="25"/>
                    </a:cubicBezTo>
                    <a:cubicBezTo>
                      <a:pt x="16" y="17"/>
                      <a:pt x="23" y="11"/>
                      <a:pt x="31" y="6"/>
                    </a:cubicBezTo>
                    <a:cubicBezTo>
                      <a:pt x="39" y="2"/>
                      <a:pt x="49" y="0"/>
                      <a:pt x="61" y="0"/>
                    </a:cubicBezTo>
                    <a:cubicBezTo>
                      <a:pt x="80" y="0"/>
                      <a:pt x="94" y="5"/>
                      <a:pt x="104" y="15"/>
                    </a:cubicBezTo>
                    <a:cubicBezTo>
                      <a:pt x="114" y="25"/>
                      <a:pt x="119" y="38"/>
                      <a:pt x="119" y="54"/>
                    </a:cubicBezTo>
                    <a:cubicBezTo>
                      <a:pt x="88" y="56"/>
                      <a:pt x="88" y="56"/>
                      <a:pt x="88" y="56"/>
                    </a:cubicBezTo>
                    <a:cubicBezTo>
                      <a:pt x="87" y="47"/>
                      <a:pt x="84" y="40"/>
                      <a:pt x="80" y="36"/>
                    </a:cubicBezTo>
                    <a:cubicBezTo>
                      <a:pt x="76" y="32"/>
                      <a:pt x="69" y="30"/>
                      <a:pt x="60" y="30"/>
                    </a:cubicBezTo>
                    <a:cubicBezTo>
                      <a:pt x="52" y="30"/>
                      <a:pt x="45" y="32"/>
                      <a:pt x="39" y="37"/>
                    </a:cubicBezTo>
                    <a:cubicBezTo>
                      <a:pt x="36" y="39"/>
                      <a:pt x="35" y="43"/>
                      <a:pt x="35" y="48"/>
                    </a:cubicBezTo>
                    <a:cubicBezTo>
                      <a:pt x="35" y="52"/>
                      <a:pt x="36" y="56"/>
                      <a:pt x="39" y="59"/>
                    </a:cubicBezTo>
                    <a:cubicBezTo>
                      <a:pt x="43" y="62"/>
                      <a:pt x="52" y="66"/>
                      <a:pt x="67" y="71"/>
                    </a:cubicBezTo>
                    <a:cubicBezTo>
                      <a:pt x="82" y="75"/>
                      <a:pt x="93" y="79"/>
                      <a:pt x="101" y="83"/>
                    </a:cubicBezTo>
                    <a:cubicBezTo>
                      <a:pt x="108" y="88"/>
                      <a:pt x="113" y="94"/>
                      <a:pt x="117" y="102"/>
                    </a:cubicBezTo>
                    <a:cubicBezTo>
                      <a:pt x="121" y="109"/>
                      <a:pt x="124" y="119"/>
                      <a:pt x="124" y="130"/>
                    </a:cubicBezTo>
                    <a:cubicBezTo>
                      <a:pt x="124" y="140"/>
                      <a:pt x="121" y="150"/>
                      <a:pt x="116" y="159"/>
                    </a:cubicBezTo>
                    <a:cubicBezTo>
                      <a:pt x="111" y="168"/>
                      <a:pt x="105" y="175"/>
                      <a:pt x="96" y="179"/>
                    </a:cubicBezTo>
                    <a:cubicBezTo>
                      <a:pt x="87" y="183"/>
                      <a:pt x="76" y="186"/>
                      <a:pt x="63" y="186"/>
                    </a:cubicBezTo>
                    <a:cubicBezTo>
                      <a:pt x="43" y="186"/>
                      <a:pt x="28" y="180"/>
                      <a:pt x="18" y="170"/>
                    </a:cubicBezTo>
                    <a:cubicBezTo>
                      <a:pt x="8" y="159"/>
                      <a:pt x="2" y="144"/>
                      <a:pt x="0" y="12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5" name="Rectangle 30"/>
              <p:cNvSpPr>
                <a:spLocks noChangeArrowheads="1"/>
              </p:cNvSpPr>
              <p:nvPr/>
            </p:nvSpPr>
            <p:spPr bwMode="auto">
              <a:xfrm>
                <a:off x="-2183432" y="-1224774"/>
                <a:ext cx="11795" cy="6840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6" name="Freeform 31"/>
              <p:cNvSpPr>
                <a:spLocks/>
              </p:cNvSpPr>
              <p:nvPr/>
            </p:nvSpPr>
            <p:spPr bwMode="auto">
              <a:xfrm>
                <a:off x="-2164561" y="-1224774"/>
                <a:ext cx="45606" cy="68409"/>
              </a:xfrm>
              <a:custGeom>
                <a:avLst/>
                <a:gdLst>
                  <a:gd name="T0" fmla="*/ 22 w 58"/>
                  <a:gd name="T1" fmla="*/ 87 h 87"/>
                  <a:gd name="T2" fmla="*/ 22 w 58"/>
                  <a:gd name="T3" fmla="*/ 15 h 87"/>
                  <a:gd name="T4" fmla="*/ 0 w 58"/>
                  <a:gd name="T5" fmla="*/ 15 h 87"/>
                  <a:gd name="T6" fmla="*/ 0 w 58"/>
                  <a:gd name="T7" fmla="*/ 0 h 87"/>
                  <a:gd name="T8" fmla="*/ 58 w 58"/>
                  <a:gd name="T9" fmla="*/ 0 h 87"/>
                  <a:gd name="T10" fmla="*/ 58 w 58"/>
                  <a:gd name="T11" fmla="*/ 15 h 87"/>
                  <a:gd name="T12" fmla="*/ 37 w 58"/>
                  <a:gd name="T13" fmla="*/ 15 h 87"/>
                  <a:gd name="T14" fmla="*/ 37 w 58"/>
                  <a:gd name="T15" fmla="*/ 87 h 87"/>
                  <a:gd name="T16" fmla="*/ 22 w 58"/>
                  <a:gd name="T17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" h="87">
                    <a:moveTo>
                      <a:pt x="22" y="87"/>
                    </a:moveTo>
                    <a:lnTo>
                      <a:pt x="22" y="15"/>
                    </a:lnTo>
                    <a:lnTo>
                      <a:pt x="0" y="15"/>
                    </a:lnTo>
                    <a:lnTo>
                      <a:pt x="0" y="0"/>
                    </a:lnTo>
                    <a:lnTo>
                      <a:pt x="58" y="0"/>
                    </a:lnTo>
                    <a:lnTo>
                      <a:pt x="58" y="15"/>
                    </a:lnTo>
                    <a:lnTo>
                      <a:pt x="37" y="15"/>
                    </a:lnTo>
                    <a:lnTo>
                      <a:pt x="37" y="87"/>
                    </a:lnTo>
                    <a:lnTo>
                      <a:pt x="22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7" name="Freeform 32"/>
              <p:cNvSpPr>
                <a:spLocks/>
              </p:cNvSpPr>
              <p:nvPr/>
            </p:nvSpPr>
            <p:spPr bwMode="auto">
              <a:xfrm>
                <a:off x="-2117382" y="-1224774"/>
                <a:ext cx="53469" cy="68409"/>
              </a:xfrm>
              <a:custGeom>
                <a:avLst/>
                <a:gdLst>
                  <a:gd name="T0" fmla="*/ 27 w 68"/>
                  <a:gd name="T1" fmla="*/ 87 h 87"/>
                  <a:gd name="T2" fmla="*/ 27 w 68"/>
                  <a:gd name="T3" fmla="*/ 51 h 87"/>
                  <a:gd name="T4" fmla="*/ 0 w 68"/>
                  <a:gd name="T5" fmla="*/ 0 h 87"/>
                  <a:gd name="T6" fmla="*/ 17 w 68"/>
                  <a:gd name="T7" fmla="*/ 0 h 87"/>
                  <a:gd name="T8" fmla="*/ 35 w 68"/>
                  <a:gd name="T9" fmla="*/ 35 h 87"/>
                  <a:gd name="T10" fmla="*/ 52 w 68"/>
                  <a:gd name="T11" fmla="*/ 0 h 87"/>
                  <a:gd name="T12" fmla="*/ 68 w 68"/>
                  <a:gd name="T13" fmla="*/ 0 h 87"/>
                  <a:gd name="T14" fmla="*/ 41 w 68"/>
                  <a:gd name="T15" fmla="*/ 51 h 87"/>
                  <a:gd name="T16" fmla="*/ 41 w 68"/>
                  <a:gd name="T17" fmla="*/ 87 h 87"/>
                  <a:gd name="T18" fmla="*/ 27 w 68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87">
                    <a:moveTo>
                      <a:pt x="27" y="87"/>
                    </a:moveTo>
                    <a:lnTo>
                      <a:pt x="27" y="51"/>
                    </a:lnTo>
                    <a:lnTo>
                      <a:pt x="0" y="0"/>
                    </a:lnTo>
                    <a:lnTo>
                      <a:pt x="17" y="0"/>
                    </a:lnTo>
                    <a:lnTo>
                      <a:pt x="35" y="35"/>
                    </a:lnTo>
                    <a:lnTo>
                      <a:pt x="52" y="0"/>
                    </a:lnTo>
                    <a:lnTo>
                      <a:pt x="68" y="0"/>
                    </a:lnTo>
                    <a:lnTo>
                      <a:pt x="41" y="51"/>
                    </a:lnTo>
                    <a:lnTo>
                      <a:pt x="41" y="87"/>
                    </a:lnTo>
                    <a:lnTo>
                      <a:pt x="27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8" name="Freeform 33"/>
              <p:cNvSpPr>
                <a:spLocks noEditPoints="1"/>
              </p:cNvSpPr>
              <p:nvPr/>
            </p:nvSpPr>
            <p:spPr bwMode="auto">
              <a:xfrm>
                <a:off x="-2038752" y="-1225560"/>
                <a:ext cx="55041" cy="70768"/>
              </a:xfrm>
              <a:custGeom>
                <a:avLst/>
                <a:gdLst>
                  <a:gd name="T0" fmla="*/ 0 w 147"/>
                  <a:gd name="T1" fmla="*/ 94 h 186"/>
                  <a:gd name="T2" fmla="*/ 6 w 147"/>
                  <a:gd name="T3" fmla="*/ 48 h 186"/>
                  <a:gd name="T4" fmla="*/ 21 w 147"/>
                  <a:gd name="T5" fmla="*/ 23 h 186"/>
                  <a:gd name="T6" fmla="*/ 40 w 147"/>
                  <a:gd name="T7" fmla="*/ 7 h 186"/>
                  <a:gd name="T8" fmla="*/ 73 w 147"/>
                  <a:gd name="T9" fmla="*/ 0 h 186"/>
                  <a:gd name="T10" fmla="*/ 127 w 147"/>
                  <a:gd name="T11" fmla="*/ 25 h 186"/>
                  <a:gd name="T12" fmla="*/ 147 w 147"/>
                  <a:gd name="T13" fmla="*/ 93 h 186"/>
                  <a:gd name="T14" fmla="*/ 127 w 147"/>
                  <a:gd name="T15" fmla="*/ 161 h 186"/>
                  <a:gd name="T16" fmla="*/ 74 w 147"/>
                  <a:gd name="T17" fmla="*/ 186 h 186"/>
                  <a:gd name="T18" fmla="*/ 20 w 147"/>
                  <a:gd name="T19" fmla="*/ 161 h 186"/>
                  <a:gd name="T20" fmla="*/ 0 w 147"/>
                  <a:gd name="T21" fmla="*/ 94 h 186"/>
                  <a:gd name="T22" fmla="*/ 31 w 147"/>
                  <a:gd name="T23" fmla="*/ 93 h 186"/>
                  <a:gd name="T24" fmla="*/ 43 w 147"/>
                  <a:gd name="T25" fmla="*/ 139 h 186"/>
                  <a:gd name="T26" fmla="*/ 73 w 147"/>
                  <a:gd name="T27" fmla="*/ 155 h 186"/>
                  <a:gd name="T28" fmla="*/ 104 w 147"/>
                  <a:gd name="T29" fmla="*/ 139 h 186"/>
                  <a:gd name="T30" fmla="*/ 115 w 147"/>
                  <a:gd name="T31" fmla="*/ 92 h 186"/>
                  <a:gd name="T32" fmla="*/ 104 w 147"/>
                  <a:gd name="T33" fmla="*/ 46 h 186"/>
                  <a:gd name="T34" fmla="*/ 73 w 147"/>
                  <a:gd name="T35" fmla="*/ 31 h 186"/>
                  <a:gd name="T36" fmla="*/ 43 w 147"/>
                  <a:gd name="T37" fmla="*/ 46 h 186"/>
                  <a:gd name="T38" fmla="*/ 31 w 147"/>
                  <a:gd name="T39" fmla="*/ 93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7" h="186">
                    <a:moveTo>
                      <a:pt x="0" y="94"/>
                    </a:moveTo>
                    <a:cubicBezTo>
                      <a:pt x="0" y="76"/>
                      <a:pt x="2" y="60"/>
                      <a:pt x="6" y="48"/>
                    </a:cubicBezTo>
                    <a:cubicBezTo>
                      <a:pt x="10" y="39"/>
                      <a:pt x="15" y="31"/>
                      <a:pt x="21" y="23"/>
                    </a:cubicBezTo>
                    <a:cubicBezTo>
                      <a:pt x="27" y="16"/>
                      <a:pt x="33" y="11"/>
                      <a:pt x="40" y="7"/>
                    </a:cubicBezTo>
                    <a:cubicBezTo>
                      <a:pt x="50" y="3"/>
                      <a:pt x="61" y="0"/>
                      <a:pt x="73" y="0"/>
                    </a:cubicBezTo>
                    <a:cubicBezTo>
                      <a:pt x="96" y="0"/>
                      <a:pt x="114" y="8"/>
                      <a:pt x="127" y="25"/>
                    </a:cubicBezTo>
                    <a:cubicBezTo>
                      <a:pt x="141" y="41"/>
                      <a:pt x="147" y="64"/>
                      <a:pt x="147" y="93"/>
                    </a:cubicBezTo>
                    <a:cubicBezTo>
                      <a:pt x="147" y="122"/>
                      <a:pt x="141" y="145"/>
                      <a:pt x="127" y="161"/>
                    </a:cubicBezTo>
                    <a:cubicBezTo>
                      <a:pt x="114" y="177"/>
                      <a:pt x="96" y="186"/>
                      <a:pt x="74" y="186"/>
                    </a:cubicBezTo>
                    <a:cubicBezTo>
                      <a:pt x="51" y="186"/>
                      <a:pt x="33" y="177"/>
                      <a:pt x="20" y="161"/>
                    </a:cubicBezTo>
                    <a:cubicBezTo>
                      <a:pt x="6" y="145"/>
                      <a:pt x="0" y="122"/>
                      <a:pt x="0" y="94"/>
                    </a:cubicBezTo>
                    <a:close/>
                    <a:moveTo>
                      <a:pt x="31" y="93"/>
                    </a:moveTo>
                    <a:cubicBezTo>
                      <a:pt x="31" y="113"/>
                      <a:pt x="35" y="128"/>
                      <a:pt x="43" y="139"/>
                    </a:cubicBezTo>
                    <a:cubicBezTo>
                      <a:pt x="51" y="149"/>
                      <a:pt x="61" y="155"/>
                      <a:pt x="73" y="155"/>
                    </a:cubicBezTo>
                    <a:cubicBezTo>
                      <a:pt x="86" y="155"/>
                      <a:pt x="96" y="149"/>
                      <a:pt x="104" y="139"/>
                    </a:cubicBezTo>
                    <a:cubicBezTo>
                      <a:pt x="112" y="129"/>
                      <a:pt x="115" y="113"/>
                      <a:pt x="115" y="92"/>
                    </a:cubicBezTo>
                    <a:cubicBezTo>
                      <a:pt x="115" y="72"/>
                      <a:pt x="112" y="56"/>
                      <a:pt x="104" y="46"/>
                    </a:cubicBezTo>
                    <a:cubicBezTo>
                      <a:pt x="96" y="36"/>
                      <a:pt x="86" y="31"/>
                      <a:pt x="73" y="31"/>
                    </a:cubicBezTo>
                    <a:cubicBezTo>
                      <a:pt x="61" y="31"/>
                      <a:pt x="51" y="36"/>
                      <a:pt x="43" y="46"/>
                    </a:cubicBezTo>
                    <a:cubicBezTo>
                      <a:pt x="35" y="57"/>
                      <a:pt x="31" y="72"/>
                      <a:pt x="31" y="9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9" name="Freeform 34"/>
              <p:cNvSpPr>
                <a:spLocks/>
              </p:cNvSpPr>
              <p:nvPr/>
            </p:nvSpPr>
            <p:spPr bwMode="auto">
              <a:xfrm>
                <a:off x="-1974275" y="-1224774"/>
                <a:ext cx="39315" cy="68409"/>
              </a:xfrm>
              <a:custGeom>
                <a:avLst/>
                <a:gdLst>
                  <a:gd name="T0" fmla="*/ 0 w 50"/>
                  <a:gd name="T1" fmla="*/ 87 h 87"/>
                  <a:gd name="T2" fmla="*/ 0 w 50"/>
                  <a:gd name="T3" fmla="*/ 0 h 87"/>
                  <a:gd name="T4" fmla="*/ 50 w 50"/>
                  <a:gd name="T5" fmla="*/ 0 h 87"/>
                  <a:gd name="T6" fmla="*/ 50 w 50"/>
                  <a:gd name="T7" fmla="*/ 15 h 87"/>
                  <a:gd name="T8" fmla="*/ 15 w 50"/>
                  <a:gd name="T9" fmla="*/ 15 h 87"/>
                  <a:gd name="T10" fmla="*/ 15 w 50"/>
                  <a:gd name="T11" fmla="*/ 36 h 87"/>
                  <a:gd name="T12" fmla="*/ 46 w 50"/>
                  <a:gd name="T13" fmla="*/ 36 h 87"/>
                  <a:gd name="T14" fmla="*/ 46 w 50"/>
                  <a:gd name="T15" fmla="*/ 50 h 87"/>
                  <a:gd name="T16" fmla="*/ 15 w 50"/>
                  <a:gd name="T17" fmla="*/ 50 h 87"/>
                  <a:gd name="T18" fmla="*/ 15 w 50"/>
                  <a:gd name="T19" fmla="*/ 87 h 87"/>
                  <a:gd name="T20" fmla="*/ 0 w 50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0" h="87">
                    <a:moveTo>
                      <a:pt x="0" y="87"/>
                    </a:moveTo>
                    <a:lnTo>
                      <a:pt x="0" y="0"/>
                    </a:lnTo>
                    <a:lnTo>
                      <a:pt x="50" y="0"/>
                    </a:lnTo>
                    <a:lnTo>
                      <a:pt x="50" y="15"/>
                    </a:lnTo>
                    <a:lnTo>
                      <a:pt x="15" y="15"/>
                    </a:lnTo>
                    <a:lnTo>
                      <a:pt x="15" y="36"/>
                    </a:lnTo>
                    <a:lnTo>
                      <a:pt x="46" y="36"/>
                    </a:lnTo>
                    <a:lnTo>
                      <a:pt x="46" y="50"/>
                    </a:lnTo>
                    <a:lnTo>
                      <a:pt x="15" y="50"/>
                    </a:lnTo>
                    <a:lnTo>
                      <a:pt x="15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0" name="Freeform 35"/>
              <p:cNvSpPr>
                <a:spLocks/>
              </p:cNvSpPr>
              <p:nvPr/>
            </p:nvSpPr>
            <p:spPr bwMode="auto">
              <a:xfrm>
                <a:off x="-1905080" y="-1225560"/>
                <a:ext cx="46392" cy="70768"/>
              </a:xfrm>
              <a:custGeom>
                <a:avLst/>
                <a:gdLst>
                  <a:gd name="T0" fmla="*/ 0 w 124"/>
                  <a:gd name="T1" fmla="*/ 124 h 186"/>
                  <a:gd name="T2" fmla="*/ 30 w 124"/>
                  <a:gd name="T3" fmla="*/ 121 h 186"/>
                  <a:gd name="T4" fmla="*/ 41 w 124"/>
                  <a:gd name="T5" fmla="*/ 147 h 186"/>
                  <a:gd name="T6" fmla="*/ 63 w 124"/>
                  <a:gd name="T7" fmla="*/ 155 h 186"/>
                  <a:gd name="T8" fmla="*/ 85 w 124"/>
                  <a:gd name="T9" fmla="*/ 148 h 186"/>
                  <a:gd name="T10" fmla="*/ 93 w 124"/>
                  <a:gd name="T11" fmla="*/ 130 h 186"/>
                  <a:gd name="T12" fmla="*/ 90 w 124"/>
                  <a:gd name="T13" fmla="*/ 120 h 186"/>
                  <a:gd name="T14" fmla="*/ 79 w 124"/>
                  <a:gd name="T15" fmla="*/ 112 h 186"/>
                  <a:gd name="T16" fmla="*/ 54 w 124"/>
                  <a:gd name="T17" fmla="*/ 104 h 186"/>
                  <a:gd name="T18" fmla="*/ 19 w 124"/>
                  <a:gd name="T19" fmla="*/ 86 h 186"/>
                  <a:gd name="T20" fmla="*/ 5 w 124"/>
                  <a:gd name="T21" fmla="*/ 50 h 186"/>
                  <a:gd name="T22" fmla="*/ 12 w 124"/>
                  <a:gd name="T23" fmla="*/ 25 h 186"/>
                  <a:gd name="T24" fmla="*/ 31 w 124"/>
                  <a:gd name="T25" fmla="*/ 6 h 186"/>
                  <a:gd name="T26" fmla="*/ 61 w 124"/>
                  <a:gd name="T27" fmla="*/ 0 h 186"/>
                  <a:gd name="T28" fmla="*/ 104 w 124"/>
                  <a:gd name="T29" fmla="*/ 15 h 186"/>
                  <a:gd name="T30" fmla="*/ 119 w 124"/>
                  <a:gd name="T31" fmla="*/ 54 h 186"/>
                  <a:gd name="T32" fmla="*/ 88 w 124"/>
                  <a:gd name="T33" fmla="*/ 56 h 186"/>
                  <a:gd name="T34" fmla="*/ 80 w 124"/>
                  <a:gd name="T35" fmla="*/ 36 h 186"/>
                  <a:gd name="T36" fmla="*/ 60 w 124"/>
                  <a:gd name="T37" fmla="*/ 30 h 186"/>
                  <a:gd name="T38" fmla="*/ 39 w 124"/>
                  <a:gd name="T39" fmla="*/ 37 h 186"/>
                  <a:gd name="T40" fmla="*/ 35 w 124"/>
                  <a:gd name="T41" fmla="*/ 48 h 186"/>
                  <a:gd name="T42" fmla="*/ 39 w 124"/>
                  <a:gd name="T43" fmla="*/ 59 h 186"/>
                  <a:gd name="T44" fmla="*/ 67 w 124"/>
                  <a:gd name="T45" fmla="*/ 71 h 186"/>
                  <a:gd name="T46" fmla="*/ 101 w 124"/>
                  <a:gd name="T47" fmla="*/ 83 h 186"/>
                  <a:gd name="T48" fmla="*/ 117 w 124"/>
                  <a:gd name="T49" fmla="*/ 102 h 186"/>
                  <a:gd name="T50" fmla="*/ 124 w 124"/>
                  <a:gd name="T51" fmla="*/ 130 h 186"/>
                  <a:gd name="T52" fmla="*/ 116 w 124"/>
                  <a:gd name="T53" fmla="*/ 159 h 186"/>
                  <a:gd name="T54" fmla="*/ 96 w 124"/>
                  <a:gd name="T55" fmla="*/ 179 h 186"/>
                  <a:gd name="T56" fmla="*/ 62 w 124"/>
                  <a:gd name="T57" fmla="*/ 186 h 186"/>
                  <a:gd name="T58" fmla="*/ 18 w 124"/>
                  <a:gd name="T59" fmla="*/ 170 h 186"/>
                  <a:gd name="T60" fmla="*/ 0 w 124"/>
                  <a:gd name="T61" fmla="*/ 124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24" h="186">
                    <a:moveTo>
                      <a:pt x="0" y="124"/>
                    </a:moveTo>
                    <a:cubicBezTo>
                      <a:pt x="30" y="121"/>
                      <a:pt x="30" y="121"/>
                      <a:pt x="30" y="121"/>
                    </a:cubicBezTo>
                    <a:cubicBezTo>
                      <a:pt x="31" y="133"/>
                      <a:pt x="35" y="141"/>
                      <a:pt x="41" y="147"/>
                    </a:cubicBezTo>
                    <a:cubicBezTo>
                      <a:pt x="46" y="152"/>
                      <a:pt x="53" y="155"/>
                      <a:pt x="63" y="155"/>
                    </a:cubicBezTo>
                    <a:cubicBezTo>
                      <a:pt x="73" y="155"/>
                      <a:pt x="80" y="153"/>
                      <a:pt x="85" y="148"/>
                    </a:cubicBezTo>
                    <a:cubicBezTo>
                      <a:pt x="90" y="143"/>
                      <a:pt x="93" y="137"/>
                      <a:pt x="93" y="130"/>
                    </a:cubicBezTo>
                    <a:cubicBezTo>
                      <a:pt x="93" y="126"/>
                      <a:pt x="92" y="123"/>
                      <a:pt x="90" y="120"/>
                    </a:cubicBezTo>
                    <a:cubicBezTo>
                      <a:pt x="87" y="117"/>
                      <a:pt x="84" y="114"/>
                      <a:pt x="79" y="112"/>
                    </a:cubicBezTo>
                    <a:cubicBezTo>
                      <a:pt x="75" y="110"/>
                      <a:pt x="67" y="108"/>
                      <a:pt x="54" y="104"/>
                    </a:cubicBezTo>
                    <a:cubicBezTo>
                      <a:pt x="37" y="99"/>
                      <a:pt x="26" y="93"/>
                      <a:pt x="19" y="86"/>
                    </a:cubicBezTo>
                    <a:cubicBezTo>
                      <a:pt x="10" y="76"/>
                      <a:pt x="5" y="64"/>
                      <a:pt x="5" y="50"/>
                    </a:cubicBezTo>
                    <a:cubicBezTo>
                      <a:pt x="5" y="41"/>
                      <a:pt x="7" y="33"/>
                      <a:pt x="12" y="25"/>
                    </a:cubicBezTo>
                    <a:cubicBezTo>
                      <a:pt x="16" y="17"/>
                      <a:pt x="22" y="11"/>
                      <a:pt x="31" y="6"/>
                    </a:cubicBezTo>
                    <a:cubicBezTo>
                      <a:pt x="39" y="2"/>
                      <a:pt x="49" y="0"/>
                      <a:pt x="61" y="0"/>
                    </a:cubicBezTo>
                    <a:cubicBezTo>
                      <a:pt x="80" y="0"/>
                      <a:pt x="94" y="5"/>
                      <a:pt x="104" y="15"/>
                    </a:cubicBezTo>
                    <a:cubicBezTo>
                      <a:pt x="114" y="25"/>
                      <a:pt x="119" y="38"/>
                      <a:pt x="119" y="54"/>
                    </a:cubicBezTo>
                    <a:cubicBezTo>
                      <a:pt x="88" y="56"/>
                      <a:pt x="88" y="56"/>
                      <a:pt x="88" y="56"/>
                    </a:cubicBezTo>
                    <a:cubicBezTo>
                      <a:pt x="87" y="47"/>
                      <a:pt x="84" y="40"/>
                      <a:pt x="80" y="36"/>
                    </a:cubicBezTo>
                    <a:cubicBezTo>
                      <a:pt x="76" y="32"/>
                      <a:pt x="69" y="30"/>
                      <a:pt x="60" y="30"/>
                    </a:cubicBezTo>
                    <a:cubicBezTo>
                      <a:pt x="51" y="30"/>
                      <a:pt x="44" y="32"/>
                      <a:pt x="39" y="37"/>
                    </a:cubicBezTo>
                    <a:cubicBezTo>
                      <a:pt x="36" y="39"/>
                      <a:pt x="35" y="43"/>
                      <a:pt x="35" y="48"/>
                    </a:cubicBezTo>
                    <a:cubicBezTo>
                      <a:pt x="35" y="52"/>
                      <a:pt x="36" y="56"/>
                      <a:pt x="39" y="59"/>
                    </a:cubicBezTo>
                    <a:cubicBezTo>
                      <a:pt x="43" y="62"/>
                      <a:pt x="52" y="66"/>
                      <a:pt x="67" y="71"/>
                    </a:cubicBezTo>
                    <a:cubicBezTo>
                      <a:pt x="82" y="75"/>
                      <a:pt x="93" y="79"/>
                      <a:pt x="101" y="83"/>
                    </a:cubicBezTo>
                    <a:cubicBezTo>
                      <a:pt x="108" y="88"/>
                      <a:pt x="113" y="94"/>
                      <a:pt x="117" y="102"/>
                    </a:cubicBezTo>
                    <a:cubicBezTo>
                      <a:pt x="121" y="109"/>
                      <a:pt x="124" y="119"/>
                      <a:pt x="124" y="130"/>
                    </a:cubicBezTo>
                    <a:cubicBezTo>
                      <a:pt x="124" y="140"/>
                      <a:pt x="121" y="150"/>
                      <a:pt x="116" y="159"/>
                    </a:cubicBezTo>
                    <a:cubicBezTo>
                      <a:pt x="111" y="168"/>
                      <a:pt x="104" y="175"/>
                      <a:pt x="96" y="179"/>
                    </a:cubicBezTo>
                    <a:cubicBezTo>
                      <a:pt x="87" y="183"/>
                      <a:pt x="76" y="186"/>
                      <a:pt x="62" y="186"/>
                    </a:cubicBezTo>
                    <a:cubicBezTo>
                      <a:pt x="43" y="186"/>
                      <a:pt x="28" y="180"/>
                      <a:pt x="18" y="170"/>
                    </a:cubicBezTo>
                    <a:cubicBezTo>
                      <a:pt x="8" y="159"/>
                      <a:pt x="2" y="144"/>
                      <a:pt x="0" y="12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1" name="Freeform 36"/>
              <p:cNvSpPr>
                <a:spLocks/>
              </p:cNvSpPr>
              <p:nvPr/>
            </p:nvSpPr>
            <p:spPr bwMode="auto">
              <a:xfrm>
                <a:off x="-1850824" y="-1225560"/>
                <a:ext cx="50324" cy="70768"/>
              </a:xfrm>
              <a:custGeom>
                <a:avLst/>
                <a:gdLst>
                  <a:gd name="T0" fmla="*/ 103 w 133"/>
                  <a:gd name="T1" fmla="*/ 117 h 186"/>
                  <a:gd name="T2" fmla="*/ 133 w 133"/>
                  <a:gd name="T3" fmla="*/ 128 h 186"/>
                  <a:gd name="T4" fmla="*/ 110 w 133"/>
                  <a:gd name="T5" fmla="*/ 171 h 186"/>
                  <a:gd name="T6" fmla="*/ 69 w 133"/>
                  <a:gd name="T7" fmla="*/ 186 h 186"/>
                  <a:gd name="T8" fmla="*/ 19 w 133"/>
                  <a:gd name="T9" fmla="*/ 161 h 186"/>
                  <a:gd name="T10" fmla="*/ 0 w 133"/>
                  <a:gd name="T11" fmla="*/ 94 h 186"/>
                  <a:gd name="T12" fmla="*/ 20 w 133"/>
                  <a:gd name="T13" fmla="*/ 25 h 186"/>
                  <a:gd name="T14" fmla="*/ 71 w 133"/>
                  <a:gd name="T15" fmla="*/ 0 h 186"/>
                  <a:gd name="T16" fmla="*/ 117 w 133"/>
                  <a:gd name="T17" fmla="*/ 20 h 186"/>
                  <a:gd name="T18" fmla="*/ 132 w 133"/>
                  <a:gd name="T19" fmla="*/ 53 h 186"/>
                  <a:gd name="T20" fmla="*/ 102 w 133"/>
                  <a:gd name="T21" fmla="*/ 61 h 186"/>
                  <a:gd name="T22" fmla="*/ 91 w 133"/>
                  <a:gd name="T23" fmla="*/ 39 h 186"/>
                  <a:gd name="T24" fmla="*/ 70 w 133"/>
                  <a:gd name="T25" fmla="*/ 31 h 186"/>
                  <a:gd name="T26" fmla="*/ 42 w 133"/>
                  <a:gd name="T27" fmla="*/ 45 h 186"/>
                  <a:gd name="T28" fmla="*/ 32 w 133"/>
                  <a:gd name="T29" fmla="*/ 92 h 186"/>
                  <a:gd name="T30" fmla="*/ 42 w 133"/>
                  <a:gd name="T31" fmla="*/ 140 h 186"/>
                  <a:gd name="T32" fmla="*/ 69 w 133"/>
                  <a:gd name="T33" fmla="*/ 155 h 186"/>
                  <a:gd name="T34" fmla="*/ 90 w 133"/>
                  <a:gd name="T35" fmla="*/ 145 h 186"/>
                  <a:gd name="T36" fmla="*/ 103 w 133"/>
                  <a:gd name="T37" fmla="*/ 117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3" h="186">
                    <a:moveTo>
                      <a:pt x="103" y="117"/>
                    </a:move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28" y="147"/>
                      <a:pt x="121" y="162"/>
                      <a:pt x="110" y="171"/>
                    </a:cubicBezTo>
                    <a:cubicBezTo>
                      <a:pt x="99" y="181"/>
                      <a:pt x="86" y="186"/>
                      <a:pt x="69" y="186"/>
                    </a:cubicBezTo>
                    <a:cubicBezTo>
                      <a:pt x="49" y="186"/>
                      <a:pt x="33" y="177"/>
                      <a:pt x="19" y="161"/>
                    </a:cubicBezTo>
                    <a:cubicBezTo>
                      <a:pt x="7" y="145"/>
                      <a:pt x="0" y="123"/>
                      <a:pt x="0" y="94"/>
                    </a:cubicBezTo>
                    <a:cubicBezTo>
                      <a:pt x="0" y="65"/>
                      <a:pt x="7" y="41"/>
                      <a:pt x="20" y="25"/>
                    </a:cubicBezTo>
                    <a:cubicBezTo>
                      <a:pt x="33" y="8"/>
                      <a:pt x="50" y="0"/>
                      <a:pt x="71" y="0"/>
                    </a:cubicBezTo>
                    <a:cubicBezTo>
                      <a:pt x="90" y="0"/>
                      <a:pt x="105" y="7"/>
                      <a:pt x="117" y="20"/>
                    </a:cubicBezTo>
                    <a:cubicBezTo>
                      <a:pt x="124" y="27"/>
                      <a:pt x="129" y="38"/>
                      <a:pt x="132" y="53"/>
                    </a:cubicBezTo>
                    <a:cubicBezTo>
                      <a:pt x="102" y="61"/>
                      <a:pt x="102" y="61"/>
                      <a:pt x="102" y="61"/>
                    </a:cubicBezTo>
                    <a:cubicBezTo>
                      <a:pt x="100" y="52"/>
                      <a:pt x="96" y="44"/>
                      <a:pt x="91" y="39"/>
                    </a:cubicBezTo>
                    <a:cubicBezTo>
                      <a:pt x="85" y="34"/>
                      <a:pt x="78" y="31"/>
                      <a:pt x="70" y="31"/>
                    </a:cubicBezTo>
                    <a:cubicBezTo>
                      <a:pt x="58" y="31"/>
                      <a:pt x="49" y="36"/>
                      <a:pt x="42" y="45"/>
                    </a:cubicBezTo>
                    <a:cubicBezTo>
                      <a:pt x="35" y="55"/>
                      <a:pt x="32" y="70"/>
                      <a:pt x="32" y="92"/>
                    </a:cubicBezTo>
                    <a:cubicBezTo>
                      <a:pt x="32" y="114"/>
                      <a:pt x="35" y="130"/>
                      <a:pt x="42" y="140"/>
                    </a:cubicBezTo>
                    <a:cubicBezTo>
                      <a:pt x="49" y="150"/>
                      <a:pt x="58" y="155"/>
                      <a:pt x="69" y="155"/>
                    </a:cubicBezTo>
                    <a:cubicBezTo>
                      <a:pt x="77" y="155"/>
                      <a:pt x="84" y="151"/>
                      <a:pt x="90" y="145"/>
                    </a:cubicBezTo>
                    <a:cubicBezTo>
                      <a:pt x="96" y="139"/>
                      <a:pt x="100" y="130"/>
                      <a:pt x="103" y="1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2" name="Rectangle 37"/>
              <p:cNvSpPr>
                <a:spLocks noChangeArrowheads="1"/>
              </p:cNvSpPr>
              <p:nvPr/>
            </p:nvSpPr>
            <p:spPr bwMode="auto">
              <a:xfrm>
                <a:off x="-1791065" y="-1224774"/>
                <a:ext cx="11795" cy="6840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3" name="Freeform 38"/>
              <p:cNvSpPr>
                <a:spLocks/>
              </p:cNvSpPr>
              <p:nvPr/>
            </p:nvSpPr>
            <p:spPr bwMode="auto">
              <a:xfrm>
                <a:off x="-1768263" y="-1224774"/>
                <a:ext cx="44033" cy="68409"/>
              </a:xfrm>
              <a:custGeom>
                <a:avLst/>
                <a:gdLst>
                  <a:gd name="T0" fmla="*/ 0 w 56"/>
                  <a:gd name="T1" fmla="*/ 87 h 87"/>
                  <a:gd name="T2" fmla="*/ 0 w 56"/>
                  <a:gd name="T3" fmla="*/ 0 h 87"/>
                  <a:gd name="T4" fmla="*/ 54 w 56"/>
                  <a:gd name="T5" fmla="*/ 0 h 87"/>
                  <a:gd name="T6" fmla="*/ 54 w 56"/>
                  <a:gd name="T7" fmla="*/ 15 h 87"/>
                  <a:gd name="T8" fmla="*/ 15 w 56"/>
                  <a:gd name="T9" fmla="*/ 15 h 87"/>
                  <a:gd name="T10" fmla="*/ 15 w 56"/>
                  <a:gd name="T11" fmla="*/ 34 h 87"/>
                  <a:gd name="T12" fmla="*/ 51 w 56"/>
                  <a:gd name="T13" fmla="*/ 34 h 87"/>
                  <a:gd name="T14" fmla="*/ 51 w 56"/>
                  <a:gd name="T15" fmla="*/ 49 h 87"/>
                  <a:gd name="T16" fmla="*/ 15 w 56"/>
                  <a:gd name="T17" fmla="*/ 49 h 87"/>
                  <a:gd name="T18" fmla="*/ 15 w 56"/>
                  <a:gd name="T19" fmla="*/ 72 h 87"/>
                  <a:gd name="T20" fmla="*/ 56 w 56"/>
                  <a:gd name="T21" fmla="*/ 72 h 87"/>
                  <a:gd name="T22" fmla="*/ 56 w 56"/>
                  <a:gd name="T23" fmla="*/ 87 h 87"/>
                  <a:gd name="T24" fmla="*/ 0 w 56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87">
                    <a:moveTo>
                      <a:pt x="0" y="87"/>
                    </a:moveTo>
                    <a:lnTo>
                      <a:pt x="0" y="0"/>
                    </a:lnTo>
                    <a:lnTo>
                      <a:pt x="54" y="0"/>
                    </a:lnTo>
                    <a:lnTo>
                      <a:pt x="54" y="15"/>
                    </a:lnTo>
                    <a:lnTo>
                      <a:pt x="15" y="15"/>
                    </a:lnTo>
                    <a:lnTo>
                      <a:pt x="15" y="34"/>
                    </a:lnTo>
                    <a:lnTo>
                      <a:pt x="51" y="34"/>
                    </a:lnTo>
                    <a:lnTo>
                      <a:pt x="51" y="49"/>
                    </a:lnTo>
                    <a:lnTo>
                      <a:pt x="15" y="49"/>
                    </a:lnTo>
                    <a:lnTo>
                      <a:pt x="15" y="72"/>
                    </a:lnTo>
                    <a:lnTo>
                      <a:pt x="56" y="72"/>
                    </a:lnTo>
                    <a:lnTo>
                      <a:pt x="56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4" name="Freeform 39"/>
              <p:cNvSpPr>
                <a:spLocks/>
              </p:cNvSpPr>
              <p:nvPr/>
            </p:nvSpPr>
            <p:spPr bwMode="auto">
              <a:xfrm>
                <a:off x="-1714794" y="-1224774"/>
                <a:ext cx="45606" cy="68409"/>
              </a:xfrm>
              <a:custGeom>
                <a:avLst/>
                <a:gdLst>
                  <a:gd name="T0" fmla="*/ 0 w 58"/>
                  <a:gd name="T1" fmla="*/ 87 h 87"/>
                  <a:gd name="T2" fmla="*/ 0 w 58"/>
                  <a:gd name="T3" fmla="*/ 0 h 87"/>
                  <a:gd name="T4" fmla="*/ 14 w 58"/>
                  <a:gd name="T5" fmla="*/ 0 h 87"/>
                  <a:gd name="T6" fmla="*/ 45 w 58"/>
                  <a:gd name="T7" fmla="*/ 58 h 87"/>
                  <a:gd name="T8" fmla="*/ 45 w 58"/>
                  <a:gd name="T9" fmla="*/ 0 h 87"/>
                  <a:gd name="T10" fmla="*/ 58 w 58"/>
                  <a:gd name="T11" fmla="*/ 0 h 87"/>
                  <a:gd name="T12" fmla="*/ 58 w 58"/>
                  <a:gd name="T13" fmla="*/ 87 h 87"/>
                  <a:gd name="T14" fmla="*/ 43 w 58"/>
                  <a:gd name="T15" fmla="*/ 87 h 87"/>
                  <a:gd name="T16" fmla="*/ 14 w 58"/>
                  <a:gd name="T17" fmla="*/ 31 h 87"/>
                  <a:gd name="T18" fmla="*/ 14 w 58"/>
                  <a:gd name="T19" fmla="*/ 87 h 87"/>
                  <a:gd name="T20" fmla="*/ 0 w 58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8" h="87">
                    <a:moveTo>
                      <a:pt x="0" y="87"/>
                    </a:moveTo>
                    <a:lnTo>
                      <a:pt x="0" y="0"/>
                    </a:lnTo>
                    <a:lnTo>
                      <a:pt x="14" y="0"/>
                    </a:lnTo>
                    <a:lnTo>
                      <a:pt x="45" y="58"/>
                    </a:lnTo>
                    <a:lnTo>
                      <a:pt x="45" y="0"/>
                    </a:lnTo>
                    <a:lnTo>
                      <a:pt x="58" y="0"/>
                    </a:lnTo>
                    <a:lnTo>
                      <a:pt x="58" y="87"/>
                    </a:lnTo>
                    <a:lnTo>
                      <a:pt x="43" y="87"/>
                    </a:lnTo>
                    <a:lnTo>
                      <a:pt x="14" y="31"/>
                    </a:lnTo>
                    <a:lnTo>
                      <a:pt x="14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5" name="Freeform 40"/>
              <p:cNvSpPr>
                <a:spLocks/>
              </p:cNvSpPr>
              <p:nvPr/>
            </p:nvSpPr>
            <p:spPr bwMode="auto">
              <a:xfrm>
                <a:off x="-1658966" y="-1225560"/>
                <a:ext cx="50324" cy="70768"/>
              </a:xfrm>
              <a:custGeom>
                <a:avLst/>
                <a:gdLst>
                  <a:gd name="T0" fmla="*/ 103 w 133"/>
                  <a:gd name="T1" fmla="*/ 117 h 186"/>
                  <a:gd name="T2" fmla="*/ 133 w 133"/>
                  <a:gd name="T3" fmla="*/ 128 h 186"/>
                  <a:gd name="T4" fmla="*/ 110 w 133"/>
                  <a:gd name="T5" fmla="*/ 171 h 186"/>
                  <a:gd name="T6" fmla="*/ 70 w 133"/>
                  <a:gd name="T7" fmla="*/ 186 h 186"/>
                  <a:gd name="T8" fmla="*/ 20 w 133"/>
                  <a:gd name="T9" fmla="*/ 161 h 186"/>
                  <a:gd name="T10" fmla="*/ 0 w 133"/>
                  <a:gd name="T11" fmla="*/ 94 h 186"/>
                  <a:gd name="T12" fmla="*/ 20 w 133"/>
                  <a:gd name="T13" fmla="*/ 25 h 186"/>
                  <a:gd name="T14" fmla="*/ 72 w 133"/>
                  <a:gd name="T15" fmla="*/ 0 h 186"/>
                  <a:gd name="T16" fmla="*/ 117 w 133"/>
                  <a:gd name="T17" fmla="*/ 20 h 186"/>
                  <a:gd name="T18" fmla="*/ 133 w 133"/>
                  <a:gd name="T19" fmla="*/ 53 h 186"/>
                  <a:gd name="T20" fmla="*/ 102 w 133"/>
                  <a:gd name="T21" fmla="*/ 61 h 186"/>
                  <a:gd name="T22" fmla="*/ 91 w 133"/>
                  <a:gd name="T23" fmla="*/ 39 h 186"/>
                  <a:gd name="T24" fmla="*/ 70 w 133"/>
                  <a:gd name="T25" fmla="*/ 31 h 186"/>
                  <a:gd name="T26" fmla="*/ 43 w 133"/>
                  <a:gd name="T27" fmla="*/ 45 h 186"/>
                  <a:gd name="T28" fmla="*/ 32 w 133"/>
                  <a:gd name="T29" fmla="*/ 92 h 186"/>
                  <a:gd name="T30" fmla="*/ 42 w 133"/>
                  <a:gd name="T31" fmla="*/ 140 h 186"/>
                  <a:gd name="T32" fmla="*/ 70 w 133"/>
                  <a:gd name="T33" fmla="*/ 155 h 186"/>
                  <a:gd name="T34" fmla="*/ 91 w 133"/>
                  <a:gd name="T35" fmla="*/ 145 h 186"/>
                  <a:gd name="T36" fmla="*/ 103 w 133"/>
                  <a:gd name="T37" fmla="*/ 117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3" h="186">
                    <a:moveTo>
                      <a:pt x="103" y="117"/>
                    </a:move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28" y="147"/>
                      <a:pt x="121" y="162"/>
                      <a:pt x="110" y="171"/>
                    </a:cubicBezTo>
                    <a:cubicBezTo>
                      <a:pt x="100" y="181"/>
                      <a:pt x="86" y="186"/>
                      <a:pt x="70" y="186"/>
                    </a:cubicBezTo>
                    <a:cubicBezTo>
                      <a:pt x="50" y="186"/>
                      <a:pt x="33" y="177"/>
                      <a:pt x="20" y="161"/>
                    </a:cubicBezTo>
                    <a:cubicBezTo>
                      <a:pt x="7" y="145"/>
                      <a:pt x="0" y="123"/>
                      <a:pt x="0" y="94"/>
                    </a:cubicBezTo>
                    <a:cubicBezTo>
                      <a:pt x="0" y="65"/>
                      <a:pt x="7" y="41"/>
                      <a:pt x="20" y="25"/>
                    </a:cubicBezTo>
                    <a:cubicBezTo>
                      <a:pt x="33" y="8"/>
                      <a:pt x="50" y="0"/>
                      <a:pt x="72" y="0"/>
                    </a:cubicBezTo>
                    <a:cubicBezTo>
                      <a:pt x="90" y="0"/>
                      <a:pt x="105" y="7"/>
                      <a:pt x="117" y="20"/>
                    </a:cubicBezTo>
                    <a:cubicBezTo>
                      <a:pt x="124" y="27"/>
                      <a:pt x="129" y="38"/>
                      <a:pt x="133" y="53"/>
                    </a:cubicBezTo>
                    <a:cubicBezTo>
                      <a:pt x="102" y="61"/>
                      <a:pt x="102" y="61"/>
                      <a:pt x="102" y="61"/>
                    </a:cubicBezTo>
                    <a:cubicBezTo>
                      <a:pt x="100" y="52"/>
                      <a:pt x="97" y="44"/>
                      <a:pt x="91" y="39"/>
                    </a:cubicBezTo>
                    <a:cubicBezTo>
                      <a:pt x="85" y="34"/>
                      <a:pt x="78" y="31"/>
                      <a:pt x="70" y="31"/>
                    </a:cubicBezTo>
                    <a:cubicBezTo>
                      <a:pt x="59" y="31"/>
                      <a:pt x="50" y="36"/>
                      <a:pt x="43" y="45"/>
                    </a:cubicBezTo>
                    <a:cubicBezTo>
                      <a:pt x="36" y="55"/>
                      <a:pt x="32" y="70"/>
                      <a:pt x="32" y="92"/>
                    </a:cubicBezTo>
                    <a:cubicBezTo>
                      <a:pt x="32" y="114"/>
                      <a:pt x="36" y="130"/>
                      <a:pt x="42" y="140"/>
                    </a:cubicBezTo>
                    <a:cubicBezTo>
                      <a:pt x="49" y="150"/>
                      <a:pt x="58" y="155"/>
                      <a:pt x="70" y="155"/>
                    </a:cubicBezTo>
                    <a:cubicBezTo>
                      <a:pt x="78" y="155"/>
                      <a:pt x="85" y="151"/>
                      <a:pt x="91" y="145"/>
                    </a:cubicBezTo>
                    <a:cubicBezTo>
                      <a:pt x="97" y="139"/>
                      <a:pt x="101" y="130"/>
                      <a:pt x="103" y="1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6" name="Freeform 41"/>
              <p:cNvSpPr>
                <a:spLocks/>
              </p:cNvSpPr>
              <p:nvPr/>
            </p:nvSpPr>
            <p:spPr bwMode="auto">
              <a:xfrm>
                <a:off x="-1598421" y="-1224774"/>
                <a:ext cx="44033" cy="68409"/>
              </a:xfrm>
              <a:custGeom>
                <a:avLst/>
                <a:gdLst>
                  <a:gd name="T0" fmla="*/ 0 w 56"/>
                  <a:gd name="T1" fmla="*/ 87 h 87"/>
                  <a:gd name="T2" fmla="*/ 0 w 56"/>
                  <a:gd name="T3" fmla="*/ 0 h 87"/>
                  <a:gd name="T4" fmla="*/ 54 w 56"/>
                  <a:gd name="T5" fmla="*/ 0 h 87"/>
                  <a:gd name="T6" fmla="*/ 54 w 56"/>
                  <a:gd name="T7" fmla="*/ 15 h 87"/>
                  <a:gd name="T8" fmla="*/ 15 w 56"/>
                  <a:gd name="T9" fmla="*/ 15 h 87"/>
                  <a:gd name="T10" fmla="*/ 15 w 56"/>
                  <a:gd name="T11" fmla="*/ 34 h 87"/>
                  <a:gd name="T12" fmla="*/ 52 w 56"/>
                  <a:gd name="T13" fmla="*/ 34 h 87"/>
                  <a:gd name="T14" fmla="*/ 52 w 56"/>
                  <a:gd name="T15" fmla="*/ 49 h 87"/>
                  <a:gd name="T16" fmla="*/ 15 w 56"/>
                  <a:gd name="T17" fmla="*/ 49 h 87"/>
                  <a:gd name="T18" fmla="*/ 15 w 56"/>
                  <a:gd name="T19" fmla="*/ 72 h 87"/>
                  <a:gd name="T20" fmla="*/ 56 w 56"/>
                  <a:gd name="T21" fmla="*/ 72 h 87"/>
                  <a:gd name="T22" fmla="*/ 56 w 56"/>
                  <a:gd name="T23" fmla="*/ 87 h 87"/>
                  <a:gd name="T24" fmla="*/ 0 w 56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87">
                    <a:moveTo>
                      <a:pt x="0" y="87"/>
                    </a:moveTo>
                    <a:lnTo>
                      <a:pt x="0" y="0"/>
                    </a:lnTo>
                    <a:lnTo>
                      <a:pt x="54" y="0"/>
                    </a:lnTo>
                    <a:lnTo>
                      <a:pt x="54" y="15"/>
                    </a:lnTo>
                    <a:lnTo>
                      <a:pt x="15" y="15"/>
                    </a:lnTo>
                    <a:lnTo>
                      <a:pt x="15" y="34"/>
                    </a:lnTo>
                    <a:lnTo>
                      <a:pt x="52" y="34"/>
                    </a:lnTo>
                    <a:lnTo>
                      <a:pt x="52" y="49"/>
                    </a:lnTo>
                    <a:lnTo>
                      <a:pt x="15" y="49"/>
                    </a:lnTo>
                    <a:lnTo>
                      <a:pt x="15" y="72"/>
                    </a:lnTo>
                    <a:lnTo>
                      <a:pt x="56" y="72"/>
                    </a:lnTo>
                    <a:lnTo>
                      <a:pt x="56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7" name="Freeform 42"/>
              <p:cNvSpPr>
                <a:spLocks noEditPoints="1"/>
              </p:cNvSpPr>
              <p:nvPr/>
            </p:nvSpPr>
            <p:spPr bwMode="auto">
              <a:xfrm>
                <a:off x="-1524508" y="-1225560"/>
                <a:ext cx="52683" cy="70768"/>
              </a:xfrm>
              <a:custGeom>
                <a:avLst/>
                <a:gdLst>
                  <a:gd name="T0" fmla="*/ 141 w 141"/>
                  <a:gd name="T1" fmla="*/ 161 h 187"/>
                  <a:gd name="T2" fmla="*/ 124 w 141"/>
                  <a:gd name="T3" fmla="*/ 187 h 187"/>
                  <a:gd name="T4" fmla="*/ 99 w 141"/>
                  <a:gd name="T5" fmla="*/ 167 h 187"/>
                  <a:gd name="T6" fmla="*/ 79 w 141"/>
                  <a:gd name="T7" fmla="*/ 181 h 187"/>
                  <a:gd name="T8" fmla="*/ 54 w 141"/>
                  <a:gd name="T9" fmla="*/ 186 h 187"/>
                  <a:gd name="T10" fmla="*/ 12 w 141"/>
                  <a:gd name="T11" fmla="*/ 167 h 187"/>
                  <a:gd name="T12" fmla="*/ 0 w 141"/>
                  <a:gd name="T13" fmla="*/ 133 h 187"/>
                  <a:gd name="T14" fmla="*/ 9 w 141"/>
                  <a:gd name="T15" fmla="*/ 102 h 187"/>
                  <a:gd name="T16" fmla="*/ 35 w 141"/>
                  <a:gd name="T17" fmla="*/ 78 h 187"/>
                  <a:gd name="T18" fmla="*/ 24 w 141"/>
                  <a:gd name="T19" fmla="*/ 58 h 187"/>
                  <a:gd name="T20" fmla="*/ 20 w 141"/>
                  <a:gd name="T21" fmla="*/ 39 h 187"/>
                  <a:gd name="T22" fmla="*/ 31 w 141"/>
                  <a:gd name="T23" fmla="*/ 12 h 187"/>
                  <a:gd name="T24" fmla="*/ 62 w 141"/>
                  <a:gd name="T25" fmla="*/ 0 h 187"/>
                  <a:gd name="T26" fmla="*/ 93 w 141"/>
                  <a:gd name="T27" fmla="*/ 12 h 187"/>
                  <a:gd name="T28" fmla="*/ 104 w 141"/>
                  <a:gd name="T29" fmla="*/ 41 h 187"/>
                  <a:gd name="T30" fmla="*/ 99 w 141"/>
                  <a:gd name="T31" fmla="*/ 62 h 187"/>
                  <a:gd name="T32" fmla="*/ 76 w 141"/>
                  <a:gd name="T33" fmla="*/ 84 h 187"/>
                  <a:gd name="T34" fmla="*/ 98 w 141"/>
                  <a:gd name="T35" fmla="*/ 117 h 187"/>
                  <a:gd name="T36" fmla="*/ 104 w 141"/>
                  <a:gd name="T37" fmla="*/ 96 h 187"/>
                  <a:gd name="T38" fmla="*/ 130 w 141"/>
                  <a:gd name="T39" fmla="*/ 103 h 187"/>
                  <a:gd name="T40" fmla="*/ 124 w 141"/>
                  <a:gd name="T41" fmla="*/ 127 h 187"/>
                  <a:gd name="T42" fmla="*/ 117 w 141"/>
                  <a:gd name="T43" fmla="*/ 140 h 187"/>
                  <a:gd name="T44" fmla="*/ 130 w 141"/>
                  <a:gd name="T45" fmla="*/ 152 h 187"/>
                  <a:gd name="T46" fmla="*/ 141 w 141"/>
                  <a:gd name="T47" fmla="*/ 161 h 187"/>
                  <a:gd name="T48" fmla="*/ 50 w 141"/>
                  <a:gd name="T49" fmla="*/ 100 h 187"/>
                  <a:gd name="T50" fmla="*/ 35 w 141"/>
                  <a:gd name="T51" fmla="*/ 115 h 187"/>
                  <a:gd name="T52" fmla="*/ 30 w 141"/>
                  <a:gd name="T53" fmla="*/ 132 h 187"/>
                  <a:gd name="T54" fmla="*/ 37 w 141"/>
                  <a:gd name="T55" fmla="*/ 150 h 187"/>
                  <a:gd name="T56" fmla="*/ 53 w 141"/>
                  <a:gd name="T57" fmla="*/ 157 h 187"/>
                  <a:gd name="T58" fmla="*/ 66 w 141"/>
                  <a:gd name="T59" fmla="*/ 154 h 187"/>
                  <a:gd name="T60" fmla="*/ 80 w 141"/>
                  <a:gd name="T61" fmla="*/ 144 h 187"/>
                  <a:gd name="T62" fmla="*/ 50 w 141"/>
                  <a:gd name="T63" fmla="*/ 100 h 187"/>
                  <a:gd name="T64" fmla="*/ 62 w 141"/>
                  <a:gd name="T65" fmla="*/ 63 h 187"/>
                  <a:gd name="T66" fmla="*/ 70 w 141"/>
                  <a:gd name="T67" fmla="*/ 56 h 187"/>
                  <a:gd name="T68" fmla="*/ 78 w 141"/>
                  <a:gd name="T69" fmla="*/ 40 h 187"/>
                  <a:gd name="T70" fmla="*/ 74 w 141"/>
                  <a:gd name="T71" fmla="*/ 29 h 187"/>
                  <a:gd name="T72" fmla="*/ 63 w 141"/>
                  <a:gd name="T73" fmla="*/ 24 h 187"/>
                  <a:gd name="T74" fmla="*/ 52 w 141"/>
                  <a:gd name="T75" fmla="*/ 28 h 187"/>
                  <a:gd name="T76" fmla="*/ 48 w 141"/>
                  <a:gd name="T77" fmla="*/ 38 h 187"/>
                  <a:gd name="T78" fmla="*/ 55 w 141"/>
                  <a:gd name="T79" fmla="*/ 53 h 187"/>
                  <a:gd name="T80" fmla="*/ 62 w 141"/>
                  <a:gd name="T81" fmla="*/ 63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41" h="187">
                    <a:moveTo>
                      <a:pt x="141" y="161"/>
                    </a:moveTo>
                    <a:cubicBezTo>
                      <a:pt x="124" y="187"/>
                      <a:pt x="124" y="187"/>
                      <a:pt x="124" y="187"/>
                    </a:cubicBezTo>
                    <a:cubicBezTo>
                      <a:pt x="115" y="182"/>
                      <a:pt x="107" y="175"/>
                      <a:pt x="99" y="167"/>
                    </a:cubicBezTo>
                    <a:cubicBezTo>
                      <a:pt x="93" y="173"/>
                      <a:pt x="86" y="178"/>
                      <a:pt x="79" y="181"/>
                    </a:cubicBezTo>
                    <a:cubicBezTo>
                      <a:pt x="72" y="184"/>
                      <a:pt x="64" y="186"/>
                      <a:pt x="54" y="186"/>
                    </a:cubicBezTo>
                    <a:cubicBezTo>
                      <a:pt x="35" y="186"/>
                      <a:pt x="21" y="179"/>
                      <a:pt x="12" y="167"/>
                    </a:cubicBezTo>
                    <a:cubicBezTo>
                      <a:pt x="4" y="157"/>
                      <a:pt x="0" y="146"/>
                      <a:pt x="0" y="133"/>
                    </a:cubicBezTo>
                    <a:cubicBezTo>
                      <a:pt x="0" y="122"/>
                      <a:pt x="3" y="111"/>
                      <a:pt x="9" y="102"/>
                    </a:cubicBezTo>
                    <a:cubicBezTo>
                      <a:pt x="15" y="93"/>
                      <a:pt x="24" y="85"/>
                      <a:pt x="35" y="78"/>
                    </a:cubicBezTo>
                    <a:cubicBezTo>
                      <a:pt x="30" y="71"/>
                      <a:pt x="26" y="64"/>
                      <a:pt x="24" y="58"/>
                    </a:cubicBezTo>
                    <a:cubicBezTo>
                      <a:pt x="21" y="51"/>
                      <a:pt x="20" y="45"/>
                      <a:pt x="20" y="39"/>
                    </a:cubicBezTo>
                    <a:cubicBezTo>
                      <a:pt x="20" y="28"/>
                      <a:pt x="23" y="19"/>
                      <a:pt x="31" y="12"/>
                    </a:cubicBezTo>
                    <a:cubicBezTo>
                      <a:pt x="38" y="4"/>
                      <a:pt x="49" y="0"/>
                      <a:pt x="62" y="0"/>
                    </a:cubicBezTo>
                    <a:cubicBezTo>
                      <a:pt x="75" y="0"/>
                      <a:pt x="86" y="4"/>
                      <a:pt x="93" y="12"/>
                    </a:cubicBezTo>
                    <a:cubicBezTo>
                      <a:pt x="100" y="20"/>
                      <a:pt x="104" y="30"/>
                      <a:pt x="104" y="41"/>
                    </a:cubicBezTo>
                    <a:cubicBezTo>
                      <a:pt x="104" y="48"/>
                      <a:pt x="102" y="55"/>
                      <a:pt x="99" y="62"/>
                    </a:cubicBezTo>
                    <a:cubicBezTo>
                      <a:pt x="95" y="68"/>
                      <a:pt x="88" y="76"/>
                      <a:pt x="76" y="84"/>
                    </a:cubicBezTo>
                    <a:cubicBezTo>
                      <a:pt x="98" y="117"/>
                      <a:pt x="98" y="117"/>
                      <a:pt x="98" y="117"/>
                    </a:cubicBezTo>
                    <a:cubicBezTo>
                      <a:pt x="100" y="111"/>
                      <a:pt x="102" y="105"/>
                      <a:pt x="104" y="96"/>
                    </a:cubicBezTo>
                    <a:cubicBezTo>
                      <a:pt x="130" y="103"/>
                      <a:pt x="130" y="103"/>
                      <a:pt x="130" y="103"/>
                    </a:cubicBezTo>
                    <a:cubicBezTo>
                      <a:pt x="128" y="114"/>
                      <a:pt x="125" y="122"/>
                      <a:pt x="124" y="127"/>
                    </a:cubicBezTo>
                    <a:cubicBezTo>
                      <a:pt x="122" y="133"/>
                      <a:pt x="120" y="137"/>
                      <a:pt x="117" y="140"/>
                    </a:cubicBezTo>
                    <a:cubicBezTo>
                      <a:pt x="121" y="144"/>
                      <a:pt x="125" y="148"/>
                      <a:pt x="130" y="152"/>
                    </a:cubicBezTo>
                    <a:cubicBezTo>
                      <a:pt x="135" y="156"/>
                      <a:pt x="139" y="159"/>
                      <a:pt x="141" y="161"/>
                    </a:cubicBezTo>
                    <a:close/>
                    <a:moveTo>
                      <a:pt x="50" y="100"/>
                    </a:moveTo>
                    <a:cubicBezTo>
                      <a:pt x="44" y="104"/>
                      <a:pt x="39" y="109"/>
                      <a:pt x="35" y="115"/>
                    </a:cubicBezTo>
                    <a:cubicBezTo>
                      <a:pt x="32" y="120"/>
                      <a:pt x="30" y="126"/>
                      <a:pt x="30" y="132"/>
                    </a:cubicBezTo>
                    <a:cubicBezTo>
                      <a:pt x="30" y="140"/>
                      <a:pt x="32" y="146"/>
                      <a:pt x="37" y="150"/>
                    </a:cubicBezTo>
                    <a:cubicBezTo>
                      <a:pt x="41" y="155"/>
                      <a:pt x="46" y="157"/>
                      <a:pt x="53" y="157"/>
                    </a:cubicBezTo>
                    <a:cubicBezTo>
                      <a:pt x="58" y="157"/>
                      <a:pt x="62" y="156"/>
                      <a:pt x="66" y="154"/>
                    </a:cubicBezTo>
                    <a:cubicBezTo>
                      <a:pt x="71" y="152"/>
                      <a:pt x="75" y="148"/>
                      <a:pt x="80" y="144"/>
                    </a:cubicBezTo>
                    <a:lnTo>
                      <a:pt x="50" y="100"/>
                    </a:lnTo>
                    <a:close/>
                    <a:moveTo>
                      <a:pt x="62" y="63"/>
                    </a:moveTo>
                    <a:cubicBezTo>
                      <a:pt x="70" y="56"/>
                      <a:pt x="70" y="56"/>
                      <a:pt x="70" y="56"/>
                    </a:cubicBezTo>
                    <a:cubicBezTo>
                      <a:pt x="76" y="51"/>
                      <a:pt x="78" y="45"/>
                      <a:pt x="78" y="40"/>
                    </a:cubicBezTo>
                    <a:cubicBezTo>
                      <a:pt x="78" y="36"/>
                      <a:pt x="77" y="32"/>
                      <a:pt x="74" y="29"/>
                    </a:cubicBezTo>
                    <a:cubicBezTo>
                      <a:pt x="71" y="26"/>
                      <a:pt x="68" y="24"/>
                      <a:pt x="63" y="24"/>
                    </a:cubicBezTo>
                    <a:cubicBezTo>
                      <a:pt x="58" y="24"/>
                      <a:pt x="55" y="26"/>
                      <a:pt x="52" y="28"/>
                    </a:cubicBezTo>
                    <a:cubicBezTo>
                      <a:pt x="49" y="31"/>
                      <a:pt x="48" y="34"/>
                      <a:pt x="48" y="38"/>
                    </a:cubicBezTo>
                    <a:cubicBezTo>
                      <a:pt x="48" y="42"/>
                      <a:pt x="50" y="47"/>
                      <a:pt x="55" y="53"/>
                    </a:cubicBezTo>
                    <a:lnTo>
                      <a:pt x="62" y="6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8" name="Freeform 43"/>
              <p:cNvSpPr>
                <a:spLocks/>
              </p:cNvSpPr>
              <p:nvPr/>
            </p:nvSpPr>
            <p:spPr bwMode="auto">
              <a:xfrm>
                <a:off x="-1445877" y="-1224774"/>
                <a:ext cx="45606" cy="68409"/>
              </a:xfrm>
              <a:custGeom>
                <a:avLst/>
                <a:gdLst>
                  <a:gd name="T0" fmla="*/ 22 w 58"/>
                  <a:gd name="T1" fmla="*/ 87 h 87"/>
                  <a:gd name="T2" fmla="*/ 22 w 58"/>
                  <a:gd name="T3" fmla="*/ 15 h 87"/>
                  <a:gd name="T4" fmla="*/ 0 w 58"/>
                  <a:gd name="T5" fmla="*/ 15 h 87"/>
                  <a:gd name="T6" fmla="*/ 0 w 58"/>
                  <a:gd name="T7" fmla="*/ 0 h 87"/>
                  <a:gd name="T8" fmla="*/ 58 w 58"/>
                  <a:gd name="T9" fmla="*/ 0 h 87"/>
                  <a:gd name="T10" fmla="*/ 58 w 58"/>
                  <a:gd name="T11" fmla="*/ 15 h 87"/>
                  <a:gd name="T12" fmla="*/ 36 w 58"/>
                  <a:gd name="T13" fmla="*/ 15 h 87"/>
                  <a:gd name="T14" fmla="*/ 36 w 58"/>
                  <a:gd name="T15" fmla="*/ 87 h 87"/>
                  <a:gd name="T16" fmla="*/ 22 w 58"/>
                  <a:gd name="T17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58" h="87">
                    <a:moveTo>
                      <a:pt x="22" y="87"/>
                    </a:moveTo>
                    <a:lnTo>
                      <a:pt x="22" y="15"/>
                    </a:lnTo>
                    <a:lnTo>
                      <a:pt x="0" y="15"/>
                    </a:lnTo>
                    <a:lnTo>
                      <a:pt x="0" y="0"/>
                    </a:lnTo>
                    <a:lnTo>
                      <a:pt x="58" y="0"/>
                    </a:lnTo>
                    <a:lnTo>
                      <a:pt x="58" y="15"/>
                    </a:lnTo>
                    <a:lnTo>
                      <a:pt x="36" y="15"/>
                    </a:lnTo>
                    <a:lnTo>
                      <a:pt x="36" y="87"/>
                    </a:lnTo>
                    <a:lnTo>
                      <a:pt x="22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9" name="Freeform 44"/>
              <p:cNvSpPr>
                <a:spLocks/>
              </p:cNvSpPr>
              <p:nvPr/>
            </p:nvSpPr>
            <p:spPr bwMode="auto">
              <a:xfrm>
                <a:off x="-1393194" y="-1224774"/>
                <a:ext cx="44033" cy="68409"/>
              </a:xfrm>
              <a:custGeom>
                <a:avLst/>
                <a:gdLst>
                  <a:gd name="T0" fmla="*/ 0 w 56"/>
                  <a:gd name="T1" fmla="*/ 87 h 87"/>
                  <a:gd name="T2" fmla="*/ 0 w 56"/>
                  <a:gd name="T3" fmla="*/ 0 h 87"/>
                  <a:gd name="T4" fmla="*/ 55 w 56"/>
                  <a:gd name="T5" fmla="*/ 0 h 87"/>
                  <a:gd name="T6" fmla="*/ 55 w 56"/>
                  <a:gd name="T7" fmla="*/ 15 h 87"/>
                  <a:gd name="T8" fmla="*/ 15 w 56"/>
                  <a:gd name="T9" fmla="*/ 15 h 87"/>
                  <a:gd name="T10" fmla="*/ 15 w 56"/>
                  <a:gd name="T11" fmla="*/ 34 h 87"/>
                  <a:gd name="T12" fmla="*/ 52 w 56"/>
                  <a:gd name="T13" fmla="*/ 34 h 87"/>
                  <a:gd name="T14" fmla="*/ 52 w 56"/>
                  <a:gd name="T15" fmla="*/ 49 h 87"/>
                  <a:gd name="T16" fmla="*/ 15 w 56"/>
                  <a:gd name="T17" fmla="*/ 49 h 87"/>
                  <a:gd name="T18" fmla="*/ 15 w 56"/>
                  <a:gd name="T19" fmla="*/ 72 h 87"/>
                  <a:gd name="T20" fmla="*/ 56 w 56"/>
                  <a:gd name="T21" fmla="*/ 72 h 87"/>
                  <a:gd name="T22" fmla="*/ 56 w 56"/>
                  <a:gd name="T23" fmla="*/ 87 h 87"/>
                  <a:gd name="T24" fmla="*/ 0 w 56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6" h="87">
                    <a:moveTo>
                      <a:pt x="0" y="87"/>
                    </a:moveTo>
                    <a:lnTo>
                      <a:pt x="0" y="0"/>
                    </a:lnTo>
                    <a:lnTo>
                      <a:pt x="55" y="0"/>
                    </a:lnTo>
                    <a:lnTo>
                      <a:pt x="55" y="15"/>
                    </a:lnTo>
                    <a:lnTo>
                      <a:pt x="15" y="15"/>
                    </a:lnTo>
                    <a:lnTo>
                      <a:pt x="15" y="34"/>
                    </a:lnTo>
                    <a:lnTo>
                      <a:pt x="52" y="34"/>
                    </a:lnTo>
                    <a:lnTo>
                      <a:pt x="52" y="49"/>
                    </a:lnTo>
                    <a:lnTo>
                      <a:pt x="15" y="49"/>
                    </a:lnTo>
                    <a:lnTo>
                      <a:pt x="15" y="72"/>
                    </a:lnTo>
                    <a:lnTo>
                      <a:pt x="56" y="72"/>
                    </a:lnTo>
                    <a:lnTo>
                      <a:pt x="56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0" name="Freeform 45"/>
              <p:cNvSpPr>
                <a:spLocks/>
              </p:cNvSpPr>
              <p:nvPr/>
            </p:nvSpPr>
            <p:spPr bwMode="auto">
              <a:xfrm>
                <a:off x="-1341298" y="-1225560"/>
                <a:ext cx="50324" cy="70768"/>
              </a:xfrm>
              <a:custGeom>
                <a:avLst/>
                <a:gdLst>
                  <a:gd name="T0" fmla="*/ 103 w 133"/>
                  <a:gd name="T1" fmla="*/ 117 h 186"/>
                  <a:gd name="T2" fmla="*/ 133 w 133"/>
                  <a:gd name="T3" fmla="*/ 128 h 186"/>
                  <a:gd name="T4" fmla="*/ 110 w 133"/>
                  <a:gd name="T5" fmla="*/ 171 h 186"/>
                  <a:gd name="T6" fmla="*/ 69 w 133"/>
                  <a:gd name="T7" fmla="*/ 186 h 186"/>
                  <a:gd name="T8" fmla="*/ 19 w 133"/>
                  <a:gd name="T9" fmla="*/ 161 h 186"/>
                  <a:gd name="T10" fmla="*/ 0 w 133"/>
                  <a:gd name="T11" fmla="*/ 94 h 186"/>
                  <a:gd name="T12" fmla="*/ 20 w 133"/>
                  <a:gd name="T13" fmla="*/ 25 h 186"/>
                  <a:gd name="T14" fmla="*/ 71 w 133"/>
                  <a:gd name="T15" fmla="*/ 0 h 186"/>
                  <a:gd name="T16" fmla="*/ 117 w 133"/>
                  <a:gd name="T17" fmla="*/ 20 h 186"/>
                  <a:gd name="T18" fmla="*/ 132 w 133"/>
                  <a:gd name="T19" fmla="*/ 53 h 186"/>
                  <a:gd name="T20" fmla="*/ 102 w 133"/>
                  <a:gd name="T21" fmla="*/ 61 h 186"/>
                  <a:gd name="T22" fmla="*/ 90 w 133"/>
                  <a:gd name="T23" fmla="*/ 39 h 186"/>
                  <a:gd name="T24" fmla="*/ 70 w 133"/>
                  <a:gd name="T25" fmla="*/ 31 h 186"/>
                  <a:gd name="T26" fmla="*/ 42 w 133"/>
                  <a:gd name="T27" fmla="*/ 45 h 186"/>
                  <a:gd name="T28" fmla="*/ 32 w 133"/>
                  <a:gd name="T29" fmla="*/ 92 h 186"/>
                  <a:gd name="T30" fmla="*/ 42 w 133"/>
                  <a:gd name="T31" fmla="*/ 140 h 186"/>
                  <a:gd name="T32" fmla="*/ 69 w 133"/>
                  <a:gd name="T33" fmla="*/ 155 h 186"/>
                  <a:gd name="T34" fmla="*/ 90 w 133"/>
                  <a:gd name="T35" fmla="*/ 145 h 186"/>
                  <a:gd name="T36" fmla="*/ 103 w 133"/>
                  <a:gd name="T37" fmla="*/ 117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133" h="186">
                    <a:moveTo>
                      <a:pt x="103" y="117"/>
                    </a:moveTo>
                    <a:cubicBezTo>
                      <a:pt x="133" y="128"/>
                      <a:pt x="133" y="128"/>
                      <a:pt x="133" y="128"/>
                    </a:cubicBezTo>
                    <a:cubicBezTo>
                      <a:pt x="128" y="147"/>
                      <a:pt x="120" y="162"/>
                      <a:pt x="110" y="171"/>
                    </a:cubicBezTo>
                    <a:cubicBezTo>
                      <a:pt x="99" y="181"/>
                      <a:pt x="86" y="186"/>
                      <a:pt x="69" y="186"/>
                    </a:cubicBezTo>
                    <a:cubicBezTo>
                      <a:pt x="49" y="186"/>
                      <a:pt x="32" y="177"/>
                      <a:pt x="19" y="161"/>
                    </a:cubicBezTo>
                    <a:cubicBezTo>
                      <a:pt x="6" y="145"/>
                      <a:pt x="0" y="123"/>
                      <a:pt x="0" y="94"/>
                    </a:cubicBezTo>
                    <a:cubicBezTo>
                      <a:pt x="0" y="65"/>
                      <a:pt x="7" y="41"/>
                      <a:pt x="20" y="25"/>
                    </a:cubicBezTo>
                    <a:cubicBezTo>
                      <a:pt x="33" y="8"/>
                      <a:pt x="50" y="0"/>
                      <a:pt x="71" y="0"/>
                    </a:cubicBezTo>
                    <a:cubicBezTo>
                      <a:pt x="90" y="0"/>
                      <a:pt x="105" y="7"/>
                      <a:pt x="117" y="20"/>
                    </a:cubicBezTo>
                    <a:cubicBezTo>
                      <a:pt x="124" y="27"/>
                      <a:pt x="129" y="38"/>
                      <a:pt x="132" y="53"/>
                    </a:cubicBezTo>
                    <a:cubicBezTo>
                      <a:pt x="102" y="61"/>
                      <a:pt x="102" y="61"/>
                      <a:pt x="102" y="61"/>
                    </a:cubicBezTo>
                    <a:cubicBezTo>
                      <a:pt x="100" y="52"/>
                      <a:pt x="96" y="44"/>
                      <a:pt x="90" y="39"/>
                    </a:cubicBezTo>
                    <a:cubicBezTo>
                      <a:pt x="85" y="34"/>
                      <a:pt x="78" y="31"/>
                      <a:pt x="70" y="31"/>
                    </a:cubicBezTo>
                    <a:cubicBezTo>
                      <a:pt x="58" y="31"/>
                      <a:pt x="49" y="36"/>
                      <a:pt x="42" y="45"/>
                    </a:cubicBezTo>
                    <a:cubicBezTo>
                      <a:pt x="35" y="55"/>
                      <a:pt x="32" y="70"/>
                      <a:pt x="32" y="92"/>
                    </a:cubicBezTo>
                    <a:cubicBezTo>
                      <a:pt x="32" y="114"/>
                      <a:pt x="35" y="130"/>
                      <a:pt x="42" y="140"/>
                    </a:cubicBezTo>
                    <a:cubicBezTo>
                      <a:pt x="49" y="150"/>
                      <a:pt x="58" y="155"/>
                      <a:pt x="69" y="155"/>
                    </a:cubicBezTo>
                    <a:cubicBezTo>
                      <a:pt x="77" y="155"/>
                      <a:pt x="84" y="151"/>
                      <a:pt x="90" y="145"/>
                    </a:cubicBezTo>
                    <a:cubicBezTo>
                      <a:pt x="96" y="139"/>
                      <a:pt x="100" y="130"/>
                      <a:pt x="103" y="11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1" name="Freeform 46"/>
              <p:cNvSpPr>
                <a:spLocks/>
              </p:cNvSpPr>
              <p:nvPr/>
            </p:nvSpPr>
            <p:spPr bwMode="auto">
              <a:xfrm>
                <a:off x="-1280754" y="-1224774"/>
                <a:ext cx="46392" cy="68409"/>
              </a:xfrm>
              <a:custGeom>
                <a:avLst/>
                <a:gdLst>
                  <a:gd name="T0" fmla="*/ 0 w 59"/>
                  <a:gd name="T1" fmla="*/ 87 h 87"/>
                  <a:gd name="T2" fmla="*/ 0 w 59"/>
                  <a:gd name="T3" fmla="*/ 0 h 87"/>
                  <a:gd name="T4" fmla="*/ 15 w 59"/>
                  <a:gd name="T5" fmla="*/ 0 h 87"/>
                  <a:gd name="T6" fmla="*/ 15 w 59"/>
                  <a:gd name="T7" fmla="*/ 35 h 87"/>
                  <a:gd name="T8" fmla="*/ 44 w 59"/>
                  <a:gd name="T9" fmla="*/ 35 h 87"/>
                  <a:gd name="T10" fmla="*/ 44 w 59"/>
                  <a:gd name="T11" fmla="*/ 0 h 87"/>
                  <a:gd name="T12" fmla="*/ 59 w 59"/>
                  <a:gd name="T13" fmla="*/ 0 h 87"/>
                  <a:gd name="T14" fmla="*/ 59 w 59"/>
                  <a:gd name="T15" fmla="*/ 87 h 87"/>
                  <a:gd name="T16" fmla="*/ 44 w 59"/>
                  <a:gd name="T17" fmla="*/ 87 h 87"/>
                  <a:gd name="T18" fmla="*/ 44 w 59"/>
                  <a:gd name="T19" fmla="*/ 49 h 87"/>
                  <a:gd name="T20" fmla="*/ 15 w 59"/>
                  <a:gd name="T21" fmla="*/ 49 h 87"/>
                  <a:gd name="T22" fmla="*/ 15 w 59"/>
                  <a:gd name="T23" fmla="*/ 87 h 87"/>
                  <a:gd name="T24" fmla="*/ 0 w 59"/>
                  <a:gd name="T25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9" h="87">
                    <a:moveTo>
                      <a:pt x="0" y="87"/>
                    </a:moveTo>
                    <a:lnTo>
                      <a:pt x="0" y="0"/>
                    </a:lnTo>
                    <a:lnTo>
                      <a:pt x="15" y="0"/>
                    </a:lnTo>
                    <a:lnTo>
                      <a:pt x="15" y="35"/>
                    </a:lnTo>
                    <a:lnTo>
                      <a:pt x="44" y="35"/>
                    </a:lnTo>
                    <a:lnTo>
                      <a:pt x="44" y="0"/>
                    </a:lnTo>
                    <a:lnTo>
                      <a:pt x="59" y="0"/>
                    </a:lnTo>
                    <a:lnTo>
                      <a:pt x="59" y="87"/>
                    </a:lnTo>
                    <a:lnTo>
                      <a:pt x="44" y="87"/>
                    </a:lnTo>
                    <a:lnTo>
                      <a:pt x="44" y="49"/>
                    </a:lnTo>
                    <a:lnTo>
                      <a:pt x="15" y="49"/>
                    </a:lnTo>
                    <a:lnTo>
                      <a:pt x="15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2" name="Freeform 47"/>
              <p:cNvSpPr>
                <a:spLocks/>
              </p:cNvSpPr>
              <p:nvPr/>
            </p:nvSpPr>
            <p:spPr bwMode="auto">
              <a:xfrm>
                <a:off x="-1222566" y="-1224774"/>
                <a:ext cx="45606" cy="68409"/>
              </a:xfrm>
              <a:custGeom>
                <a:avLst/>
                <a:gdLst>
                  <a:gd name="T0" fmla="*/ 0 w 58"/>
                  <a:gd name="T1" fmla="*/ 87 h 87"/>
                  <a:gd name="T2" fmla="*/ 0 w 58"/>
                  <a:gd name="T3" fmla="*/ 0 h 87"/>
                  <a:gd name="T4" fmla="*/ 14 w 58"/>
                  <a:gd name="T5" fmla="*/ 0 h 87"/>
                  <a:gd name="T6" fmla="*/ 44 w 58"/>
                  <a:gd name="T7" fmla="*/ 58 h 87"/>
                  <a:gd name="T8" fmla="*/ 44 w 58"/>
                  <a:gd name="T9" fmla="*/ 0 h 87"/>
                  <a:gd name="T10" fmla="*/ 58 w 58"/>
                  <a:gd name="T11" fmla="*/ 0 h 87"/>
                  <a:gd name="T12" fmla="*/ 58 w 58"/>
                  <a:gd name="T13" fmla="*/ 87 h 87"/>
                  <a:gd name="T14" fmla="*/ 43 w 58"/>
                  <a:gd name="T15" fmla="*/ 87 h 87"/>
                  <a:gd name="T16" fmla="*/ 14 w 58"/>
                  <a:gd name="T17" fmla="*/ 31 h 87"/>
                  <a:gd name="T18" fmla="*/ 14 w 58"/>
                  <a:gd name="T19" fmla="*/ 87 h 87"/>
                  <a:gd name="T20" fmla="*/ 0 w 58"/>
                  <a:gd name="T21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58" h="87">
                    <a:moveTo>
                      <a:pt x="0" y="87"/>
                    </a:moveTo>
                    <a:lnTo>
                      <a:pt x="0" y="0"/>
                    </a:lnTo>
                    <a:lnTo>
                      <a:pt x="14" y="0"/>
                    </a:lnTo>
                    <a:lnTo>
                      <a:pt x="44" y="58"/>
                    </a:lnTo>
                    <a:lnTo>
                      <a:pt x="44" y="0"/>
                    </a:lnTo>
                    <a:lnTo>
                      <a:pt x="58" y="0"/>
                    </a:lnTo>
                    <a:lnTo>
                      <a:pt x="58" y="87"/>
                    </a:lnTo>
                    <a:lnTo>
                      <a:pt x="43" y="87"/>
                    </a:lnTo>
                    <a:lnTo>
                      <a:pt x="14" y="31"/>
                    </a:lnTo>
                    <a:lnTo>
                      <a:pt x="14" y="87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3" name="Freeform 48"/>
              <p:cNvSpPr>
                <a:spLocks noEditPoints="1"/>
              </p:cNvSpPr>
              <p:nvPr/>
            </p:nvSpPr>
            <p:spPr bwMode="auto">
              <a:xfrm>
                <a:off x="-1166739" y="-1225560"/>
                <a:ext cx="55828" cy="70768"/>
              </a:xfrm>
              <a:custGeom>
                <a:avLst/>
                <a:gdLst>
                  <a:gd name="T0" fmla="*/ 0 w 148"/>
                  <a:gd name="T1" fmla="*/ 94 h 186"/>
                  <a:gd name="T2" fmla="*/ 7 w 148"/>
                  <a:gd name="T3" fmla="*/ 48 h 186"/>
                  <a:gd name="T4" fmla="*/ 21 w 148"/>
                  <a:gd name="T5" fmla="*/ 23 h 186"/>
                  <a:gd name="T6" fmla="*/ 41 w 148"/>
                  <a:gd name="T7" fmla="*/ 7 h 186"/>
                  <a:gd name="T8" fmla="*/ 74 w 148"/>
                  <a:gd name="T9" fmla="*/ 0 h 186"/>
                  <a:gd name="T10" fmla="*/ 128 w 148"/>
                  <a:gd name="T11" fmla="*/ 25 h 186"/>
                  <a:gd name="T12" fmla="*/ 148 w 148"/>
                  <a:gd name="T13" fmla="*/ 93 h 186"/>
                  <a:gd name="T14" fmla="*/ 128 w 148"/>
                  <a:gd name="T15" fmla="*/ 161 h 186"/>
                  <a:gd name="T16" fmla="*/ 74 w 148"/>
                  <a:gd name="T17" fmla="*/ 186 h 186"/>
                  <a:gd name="T18" fmla="*/ 20 w 148"/>
                  <a:gd name="T19" fmla="*/ 161 h 186"/>
                  <a:gd name="T20" fmla="*/ 0 w 148"/>
                  <a:gd name="T21" fmla="*/ 94 h 186"/>
                  <a:gd name="T22" fmla="*/ 32 w 148"/>
                  <a:gd name="T23" fmla="*/ 93 h 186"/>
                  <a:gd name="T24" fmla="*/ 44 w 148"/>
                  <a:gd name="T25" fmla="*/ 139 h 186"/>
                  <a:gd name="T26" fmla="*/ 74 w 148"/>
                  <a:gd name="T27" fmla="*/ 155 h 186"/>
                  <a:gd name="T28" fmla="*/ 104 w 148"/>
                  <a:gd name="T29" fmla="*/ 139 h 186"/>
                  <a:gd name="T30" fmla="*/ 116 w 148"/>
                  <a:gd name="T31" fmla="*/ 92 h 186"/>
                  <a:gd name="T32" fmla="*/ 105 w 148"/>
                  <a:gd name="T33" fmla="*/ 46 h 186"/>
                  <a:gd name="T34" fmla="*/ 74 w 148"/>
                  <a:gd name="T35" fmla="*/ 31 h 186"/>
                  <a:gd name="T36" fmla="*/ 43 w 148"/>
                  <a:gd name="T37" fmla="*/ 46 h 186"/>
                  <a:gd name="T38" fmla="*/ 32 w 148"/>
                  <a:gd name="T39" fmla="*/ 93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8" h="186">
                    <a:moveTo>
                      <a:pt x="0" y="94"/>
                    </a:moveTo>
                    <a:cubicBezTo>
                      <a:pt x="0" y="76"/>
                      <a:pt x="2" y="60"/>
                      <a:pt x="7" y="48"/>
                    </a:cubicBezTo>
                    <a:cubicBezTo>
                      <a:pt x="11" y="39"/>
                      <a:pt x="15" y="31"/>
                      <a:pt x="21" y="23"/>
                    </a:cubicBezTo>
                    <a:cubicBezTo>
                      <a:pt x="27" y="16"/>
                      <a:pt x="34" y="11"/>
                      <a:pt x="41" y="7"/>
                    </a:cubicBezTo>
                    <a:cubicBezTo>
                      <a:pt x="50" y="3"/>
                      <a:pt x="61" y="0"/>
                      <a:pt x="74" y="0"/>
                    </a:cubicBezTo>
                    <a:cubicBezTo>
                      <a:pt x="96" y="0"/>
                      <a:pt x="114" y="8"/>
                      <a:pt x="128" y="25"/>
                    </a:cubicBezTo>
                    <a:cubicBezTo>
                      <a:pt x="141" y="41"/>
                      <a:pt x="148" y="64"/>
                      <a:pt x="148" y="93"/>
                    </a:cubicBezTo>
                    <a:cubicBezTo>
                      <a:pt x="148" y="122"/>
                      <a:pt x="141" y="145"/>
                      <a:pt x="128" y="161"/>
                    </a:cubicBezTo>
                    <a:cubicBezTo>
                      <a:pt x="115" y="177"/>
                      <a:pt x="97" y="186"/>
                      <a:pt x="74" y="186"/>
                    </a:cubicBezTo>
                    <a:cubicBezTo>
                      <a:pt x="52" y="186"/>
                      <a:pt x="34" y="177"/>
                      <a:pt x="20" y="161"/>
                    </a:cubicBezTo>
                    <a:cubicBezTo>
                      <a:pt x="7" y="145"/>
                      <a:pt x="0" y="122"/>
                      <a:pt x="0" y="94"/>
                    </a:cubicBezTo>
                    <a:close/>
                    <a:moveTo>
                      <a:pt x="32" y="93"/>
                    </a:moveTo>
                    <a:cubicBezTo>
                      <a:pt x="32" y="113"/>
                      <a:pt x="36" y="128"/>
                      <a:pt x="44" y="139"/>
                    </a:cubicBezTo>
                    <a:cubicBezTo>
                      <a:pt x="52" y="149"/>
                      <a:pt x="62" y="155"/>
                      <a:pt x="74" y="155"/>
                    </a:cubicBezTo>
                    <a:cubicBezTo>
                      <a:pt x="86" y="155"/>
                      <a:pt x="97" y="149"/>
                      <a:pt x="104" y="139"/>
                    </a:cubicBezTo>
                    <a:cubicBezTo>
                      <a:pt x="112" y="129"/>
                      <a:pt x="116" y="113"/>
                      <a:pt x="116" y="92"/>
                    </a:cubicBezTo>
                    <a:cubicBezTo>
                      <a:pt x="116" y="72"/>
                      <a:pt x="112" y="56"/>
                      <a:pt x="105" y="46"/>
                    </a:cubicBezTo>
                    <a:cubicBezTo>
                      <a:pt x="97" y="36"/>
                      <a:pt x="87" y="31"/>
                      <a:pt x="74" y="31"/>
                    </a:cubicBezTo>
                    <a:cubicBezTo>
                      <a:pt x="61" y="31"/>
                      <a:pt x="51" y="36"/>
                      <a:pt x="43" y="46"/>
                    </a:cubicBezTo>
                    <a:cubicBezTo>
                      <a:pt x="36" y="57"/>
                      <a:pt x="32" y="72"/>
                      <a:pt x="32" y="9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4" name="Freeform 49"/>
              <p:cNvSpPr>
                <a:spLocks/>
              </p:cNvSpPr>
              <p:nvPr/>
            </p:nvSpPr>
            <p:spPr bwMode="auto">
              <a:xfrm>
                <a:off x="-1101475" y="-1223987"/>
                <a:ext cx="40102" cy="67622"/>
              </a:xfrm>
              <a:custGeom>
                <a:avLst/>
                <a:gdLst>
                  <a:gd name="T0" fmla="*/ 0 w 51"/>
                  <a:gd name="T1" fmla="*/ 86 h 86"/>
                  <a:gd name="T2" fmla="*/ 0 w 51"/>
                  <a:gd name="T3" fmla="*/ 0 h 86"/>
                  <a:gd name="T4" fmla="*/ 14 w 51"/>
                  <a:gd name="T5" fmla="*/ 0 h 86"/>
                  <a:gd name="T6" fmla="*/ 14 w 51"/>
                  <a:gd name="T7" fmla="*/ 71 h 86"/>
                  <a:gd name="T8" fmla="*/ 51 w 51"/>
                  <a:gd name="T9" fmla="*/ 71 h 86"/>
                  <a:gd name="T10" fmla="*/ 51 w 51"/>
                  <a:gd name="T11" fmla="*/ 86 h 86"/>
                  <a:gd name="T12" fmla="*/ 0 w 51"/>
                  <a:gd name="T13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1" h="86">
                    <a:moveTo>
                      <a:pt x="0" y="86"/>
                    </a:moveTo>
                    <a:lnTo>
                      <a:pt x="0" y="0"/>
                    </a:lnTo>
                    <a:lnTo>
                      <a:pt x="14" y="0"/>
                    </a:lnTo>
                    <a:lnTo>
                      <a:pt x="14" y="71"/>
                    </a:lnTo>
                    <a:lnTo>
                      <a:pt x="51" y="71"/>
                    </a:lnTo>
                    <a:lnTo>
                      <a:pt x="51" y="86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5" name="Freeform 50"/>
              <p:cNvSpPr>
                <a:spLocks noEditPoints="1"/>
              </p:cNvSpPr>
              <p:nvPr/>
            </p:nvSpPr>
            <p:spPr bwMode="auto">
              <a:xfrm>
                <a:off x="-1055083" y="-1225560"/>
                <a:ext cx="55828" cy="70768"/>
              </a:xfrm>
              <a:custGeom>
                <a:avLst/>
                <a:gdLst>
                  <a:gd name="T0" fmla="*/ 0 w 147"/>
                  <a:gd name="T1" fmla="*/ 94 h 186"/>
                  <a:gd name="T2" fmla="*/ 7 w 147"/>
                  <a:gd name="T3" fmla="*/ 48 h 186"/>
                  <a:gd name="T4" fmla="*/ 21 w 147"/>
                  <a:gd name="T5" fmla="*/ 23 h 186"/>
                  <a:gd name="T6" fmla="*/ 40 w 147"/>
                  <a:gd name="T7" fmla="*/ 7 h 186"/>
                  <a:gd name="T8" fmla="*/ 73 w 147"/>
                  <a:gd name="T9" fmla="*/ 0 h 186"/>
                  <a:gd name="T10" fmla="*/ 127 w 147"/>
                  <a:gd name="T11" fmla="*/ 25 h 186"/>
                  <a:gd name="T12" fmla="*/ 147 w 147"/>
                  <a:gd name="T13" fmla="*/ 93 h 186"/>
                  <a:gd name="T14" fmla="*/ 127 w 147"/>
                  <a:gd name="T15" fmla="*/ 161 h 186"/>
                  <a:gd name="T16" fmla="*/ 74 w 147"/>
                  <a:gd name="T17" fmla="*/ 186 h 186"/>
                  <a:gd name="T18" fmla="*/ 20 w 147"/>
                  <a:gd name="T19" fmla="*/ 161 h 186"/>
                  <a:gd name="T20" fmla="*/ 0 w 147"/>
                  <a:gd name="T21" fmla="*/ 94 h 186"/>
                  <a:gd name="T22" fmla="*/ 31 w 147"/>
                  <a:gd name="T23" fmla="*/ 93 h 186"/>
                  <a:gd name="T24" fmla="*/ 43 w 147"/>
                  <a:gd name="T25" fmla="*/ 139 h 186"/>
                  <a:gd name="T26" fmla="*/ 74 w 147"/>
                  <a:gd name="T27" fmla="*/ 155 h 186"/>
                  <a:gd name="T28" fmla="*/ 104 w 147"/>
                  <a:gd name="T29" fmla="*/ 139 h 186"/>
                  <a:gd name="T30" fmla="*/ 116 w 147"/>
                  <a:gd name="T31" fmla="*/ 92 h 186"/>
                  <a:gd name="T32" fmla="*/ 104 w 147"/>
                  <a:gd name="T33" fmla="*/ 46 h 186"/>
                  <a:gd name="T34" fmla="*/ 74 w 147"/>
                  <a:gd name="T35" fmla="*/ 31 h 186"/>
                  <a:gd name="T36" fmla="*/ 43 w 147"/>
                  <a:gd name="T37" fmla="*/ 46 h 186"/>
                  <a:gd name="T38" fmla="*/ 31 w 147"/>
                  <a:gd name="T39" fmla="*/ 93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7" h="186">
                    <a:moveTo>
                      <a:pt x="0" y="94"/>
                    </a:moveTo>
                    <a:cubicBezTo>
                      <a:pt x="0" y="76"/>
                      <a:pt x="2" y="60"/>
                      <a:pt x="7" y="48"/>
                    </a:cubicBezTo>
                    <a:cubicBezTo>
                      <a:pt x="10" y="39"/>
                      <a:pt x="15" y="31"/>
                      <a:pt x="21" y="23"/>
                    </a:cubicBezTo>
                    <a:cubicBezTo>
                      <a:pt x="27" y="16"/>
                      <a:pt x="33" y="11"/>
                      <a:pt x="40" y="7"/>
                    </a:cubicBezTo>
                    <a:cubicBezTo>
                      <a:pt x="50" y="3"/>
                      <a:pt x="61" y="0"/>
                      <a:pt x="73" y="0"/>
                    </a:cubicBezTo>
                    <a:cubicBezTo>
                      <a:pt x="96" y="0"/>
                      <a:pt x="114" y="8"/>
                      <a:pt x="127" y="25"/>
                    </a:cubicBezTo>
                    <a:cubicBezTo>
                      <a:pt x="141" y="41"/>
                      <a:pt x="147" y="64"/>
                      <a:pt x="147" y="93"/>
                    </a:cubicBezTo>
                    <a:cubicBezTo>
                      <a:pt x="147" y="122"/>
                      <a:pt x="141" y="145"/>
                      <a:pt x="127" y="161"/>
                    </a:cubicBezTo>
                    <a:cubicBezTo>
                      <a:pt x="114" y="177"/>
                      <a:pt x="96" y="186"/>
                      <a:pt x="74" y="186"/>
                    </a:cubicBezTo>
                    <a:cubicBezTo>
                      <a:pt x="51" y="186"/>
                      <a:pt x="33" y="177"/>
                      <a:pt x="20" y="161"/>
                    </a:cubicBezTo>
                    <a:cubicBezTo>
                      <a:pt x="6" y="145"/>
                      <a:pt x="0" y="122"/>
                      <a:pt x="0" y="94"/>
                    </a:cubicBezTo>
                    <a:close/>
                    <a:moveTo>
                      <a:pt x="31" y="93"/>
                    </a:moveTo>
                    <a:cubicBezTo>
                      <a:pt x="31" y="113"/>
                      <a:pt x="35" y="128"/>
                      <a:pt x="43" y="139"/>
                    </a:cubicBezTo>
                    <a:cubicBezTo>
                      <a:pt x="51" y="149"/>
                      <a:pt x="61" y="155"/>
                      <a:pt x="74" y="155"/>
                    </a:cubicBezTo>
                    <a:cubicBezTo>
                      <a:pt x="86" y="155"/>
                      <a:pt x="96" y="149"/>
                      <a:pt x="104" y="139"/>
                    </a:cubicBezTo>
                    <a:cubicBezTo>
                      <a:pt x="112" y="129"/>
                      <a:pt x="116" y="113"/>
                      <a:pt x="116" y="92"/>
                    </a:cubicBezTo>
                    <a:cubicBezTo>
                      <a:pt x="116" y="72"/>
                      <a:pt x="112" y="56"/>
                      <a:pt x="104" y="46"/>
                    </a:cubicBezTo>
                    <a:cubicBezTo>
                      <a:pt x="97" y="36"/>
                      <a:pt x="86" y="31"/>
                      <a:pt x="74" y="31"/>
                    </a:cubicBezTo>
                    <a:cubicBezTo>
                      <a:pt x="61" y="31"/>
                      <a:pt x="51" y="36"/>
                      <a:pt x="43" y="46"/>
                    </a:cubicBezTo>
                    <a:cubicBezTo>
                      <a:pt x="35" y="57"/>
                      <a:pt x="31" y="72"/>
                      <a:pt x="31" y="9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6" name="Freeform 51"/>
              <p:cNvSpPr>
                <a:spLocks/>
              </p:cNvSpPr>
              <p:nvPr/>
            </p:nvSpPr>
            <p:spPr bwMode="auto">
              <a:xfrm>
                <a:off x="-992178" y="-1225560"/>
                <a:ext cx="54255" cy="70768"/>
              </a:xfrm>
              <a:custGeom>
                <a:avLst/>
                <a:gdLst>
                  <a:gd name="T0" fmla="*/ 76 w 143"/>
                  <a:gd name="T1" fmla="*/ 117 h 186"/>
                  <a:gd name="T2" fmla="*/ 76 w 143"/>
                  <a:gd name="T3" fmla="*/ 86 h 186"/>
                  <a:gd name="T4" fmla="*/ 143 w 143"/>
                  <a:gd name="T5" fmla="*/ 86 h 186"/>
                  <a:gd name="T6" fmla="*/ 143 w 143"/>
                  <a:gd name="T7" fmla="*/ 158 h 186"/>
                  <a:gd name="T8" fmla="*/ 115 w 143"/>
                  <a:gd name="T9" fmla="*/ 177 h 186"/>
                  <a:gd name="T10" fmla="*/ 77 w 143"/>
                  <a:gd name="T11" fmla="*/ 186 h 186"/>
                  <a:gd name="T12" fmla="*/ 36 w 143"/>
                  <a:gd name="T13" fmla="*/ 174 h 186"/>
                  <a:gd name="T14" fmla="*/ 9 w 143"/>
                  <a:gd name="T15" fmla="*/ 140 h 186"/>
                  <a:gd name="T16" fmla="*/ 0 w 143"/>
                  <a:gd name="T17" fmla="*/ 92 h 186"/>
                  <a:gd name="T18" fmla="*/ 10 w 143"/>
                  <a:gd name="T19" fmla="*/ 42 h 186"/>
                  <a:gd name="T20" fmla="*/ 39 w 143"/>
                  <a:gd name="T21" fmla="*/ 9 h 186"/>
                  <a:gd name="T22" fmla="*/ 76 w 143"/>
                  <a:gd name="T23" fmla="*/ 0 h 186"/>
                  <a:gd name="T24" fmla="*/ 120 w 143"/>
                  <a:gd name="T25" fmla="*/ 14 h 186"/>
                  <a:gd name="T26" fmla="*/ 141 w 143"/>
                  <a:gd name="T27" fmla="*/ 53 h 186"/>
                  <a:gd name="T28" fmla="*/ 110 w 143"/>
                  <a:gd name="T29" fmla="*/ 60 h 186"/>
                  <a:gd name="T30" fmla="*/ 98 w 143"/>
                  <a:gd name="T31" fmla="*/ 39 h 186"/>
                  <a:gd name="T32" fmla="*/ 76 w 143"/>
                  <a:gd name="T33" fmla="*/ 31 h 186"/>
                  <a:gd name="T34" fmla="*/ 44 w 143"/>
                  <a:gd name="T35" fmla="*/ 46 h 186"/>
                  <a:gd name="T36" fmla="*/ 32 w 143"/>
                  <a:gd name="T37" fmla="*/ 91 h 186"/>
                  <a:gd name="T38" fmla="*/ 44 w 143"/>
                  <a:gd name="T39" fmla="*/ 139 h 186"/>
                  <a:gd name="T40" fmla="*/ 75 w 143"/>
                  <a:gd name="T41" fmla="*/ 155 h 186"/>
                  <a:gd name="T42" fmla="*/ 95 w 143"/>
                  <a:gd name="T43" fmla="*/ 150 h 186"/>
                  <a:gd name="T44" fmla="*/ 112 w 143"/>
                  <a:gd name="T45" fmla="*/ 139 h 186"/>
                  <a:gd name="T46" fmla="*/ 112 w 143"/>
                  <a:gd name="T47" fmla="*/ 117 h 186"/>
                  <a:gd name="T48" fmla="*/ 76 w 143"/>
                  <a:gd name="T49" fmla="*/ 117 h 1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43" h="186">
                    <a:moveTo>
                      <a:pt x="76" y="117"/>
                    </a:moveTo>
                    <a:cubicBezTo>
                      <a:pt x="76" y="86"/>
                      <a:pt x="76" y="86"/>
                      <a:pt x="76" y="86"/>
                    </a:cubicBezTo>
                    <a:cubicBezTo>
                      <a:pt x="143" y="86"/>
                      <a:pt x="143" y="86"/>
                      <a:pt x="143" y="86"/>
                    </a:cubicBezTo>
                    <a:cubicBezTo>
                      <a:pt x="143" y="158"/>
                      <a:pt x="143" y="158"/>
                      <a:pt x="143" y="158"/>
                    </a:cubicBezTo>
                    <a:cubicBezTo>
                      <a:pt x="136" y="165"/>
                      <a:pt x="127" y="172"/>
                      <a:pt x="115" y="177"/>
                    </a:cubicBezTo>
                    <a:cubicBezTo>
                      <a:pt x="102" y="183"/>
                      <a:pt x="90" y="186"/>
                      <a:pt x="77" y="186"/>
                    </a:cubicBezTo>
                    <a:cubicBezTo>
                      <a:pt x="62" y="186"/>
                      <a:pt x="48" y="182"/>
                      <a:pt x="36" y="174"/>
                    </a:cubicBezTo>
                    <a:cubicBezTo>
                      <a:pt x="24" y="166"/>
                      <a:pt x="15" y="155"/>
                      <a:pt x="9" y="140"/>
                    </a:cubicBezTo>
                    <a:cubicBezTo>
                      <a:pt x="3" y="125"/>
                      <a:pt x="0" y="109"/>
                      <a:pt x="0" y="92"/>
                    </a:cubicBezTo>
                    <a:cubicBezTo>
                      <a:pt x="0" y="74"/>
                      <a:pt x="3" y="57"/>
                      <a:pt x="10" y="42"/>
                    </a:cubicBezTo>
                    <a:cubicBezTo>
                      <a:pt x="17" y="28"/>
                      <a:pt x="27" y="17"/>
                      <a:pt x="39" y="9"/>
                    </a:cubicBezTo>
                    <a:cubicBezTo>
                      <a:pt x="49" y="3"/>
                      <a:pt x="61" y="0"/>
                      <a:pt x="76" y="0"/>
                    </a:cubicBezTo>
                    <a:cubicBezTo>
                      <a:pt x="95" y="0"/>
                      <a:pt x="109" y="5"/>
                      <a:pt x="120" y="14"/>
                    </a:cubicBezTo>
                    <a:cubicBezTo>
                      <a:pt x="131" y="24"/>
                      <a:pt x="138" y="36"/>
                      <a:pt x="141" y="53"/>
                    </a:cubicBezTo>
                    <a:cubicBezTo>
                      <a:pt x="110" y="60"/>
                      <a:pt x="110" y="60"/>
                      <a:pt x="110" y="60"/>
                    </a:cubicBezTo>
                    <a:cubicBezTo>
                      <a:pt x="108" y="51"/>
                      <a:pt x="104" y="44"/>
                      <a:pt x="98" y="39"/>
                    </a:cubicBezTo>
                    <a:cubicBezTo>
                      <a:pt x="92" y="34"/>
                      <a:pt x="85" y="31"/>
                      <a:pt x="76" y="31"/>
                    </a:cubicBezTo>
                    <a:cubicBezTo>
                      <a:pt x="62" y="31"/>
                      <a:pt x="52" y="36"/>
                      <a:pt x="44" y="46"/>
                    </a:cubicBezTo>
                    <a:cubicBezTo>
                      <a:pt x="36" y="56"/>
                      <a:pt x="32" y="71"/>
                      <a:pt x="32" y="91"/>
                    </a:cubicBezTo>
                    <a:cubicBezTo>
                      <a:pt x="32" y="112"/>
                      <a:pt x="36" y="128"/>
                      <a:pt x="44" y="139"/>
                    </a:cubicBezTo>
                    <a:cubicBezTo>
                      <a:pt x="52" y="149"/>
                      <a:pt x="62" y="155"/>
                      <a:pt x="75" y="155"/>
                    </a:cubicBezTo>
                    <a:cubicBezTo>
                      <a:pt x="82" y="155"/>
                      <a:pt x="88" y="153"/>
                      <a:pt x="95" y="150"/>
                    </a:cubicBezTo>
                    <a:cubicBezTo>
                      <a:pt x="101" y="147"/>
                      <a:pt x="107" y="144"/>
                      <a:pt x="112" y="139"/>
                    </a:cubicBezTo>
                    <a:cubicBezTo>
                      <a:pt x="112" y="117"/>
                      <a:pt x="112" y="117"/>
                      <a:pt x="112" y="117"/>
                    </a:cubicBezTo>
                    <a:lnTo>
                      <a:pt x="76" y="11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27" name="Freeform 52"/>
              <p:cNvSpPr>
                <a:spLocks/>
              </p:cNvSpPr>
              <p:nvPr/>
            </p:nvSpPr>
            <p:spPr bwMode="auto">
              <a:xfrm>
                <a:off x="-933206" y="-1224774"/>
                <a:ext cx="53469" cy="68409"/>
              </a:xfrm>
              <a:custGeom>
                <a:avLst/>
                <a:gdLst>
                  <a:gd name="T0" fmla="*/ 26 w 68"/>
                  <a:gd name="T1" fmla="*/ 87 h 87"/>
                  <a:gd name="T2" fmla="*/ 26 w 68"/>
                  <a:gd name="T3" fmla="*/ 51 h 87"/>
                  <a:gd name="T4" fmla="*/ 0 w 68"/>
                  <a:gd name="T5" fmla="*/ 0 h 87"/>
                  <a:gd name="T6" fmla="*/ 17 w 68"/>
                  <a:gd name="T7" fmla="*/ 0 h 87"/>
                  <a:gd name="T8" fmla="*/ 34 w 68"/>
                  <a:gd name="T9" fmla="*/ 35 h 87"/>
                  <a:gd name="T10" fmla="*/ 51 w 68"/>
                  <a:gd name="T11" fmla="*/ 0 h 87"/>
                  <a:gd name="T12" fmla="*/ 68 w 68"/>
                  <a:gd name="T13" fmla="*/ 0 h 87"/>
                  <a:gd name="T14" fmla="*/ 41 w 68"/>
                  <a:gd name="T15" fmla="*/ 51 h 87"/>
                  <a:gd name="T16" fmla="*/ 41 w 68"/>
                  <a:gd name="T17" fmla="*/ 87 h 87"/>
                  <a:gd name="T18" fmla="*/ 26 w 68"/>
                  <a:gd name="T1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68" h="87">
                    <a:moveTo>
                      <a:pt x="26" y="87"/>
                    </a:moveTo>
                    <a:lnTo>
                      <a:pt x="26" y="51"/>
                    </a:lnTo>
                    <a:lnTo>
                      <a:pt x="0" y="0"/>
                    </a:lnTo>
                    <a:lnTo>
                      <a:pt x="17" y="0"/>
                    </a:lnTo>
                    <a:lnTo>
                      <a:pt x="34" y="35"/>
                    </a:lnTo>
                    <a:lnTo>
                      <a:pt x="51" y="0"/>
                    </a:lnTo>
                    <a:lnTo>
                      <a:pt x="68" y="0"/>
                    </a:lnTo>
                    <a:lnTo>
                      <a:pt x="41" y="51"/>
                    </a:lnTo>
                    <a:lnTo>
                      <a:pt x="41" y="87"/>
                    </a:lnTo>
                    <a:lnTo>
                      <a:pt x="26" y="87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42334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BFBFBF"/>
              </a:gs>
              <a:gs pos="100000">
                <a:srgbClr val="891D86">
                  <a:alpha val="22000"/>
                </a:srgbClr>
              </a:gs>
              <a:gs pos="0">
                <a:srgbClr val="891D86"/>
              </a:gs>
              <a:gs pos="100000">
                <a:schemeClr val="bg1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74000"/>
                    </a14:imgEffect>
                  </a14:imgLayer>
                </a14:imgProps>
              </a:ext>
            </a:extLst>
          </a:blip>
          <a:srcRect l="7128" t="22899" b="23734"/>
          <a:stretch/>
        </p:blipFill>
        <p:spPr>
          <a:xfrm>
            <a:off x="49564" y="3835037"/>
            <a:ext cx="12092872" cy="30635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89554" y="1302076"/>
            <a:ext cx="912302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毕业论文答辩</a:t>
            </a:r>
            <a:r>
              <a:rPr lang="en-US" altLang="zh-CN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PPT</a:t>
            </a:r>
            <a:r>
              <a:rPr lang="zh-CN" altLang="en-US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模板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67329" y="2625872"/>
            <a:ext cx="9239249" cy="588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答辩人：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        </a:t>
            </a: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指导老师：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 </a:t>
            </a:r>
            <a:endParaRPr lang="zh-CN" altLang="en-US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32" name="组合 131"/>
          <p:cNvGrpSpPr/>
          <p:nvPr/>
        </p:nvGrpSpPr>
        <p:grpSpPr>
          <a:xfrm>
            <a:off x="349734" y="906384"/>
            <a:ext cx="1890086" cy="1880911"/>
            <a:chOff x="-1947863" y="-249238"/>
            <a:chExt cx="1308100" cy="1301750"/>
          </a:xfrm>
        </p:grpSpPr>
        <p:sp>
          <p:nvSpPr>
            <p:cNvPr id="57" name="Freeform 53"/>
            <p:cNvSpPr>
              <a:spLocks noEditPoints="1"/>
            </p:cNvSpPr>
            <p:nvPr/>
          </p:nvSpPr>
          <p:spPr bwMode="auto">
            <a:xfrm>
              <a:off x="-1947863" y="-249238"/>
              <a:ext cx="1308100" cy="1301750"/>
            </a:xfrm>
            <a:custGeom>
              <a:avLst/>
              <a:gdLst>
                <a:gd name="T0" fmla="*/ 421 w 842"/>
                <a:gd name="T1" fmla="*/ 0 h 841"/>
                <a:gd name="T2" fmla="*/ 0 w 842"/>
                <a:gd name="T3" fmla="*/ 421 h 841"/>
                <a:gd name="T4" fmla="*/ 421 w 842"/>
                <a:gd name="T5" fmla="*/ 841 h 841"/>
                <a:gd name="T6" fmla="*/ 842 w 842"/>
                <a:gd name="T7" fmla="*/ 421 h 841"/>
                <a:gd name="T8" fmla="*/ 421 w 842"/>
                <a:gd name="T9" fmla="*/ 0 h 841"/>
                <a:gd name="T10" fmla="*/ 421 w 842"/>
                <a:gd name="T11" fmla="*/ 832 h 841"/>
                <a:gd name="T12" fmla="*/ 10 w 842"/>
                <a:gd name="T13" fmla="*/ 421 h 841"/>
                <a:gd name="T14" fmla="*/ 421 w 842"/>
                <a:gd name="T15" fmla="*/ 9 h 841"/>
                <a:gd name="T16" fmla="*/ 832 w 842"/>
                <a:gd name="T17" fmla="*/ 421 h 841"/>
                <a:gd name="T18" fmla="*/ 421 w 842"/>
                <a:gd name="T19" fmla="*/ 832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42" h="841">
                  <a:moveTo>
                    <a:pt x="421" y="0"/>
                  </a:moveTo>
                  <a:cubicBezTo>
                    <a:pt x="189" y="0"/>
                    <a:pt x="0" y="188"/>
                    <a:pt x="0" y="421"/>
                  </a:cubicBezTo>
                  <a:cubicBezTo>
                    <a:pt x="0" y="653"/>
                    <a:pt x="189" y="841"/>
                    <a:pt x="421" y="841"/>
                  </a:cubicBezTo>
                  <a:cubicBezTo>
                    <a:pt x="653" y="841"/>
                    <a:pt x="842" y="653"/>
                    <a:pt x="842" y="421"/>
                  </a:cubicBezTo>
                  <a:cubicBezTo>
                    <a:pt x="842" y="188"/>
                    <a:pt x="653" y="0"/>
                    <a:pt x="421" y="0"/>
                  </a:cubicBezTo>
                  <a:close/>
                  <a:moveTo>
                    <a:pt x="421" y="832"/>
                  </a:moveTo>
                  <a:cubicBezTo>
                    <a:pt x="194" y="832"/>
                    <a:pt x="10" y="648"/>
                    <a:pt x="10" y="421"/>
                  </a:cubicBezTo>
                  <a:cubicBezTo>
                    <a:pt x="10" y="193"/>
                    <a:pt x="194" y="9"/>
                    <a:pt x="421" y="9"/>
                  </a:cubicBezTo>
                  <a:cubicBezTo>
                    <a:pt x="648" y="9"/>
                    <a:pt x="832" y="193"/>
                    <a:pt x="832" y="421"/>
                  </a:cubicBezTo>
                  <a:cubicBezTo>
                    <a:pt x="832" y="648"/>
                    <a:pt x="648" y="832"/>
                    <a:pt x="421" y="83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54"/>
            <p:cNvSpPr>
              <a:spLocks noEditPoints="1"/>
            </p:cNvSpPr>
            <p:nvPr/>
          </p:nvSpPr>
          <p:spPr bwMode="auto">
            <a:xfrm>
              <a:off x="-1863725" y="258763"/>
              <a:ext cx="1139825" cy="711200"/>
            </a:xfrm>
            <a:custGeom>
              <a:avLst/>
              <a:gdLst>
                <a:gd name="T0" fmla="*/ 19 w 734"/>
                <a:gd name="T1" fmla="*/ 31 h 460"/>
                <a:gd name="T2" fmla="*/ 3 w 734"/>
                <a:gd name="T3" fmla="*/ 41 h 460"/>
                <a:gd name="T4" fmla="*/ 41 w 734"/>
                <a:gd name="T5" fmla="*/ 89 h 460"/>
                <a:gd name="T6" fmla="*/ 18 w 734"/>
                <a:gd name="T7" fmla="*/ 139 h 460"/>
                <a:gd name="T8" fmla="*/ 4 w 734"/>
                <a:gd name="T9" fmla="*/ 121 h 460"/>
                <a:gd name="T10" fmla="*/ 45 w 734"/>
                <a:gd name="T11" fmla="*/ 143 h 460"/>
                <a:gd name="T12" fmla="*/ 13 w 734"/>
                <a:gd name="T13" fmla="*/ 192 h 460"/>
                <a:gd name="T14" fmla="*/ 29 w 734"/>
                <a:gd name="T15" fmla="*/ 207 h 460"/>
                <a:gd name="T16" fmla="*/ 57 w 734"/>
                <a:gd name="T17" fmla="*/ 196 h 460"/>
                <a:gd name="T18" fmla="*/ 43 w 734"/>
                <a:gd name="T19" fmla="*/ 210 h 460"/>
                <a:gd name="T20" fmla="*/ 51 w 734"/>
                <a:gd name="T21" fmla="*/ 255 h 460"/>
                <a:gd name="T22" fmla="*/ 48 w 734"/>
                <a:gd name="T23" fmla="*/ 272 h 460"/>
                <a:gd name="T24" fmla="*/ 59 w 734"/>
                <a:gd name="T25" fmla="*/ 293 h 460"/>
                <a:gd name="T26" fmla="*/ 114 w 734"/>
                <a:gd name="T27" fmla="*/ 297 h 460"/>
                <a:gd name="T28" fmla="*/ 132 w 734"/>
                <a:gd name="T29" fmla="*/ 318 h 460"/>
                <a:gd name="T30" fmla="*/ 111 w 734"/>
                <a:gd name="T31" fmla="*/ 356 h 460"/>
                <a:gd name="T32" fmla="*/ 156 w 734"/>
                <a:gd name="T33" fmla="*/ 393 h 460"/>
                <a:gd name="T34" fmla="*/ 174 w 734"/>
                <a:gd name="T35" fmla="*/ 355 h 460"/>
                <a:gd name="T36" fmla="*/ 173 w 734"/>
                <a:gd name="T37" fmla="*/ 365 h 460"/>
                <a:gd name="T38" fmla="*/ 189 w 734"/>
                <a:gd name="T39" fmla="*/ 380 h 460"/>
                <a:gd name="T40" fmla="*/ 194 w 734"/>
                <a:gd name="T41" fmla="*/ 369 h 460"/>
                <a:gd name="T42" fmla="*/ 182 w 734"/>
                <a:gd name="T43" fmla="*/ 402 h 460"/>
                <a:gd name="T44" fmla="*/ 200 w 734"/>
                <a:gd name="T45" fmla="*/ 398 h 460"/>
                <a:gd name="T46" fmla="*/ 252 w 734"/>
                <a:gd name="T47" fmla="*/ 397 h 460"/>
                <a:gd name="T48" fmla="*/ 251 w 734"/>
                <a:gd name="T49" fmla="*/ 398 h 460"/>
                <a:gd name="T50" fmla="*/ 325 w 734"/>
                <a:gd name="T51" fmla="*/ 437 h 460"/>
                <a:gd name="T52" fmla="*/ 323 w 734"/>
                <a:gd name="T53" fmla="*/ 420 h 460"/>
                <a:gd name="T54" fmla="*/ 317 w 734"/>
                <a:gd name="T55" fmla="*/ 424 h 460"/>
                <a:gd name="T56" fmla="*/ 356 w 734"/>
                <a:gd name="T57" fmla="*/ 418 h 460"/>
                <a:gd name="T58" fmla="*/ 391 w 734"/>
                <a:gd name="T59" fmla="*/ 425 h 460"/>
                <a:gd name="T60" fmla="*/ 386 w 734"/>
                <a:gd name="T61" fmla="*/ 441 h 460"/>
                <a:gd name="T62" fmla="*/ 379 w 734"/>
                <a:gd name="T63" fmla="*/ 457 h 460"/>
                <a:gd name="T64" fmla="*/ 419 w 734"/>
                <a:gd name="T65" fmla="*/ 446 h 460"/>
                <a:gd name="T66" fmla="*/ 409 w 734"/>
                <a:gd name="T67" fmla="*/ 420 h 460"/>
                <a:gd name="T68" fmla="*/ 448 w 734"/>
                <a:gd name="T69" fmla="*/ 450 h 460"/>
                <a:gd name="T70" fmla="*/ 460 w 734"/>
                <a:gd name="T71" fmla="*/ 412 h 460"/>
                <a:gd name="T72" fmla="*/ 511 w 734"/>
                <a:gd name="T73" fmla="*/ 415 h 460"/>
                <a:gd name="T74" fmla="*/ 501 w 734"/>
                <a:gd name="T75" fmla="*/ 389 h 460"/>
                <a:gd name="T76" fmla="*/ 538 w 734"/>
                <a:gd name="T77" fmla="*/ 385 h 460"/>
                <a:gd name="T78" fmla="*/ 552 w 734"/>
                <a:gd name="T79" fmla="*/ 395 h 460"/>
                <a:gd name="T80" fmla="*/ 563 w 734"/>
                <a:gd name="T81" fmla="*/ 352 h 460"/>
                <a:gd name="T82" fmla="*/ 617 w 734"/>
                <a:gd name="T83" fmla="*/ 360 h 460"/>
                <a:gd name="T84" fmla="*/ 586 w 734"/>
                <a:gd name="T85" fmla="*/ 332 h 460"/>
                <a:gd name="T86" fmla="*/ 618 w 734"/>
                <a:gd name="T87" fmla="*/ 347 h 460"/>
                <a:gd name="T88" fmla="*/ 593 w 734"/>
                <a:gd name="T89" fmla="*/ 342 h 460"/>
                <a:gd name="T90" fmla="*/ 611 w 734"/>
                <a:gd name="T91" fmla="*/ 357 h 460"/>
                <a:gd name="T92" fmla="*/ 626 w 734"/>
                <a:gd name="T93" fmla="*/ 301 h 460"/>
                <a:gd name="T94" fmla="*/ 643 w 734"/>
                <a:gd name="T95" fmla="*/ 264 h 460"/>
                <a:gd name="T96" fmla="*/ 684 w 734"/>
                <a:gd name="T97" fmla="*/ 263 h 460"/>
                <a:gd name="T98" fmla="*/ 653 w 734"/>
                <a:gd name="T99" fmla="*/ 246 h 460"/>
                <a:gd name="T100" fmla="*/ 680 w 734"/>
                <a:gd name="T101" fmla="*/ 230 h 460"/>
                <a:gd name="T102" fmla="*/ 673 w 734"/>
                <a:gd name="T103" fmla="*/ 204 h 460"/>
                <a:gd name="T104" fmla="*/ 720 w 734"/>
                <a:gd name="T105" fmla="*/ 190 h 460"/>
                <a:gd name="T106" fmla="*/ 689 w 734"/>
                <a:gd name="T107" fmla="*/ 163 h 460"/>
                <a:gd name="T108" fmla="*/ 698 w 734"/>
                <a:gd name="T109" fmla="*/ 145 h 460"/>
                <a:gd name="T110" fmla="*/ 731 w 734"/>
                <a:gd name="T111" fmla="*/ 133 h 460"/>
                <a:gd name="T112" fmla="*/ 697 w 734"/>
                <a:gd name="T113" fmla="*/ 98 h 460"/>
                <a:gd name="T114" fmla="*/ 702 w 734"/>
                <a:gd name="T115" fmla="*/ 78 h 460"/>
                <a:gd name="T116" fmla="*/ 714 w 734"/>
                <a:gd name="T117" fmla="*/ 37 h 460"/>
                <a:gd name="T118" fmla="*/ 701 w 734"/>
                <a:gd name="T119" fmla="*/ 39 h 460"/>
                <a:gd name="T120" fmla="*/ 731 w 734"/>
                <a:gd name="T121" fmla="*/ 43 h 460"/>
                <a:gd name="T122" fmla="*/ 707 w 734"/>
                <a:gd name="T123" fmla="*/ 14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734" h="460">
                  <a:moveTo>
                    <a:pt x="45" y="43"/>
                  </a:moveTo>
                  <a:cubicBezTo>
                    <a:pt x="4" y="35"/>
                    <a:pt x="4" y="35"/>
                    <a:pt x="4" y="35"/>
                  </a:cubicBezTo>
                  <a:cubicBezTo>
                    <a:pt x="6" y="28"/>
                    <a:pt x="6" y="28"/>
                    <a:pt x="6" y="28"/>
                  </a:cubicBezTo>
                  <a:cubicBezTo>
                    <a:pt x="35" y="19"/>
                    <a:pt x="35" y="19"/>
                    <a:pt x="35" y="19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51" y="15"/>
                    <a:pt x="51" y="15"/>
                    <a:pt x="51" y="15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19" y="31"/>
                    <a:pt x="19" y="31"/>
                    <a:pt x="19" y="31"/>
                  </a:cubicBezTo>
                  <a:cubicBezTo>
                    <a:pt x="46" y="36"/>
                    <a:pt x="46" y="36"/>
                    <a:pt x="46" y="36"/>
                  </a:cubicBezTo>
                  <a:lnTo>
                    <a:pt x="45" y="43"/>
                  </a:lnTo>
                  <a:close/>
                  <a:moveTo>
                    <a:pt x="43" y="66"/>
                  </a:moveTo>
                  <a:cubicBezTo>
                    <a:pt x="0" y="76"/>
                    <a:pt x="0" y="76"/>
                    <a:pt x="0" y="76"/>
                  </a:cubicBezTo>
                  <a:cubicBezTo>
                    <a:pt x="1" y="69"/>
                    <a:pt x="1" y="69"/>
                    <a:pt x="1" y="69"/>
                  </a:cubicBezTo>
                  <a:cubicBezTo>
                    <a:pt x="10" y="67"/>
                    <a:pt x="10" y="67"/>
                    <a:pt x="10" y="67"/>
                  </a:cubicBezTo>
                  <a:cubicBezTo>
                    <a:pt x="12" y="52"/>
                    <a:pt x="12" y="52"/>
                    <a:pt x="12" y="52"/>
                  </a:cubicBezTo>
                  <a:cubicBezTo>
                    <a:pt x="3" y="49"/>
                    <a:pt x="3" y="49"/>
                    <a:pt x="3" y="49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43" y="59"/>
                    <a:pt x="43" y="59"/>
                    <a:pt x="43" y="59"/>
                  </a:cubicBezTo>
                  <a:lnTo>
                    <a:pt x="43" y="66"/>
                  </a:lnTo>
                  <a:close/>
                  <a:moveTo>
                    <a:pt x="33" y="61"/>
                  </a:moveTo>
                  <a:cubicBezTo>
                    <a:pt x="18" y="55"/>
                    <a:pt x="18" y="55"/>
                    <a:pt x="18" y="55"/>
                  </a:cubicBezTo>
                  <a:cubicBezTo>
                    <a:pt x="17" y="65"/>
                    <a:pt x="17" y="65"/>
                    <a:pt x="17" y="65"/>
                  </a:cubicBezTo>
                  <a:lnTo>
                    <a:pt x="33" y="61"/>
                  </a:lnTo>
                  <a:close/>
                  <a:moveTo>
                    <a:pt x="42" y="104"/>
                  </a:moveTo>
                  <a:cubicBezTo>
                    <a:pt x="14" y="104"/>
                    <a:pt x="14" y="104"/>
                    <a:pt x="14" y="104"/>
                  </a:cubicBezTo>
                  <a:cubicBezTo>
                    <a:pt x="41" y="89"/>
                    <a:pt x="41" y="89"/>
                    <a:pt x="41" y="89"/>
                  </a:cubicBezTo>
                  <a:cubicBezTo>
                    <a:pt x="41" y="83"/>
                    <a:pt x="41" y="83"/>
                    <a:pt x="41" y="83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7" y="89"/>
                    <a:pt x="27" y="89"/>
                    <a:pt x="27" y="89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0" y="111"/>
                    <a:pt x="0" y="111"/>
                    <a:pt x="0" y="111"/>
                  </a:cubicBezTo>
                  <a:cubicBezTo>
                    <a:pt x="42" y="110"/>
                    <a:pt x="42" y="110"/>
                    <a:pt x="42" y="110"/>
                  </a:cubicBezTo>
                  <a:lnTo>
                    <a:pt x="42" y="104"/>
                  </a:lnTo>
                  <a:close/>
                  <a:moveTo>
                    <a:pt x="18" y="139"/>
                  </a:moveTo>
                  <a:cubicBezTo>
                    <a:pt x="44" y="136"/>
                    <a:pt x="44" y="136"/>
                    <a:pt x="44" y="136"/>
                  </a:cubicBezTo>
                  <a:cubicBezTo>
                    <a:pt x="44" y="129"/>
                    <a:pt x="44" y="129"/>
                    <a:pt x="44" y="129"/>
                  </a:cubicBezTo>
                  <a:cubicBezTo>
                    <a:pt x="17" y="132"/>
                    <a:pt x="17" y="132"/>
                    <a:pt x="17" y="132"/>
                  </a:cubicBezTo>
                  <a:cubicBezTo>
                    <a:pt x="13" y="132"/>
                    <a:pt x="11" y="132"/>
                    <a:pt x="10" y="132"/>
                  </a:cubicBezTo>
                  <a:cubicBezTo>
                    <a:pt x="9" y="131"/>
                    <a:pt x="8" y="130"/>
                    <a:pt x="8" y="128"/>
                  </a:cubicBezTo>
                  <a:cubicBezTo>
                    <a:pt x="8" y="127"/>
                    <a:pt x="9" y="126"/>
                    <a:pt x="10" y="125"/>
                  </a:cubicBezTo>
                  <a:cubicBezTo>
                    <a:pt x="11" y="124"/>
                    <a:pt x="13" y="124"/>
                    <a:pt x="15" y="123"/>
                  </a:cubicBezTo>
                  <a:cubicBezTo>
                    <a:pt x="13" y="117"/>
                    <a:pt x="13" y="117"/>
                    <a:pt x="13" y="117"/>
                  </a:cubicBezTo>
                  <a:cubicBezTo>
                    <a:pt x="9" y="117"/>
                    <a:pt x="6" y="119"/>
                    <a:pt x="4" y="121"/>
                  </a:cubicBezTo>
                  <a:cubicBezTo>
                    <a:pt x="2" y="123"/>
                    <a:pt x="1" y="125"/>
                    <a:pt x="1" y="129"/>
                  </a:cubicBezTo>
                  <a:cubicBezTo>
                    <a:pt x="1" y="132"/>
                    <a:pt x="2" y="134"/>
                    <a:pt x="4" y="136"/>
                  </a:cubicBezTo>
                  <a:cubicBezTo>
                    <a:pt x="6" y="138"/>
                    <a:pt x="8" y="139"/>
                    <a:pt x="10" y="139"/>
                  </a:cubicBezTo>
                  <a:cubicBezTo>
                    <a:pt x="12" y="139"/>
                    <a:pt x="15" y="139"/>
                    <a:pt x="18" y="139"/>
                  </a:cubicBezTo>
                  <a:close/>
                  <a:moveTo>
                    <a:pt x="45" y="143"/>
                  </a:moveTo>
                  <a:cubicBezTo>
                    <a:pt x="4" y="149"/>
                    <a:pt x="4" y="149"/>
                    <a:pt x="4" y="149"/>
                  </a:cubicBezTo>
                  <a:cubicBezTo>
                    <a:pt x="5" y="156"/>
                    <a:pt x="5" y="156"/>
                    <a:pt x="5" y="156"/>
                  </a:cubicBezTo>
                  <a:cubicBezTo>
                    <a:pt x="46" y="150"/>
                    <a:pt x="46" y="150"/>
                    <a:pt x="46" y="150"/>
                  </a:cubicBezTo>
                  <a:lnTo>
                    <a:pt x="45" y="143"/>
                  </a:lnTo>
                  <a:close/>
                  <a:moveTo>
                    <a:pt x="52" y="176"/>
                  </a:moveTo>
                  <a:cubicBezTo>
                    <a:pt x="25" y="182"/>
                    <a:pt x="25" y="182"/>
                    <a:pt x="25" y="182"/>
                  </a:cubicBezTo>
                  <a:cubicBezTo>
                    <a:pt x="49" y="162"/>
                    <a:pt x="49" y="162"/>
                    <a:pt x="49" y="162"/>
                  </a:cubicBezTo>
                  <a:cubicBezTo>
                    <a:pt x="47" y="155"/>
                    <a:pt x="47" y="155"/>
                    <a:pt x="47" y="155"/>
                  </a:cubicBezTo>
                  <a:cubicBezTo>
                    <a:pt x="7" y="165"/>
                    <a:pt x="7" y="165"/>
                    <a:pt x="7" y="165"/>
                  </a:cubicBezTo>
                  <a:cubicBezTo>
                    <a:pt x="8" y="171"/>
                    <a:pt x="8" y="171"/>
                    <a:pt x="8" y="171"/>
                  </a:cubicBezTo>
                  <a:cubicBezTo>
                    <a:pt x="35" y="165"/>
                    <a:pt x="35" y="165"/>
                    <a:pt x="35" y="165"/>
                  </a:cubicBezTo>
                  <a:cubicBezTo>
                    <a:pt x="12" y="185"/>
                    <a:pt x="12" y="185"/>
                    <a:pt x="12" y="185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4" y="182"/>
                    <a:pt x="54" y="182"/>
                    <a:pt x="54" y="182"/>
                  </a:cubicBezTo>
                  <a:lnTo>
                    <a:pt x="52" y="176"/>
                  </a:lnTo>
                  <a:close/>
                  <a:moveTo>
                    <a:pt x="43" y="210"/>
                  </a:moveTo>
                  <a:cubicBezTo>
                    <a:pt x="36" y="212"/>
                    <a:pt x="36" y="212"/>
                    <a:pt x="36" y="212"/>
                  </a:cubicBezTo>
                  <a:cubicBezTo>
                    <a:pt x="39" y="220"/>
                    <a:pt x="39" y="220"/>
                    <a:pt x="39" y="220"/>
                  </a:cubicBezTo>
                  <a:cubicBezTo>
                    <a:pt x="34" y="222"/>
                    <a:pt x="34" y="222"/>
                    <a:pt x="34" y="222"/>
                  </a:cubicBezTo>
                  <a:cubicBezTo>
                    <a:pt x="33" y="221"/>
                    <a:pt x="32" y="220"/>
                    <a:pt x="30" y="219"/>
                  </a:cubicBezTo>
                  <a:cubicBezTo>
                    <a:pt x="29" y="218"/>
                    <a:pt x="28" y="217"/>
                    <a:pt x="28" y="215"/>
                  </a:cubicBezTo>
                  <a:cubicBezTo>
                    <a:pt x="27" y="212"/>
                    <a:pt x="27" y="210"/>
                    <a:pt x="29" y="207"/>
                  </a:cubicBezTo>
                  <a:cubicBezTo>
                    <a:pt x="31" y="204"/>
                    <a:pt x="34" y="202"/>
                    <a:pt x="38" y="201"/>
                  </a:cubicBezTo>
                  <a:cubicBezTo>
                    <a:pt x="43" y="199"/>
                    <a:pt x="46" y="199"/>
                    <a:pt x="49" y="200"/>
                  </a:cubicBezTo>
                  <a:cubicBezTo>
                    <a:pt x="52" y="201"/>
                    <a:pt x="54" y="203"/>
                    <a:pt x="55" y="205"/>
                  </a:cubicBezTo>
                  <a:cubicBezTo>
                    <a:pt x="56" y="207"/>
                    <a:pt x="56" y="209"/>
                    <a:pt x="55" y="211"/>
                  </a:cubicBezTo>
                  <a:cubicBezTo>
                    <a:pt x="54" y="213"/>
                    <a:pt x="53" y="214"/>
                    <a:pt x="51" y="215"/>
                  </a:cubicBezTo>
                  <a:cubicBezTo>
                    <a:pt x="55" y="221"/>
                    <a:pt x="55" y="221"/>
                    <a:pt x="55" y="221"/>
                  </a:cubicBezTo>
                  <a:cubicBezTo>
                    <a:pt x="58" y="219"/>
                    <a:pt x="61" y="217"/>
                    <a:pt x="62" y="214"/>
                  </a:cubicBezTo>
                  <a:cubicBezTo>
                    <a:pt x="63" y="211"/>
                    <a:pt x="63" y="207"/>
                    <a:pt x="62" y="203"/>
                  </a:cubicBezTo>
                  <a:cubicBezTo>
                    <a:pt x="60" y="200"/>
                    <a:pt x="59" y="197"/>
                    <a:pt x="57" y="196"/>
                  </a:cubicBezTo>
                  <a:cubicBezTo>
                    <a:pt x="54" y="194"/>
                    <a:pt x="51" y="192"/>
                    <a:pt x="47" y="192"/>
                  </a:cubicBezTo>
                  <a:cubicBezTo>
                    <a:pt x="43" y="192"/>
                    <a:pt x="40" y="192"/>
                    <a:pt x="36" y="194"/>
                  </a:cubicBezTo>
                  <a:cubicBezTo>
                    <a:pt x="32" y="195"/>
                    <a:pt x="29" y="197"/>
                    <a:pt x="26" y="199"/>
                  </a:cubicBezTo>
                  <a:cubicBezTo>
                    <a:pt x="23" y="202"/>
                    <a:pt x="21" y="205"/>
                    <a:pt x="21" y="208"/>
                  </a:cubicBezTo>
                  <a:cubicBezTo>
                    <a:pt x="20" y="211"/>
                    <a:pt x="20" y="214"/>
                    <a:pt x="21" y="218"/>
                  </a:cubicBezTo>
                  <a:cubicBezTo>
                    <a:pt x="22" y="221"/>
                    <a:pt x="24" y="223"/>
                    <a:pt x="26" y="225"/>
                  </a:cubicBezTo>
                  <a:cubicBezTo>
                    <a:pt x="28" y="228"/>
                    <a:pt x="30" y="229"/>
                    <a:pt x="32" y="230"/>
                  </a:cubicBezTo>
                  <a:cubicBezTo>
                    <a:pt x="48" y="224"/>
                    <a:pt x="48" y="224"/>
                    <a:pt x="48" y="224"/>
                  </a:cubicBezTo>
                  <a:lnTo>
                    <a:pt x="43" y="210"/>
                  </a:lnTo>
                  <a:close/>
                  <a:moveTo>
                    <a:pt x="68" y="269"/>
                  </a:moveTo>
                  <a:cubicBezTo>
                    <a:pt x="87" y="259"/>
                    <a:pt x="87" y="259"/>
                    <a:pt x="87" y="259"/>
                  </a:cubicBezTo>
                  <a:cubicBezTo>
                    <a:pt x="83" y="253"/>
                    <a:pt x="83" y="253"/>
                    <a:pt x="83" y="253"/>
                  </a:cubicBezTo>
                  <a:cubicBezTo>
                    <a:pt x="63" y="263"/>
                    <a:pt x="63" y="263"/>
                    <a:pt x="63" y="263"/>
                  </a:cubicBezTo>
                  <a:cubicBezTo>
                    <a:pt x="60" y="265"/>
                    <a:pt x="58" y="266"/>
                    <a:pt x="57" y="267"/>
                  </a:cubicBezTo>
                  <a:cubicBezTo>
                    <a:pt x="56" y="267"/>
                    <a:pt x="54" y="267"/>
                    <a:pt x="53" y="267"/>
                  </a:cubicBezTo>
                  <a:cubicBezTo>
                    <a:pt x="52" y="266"/>
                    <a:pt x="50" y="265"/>
                    <a:pt x="49" y="263"/>
                  </a:cubicBezTo>
                  <a:cubicBezTo>
                    <a:pt x="48" y="262"/>
                    <a:pt x="48" y="260"/>
                    <a:pt x="49" y="258"/>
                  </a:cubicBezTo>
                  <a:cubicBezTo>
                    <a:pt x="49" y="257"/>
                    <a:pt x="50" y="256"/>
                    <a:pt x="51" y="255"/>
                  </a:cubicBezTo>
                  <a:cubicBezTo>
                    <a:pt x="52" y="254"/>
                    <a:pt x="54" y="253"/>
                    <a:pt x="57" y="251"/>
                  </a:cubicBezTo>
                  <a:cubicBezTo>
                    <a:pt x="77" y="240"/>
                    <a:pt x="77" y="240"/>
                    <a:pt x="77" y="240"/>
                  </a:cubicBezTo>
                  <a:cubicBezTo>
                    <a:pt x="74" y="234"/>
                    <a:pt x="74" y="234"/>
                    <a:pt x="74" y="234"/>
                  </a:cubicBezTo>
                  <a:cubicBezTo>
                    <a:pt x="54" y="245"/>
                    <a:pt x="54" y="245"/>
                    <a:pt x="54" y="245"/>
                  </a:cubicBezTo>
                  <a:cubicBezTo>
                    <a:pt x="50" y="247"/>
                    <a:pt x="47" y="249"/>
                    <a:pt x="45" y="250"/>
                  </a:cubicBezTo>
                  <a:cubicBezTo>
                    <a:pt x="44" y="251"/>
                    <a:pt x="43" y="253"/>
                    <a:pt x="42" y="254"/>
                  </a:cubicBezTo>
                  <a:cubicBezTo>
                    <a:pt x="41" y="256"/>
                    <a:pt x="41" y="257"/>
                    <a:pt x="41" y="259"/>
                  </a:cubicBezTo>
                  <a:cubicBezTo>
                    <a:pt x="41" y="261"/>
                    <a:pt x="42" y="264"/>
                    <a:pt x="43" y="267"/>
                  </a:cubicBezTo>
                  <a:cubicBezTo>
                    <a:pt x="45" y="269"/>
                    <a:pt x="46" y="271"/>
                    <a:pt x="48" y="272"/>
                  </a:cubicBezTo>
                  <a:cubicBezTo>
                    <a:pt x="49" y="273"/>
                    <a:pt x="51" y="274"/>
                    <a:pt x="52" y="274"/>
                  </a:cubicBezTo>
                  <a:cubicBezTo>
                    <a:pt x="54" y="275"/>
                    <a:pt x="56" y="274"/>
                    <a:pt x="58" y="274"/>
                  </a:cubicBezTo>
                  <a:cubicBezTo>
                    <a:pt x="60" y="273"/>
                    <a:pt x="63" y="272"/>
                    <a:pt x="68" y="269"/>
                  </a:cubicBezTo>
                  <a:close/>
                  <a:moveTo>
                    <a:pt x="102" y="282"/>
                  </a:moveTo>
                  <a:cubicBezTo>
                    <a:pt x="79" y="297"/>
                    <a:pt x="79" y="297"/>
                    <a:pt x="79" y="297"/>
                  </a:cubicBezTo>
                  <a:cubicBezTo>
                    <a:pt x="94" y="270"/>
                    <a:pt x="94" y="270"/>
                    <a:pt x="94" y="270"/>
                  </a:cubicBezTo>
                  <a:cubicBezTo>
                    <a:pt x="90" y="264"/>
                    <a:pt x="90" y="264"/>
                    <a:pt x="90" y="264"/>
                  </a:cubicBezTo>
                  <a:cubicBezTo>
                    <a:pt x="56" y="287"/>
                    <a:pt x="56" y="287"/>
                    <a:pt x="56" y="287"/>
                  </a:cubicBezTo>
                  <a:cubicBezTo>
                    <a:pt x="59" y="293"/>
                    <a:pt x="59" y="293"/>
                    <a:pt x="59" y="293"/>
                  </a:cubicBezTo>
                  <a:cubicBezTo>
                    <a:pt x="82" y="277"/>
                    <a:pt x="82" y="277"/>
                    <a:pt x="82" y="277"/>
                  </a:cubicBezTo>
                  <a:cubicBezTo>
                    <a:pt x="67" y="304"/>
                    <a:pt x="67" y="304"/>
                    <a:pt x="67" y="304"/>
                  </a:cubicBezTo>
                  <a:cubicBezTo>
                    <a:pt x="71" y="310"/>
                    <a:pt x="71" y="310"/>
                    <a:pt x="71" y="310"/>
                  </a:cubicBezTo>
                  <a:cubicBezTo>
                    <a:pt x="106" y="287"/>
                    <a:pt x="106" y="287"/>
                    <a:pt x="106" y="287"/>
                  </a:cubicBezTo>
                  <a:lnTo>
                    <a:pt x="102" y="282"/>
                  </a:lnTo>
                  <a:close/>
                  <a:moveTo>
                    <a:pt x="110" y="292"/>
                  </a:moveTo>
                  <a:cubicBezTo>
                    <a:pt x="77" y="317"/>
                    <a:pt x="77" y="317"/>
                    <a:pt x="77" y="317"/>
                  </a:cubicBezTo>
                  <a:cubicBezTo>
                    <a:pt x="81" y="323"/>
                    <a:pt x="81" y="323"/>
                    <a:pt x="81" y="323"/>
                  </a:cubicBezTo>
                  <a:cubicBezTo>
                    <a:pt x="114" y="297"/>
                    <a:pt x="114" y="297"/>
                    <a:pt x="114" y="297"/>
                  </a:cubicBezTo>
                  <a:lnTo>
                    <a:pt x="110" y="292"/>
                  </a:lnTo>
                  <a:close/>
                  <a:moveTo>
                    <a:pt x="132" y="318"/>
                  </a:moveTo>
                  <a:cubicBezTo>
                    <a:pt x="103" y="332"/>
                    <a:pt x="103" y="332"/>
                    <a:pt x="103" y="332"/>
                  </a:cubicBezTo>
                  <a:cubicBezTo>
                    <a:pt x="120" y="305"/>
                    <a:pt x="120" y="305"/>
                    <a:pt x="120" y="305"/>
                  </a:cubicBezTo>
                  <a:cubicBezTo>
                    <a:pt x="115" y="299"/>
                    <a:pt x="115" y="299"/>
                    <a:pt x="115" y="299"/>
                  </a:cubicBezTo>
                  <a:cubicBezTo>
                    <a:pt x="93" y="336"/>
                    <a:pt x="93" y="336"/>
                    <a:pt x="93" y="336"/>
                  </a:cubicBezTo>
                  <a:cubicBezTo>
                    <a:pt x="98" y="342"/>
                    <a:pt x="98" y="342"/>
                    <a:pt x="98" y="342"/>
                  </a:cubicBezTo>
                  <a:cubicBezTo>
                    <a:pt x="137" y="324"/>
                    <a:pt x="137" y="324"/>
                    <a:pt x="137" y="324"/>
                  </a:cubicBezTo>
                  <a:lnTo>
                    <a:pt x="132" y="318"/>
                  </a:lnTo>
                  <a:close/>
                  <a:moveTo>
                    <a:pt x="128" y="347"/>
                  </a:moveTo>
                  <a:cubicBezTo>
                    <a:pt x="141" y="359"/>
                    <a:pt x="141" y="359"/>
                    <a:pt x="141" y="359"/>
                  </a:cubicBezTo>
                  <a:cubicBezTo>
                    <a:pt x="146" y="354"/>
                    <a:pt x="146" y="354"/>
                    <a:pt x="146" y="354"/>
                  </a:cubicBezTo>
                  <a:cubicBezTo>
                    <a:pt x="133" y="342"/>
                    <a:pt x="133" y="342"/>
                    <a:pt x="133" y="342"/>
                  </a:cubicBezTo>
                  <a:cubicBezTo>
                    <a:pt x="139" y="335"/>
                    <a:pt x="139" y="335"/>
                    <a:pt x="139" y="335"/>
                  </a:cubicBezTo>
                  <a:cubicBezTo>
                    <a:pt x="153" y="348"/>
                    <a:pt x="153" y="348"/>
                    <a:pt x="153" y="348"/>
                  </a:cubicBezTo>
                  <a:cubicBezTo>
                    <a:pt x="158" y="342"/>
                    <a:pt x="158" y="342"/>
                    <a:pt x="158" y="342"/>
                  </a:cubicBezTo>
                  <a:cubicBezTo>
                    <a:pt x="139" y="325"/>
                    <a:pt x="139" y="325"/>
                    <a:pt x="139" y="325"/>
                  </a:cubicBezTo>
                  <a:cubicBezTo>
                    <a:pt x="111" y="356"/>
                    <a:pt x="111" y="356"/>
                    <a:pt x="111" y="356"/>
                  </a:cubicBezTo>
                  <a:cubicBezTo>
                    <a:pt x="131" y="374"/>
                    <a:pt x="131" y="374"/>
                    <a:pt x="131" y="374"/>
                  </a:cubicBezTo>
                  <a:cubicBezTo>
                    <a:pt x="135" y="368"/>
                    <a:pt x="135" y="368"/>
                    <a:pt x="135" y="368"/>
                  </a:cubicBezTo>
                  <a:cubicBezTo>
                    <a:pt x="121" y="355"/>
                    <a:pt x="121" y="355"/>
                    <a:pt x="121" y="355"/>
                  </a:cubicBezTo>
                  <a:lnTo>
                    <a:pt x="128" y="347"/>
                  </a:lnTo>
                  <a:close/>
                  <a:moveTo>
                    <a:pt x="164" y="376"/>
                  </a:moveTo>
                  <a:cubicBezTo>
                    <a:pt x="164" y="378"/>
                    <a:pt x="165" y="379"/>
                    <a:pt x="165" y="381"/>
                  </a:cubicBezTo>
                  <a:cubicBezTo>
                    <a:pt x="165" y="383"/>
                    <a:pt x="165" y="385"/>
                    <a:pt x="164" y="389"/>
                  </a:cubicBezTo>
                  <a:cubicBezTo>
                    <a:pt x="163" y="398"/>
                    <a:pt x="163" y="398"/>
                    <a:pt x="163" y="398"/>
                  </a:cubicBezTo>
                  <a:cubicBezTo>
                    <a:pt x="156" y="393"/>
                    <a:pt x="156" y="393"/>
                    <a:pt x="156" y="393"/>
                  </a:cubicBezTo>
                  <a:cubicBezTo>
                    <a:pt x="157" y="383"/>
                    <a:pt x="157" y="383"/>
                    <a:pt x="157" y="383"/>
                  </a:cubicBezTo>
                  <a:cubicBezTo>
                    <a:pt x="158" y="379"/>
                    <a:pt x="158" y="377"/>
                    <a:pt x="158" y="375"/>
                  </a:cubicBezTo>
                  <a:cubicBezTo>
                    <a:pt x="158" y="374"/>
                    <a:pt x="157" y="374"/>
                    <a:pt x="157" y="373"/>
                  </a:cubicBezTo>
                  <a:cubicBezTo>
                    <a:pt x="157" y="372"/>
                    <a:pt x="156" y="371"/>
                    <a:pt x="154" y="370"/>
                  </a:cubicBezTo>
                  <a:cubicBezTo>
                    <a:pt x="153" y="369"/>
                    <a:pt x="153" y="369"/>
                    <a:pt x="153" y="369"/>
                  </a:cubicBezTo>
                  <a:cubicBezTo>
                    <a:pt x="143" y="383"/>
                    <a:pt x="143" y="383"/>
                    <a:pt x="143" y="383"/>
                  </a:cubicBezTo>
                  <a:cubicBezTo>
                    <a:pt x="137" y="379"/>
                    <a:pt x="137" y="379"/>
                    <a:pt x="137" y="379"/>
                  </a:cubicBezTo>
                  <a:cubicBezTo>
                    <a:pt x="162" y="346"/>
                    <a:pt x="162" y="346"/>
                    <a:pt x="162" y="346"/>
                  </a:cubicBezTo>
                  <a:cubicBezTo>
                    <a:pt x="174" y="355"/>
                    <a:pt x="174" y="355"/>
                    <a:pt x="174" y="355"/>
                  </a:cubicBezTo>
                  <a:cubicBezTo>
                    <a:pt x="177" y="357"/>
                    <a:pt x="179" y="359"/>
                    <a:pt x="180" y="360"/>
                  </a:cubicBezTo>
                  <a:cubicBezTo>
                    <a:pt x="181" y="362"/>
                    <a:pt x="181" y="364"/>
                    <a:pt x="181" y="366"/>
                  </a:cubicBezTo>
                  <a:cubicBezTo>
                    <a:pt x="181" y="368"/>
                    <a:pt x="180" y="370"/>
                    <a:pt x="178" y="372"/>
                  </a:cubicBezTo>
                  <a:cubicBezTo>
                    <a:pt x="176" y="375"/>
                    <a:pt x="174" y="376"/>
                    <a:pt x="172" y="377"/>
                  </a:cubicBezTo>
                  <a:cubicBezTo>
                    <a:pt x="169" y="378"/>
                    <a:pt x="167" y="377"/>
                    <a:pt x="164" y="376"/>
                  </a:cubicBezTo>
                  <a:close/>
                  <a:moveTo>
                    <a:pt x="167" y="371"/>
                  </a:moveTo>
                  <a:cubicBezTo>
                    <a:pt x="168" y="371"/>
                    <a:pt x="169" y="371"/>
                    <a:pt x="170" y="370"/>
                  </a:cubicBezTo>
                  <a:cubicBezTo>
                    <a:pt x="170" y="370"/>
                    <a:pt x="171" y="369"/>
                    <a:pt x="172" y="368"/>
                  </a:cubicBezTo>
                  <a:cubicBezTo>
                    <a:pt x="173" y="367"/>
                    <a:pt x="173" y="366"/>
                    <a:pt x="173" y="365"/>
                  </a:cubicBezTo>
                  <a:cubicBezTo>
                    <a:pt x="173" y="364"/>
                    <a:pt x="173" y="363"/>
                    <a:pt x="172" y="362"/>
                  </a:cubicBezTo>
                  <a:cubicBezTo>
                    <a:pt x="172" y="362"/>
                    <a:pt x="170" y="361"/>
                    <a:pt x="168" y="359"/>
                  </a:cubicBezTo>
                  <a:cubicBezTo>
                    <a:pt x="164" y="356"/>
                    <a:pt x="164" y="356"/>
                    <a:pt x="164" y="356"/>
                  </a:cubicBezTo>
                  <a:cubicBezTo>
                    <a:pt x="157" y="364"/>
                    <a:pt x="157" y="364"/>
                    <a:pt x="157" y="364"/>
                  </a:cubicBezTo>
                  <a:cubicBezTo>
                    <a:pt x="161" y="367"/>
                    <a:pt x="161" y="367"/>
                    <a:pt x="161" y="367"/>
                  </a:cubicBezTo>
                  <a:cubicBezTo>
                    <a:pt x="164" y="369"/>
                    <a:pt x="166" y="370"/>
                    <a:pt x="167" y="371"/>
                  </a:cubicBezTo>
                  <a:close/>
                  <a:moveTo>
                    <a:pt x="198" y="393"/>
                  </a:moveTo>
                  <a:cubicBezTo>
                    <a:pt x="198" y="391"/>
                    <a:pt x="196" y="389"/>
                    <a:pt x="193" y="386"/>
                  </a:cubicBezTo>
                  <a:cubicBezTo>
                    <a:pt x="191" y="384"/>
                    <a:pt x="189" y="382"/>
                    <a:pt x="189" y="380"/>
                  </a:cubicBezTo>
                  <a:cubicBezTo>
                    <a:pt x="189" y="379"/>
                    <a:pt x="189" y="379"/>
                    <a:pt x="190" y="378"/>
                  </a:cubicBezTo>
                  <a:cubicBezTo>
                    <a:pt x="190" y="377"/>
                    <a:pt x="191" y="376"/>
                    <a:pt x="192" y="376"/>
                  </a:cubicBezTo>
                  <a:cubicBezTo>
                    <a:pt x="193" y="376"/>
                    <a:pt x="195" y="376"/>
                    <a:pt x="197" y="377"/>
                  </a:cubicBezTo>
                  <a:cubicBezTo>
                    <a:pt x="198" y="378"/>
                    <a:pt x="200" y="379"/>
                    <a:pt x="200" y="381"/>
                  </a:cubicBezTo>
                  <a:cubicBezTo>
                    <a:pt x="200" y="382"/>
                    <a:pt x="200" y="384"/>
                    <a:pt x="199" y="386"/>
                  </a:cubicBezTo>
                  <a:cubicBezTo>
                    <a:pt x="206" y="389"/>
                    <a:pt x="206" y="389"/>
                    <a:pt x="206" y="389"/>
                  </a:cubicBezTo>
                  <a:cubicBezTo>
                    <a:pt x="207" y="386"/>
                    <a:pt x="208" y="383"/>
                    <a:pt x="207" y="379"/>
                  </a:cubicBezTo>
                  <a:cubicBezTo>
                    <a:pt x="207" y="376"/>
                    <a:pt x="204" y="374"/>
                    <a:pt x="200" y="371"/>
                  </a:cubicBezTo>
                  <a:cubicBezTo>
                    <a:pt x="198" y="370"/>
                    <a:pt x="196" y="369"/>
                    <a:pt x="194" y="369"/>
                  </a:cubicBezTo>
                  <a:cubicBezTo>
                    <a:pt x="192" y="369"/>
                    <a:pt x="190" y="369"/>
                    <a:pt x="188" y="370"/>
                  </a:cubicBezTo>
                  <a:cubicBezTo>
                    <a:pt x="186" y="371"/>
                    <a:pt x="184" y="373"/>
                    <a:pt x="183" y="375"/>
                  </a:cubicBezTo>
                  <a:cubicBezTo>
                    <a:pt x="182" y="378"/>
                    <a:pt x="181" y="381"/>
                    <a:pt x="182" y="384"/>
                  </a:cubicBezTo>
                  <a:cubicBezTo>
                    <a:pt x="182" y="386"/>
                    <a:pt x="184" y="388"/>
                    <a:pt x="187" y="391"/>
                  </a:cubicBezTo>
                  <a:cubicBezTo>
                    <a:pt x="189" y="394"/>
                    <a:pt x="190" y="395"/>
                    <a:pt x="191" y="396"/>
                  </a:cubicBezTo>
                  <a:cubicBezTo>
                    <a:pt x="191" y="397"/>
                    <a:pt x="192" y="398"/>
                    <a:pt x="192" y="399"/>
                  </a:cubicBezTo>
                  <a:cubicBezTo>
                    <a:pt x="192" y="399"/>
                    <a:pt x="192" y="400"/>
                    <a:pt x="191" y="401"/>
                  </a:cubicBezTo>
                  <a:cubicBezTo>
                    <a:pt x="191" y="402"/>
                    <a:pt x="189" y="403"/>
                    <a:pt x="188" y="404"/>
                  </a:cubicBezTo>
                  <a:cubicBezTo>
                    <a:pt x="186" y="404"/>
                    <a:pt x="184" y="404"/>
                    <a:pt x="182" y="402"/>
                  </a:cubicBezTo>
                  <a:cubicBezTo>
                    <a:pt x="181" y="401"/>
                    <a:pt x="179" y="400"/>
                    <a:pt x="179" y="398"/>
                  </a:cubicBezTo>
                  <a:cubicBezTo>
                    <a:pt x="179" y="396"/>
                    <a:pt x="179" y="394"/>
                    <a:pt x="180" y="392"/>
                  </a:cubicBezTo>
                  <a:cubicBezTo>
                    <a:pt x="174" y="389"/>
                    <a:pt x="174" y="389"/>
                    <a:pt x="174" y="389"/>
                  </a:cubicBezTo>
                  <a:cubicBezTo>
                    <a:pt x="172" y="393"/>
                    <a:pt x="171" y="397"/>
                    <a:pt x="172" y="400"/>
                  </a:cubicBezTo>
                  <a:cubicBezTo>
                    <a:pt x="173" y="403"/>
                    <a:pt x="175" y="406"/>
                    <a:pt x="179" y="409"/>
                  </a:cubicBezTo>
                  <a:cubicBezTo>
                    <a:pt x="181" y="410"/>
                    <a:pt x="184" y="411"/>
                    <a:pt x="186" y="411"/>
                  </a:cubicBezTo>
                  <a:cubicBezTo>
                    <a:pt x="188" y="411"/>
                    <a:pt x="191" y="411"/>
                    <a:pt x="193" y="410"/>
                  </a:cubicBezTo>
                  <a:cubicBezTo>
                    <a:pt x="195" y="408"/>
                    <a:pt x="196" y="407"/>
                    <a:pt x="198" y="405"/>
                  </a:cubicBezTo>
                  <a:cubicBezTo>
                    <a:pt x="199" y="402"/>
                    <a:pt x="200" y="400"/>
                    <a:pt x="200" y="398"/>
                  </a:cubicBezTo>
                  <a:cubicBezTo>
                    <a:pt x="200" y="396"/>
                    <a:pt x="199" y="394"/>
                    <a:pt x="198" y="393"/>
                  </a:cubicBezTo>
                  <a:close/>
                  <a:moveTo>
                    <a:pt x="217" y="381"/>
                  </a:moveTo>
                  <a:cubicBezTo>
                    <a:pt x="198" y="418"/>
                    <a:pt x="198" y="418"/>
                    <a:pt x="198" y="418"/>
                  </a:cubicBezTo>
                  <a:cubicBezTo>
                    <a:pt x="204" y="422"/>
                    <a:pt x="204" y="422"/>
                    <a:pt x="204" y="422"/>
                  </a:cubicBezTo>
                  <a:cubicBezTo>
                    <a:pt x="223" y="385"/>
                    <a:pt x="223" y="385"/>
                    <a:pt x="223" y="385"/>
                  </a:cubicBezTo>
                  <a:lnTo>
                    <a:pt x="217" y="381"/>
                  </a:lnTo>
                  <a:close/>
                  <a:moveTo>
                    <a:pt x="262" y="418"/>
                  </a:moveTo>
                  <a:cubicBezTo>
                    <a:pt x="259" y="400"/>
                    <a:pt x="259" y="400"/>
                    <a:pt x="259" y="400"/>
                  </a:cubicBezTo>
                  <a:cubicBezTo>
                    <a:pt x="252" y="397"/>
                    <a:pt x="252" y="397"/>
                    <a:pt x="252" y="397"/>
                  </a:cubicBezTo>
                  <a:cubicBezTo>
                    <a:pt x="252" y="397"/>
                    <a:pt x="252" y="397"/>
                    <a:pt x="252" y="397"/>
                  </a:cubicBezTo>
                  <a:cubicBezTo>
                    <a:pt x="226" y="386"/>
                    <a:pt x="226" y="386"/>
                    <a:pt x="226" y="386"/>
                  </a:cubicBezTo>
                  <a:cubicBezTo>
                    <a:pt x="223" y="393"/>
                    <a:pt x="223" y="393"/>
                    <a:pt x="223" y="393"/>
                  </a:cubicBezTo>
                  <a:cubicBezTo>
                    <a:pt x="233" y="397"/>
                    <a:pt x="233" y="397"/>
                    <a:pt x="233" y="397"/>
                  </a:cubicBezTo>
                  <a:cubicBezTo>
                    <a:pt x="219" y="429"/>
                    <a:pt x="219" y="429"/>
                    <a:pt x="219" y="429"/>
                  </a:cubicBezTo>
                  <a:cubicBezTo>
                    <a:pt x="226" y="431"/>
                    <a:pt x="226" y="431"/>
                    <a:pt x="226" y="431"/>
                  </a:cubicBezTo>
                  <a:cubicBezTo>
                    <a:pt x="239" y="400"/>
                    <a:pt x="239" y="400"/>
                    <a:pt x="239" y="400"/>
                  </a:cubicBezTo>
                  <a:cubicBezTo>
                    <a:pt x="249" y="404"/>
                    <a:pt x="249" y="404"/>
                    <a:pt x="249" y="404"/>
                  </a:cubicBezTo>
                  <a:cubicBezTo>
                    <a:pt x="251" y="398"/>
                    <a:pt x="251" y="398"/>
                    <a:pt x="251" y="398"/>
                  </a:cubicBezTo>
                  <a:cubicBezTo>
                    <a:pt x="256" y="424"/>
                    <a:pt x="256" y="424"/>
                    <a:pt x="256" y="424"/>
                  </a:cubicBezTo>
                  <a:cubicBezTo>
                    <a:pt x="251" y="441"/>
                    <a:pt x="251" y="441"/>
                    <a:pt x="251" y="441"/>
                  </a:cubicBezTo>
                  <a:cubicBezTo>
                    <a:pt x="257" y="443"/>
                    <a:pt x="257" y="443"/>
                    <a:pt x="257" y="443"/>
                  </a:cubicBezTo>
                  <a:cubicBezTo>
                    <a:pt x="263" y="426"/>
                    <a:pt x="263" y="426"/>
                    <a:pt x="263" y="426"/>
                  </a:cubicBezTo>
                  <a:cubicBezTo>
                    <a:pt x="283" y="407"/>
                    <a:pt x="283" y="407"/>
                    <a:pt x="283" y="407"/>
                  </a:cubicBezTo>
                  <a:cubicBezTo>
                    <a:pt x="275" y="405"/>
                    <a:pt x="275" y="405"/>
                    <a:pt x="275" y="405"/>
                  </a:cubicBezTo>
                  <a:lnTo>
                    <a:pt x="262" y="418"/>
                  </a:lnTo>
                  <a:close/>
                  <a:moveTo>
                    <a:pt x="323" y="420"/>
                  </a:moveTo>
                  <a:cubicBezTo>
                    <a:pt x="325" y="424"/>
                    <a:pt x="326" y="430"/>
                    <a:pt x="325" y="437"/>
                  </a:cubicBezTo>
                  <a:cubicBezTo>
                    <a:pt x="324" y="443"/>
                    <a:pt x="321" y="448"/>
                    <a:pt x="318" y="451"/>
                  </a:cubicBezTo>
                  <a:cubicBezTo>
                    <a:pt x="314" y="455"/>
                    <a:pt x="310" y="456"/>
                    <a:pt x="305" y="455"/>
                  </a:cubicBezTo>
                  <a:cubicBezTo>
                    <a:pt x="299" y="454"/>
                    <a:pt x="296" y="451"/>
                    <a:pt x="293" y="447"/>
                  </a:cubicBezTo>
                  <a:cubicBezTo>
                    <a:pt x="291" y="443"/>
                    <a:pt x="290" y="437"/>
                    <a:pt x="291" y="431"/>
                  </a:cubicBezTo>
                  <a:cubicBezTo>
                    <a:pt x="292" y="427"/>
                    <a:pt x="293" y="423"/>
                    <a:pt x="295" y="421"/>
                  </a:cubicBezTo>
                  <a:cubicBezTo>
                    <a:pt x="296" y="419"/>
                    <a:pt x="297" y="417"/>
                    <a:pt x="299" y="416"/>
                  </a:cubicBezTo>
                  <a:cubicBezTo>
                    <a:pt x="300" y="414"/>
                    <a:pt x="302" y="413"/>
                    <a:pt x="304" y="413"/>
                  </a:cubicBezTo>
                  <a:cubicBezTo>
                    <a:pt x="306" y="412"/>
                    <a:pt x="309" y="412"/>
                    <a:pt x="312" y="412"/>
                  </a:cubicBezTo>
                  <a:cubicBezTo>
                    <a:pt x="317" y="413"/>
                    <a:pt x="321" y="416"/>
                    <a:pt x="323" y="420"/>
                  </a:cubicBezTo>
                  <a:close/>
                  <a:moveTo>
                    <a:pt x="317" y="424"/>
                  </a:moveTo>
                  <a:cubicBezTo>
                    <a:pt x="316" y="422"/>
                    <a:pt x="313" y="420"/>
                    <a:pt x="311" y="420"/>
                  </a:cubicBezTo>
                  <a:cubicBezTo>
                    <a:pt x="308" y="419"/>
                    <a:pt x="305" y="420"/>
                    <a:pt x="303" y="422"/>
                  </a:cubicBezTo>
                  <a:cubicBezTo>
                    <a:pt x="301" y="424"/>
                    <a:pt x="299" y="427"/>
                    <a:pt x="298" y="432"/>
                  </a:cubicBezTo>
                  <a:cubicBezTo>
                    <a:pt x="298" y="437"/>
                    <a:pt x="298" y="440"/>
                    <a:pt x="299" y="443"/>
                  </a:cubicBezTo>
                  <a:cubicBezTo>
                    <a:pt x="301" y="446"/>
                    <a:pt x="303" y="447"/>
                    <a:pt x="306" y="448"/>
                  </a:cubicBezTo>
                  <a:cubicBezTo>
                    <a:pt x="309" y="448"/>
                    <a:pt x="311" y="447"/>
                    <a:pt x="313" y="445"/>
                  </a:cubicBezTo>
                  <a:cubicBezTo>
                    <a:pt x="315" y="443"/>
                    <a:pt x="317" y="440"/>
                    <a:pt x="318" y="435"/>
                  </a:cubicBezTo>
                  <a:cubicBezTo>
                    <a:pt x="319" y="430"/>
                    <a:pt x="318" y="427"/>
                    <a:pt x="317" y="424"/>
                  </a:cubicBezTo>
                  <a:close/>
                  <a:moveTo>
                    <a:pt x="329" y="458"/>
                  </a:moveTo>
                  <a:cubicBezTo>
                    <a:pt x="336" y="458"/>
                    <a:pt x="336" y="458"/>
                    <a:pt x="336" y="458"/>
                  </a:cubicBezTo>
                  <a:cubicBezTo>
                    <a:pt x="338" y="441"/>
                    <a:pt x="338" y="441"/>
                    <a:pt x="338" y="441"/>
                  </a:cubicBezTo>
                  <a:cubicBezTo>
                    <a:pt x="352" y="442"/>
                    <a:pt x="352" y="442"/>
                    <a:pt x="352" y="442"/>
                  </a:cubicBezTo>
                  <a:cubicBezTo>
                    <a:pt x="353" y="435"/>
                    <a:pt x="353" y="435"/>
                    <a:pt x="353" y="435"/>
                  </a:cubicBezTo>
                  <a:cubicBezTo>
                    <a:pt x="338" y="434"/>
                    <a:pt x="338" y="434"/>
                    <a:pt x="338" y="434"/>
                  </a:cubicBezTo>
                  <a:cubicBezTo>
                    <a:pt x="339" y="424"/>
                    <a:pt x="339" y="424"/>
                    <a:pt x="339" y="424"/>
                  </a:cubicBezTo>
                  <a:cubicBezTo>
                    <a:pt x="356" y="425"/>
                    <a:pt x="356" y="425"/>
                    <a:pt x="356" y="425"/>
                  </a:cubicBezTo>
                  <a:cubicBezTo>
                    <a:pt x="356" y="418"/>
                    <a:pt x="356" y="418"/>
                    <a:pt x="356" y="418"/>
                  </a:cubicBezTo>
                  <a:cubicBezTo>
                    <a:pt x="332" y="416"/>
                    <a:pt x="332" y="416"/>
                    <a:pt x="332" y="416"/>
                  </a:cubicBezTo>
                  <a:lnTo>
                    <a:pt x="329" y="458"/>
                  </a:lnTo>
                  <a:close/>
                  <a:moveTo>
                    <a:pt x="397" y="435"/>
                  </a:moveTo>
                  <a:cubicBezTo>
                    <a:pt x="395" y="434"/>
                    <a:pt x="392" y="434"/>
                    <a:pt x="389" y="433"/>
                  </a:cubicBezTo>
                  <a:cubicBezTo>
                    <a:pt x="385" y="432"/>
                    <a:pt x="383" y="431"/>
                    <a:pt x="382" y="430"/>
                  </a:cubicBezTo>
                  <a:cubicBezTo>
                    <a:pt x="381" y="430"/>
                    <a:pt x="381" y="429"/>
                    <a:pt x="381" y="428"/>
                  </a:cubicBezTo>
                  <a:cubicBezTo>
                    <a:pt x="381" y="427"/>
                    <a:pt x="381" y="426"/>
                    <a:pt x="382" y="425"/>
                  </a:cubicBezTo>
                  <a:cubicBezTo>
                    <a:pt x="383" y="424"/>
                    <a:pt x="384" y="424"/>
                    <a:pt x="386" y="424"/>
                  </a:cubicBezTo>
                  <a:cubicBezTo>
                    <a:pt x="388" y="423"/>
                    <a:pt x="390" y="424"/>
                    <a:pt x="391" y="425"/>
                  </a:cubicBezTo>
                  <a:cubicBezTo>
                    <a:pt x="392" y="426"/>
                    <a:pt x="393" y="427"/>
                    <a:pt x="393" y="429"/>
                  </a:cubicBezTo>
                  <a:cubicBezTo>
                    <a:pt x="400" y="428"/>
                    <a:pt x="400" y="428"/>
                    <a:pt x="400" y="428"/>
                  </a:cubicBezTo>
                  <a:cubicBezTo>
                    <a:pt x="400" y="425"/>
                    <a:pt x="399" y="422"/>
                    <a:pt x="396" y="419"/>
                  </a:cubicBezTo>
                  <a:cubicBezTo>
                    <a:pt x="394" y="417"/>
                    <a:pt x="391" y="416"/>
                    <a:pt x="386" y="417"/>
                  </a:cubicBezTo>
                  <a:cubicBezTo>
                    <a:pt x="383" y="417"/>
                    <a:pt x="381" y="417"/>
                    <a:pt x="379" y="418"/>
                  </a:cubicBezTo>
                  <a:cubicBezTo>
                    <a:pt x="377" y="420"/>
                    <a:pt x="376" y="421"/>
                    <a:pt x="375" y="423"/>
                  </a:cubicBezTo>
                  <a:cubicBezTo>
                    <a:pt x="374" y="425"/>
                    <a:pt x="374" y="427"/>
                    <a:pt x="374" y="429"/>
                  </a:cubicBezTo>
                  <a:cubicBezTo>
                    <a:pt x="374" y="432"/>
                    <a:pt x="375" y="435"/>
                    <a:pt x="378" y="437"/>
                  </a:cubicBezTo>
                  <a:cubicBezTo>
                    <a:pt x="379" y="439"/>
                    <a:pt x="382" y="440"/>
                    <a:pt x="386" y="441"/>
                  </a:cubicBezTo>
                  <a:cubicBezTo>
                    <a:pt x="389" y="441"/>
                    <a:pt x="391" y="442"/>
                    <a:pt x="392" y="442"/>
                  </a:cubicBezTo>
                  <a:cubicBezTo>
                    <a:pt x="393" y="443"/>
                    <a:pt x="394" y="443"/>
                    <a:pt x="394" y="444"/>
                  </a:cubicBezTo>
                  <a:cubicBezTo>
                    <a:pt x="395" y="445"/>
                    <a:pt x="395" y="445"/>
                    <a:pt x="395" y="446"/>
                  </a:cubicBezTo>
                  <a:cubicBezTo>
                    <a:pt x="395" y="448"/>
                    <a:pt x="395" y="449"/>
                    <a:pt x="394" y="450"/>
                  </a:cubicBezTo>
                  <a:cubicBezTo>
                    <a:pt x="393" y="452"/>
                    <a:pt x="391" y="452"/>
                    <a:pt x="389" y="452"/>
                  </a:cubicBezTo>
                  <a:cubicBezTo>
                    <a:pt x="387" y="453"/>
                    <a:pt x="385" y="452"/>
                    <a:pt x="384" y="451"/>
                  </a:cubicBezTo>
                  <a:cubicBezTo>
                    <a:pt x="382" y="450"/>
                    <a:pt x="381" y="448"/>
                    <a:pt x="381" y="445"/>
                  </a:cubicBezTo>
                  <a:cubicBezTo>
                    <a:pt x="374" y="446"/>
                    <a:pt x="374" y="446"/>
                    <a:pt x="374" y="446"/>
                  </a:cubicBezTo>
                  <a:cubicBezTo>
                    <a:pt x="374" y="451"/>
                    <a:pt x="376" y="454"/>
                    <a:pt x="379" y="457"/>
                  </a:cubicBezTo>
                  <a:cubicBezTo>
                    <a:pt x="381" y="459"/>
                    <a:pt x="385" y="460"/>
                    <a:pt x="389" y="460"/>
                  </a:cubicBezTo>
                  <a:cubicBezTo>
                    <a:pt x="392" y="459"/>
                    <a:pt x="395" y="459"/>
                    <a:pt x="397" y="458"/>
                  </a:cubicBezTo>
                  <a:cubicBezTo>
                    <a:pt x="399" y="456"/>
                    <a:pt x="400" y="455"/>
                    <a:pt x="401" y="453"/>
                  </a:cubicBezTo>
                  <a:cubicBezTo>
                    <a:pt x="402" y="450"/>
                    <a:pt x="403" y="448"/>
                    <a:pt x="402" y="446"/>
                  </a:cubicBezTo>
                  <a:cubicBezTo>
                    <a:pt x="402" y="443"/>
                    <a:pt x="402" y="441"/>
                    <a:pt x="401" y="439"/>
                  </a:cubicBezTo>
                  <a:cubicBezTo>
                    <a:pt x="400" y="438"/>
                    <a:pt x="398" y="436"/>
                    <a:pt x="397" y="435"/>
                  </a:cubicBezTo>
                  <a:close/>
                  <a:moveTo>
                    <a:pt x="430" y="445"/>
                  </a:moveTo>
                  <a:cubicBezTo>
                    <a:pt x="429" y="447"/>
                    <a:pt x="427" y="448"/>
                    <a:pt x="425" y="448"/>
                  </a:cubicBezTo>
                  <a:cubicBezTo>
                    <a:pt x="423" y="449"/>
                    <a:pt x="420" y="448"/>
                    <a:pt x="419" y="446"/>
                  </a:cubicBezTo>
                  <a:cubicBezTo>
                    <a:pt x="417" y="444"/>
                    <a:pt x="415" y="440"/>
                    <a:pt x="414" y="435"/>
                  </a:cubicBezTo>
                  <a:cubicBezTo>
                    <a:pt x="414" y="430"/>
                    <a:pt x="414" y="427"/>
                    <a:pt x="415" y="424"/>
                  </a:cubicBezTo>
                  <a:cubicBezTo>
                    <a:pt x="416" y="422"/>
                    <a:pt x="418" y="420"/>
                    <a:pt x="421" y="420"/>
                  </a:cubicBezTo>
                  <a:cubicBezTo>
                    <a:pt x="423" y="420"/>
                    <a:pt x="424" y="420"/>
                    <a:pt x="426" y="421"/>
                  </a:cubicBezTo>
                  <a:cubicBezTo>
                    <a:pt x="427" y="422"/>
                    <a:pt x="429" y="424"/>
                    <a:pt x="429" y="426"/>
                  </a:cubicBezTo>
                  <a:cubicBezTo>
                    <a:pt x="436" y="423"/>
                    <a:pt x="436" y="423"/>
                    <a:pt x="436" y="423"/>
                  </a:cubicBezTo>
                  <a:cubicBezTo>
                    <a:pt x="435" y="419"/>
                    <a:pt x="433" y="417"/>
                    <a:pt x="431" y="416"/>
                  </a:cubicBezTo>
                  <a:cubicBezTo>
                    <a:pt x="428" y="413"/>
                    <a:pt x="424" y="412"/>
                    <a:pt x="420" y="413"/>
                  </a:cubicBezTo>
                  <a:cubicBezTo>
                    <a:pt x="415" y="414"/>
                    <a:pt x="411" y="416"/>
                    <a:pt x="409" y="420"/>
                  </a:cubicBezTo>
                  <a:cubicBezTo>
                    <a:pt x="407" y="425"/>
                    <a:pt x="406" y="430"/>
                    <a:pt x="407" y="437"/>
                  </a:cubicBezTo>
                  <a:cubicBezTo>
                    <a:pt x="408" y="444"/>
                    <a:pt x="411" y="448"/>
                    <a:pt x="414" y="452"/>
                  </a:cubicBezTo>
                  <a:cubicBezTo>
                    <a:pt x="418" y="455"/>
                    <a:pt x="422" y="456"/>
                    <a:pt x="426" y="455"/>
                  </a:cubicBezTo>
                  <a:cubicBezTo>
                    <a:pt x="430" y="455"/>
                    <a:pt x="433" y="453"/>
                    <a:pt x="435" y="451"/>
                  </a:cubicBezTo>
                  <a:cubicBezTo>
                    <a:pt x="437" y="448"/>
                    <a:pt x="438" y="444"/>
                    <a:pt x="439" y="440"/>
                  </a:cubicBezTo>
                  <a:cubicBezTo>
                    <a:pt x="432" y="438"/>
                    <a:pt x="432" y="438"/>
                    <a:pt x="432" y="438"/>
                  </a:cubicBezTo>
                  <a:cubicBezTo>
                    <a:pt x="431" y="441"/>
                    <a:pt x="431" y="444"/>
                    <a:pt x="430" y="445"/>
                  </a:cubicBezTo>
                  <a:close/>
                  <a:moveTo>
                    <a:pt x="439" y="410"/>
                  </a:moveTo>
                  <a:cubicBezTo>
                    <a:pt x="448" y="450"/>
                    <a:pt x="448" y="450"/>
                    <a:pt x="448" y="450"/>
                  </a:cubicBezTo>
                  <a:cubicBezTo>
                    <a:pt x="455" y="449"/>
                    <a:pt x="455" y="449"/>
                    <a:pt x="455" y="449"/>
                  </a:cubicBezTo>
                  <a:cubicBezTo>
                    <a:pt x="446" y="408"/>
                    <a:pt x="446" y="408"/>
                    <a:pt x="446" y="408"/>
                  </a:cubicBezTo>
                  <a:lnTo>
                    <a:pt x="439" y="410"/>
                  </a:lnTo>
                  <a:close/>
                  <a:moveTo>
                    <a:pt x="468" y="438"/>
                  </a:moveTo>
                  <a:cubicBezTo>
                    <a:pt x="465" y="427"/>
                    <a:pt x="465" y="427"/>
                    <a:pt x="465" y="427"/>
                  </a:cubicBezTo>
                  <a:cubicBezTo>
                    <a:pt x="482" y="422"/>
                    <a:pt x="482" y="422"/>
                    <a:pt x="482" y="422"/>
                  </a:cubicBezTo>
                  <a:cubicBezTo>
                    <a:pt x="480" y="415"/>
                    <a:pt x="480" y="415"/>
                    <a:pt x="480" y="415"/>
                  </a:cubicBezTo>
                  <a:cubicBezTo>
                    <a:pt x="463" y="420"/>
                    <a:pt x="463" y="420"/>
                    <a:pt x="463" y="420"/>
                  </a:cubicBezTo>
                  <a:cubicBezTo>
                    <a:pt x="460" y="412"/>
                    <a:pt x="460" y="412"/>
                    <a:pt x="460" y="412"/>
                  </a:cubicBezTo>
                  <a:cubicBezTo>
                    <a:pt x="478" y="406"/>
                    <a:pt x="478" y="406"/>
                    <a:pt x="478" y="406"/>
                  </a:cubicBezTo>
                  <a:cubicBezTo>
                    <a:pt x="476" y="399"/>
                    <a:pt x="476" y="399"/>
                    <a:pt x="476" y="399"/>
                  </a:cubicBezTo>
                  <a:cubicBezTo>
                    <a:pt x="451" y="407"/>
                    <a:pt x="451" y="407"/>
                    <a:pt x="451" y="407"/>
                  </a:cubicBezTo>
                  <a:cubicBezTo>
                    <a:pt x="464" y="447"/>
                    <a:pt x="464" y="447"/>
                    <a:pt x="464" y="447"/>
                  </a:cubicBezTo>
                  <a:cubicBezTo>
                    <a:pt x="489" y="439"/>
                    <a:pt x="489" y="439"/>
                    <a:pt x="489" y="439"/>
                  </a:cubicBezTo>
                  <a:cubicBezTo>
                    <a:pt x="487" y="432"/>
                    <a:pt x="487" y="432"/>
                    <a:pt x="487" y="432"/>
                  </a:cubicBezTo>
                  <a:lnTo>
                    <a:pt x="468" y="438"/>
                  </a:lnTo>
                  <a:close/>
                  <a:moveTo>
                    <a:pt x="501" y="389"/>
                  </a:moveTo>
                  <a:cubicBezTo>
                    <a:pt x="511" y="415"/>
                    <a:pt x="511" y="415"/>
                    <a:pt x="511" y="415"/>
                  </a:cubicBezTo>
                  <a:cubicBezTo>
                    <a:pt x="487" y="395"/>
                    <a:pt x="487" y="395"/>
                    <a:pt x="487" y="395"/>
                  </a:cubicBezTo>
                  <a:cubicBezTo>
                    <a:pt x="481" y="397"/>
                    <a:pt x="481" y="397"/>
                    <a:pt x="481" y="397"/>
                  </a:cubicBezTo>
                  <a:cubicBezTo>
                    <a:pt x="497" y="436"/>
                    <a:pt x="497" y="436"/>
                    <a:pt x="497" y="436"/>
                  </a:cubicBezTo>
                  <a:cubicBezTo>
                    <a:pt x="503" y="433"/>
                    <a:pt x="503" y="433"/>
                    <a:pt x="503" y="433"/>
                  </a:cubicBezTo>
                  <a:cubicBezTo>
                    <a:pt x="493" y="408"/>
                    <a:pt x="493" y="408"/>
                    <a:pt x="493" y="408"/>
                  </a:cubicBezTo>
                  <a:cubicBezTo>
                    <a:pt x="516" y="428"/>
                    <a:pt x="516" y="428"/>
                    <a:pt x="516" y="428"/>
                  </a:cubicBezTo>
                  <a:cubicBezTo>
                    <a:pt x="523" y="425"/>
                    <a:pt x="523" y="425"/>
                    <a:pt x="523" y="425"/>
                  </a:cubicBezTo>
                  <a:cubicBezTo>
                    <a:pt x="507" y="387"/>
                    <a:pt x="507" y="387"/>
                    <a:pt x="507" y="387"/>
                  </a:cubicBezTo>
                  <a:lnTo>
                    <a:pt x="501" y="389"/>
                  </a:lnTo>
                  <a:close/>
                  <a:moveTo>
                    <a:pt x="544" y="396"/>
                  </a:moveTo>
                  <a:cubicBezTo>
                    <a:pt x="545" y="399"/>
                    <a:pt x="546" y="401"/>
                    <a:pt x="545" y="403"/>
                  </a:cubicBezTo>
                  <a:cubicBezTo>
                    <a:pt x="545" y="405"/>
                    <a:pt x="544" y="407"/>
                    <a:pt x="542" y="408"/>
                  </a:cubicBezTo>
                  <a:cubicBezTo>
                    <a:pt x="540" y="409"/>
                    <a:pt x="537" y="409"/>
                    <a:pt x="535" y="408"/>
                  </a:cubicBezTo>
                  <a:cubicBezTo>
                    <a:pt x="532" y="406"/>
                    <a:pt x="530" y="404"/>
                    <a:pt x="527" y="399"/>
                  </a:cubicBezTo>
                  <a:cubicBezTo>
                    <a:pt x="525" y="395"/>
                    <a:pt x="524" y="391"/>
                    <a:pt x="524" y="388"/>
                  </a:cubicBezTo>
                  <a:cubicBezTo>
                    <a:pt x="525" y="386"/>
                    <a:pt x="526" y="384"/>
                    <a:pt x="528" y="382"/>
                  </a:cubicBezTo>
                  <a:cubicBezTo>
                    <a:pt x="530" y="381"/>
                    <a:pt x="532" y="381"/>
                    <a:pt x="533" y="382"/>
                  </a:cubicBezTo>
                  <a:cubicBezTo>
                    <a:pt x="535" y="382"/>
                    <a:pt x="537" y="383"/>
                    <a:pt x="538" y="385"/>
                  </a:cubicBezTo>
                  <a:cubicBezTo>
                    <a:pt x="543" y="380"/>
                    <a:pt x="543" y="380"/>
                    <a:pt x="543" y="380"/>
                  </a:cubicBezTo>
                  <a:cubicBezTo>
                    <a:pt x="541" y="377"/>
                    <a:pt x="539" y="376"/>
                    <a:pt x="536" y="375"/>
                  </a:cubicBezTo>
                  <a:cubicBezTo>
                    <a:pt x="533" y="373"/>
                    <a:pt x="529" y="374"/>
                    <a:pt x="525" y="376"/>
                  </a:cubicBezTo>
                  <a:cubicBezTo>
                    <a:pt x="521" y="378"/>
                    <a:pt x="518" y="382"/>
                    <a:pt x="517" y="387"/>
                  </a:cubicBezTo>
                  <a:cubicBezTo>
                    <a:pt x="517" y="392"/>
                    <a:pt x="518" y="397"/>
                    <a:pt x="521" y="403"/>
                  </a:cubicBezTo>
                  <a:cubicBezTo>
                    <a:pt x="524" y="409"/>
                    <a:pt x="528" y="413"/>
                    <a:pt x="533" y="414"/>
                  </a:cubicBezTo>
                  <a:cubicBezTo>
                    <a:pt x="537" y="416"/>
                    <a:pt x="541" y="416"/>
                    <a:pt x="545" y="414"/>
                  </a:cubicBezTo>
                  <a:cubicBezTo>
                    <a:pt x="549" y="412"/>
                    <a:pt x="551" y="409"/>
                    <a:pt x="552" y="406"/>
                  </a:cubicBezTo>
                  <a:cubicBezTo>
                    <a:pt x="553" y="403"/>
                    <a:pt x="553" y="399"/>
                    <a:pt x="552" y="395"/>
                  </a:cubicBezTo>
                  <a:lnTo>
                    <a:pt x="544" y="396"/>
                  </a:lnTo>
                  <a:close/>
                  <a:moveTo>
                    <a:pt x="567" y="391"/>
                  </a:moveTo>
                  <a:cubicBezTo>
                    <a:pt x="561" y="382"/>
                    <a:pt x="561" y="382"/>
                    <a:pt x="561" y="382"/>
                  </a:cubicBezTo>
                  <a:cubicBezTo>
                    <a:pt x="575" y="372"/>
                    <a:pt x="575" y="372"/>
                    <a:pt x="575" y="372"/>
                  </a:cubicBezTo>
                  <a:cubicBezTo>
                    <a:pt x="571" y="366"/>
                    <a:pt x="571" y="366"/>
                    <a:pt x="571" y="366"/>
                  </a:cubicBezTo>
                  <a:cubicBezTo>
                    <a:pt x="557" y="376"/>
                    <a:pt x="557" y="376"/>
                    <a:pt x="557" y="376"/>
                  </a:cubicBezTo>
                  <a:cubicBezTo>
                    <a:pt x="551" y="369"/>
                    <a:pt x="551" y="369"/>
                    <a:pt x="551" y="369"/>
                  </a:cubicBezTo>
                  <a:cubicBezTo>
                    <a:pt x="567" y="358"/>
                    <a:pt x="567" y="358"/>
                    <a:pt x="567" y="358"/>
                  </a:cubicBezTo>
                  <a:cubicBezTo>
                    <a:pt x="563" y="352"/>
                    <a:pt x="563" y="352"/>
                    <a:pt x="563" y="352"/>
                  </a:cubicBezTo>
                  <a:cubicBezTo>
                    <a:pt x="542" y="367"/>
                    <a:pt x="542" y="367"/>
                    <a:pt x="542" y="367"/>
                  </a:cubicBezTo>
                  <a:cubicBezTo>
                    <a:pt x="565" y="401"/>
                    <a:pt x="565" y="401"/>
                    <a:pt x="565" y="401"/>
                  </a:cubicBezTo>
                  <a:cubicBezTo>
                    <a:pt x="587" y="386"/>
                    <a:pt x="587" y="386"/>
                    <a:pt x="587" y="386"/>
                  </a:cubicBezTo>
                  <a:cubicBezTo>
                    <a:pt x="583" y="380"/>
                    <a:pt x="583" y="380"/>
                    <a:pt x="583" y="380"/>
                  </a:cubicBezTo>
                  <a:lnTo>
                    <a:pt x="567" y="391"/>
                  </a:lnTo>
                  <a:close/>
                  <a:moveTo>
                    <a:pt x="625" y="347"/>
                  </a:moveTo>
                  <a:cubicBezTo>
                    <a:pt x="626" y="354"/>
                    <a:pt x="626" y="354"/>
                    <a:pt x="626" y="354"/>
                  </a:cubicBezTo>
                  <a:cubicBezTo>
                    <a:pt x="624" y="354"/>
                    <a:pt x="621" y="354"/>
                    <a:pt x="619" y="354"/>
                  </a:cubicBezTo>
                  <a:cubicBezTo>
                    <a:pt x="619" y="356"/>
                    <a:pt x="618" y="358"/>
                    <a:pt x="617" y="360"/>
                  </a:cubicBezTo>
                  <a:cubicBezTo>
                    <a:pt x="617" y="361"/>
                    <a:pt x="616" y="363"/>
                    <a:pt x="614" y="364"/>
                  </a:cubicBezTo>
                  <a:cubicBezTo>
                    <a:pt x="611" y="367"/>
                    <a:pt x="607" y="369"/>
                    <a:pt x="604" y="368"/>
                  </a:cubicBezTo>
                  <a:cubicBezTo>
                    <a:pt x="601" y="368"/>
                    <a:pt x="599" y="366"/>
                    <a:pt x="597" y="364"/>
                  </a:cubicBezTo>
                  <a:cubicBezTo>
                    <a:pt x="595" y="362"/>
                    <a:pt x="594" y="360"/>
                    <a:pt x="593" y="357"/>
                  </a:cubicBezTo>
                  <a:cubicBezTo>
                    <a:pt x="593" y="355"/>
                    <a:pt x="593" y="352"/>
                    <a:pt x="594" y="349"/>
                  </a:cubicBezTo>
                  <a:cubicBezTo>
                    <a:pt x="592" y="349"/>
                    <a:pt x="590" y="348"/>
                    <a:pt x="589" y="348"/>
                  </a:cubicBezTo>
                  <a:cubicBezTo>
                    <a:pt x="587" y="347"/>
                    <a:pt x="586" y="346"/>
                    <a:pt x="585" y="345"/>
                  </a:cubicBezTo>
                  <a:cubicBezTo>
                    <a:pt x="583" y="343"/>
                    <a:pt x="583" y="341"/>
                    <a:pt x="583" y="339"/>
                  </a:cubicBezTo>
                  <a:cubicBezTo>
                    <a:pt x="583" y="336"/>
                    <a:pt x="584" y="334"/>
                    <a:pt x="586" y="332"/>
                  </a:cubicBezTo>
                  <a:cubicBezTo>
                    <a:pt x="588" y="330"/>
                    <a:pt x="591" y="329"/>
                    <a:pt x="593" y="329"/>
                  </a:cubicBezTo>
                  <a:cubicBezTo>
                    <a:pt x="596" y="329"/>
                    <a:pt x="598" y="330"/>
                    <a:pt x="600" y="332"/>
                  </a:cubicBezTo>
                  <a:cubicBezTo>
                    <a:pt x="601" y="333"/>
                    <a:pt x="602" y="335"/>
                    <a:pt x="602" y="336"/>
                  </a:cubicBezTo>
                  <a:cubicBezTo>
                    <a:pt x="602" y="338"/>
                    <a:pt x="602" y="341"/>
                    <a:pt x="602" y="344"/>
                  </a:cubicBezTo>
                  <a:cubicBezTo>
                    <a:pt x="611" y="346"/>
                    <a:pt x="611" y="346"/>
                    <a:pt x="611" y="346"/>
                  </a:cubicBezTo>
                  <a:cubicBezTo>
                    <a:pt x="610" y="345"/>
                    <a:pt x="609" y="343"/>
                    <a:pt x="608" y="341"/>
                  </a:cubicBezTo>
                  <a:cubicBezTo>
                    <a:pt x="614" y="339"/>
                    <a:pt x="614" y="339"/>
                    <a:pt x="614" y="339"/>
                  </a:cubicBezTo>
                  <a:cubicBezTo>
                    <a:pt x="615" y="341"/>
                    <a:pt x="616" y="343"/>
                    <a:pt x="617" y="344"/>
                  </a:cubicBezTo>
                  <a:cubicBezTo>
                    <a:pt x="617" y="345"/>
                    <a:pt x="617" y="346"/>
                    <a:pt x="618" y="347"/>
                  </a:cubicBezTo>
                  <a:cubicBezTo>
                    <a:pt x="619" y="347"/>
                    <a:pt x="620" y="347"/>
                    <a:pt x="622" y="347"/>
                  </a:cubicBezTo>
                  <a:cubicBezTo>
                    <a:pt x="623" y="347"/>
                    <a:pt x="624" y="347"/>
                    <a:pt x="625" y="347"/>
                  </a:cubicBezTo>
                  <a:close/>
                  <a:moveTo>
                    <a:pt x="596" y="340"/>
                  </a:moveTo>
                  <a:cubicBezTo>
                    <a:pt x="596" y="338"/>
                    <a:pt x="596" y="337"/>
                    <a:pt x="595" y="336"/>
                  </a:cubicBezTo>
                  <a:cubicBezTo>
                    <a:pt x="595" y="335"/>
                    <a:pt x="594" y="335"/>
                    <a:pt x="593" y="335"/>
                  </a:cubicBezTo>
                  <a:cubicBezTo>
                    <a:pt x="592" y="335"/>
                    <a:pt x="591" y="335"/>
                    <a:pt x="590" y="336"/>
                  </a:cubicBezTo>
                  <a:cubicBezTo>
                    <a:pt x="589" y="336"/>
                    <a:pt x="589" y="337"/>
                    <a:pt x="589" y="338"/>
                  </a:cubicBezTo>
                  <a:cubicBezTo>
                    <a:pt x="589" y="339"/>
                    <a:pt x="589" y="340"/>
                    <a:pt x="590" y="340"/>
                  </a:cubicBezTo>
                  <a:cubicBezTo>
                    <a:pt x="590" y="341"/>
                    <a:pt x="592" y="342"/>
                    <a:pt x="593" y="342"/>
                  </a:cubicBezTo>
                  <a:cubicBezTo>
                    <a:pt x="596" y="342"/>
                    <a:pt x="596" y="342"/>
                    <a:pt x="596" y="342"/>
                  </a:cubicBezTo>
                  <a:lnTo>
                    <a:pt x="596" y="340"/>
                  </a:lnTo>
                  <a:close/>
                  <a:moveTo>
                    <a:pt x="612" y="353"/>
                  </a:moveTo>
                  <a:cubicBezTo>
                    <a:pt x="600" y="351"/>
                    <a:pt x="600" y="351"/>
                    <a:pt x="600" y="351"/>
                  </a:cubicBezTo>
                  <a:cubicBezTo>
                    <a:pt x="599" y="352"/>
                    <a:pt x="599" y="354"/>
                    <a:pt x="600" y="355"/>
                  </a:cubicBezTo>
                  <a:cubicBezTo>
                    <a:pt x="600" y="357"/>
                    <a:pt x="601" y="358"/>
                    <a:pt x="601" y="359"/>
                  </a:cubicBezTo>
                  <a:cubicBezTo>
                    <a:pt x="603" y="360"/>
                    <a:pt x="604" y="361"/>
                    <a:pt x="605" y="361"/>
                  </a:cubicBezTo>
                  <a:cubicBezTo>
                    <a:pt x="607" y="361"/>
                    <a:pt x="608" y="361"/>
                    <a:pt x="609" y="360"/>
                  </a:cubicBezTo>
                  <a:cubicBezTo>
                    <a:pt x="610" y="359"/>
                    <a:pt x="611" y="358"/>
                    <a:pt x="611" y="357"/>
                  </a:cubicBezTo>
                  <a:cubicBezTo>
                    <a:pt x="611" y="356"/>
                    <a:pt x="612" y="355"/>
                    <a:pt x="612" y="353"/>
                  </a:cubicBezTo>
                  <a:close/>
                  <a:moveTo>
                    <a:pt x="632" y="293"/>
                  </a:moveTo>
                  <a:cubicBezTo>
                    <a:pt x="627" y="288"/>
                    <a:pt x="627" y="288"/>
                    <a:pt x="627" y="288"/>
                  </a:cubicBezTo>
                  <a:cubicBezTo>
                    <a:pt x="609" y="310"/>
                    <a:pt x="609" y="310"/>
                    <a:pt x="609" y="310"/>
                  </a:cubicBezTo>
                  <a:cubicBezTo>
                    <a:pt x="615" y="314"/>
                    <a:pt x="615" y="314"/>
                    <a:pt x="615" y="314"/>
                  </a:cubicBezTo>
                  <a:cubicBezTo>
                    <a:pt x="621" y="306"/>
                    <a:pt x="621" y="306"/>
                    <a:pt x="621" y="306"/>
                  </a:cubicBezTo>
                  <a:cubicBezTo>
                    <a:pt x="648" y="328"/>
                    <a:pt x="648" y="328"/>
                    <a:pt x="648" y="328"/>
                  </a:cubicBezTo>
                  <a:cubicBezTo>
                    <a:pt x="652" y="323"/>
                    <a:pt x="652" y="323"/>
                    <a:pt x="652" y="323"/>
                  </a:cubicBezTo>
                  <a:cubicBezTo>
                    <a:pt x="626" y="301"/>
                    <a:pt x="626" y="301"/>
                    <a:pt x="626" y="301"/>
                  </a:cubicBezTo>
                  <a:lnTo>
                    <a:pt x="632" y="293"/>
                  </a:lnTo>
                  <a:close/>
                  <a:moveTo>
                    <a:pt x="661" y="299"/>
                  </a:moveTo>
                  <a:cubicBezTo>
                    <a:pt x="652" y="293"/>
                    <a:pt x="652" y="293"/>
                    <a:pt x="652" y="293"/>
                  </a:cubicBezTo>
                  <a:cubicBezTo>
                    <a:pt x="662" y="278"/>
                    <a:pt x="662" y="278"/>
                    <a:pt x="662" y="278"/>
                  </a:cubicBezTo>
                  <a:cubicBezTo>
                    <a:pt x="656" y="274"/>
                    <a:pt x="656" y="274"/>
                    <a:pt x="656" y="274"/>
                  </a:cubicBezTo>
                  <a:cubicBezTo>
                    <a:pt x="646" y="289"/>
                    <a:pt x="646" y="289"/>
                    <a:pt x="646" y="289"/>
                  </a:cubicBezTo>
                  <a:cubicBezTo>
                    <a:pt x="639" y="284"/>
                    <a:pt x="639" y="284"/>
                    <a:pt x="639" y="284"/>
                  </a:cubicBezTo>
                  <a:cubicBezTo>
                    <a:pt x="649" y="268"/>
                    <a:pt x="649" y="268"/>
                    <a:pt x="649" y="268"/>
                  </a:cubicBezTo>
                  <a:cubicBezTo>
                    <a:pt x="643" y="264"/>
                    <a:pt x="643" y="264"/>
                    <a:pt x="643" y="264"/>
                  </a:cubicBezTo>
                  <a:cubicBezTo>
                    <a:pt x="629" y="286"/>
                    <a:pt x="629" y="286"/>
                    <a:pt x="629" y="286"/>
                  </a:cubicBezTo>
                  <a:cubicBezTo>
                    <a:pt x="663" y="309"/>
                    <a:pt x="663" y="309"/>
                    <a:pt x="663" y="309"/>
                  </a:cubicBezTo>
                  <a:cubicBezTo>
                    <a:pt x="678" y="287"/>
                    <a:pt x="678" y="287"/>
                    <a:pt x="678" y="287"/>
                  </a:cubicBezTo>
                  <a:cubicBezTo>
                    <a:pt x="672" y="283"/>
                    <a:pt x="672" y="283"/>
                    <a:pt x="672" y="283"/>
                  </a:cubicBezTo>
                  <a:lnTo>
                    <a:pt x="661" y="299"/>
                  </a:lnTo>
                  <a:close/>
                  <a:moveTo>
                    <a:pt x="686" y="248"/>
                  </a:moveTo>
                  <a:cubicBezTo>
                    <a:pt x="680" y="252"/>
                    <a:pt x="680" y="252"/>
                    <a:pt x="680" y="252"/>
                  </a:cubicBezTo>
                  <a:cubicBezTo>
                    <a:pt x="682" y="254"/>
                    <a:pt x="684" y="256"/>
                    <a:pt x="684" y="258"/>
                  </a:cubicBezTo>
                  <a:cubicBezTo>
                    <a:pt x="685" y="260"/>
                    <a:pt x="685" y="262"/>
                    <a:pt x="684" y="263"/>
                  </a:cubicBezTo>
                  <a:cubicBezTo>
                    <a:pt x="683" y="266"/>
                    <a:pt x="681" y="267"/>
                    <a:pt x="678" y="267"/>
                  </a:cubicBezTo>
                  <a:cubicBezTo>
                    <a:pt x="675" y="268"/>
                    <a:pt x="672" y="267"/>
                    <a:pt x="667" y="264"/>
                  </a:cubicBezTo>
                  <a:cubicBezTo>
                    <a:pt x="663" y="262"/>
                    <a:pt x="660" y="259"/>
                    <a:pt x="659" y="257"/>
                  </a:cubicBezTo>
                  <a:cubicBezTo>
                    <a:pt x="658" y="254"/>
                    <a:pt x="658" y="252"/>
                    <a:pt x="659" y="250"/>
                  </a:cubicBezTo>
                  <a:cubicBezTo>
                    <a:pt x="660" y="248"/>
                    <a:pt x="661" y="247"/>
                    <a:pt x="663" y="246"/>
                  </a:cubicBezTo>
                  <a:cubicBezTo>
                    <a:pt x="665" y="246"/>
                    <a:pt x="666" y="246"/>
                    <a:pt x="669" y="247"/>
                  </a:cubicBezTo>
                  <a:cubicBezTo>
                    <a:pt x="670" y="239"/>
                    <a:pt x="670" y="239"/>
                    <a:pt x="670" y="239"/>
                  </a:cubicBezTo>
                  <a:cubicBezTo>
                    <a:pt x="667" y="238"/>
                    <a:pt x="664" y="238"/>
                    <a:pt x="662" y="239"/>
                  </a:cubicBezTo>
                  <a:cubicBezTo>
                    <a:pt x="658" y="240"/>
                    <a:pt x="655" y="242"/>
                    <a:pt x="653" y="246"/>
                  </a:cubicBezTo>
                  <a:cubicBezTo>
                    <a:pt x="650" y="250"/>
                    <a:pt x="650" y="255"/>
                    <a:pt x="652" y="259"/>
                  </a:cubicBezTo>
                  <a:cubicBezTo>
                    <a:pt x="654" y="264"/>
                    <a:pt x="658" y="268"/>
                    <a:pt x="664" y="271"/>
                  </a:cubicBezTo>
                  <a:cubicBezTo>
                    <a:pt x="670" y="274"/>
                    <a:pt x="675" y="275"/>
                    <a:pt x="680" y="274"/>
                  </a:cubicBezTo>
                  <a:cubicBezTo>
                    <a:pt x="685" y="273"/>
                    <a:pt x="688" y="271"/>
                    <a:pt x="690" y="267"/>
                  </a:cubicBezTo>
                  <a:cubicBezTo>
                    <a:pt x="692" y="264"/>
                    <a:pt x="693" y="260"/>
                    <a:pt x="692" y="257"/>
                  </a:cubicBezTo>
                  <a:cubicBezTo>
                    <a:pt x="691" y="254"/>
                    <a:pt x="689" y="251"/>
                    <a:pt x="686" y="248"/>
                  </a:cubicBezTo>
                  <a:close/>
                  <a:moveTo>
                    <a:pt x="670" y="210"/>
                  </a:moveTo>
                  <a:cubicBezTo>
                    <a:pt x="685" y="217"/>
                    <a:pt x="685" y="217"/>
                    <a:pt x="685" y="217"/>
                  </a:cubicBezTo>
                  <a:cubicBezTo>
                    <a:pt x="680" y="230"/>
                    <a:pt x="680" y="230"/>
                    <a:pt x="680" y="230"/>
                  </a:cubicBezTo>
                  <a:cubicBezTo>
                    <a:pt x="665" y="223"/>
                    <a:pt x="665" y="223"/>
                    <a:pt x="665" y="223"/>
                  </a:cubicBezTo>
                  <a:cubicBezTo>
                    <a:pt x="662" y="230"/>
                    <a:pt x="662" y="230"/>
                    <a:pt x="662" y="230"/>
                  </a:cubicBezTo>
                  <a:cubicBezTo>
                    <a:pt x="700" y="246"/>
                    <a:pt x="700" y="246"/>
                    <a:pt x="700" y="246"/>
                  </a:cubicBezTo>
                  <a:cubicBezTo>
                    <a:pt x="703" y="239"/>
                    <a:pt x="703" y="239"/>
                    <a:pt x="703" y="239"/>
                  </a:cubicBezTo>
                  <a:cubicBezTo>
                    <a:pt x="686" y="232"/>
                    <a:pt x="686" y="232"/>
                    <a:pt x="686" y="232"/>
                  </a:cubicBezTo>
                  <a:cubicBezTo>
                    <a:pt x="692" y="219"/>
                    <a:pt x="692" y="219"/>
                    <a:pt x="692" y="219"/>
                  </a:cubicBezTo>
                  <a:cubicBezTo>
                    <a:pt x="708" y="226"/>
                    <a:pt x="708" y="226"/>
                    <a:pt x="708" y="226"/>
                  </a:cubicBezTo>
                  <a:cubicBezTo>
                    <a:pt x="711" y="220"/>
                    <a:pt x="711" y="220"/>
                    <a:pt x="711" y="220"/>
                  </a:cubicBezTo>
                  <a:cubicBezTo>
                    <a:pt x="673" y="204"/>
                    <a:pt x="673" y="204"/>
                    <a:pt x="673" y="204"/>
                  </a:cubicBezTo>
                  <a:lnTo>
                    <a:pt x="670" y="210"/>
                  </a:lnTo>
                  <a:close/>
                  <a:moveTo>
                    <a:pt x="681" y="178"/>
                  </a:moveTo>
                  <a:cubicBezTo>
                    <a:pt x="707" y="186"/>
                    <a:pt x="707" y="186"/>
                    <a:pt x="707" y="186"/>
                  </a:cubicBezTo>
                  <a:cubicBezTo>
                    <a:pt x="677" y="192"/>
                    <a:pt x="677" y="192"/>
                    <a:pt x="677" y="192"/>
                  </a:cubicBezTo>
                  <a:cubicBezTo>
                    <a:pt x="675" y="198"/>
                    <a:pt x="675" y="198"/>
                    <a:pt x="675" y="198"/>
                  </a:cubicBezTo>
                  <a:cubicBezTo>
                    <a:pt x="715" y="210"/>
                    <a:pt x="715" y="210"/>
                    <a:pt x="715" y="210"/>
                  </a:cubicBezTo>
                  <a:cubicBezTo>
                    <a:pt x="716" y="204"/>
                    <a:pt x="716" y="204"/>
                    <a:pt x="716" y="204"/>
                  </a:cubicBezTo>
                  <a:cubicBezTo>
                    <a:pt x="690" y="196"/>
                    <a:pt x="690" y="196"/>
                    <a:pt x="690" y="196"/>
                  </a:cubicBezTo>
                  <a:cubicBezTo>
                    <a:pt x="720" y="190"/>
                    <a:pt x="720" y="190"/>
                    <a:pt x="720" y="190"/>
                  </a:cubicBezTo>
                  <a:cubicBezTo>
                    <a:pt x="722" y="183"/>
                    <a:pt x="722" y="183"/>
                    <a:pt x="722" y="183"/>
                  </a:cubicBezTo>
                  <a:cubicBezTo>
                    <a:pt x="683" y="171"/>
                    <a:pt x="683" y="171"/>
                    <a:pt x="683" y="171"/>
                  </a:cubicBezTo>
                  <a:lnTo>
                    <a:pt x="681" y="178"/>
                  </a:lnTo>
                  <a:close/>
                  <a:moveTo>
                    <a:pt x="725" y="145"/>
                  </a:moveTo>
                  <a:cubicBezTo>
                    <a:pt x="728" y="148"/>
                    <a:pt x="729" y="153"/>
                    <a:pt x="728" y="158"/>
                  </a:cubicBezTo>
                  <a:cubicBezTo>
                    <a:pt x="727" y="163"/>
                    <a:pt x="725" y="167"/>
                    <a:pt x="721" y="169"/>
                  </a:cubicBezTo>
                  <a:cubicBezTo>
                    <a:pt x="716" y="172"/>
                    <a:pt x="711" y="172"/>
                    <a:pt x="704" y="171"/>
                  </a:cubicBezTo>
                  <a:cubicBezTo>
                    <a:pt x="700" y="170"/>
                    <a:pt x="697" y="169"/>
                    <a:pt x="694" y="168"/>
                  </a:cubicBezTo>
                  <a:cubicBezTo>
                    <a:pt x="692" y="166"/>
                    <a:pt x="691" y="165"/>
                    <a:pt x="689" y="163"/>
                  </a:cubicBezTo>
                  <a:cubicBezTo>
                    <a:pt x="688" y="162"/>
                    <a:pt x="687" y="160"/>
                    <a:pt x="686" y="158"/>
                  </a:cubicBezTo>
                  <a:cubicBezTo>
                    <a:pt x="686" y="156"/>
                    <a:pt x="685" y="153"/>
                    <a:pt x="686" y="150"/>
                  </a:cubicBezTo>
                  <a:cubicBezTo>
                    <a:pt x="687" y="145"/>
                    <a:pt x="690" y="141"/>
                    <a:pt x="694" y="139"/>
                  </a:cubicBezTo>
                  <a:cubicBezTo>
                    <a:pt x="698" y="137"/>
                    <a:pt x="704" y="136"/>
                    <a:pt x="710" y="137"/>
                  </a:cubicBezTo>
                  <a:cubicBezTo>
                    <a:pt x="717" y="138"/>
                    <a:pt x="722" y="141"/>
                    <a:pt x="725" y="145"/>
                  </a:cubicBezTo>
                  <a:close/>
                  <a:moveTo>
                    <a:pt x="721" y="157"/>
                  </a:moveTo>
                  <a:cubicBezTo>
                    <a:pt x="722" y="154"/>
                    <a:pt x="721" y="151"/>
                    <a:pt x="719" y="149"/>
                  </a:cubicBezTo>
                  <a:cubicBezTo>
                    <a:pt x="717" y="147"/>
                    <a:pt x="713" y="145"/>
                    <a:pt x="709" y="145"/>
                  </a:cubicBezTo>
                  <a:cubicBezTo>
                    <a:pt x="704" y="144"/>
                    <a:pt x="700" y="144"/>
                    <a:pt x="698" y="145"/>
                  </a:cubicBezTo>
                  <a:cubicBezTo>
                    <a:pt x="695" y="147"/>
                    <a:pt x="694" y="149"/>
                    <a:pt x="693" y="152"/>
                  </a:cubicBezTo>
                  <a:cubicBezTo>
                    <a:pt x="693" y="154"/>
                    <a:pt x="693" y="157"/>
                    <a:pt x="695" y="159"/>
                  </a:cubicBezTo>
                  <a:cubicBezTo>
                    <a:pt x="697" y="161"/>
                    <a:pt x="701" y="163"/>
                    <a:pt x="705" y="164"/>
                  </a:cubicBezTo>
                  <a:cubicBezTo>
                    <a:pt x="710" y="165"/>
                    <a:pt x="714" y="164"/>
                    <a:pt x="716" y="163"/>
                  </a:cubicBezTo>
                  <a:cubicBezTo>
                    <a:pt x="719" y="162"/>
                    <a:pt x="721" y="159"/>
                    <a:pt x="721" y="157"/>
                  </a:cubicBezTo>
                  <a:close/>
                  <a:moveTo>
                    <a:pt x="725" y="125"/>
                  </a:moveTo>
                  <a:cubicBezTo>
                    <a:pt x="691" y="122"/>
                    <a:pt x="691" y="122"/>
                    <a:pt x="691" y="122"/>
                  </a:cubicBezTo>
                  <a:cubicBezTo>
                    <a:pt x="690" y="129"/>
                    <a:pt x="690" y="129"/>
                    <a:pt x="690" y="129"/>
                  </a:cubicBezTo>
                  <a:cubicBezTo>
                    <a:pt x="731" y="133"/>
                    <a:pt x="731" y="133"/>
                    <a:pt x="731" y="133"/>
                  </a:cubicBezTo>
                  <a:cubicBezTo>
                    <a:pt x="733" y="108"/>
                    <a:pt x="733" y="108"/>
                    <a:pt x="733" y="108"/>
                  </a:cubicBezTo>
                  <a:cubicBezTo>
                    <a:pt x="726" y="107"/>
                    <a:pt x="726" y="107"/>
                    <a:pt x="726" y="107"/>
                  </a:cubicBezTo>
                  <a:lnTo>
                    <a:pt x="725" y="125"/>
                  </a:lnTo>
                  <a:close/>
                  <a:moveTo>
                    <a:pt x="728" y="72"/>
                  </a:moveTo>
                  <a:cubicBezTo>
                    <a:pt x="732" y="75"/>
                    <a:pt x="734" y="79"/>
                    <a:pt x="734" y="85"/>
                  </a:cubicBezTo>
                  <a:cubicBezTo>
                    <a:pt x="734" y="90"/>
                    <a:pt x="732" y="94"/>
                    <a:pt x="729" y="97"/>
                  </a:cubicBezTo>
                  <a:cubicBezTo>
                    <a:pt x="725" y="100"/>
                    <a:pt x="720" y="102"/>
                    <a:pt x="713" y="102"/>
                  </a:cubicBezTo>
                  <a:cubicBezTo>
                    <a:pt x="709" y="102"/>
                    <a:pt x="705" y="102"/>
                    <a:pt x="703" y="101"/>
                  </a:cubicBezTo>
                  <a:cubicBezTo>
                    <a:pt x="700" y="100"/>
                    <a:pt x="699" y="99"/>
                    <a:pt x="697" y="98"/>
                  </a:cubicBezTo>
                  <a:cubicBezTo>
                    <a:pt x="695" y="96"/>
                    <a:pt x="694" y="95"/>
                    <a:pt x="693" y="93"/>
                  </a:cubicBezTo>
                  <a:cubicBezTo>
                    <a:pt x="692" y="91"/>
                    <a:pt x="691" y="88"/>
                    <a:pt x="691" y="86"/>
                  </a:cubicBezTo>
                  <a:cubicBezTo>
                    <a:pt x="691" y="80"/>
                    <a:pt x="693" y="76"/>
                    <a:pt x="697" y="73"/>
                  </a:cubicBezTo>
                  <a:cubicBezTo>
                    <a:pt x="700" y="70"/>
                    <a:pt x="706" y="68"/>
                    <a:pt x="712" y="68"/>
                  </a:cubicBezTo>
                  <a:cubicBezTo>
                    <a:pt x="719" y="68"/>
                    <a:pt x="724" y="69"/>
                    <a:pt x="728" y="72"/>
                  </a:cubicBezTo>
                  <a:close/>
                  <a:moveTo>
                    <a:pt x="727" y="85"/>
                  </a:moveTo>
                  <a:cubicBezTo>
                    <a:pt x="727" y="82"/>
                    <a:pt x="726" y="80"/>
                    <a:pt x="723" y="78"/>
                  </a:cubicBezTo>
                  <a:cubicBezTo>
                    <a:pt x="721" y="76"/>
                    <a:pt x="717" y="75"/>
                    <a:pt x="712" y="75"/>
                  </a:cubicBezTo>
                  <a:cubicBezTo>
                    <a:pt x="708" y="75"/>
                    <a:pt x="704" y="76"/>
                    <a:pt x="702" y="78"/>
                  </a:cubicBezTo>
                  <a:cubicBezTo>
                    <a:pt x="699" y="80"/>
                    <a:pt x="698" y="82"/>
                    <a:pt x="698" y="85"/>
                  </a:cubicBezTo>
                  <a:cubicBezTo>
                    <a:pt x="698" y="88"/>
                    <a:pt x="700" y="91"/>
                    <a:pt x="702" y="92"/>
                  </a:cubicBezTo>
                  <a:cubicBezTo>
                    <a:pt x="704" y="94"/>
                    <a:pt x="708" y="95"/>
                    <a:pt x="713" y="95"/>
                  </a:cubicBezTo>
                  <a:cubicBezTo>
                    <a:pt x="718" y="95"/>
                    <a:pt x="721" y="94"/>
                    <a:pt x="723" y="92"/>
                  </a:cubicBezTo>
                  <a:cubicBezTo>
                    <a:pt x="726" y="90"/>
                    <a:pt x="727" y="88"/>
                    <a:pt x="727" y="85"/>
                  </a:cubicBezTo>
                  <a:close/>
                  <a:moveTo>
                    <a:pt x="706" y="31"/>
                  </a:moveTo>
                  <a:cubicBezTo>
                    <a:pt x="708" y="46"/>
                    <a:pt x="708" y="46"/>
                    <a:pt x="708" y="46"/>
                  </a:cubicBezTo>
                  <a:cubicBezTo>
                    <a:pt x="715" y="45"/>
                    <a:pt x="715" y="45"/>
                    <a:pt x="715" y="45"/>
                  </a:cubicBezTo>
                  <a:cubicBezTo>
                    <a:pt x="714" y="37"/>
                    <a:pt x="714" y="37"/>
                    <a:pt x="714" y="37"/>
                  </a:cubicBezTo>
                  <a:cubicBezTo>
                    <a:pt x="719" y="36"/>
                    <a:pt x="719" y="36"/>
                    <a:pt x="719" y="36"/>
                  </a:cubicBezTo>
                  <a:cubicBezTo>
                    <a:pt x="720" y="37"/>
                    <a:pt x="721" y="38"/>
                    <a:pt x="722" y="40"/>
                  </a:cubicBezTo>
                  <a:cubicBezTo>
                    <a:pt x="723" y="41"/>
                    <a:pt x="724" y="42"/>
                    <a:pt x="724" y="44"/>
                  </a:cubicBezTo>
                  <a:cubicBezTo>
                    <a:pt x="724" y="47"/>
                    <a:pt x="723" y="50"/>
                    <a:pt x="721" y="52"/>
                  </a:cubicBezTo>
                  <a:cubicBezTo>
                    <a:pt x="719" y="54"/>
                    <a:pt x="715" y="55"/>
                    <a:pt x="710" y="56"/>
                  </a:cubicBezTo>
                  <a:cubicBezTo>
                    <a:pt x="706" y="57"/>
                    <a:pt x="702" y="56"/>
                    <a:pt x="700" y="55"/>
                  </a:cubicBezTo>
                  <a:cubicBezTo>
                    <a:pt x="697" y="53"/>
                    <a:pt x="696" y="51"/>
                    <a:pt x="695" y="48"/>
                  </a:cubicBezTo>
                  <a:cubicBezTo>
                    <a:pt x="695" y="46"/>
                    <a:pt x="695" y="44"/>
                    <a:pt x="696" y="42"/>
                  </a:cubicBezTo>
                  <a:cubicBezTo>
                    <a:pt x="697" y="41"/>
                    <a:pt x="699" y="40"/>
                    <a:pt x="701" y="39"/>
                  </a:cubicBezTo>
                  <a:cubicBezTo>
                    <a:pt x="698" y="32"/>
                    <a:pt x="698" y="32"/>
                    <a:pt x="698" y="32"/>
                  </a:cubicBezTo>
                  <a:cubicBezTo>
                    <a:pt x="695" y="33"/>
                    <a:pt x="692" y="35"/>
                    <a:pt x="690" y="38"/>
                  </a:cubicBezTo>
                  <a:cubicBezTo>
                    <a:pt x="688" y="41"/>
                    <a:pt x="688" y="44"/>
                    <a:pt x="688" y="49"/>
                  </a:cubicBezTo>
                  <a:cubicBezTo>
                    <a:pt x="689" y="52"/>
                    <a:pt x="690" y="55"/>
                    <a:pt x="691" y="57"/>
                  </a:cubicBezTo>
                  <a:cubicBezTo>
                    <a:pt x="694" y="59"/>
                    <a:pt x="696" y="61"/>
                    <a:pt x="700" y="62"/>
                  </a:cubicBezTo>
                  <a:cubicBezTo>
                    <a:pt x="704" y="64"/>
                    <a:pt x="707" y="64"/>
                    <a:pt x="712" y="63"/>
                  </a:cubicBezTo>
                  <a:cubicBezTo>
                    <a:pt x="716" y="63"/>
                    <a:pt x="719" y="61"/>
                    <a:pt x="722" y="60"/>
                  </a:cubicBezTo>
                  <a:cubicBezTo>
                    <a:pt x="726" y="58"/>
                    <a:pt x="728" y="55"/>
                    <a:pt x="729" y="52"/>
                  </a:cubicBezTo>
                  <a:cubicBezTo>
                    <a:pt x="731" y="50"/>
                    <a:pt x="731" y="46"/>
                    <a:pt x="731" y="43"/>
                  </a:cubicBezTo>
                  <a:cubicBezTo>
                    <a:pt x="730" y="40"/>
                    <a:pt x="729" y="37"/>
                    <a:pt x="728" y="34"/>
                  </a:cubicBezTo>
                  <a:cubicBezTo>
                    <a:pt x="726" y="32"/>
                    <a:pt x="724" y="30"/>
                    <a:pt x="722" y="28"/>
                  </a:cubicBezTo>
                  <a:lnTo>
                    <a:pt x="706" y="31"/>
                  </a:lnTo>
                  <a:close/>
                  <a:moveTo>
                    <a:pt x="679" y="0"/>
                  </a:moveTo>
                  <a:cubicBezTo>
                    <a:pt x="681" y="8"/>
                    <a:pt x="681" y="8"/>
                    <a:pt x="681" y="8"/>
                  </a:cubicBezTo>
                  <a:cubicBezTo>
                    <a:pt x="699" y="12"/>
                    <a:pt x="699" y="12"/>
                    <a:pt x="699" y="12"/>
                  </a:cubicBezTo>
                  <a:cubicBezTo>
                    <a:pt x="685" y="24"/>
                    <a:pt x="685" y="24"/>
                    <a:pt x="685" y="24"/>
                  </a:cubicBezTo>
                  <a:cubicBezTo>
                    <a:pt x="687" y="32"/>
                    <a:pt x="687" y="32"/>
                    <a:pt x="687" y="32"/>
                  </a:cubicBezTo>
                  <a:cubicBezTo>
                    <a:pt x="707" y="14"/>
                    <a:pt x="707" y="14"/>
                    <a:pt x="707" y="14"/>
                  </a:cubicBezTo>
                  <a:cubicBezTo>
                    <a:pt x="724" y="10"/>
                    <a:pt x="724" y="10"/>
                    <a:pt x="724" y="10"/>
                  </a:cubicBezTo>
                  <a:cubicBezTo>
                    <a:pt x="722" y="3"/>
                    <a:pt x="722" y="3"/>
                    <a:pt x="722" y="3"/>
                  </a:cubicBezTo>
                  <a:cubicBezTo>
                    <a:pt x="705" y="7"/>
                    <a:pt x="705" y="7"/>
                    <a:pt x="705" y="7"/>
                  </a:cubicBezTo>
                  <a:lnTo>
                    <a:pt x="67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55"/>
            <p:cNvSpPr>
              <a:spLocks noEditPoints="1"/>
            </p:cNvSpPr>
            <p:nvPr/>
          </p:nvSpPr>
          <p:spPr bwMode="auto">
            <a:xfrm>
              <a:off x="-1739900" y="-41275"/>
              <a:ext cx="892175" cy="887413"/>
            </a:xfrm>
            <a:custGeom>
              <a:avLst/>
              <a:gdLst>
                <a:gd name="T0" fmla="*/ 574 w 574"/>
                <a:gd name="T1" fmla="*/ 287 h 574"/>
                <a:gd name="T2" fmla="*/ 287 w 574"/>
                <a:gd name="T3" fmla="*/ 0 h 574"/>
                <a:gd name="T4" fmla="*/ 0 w 574"/>
                <a:gd name="T5" fmla="*/ 287 h 574"/>
                <a:gd name="T6" fmla="*/ 287 w 574"/>
                <a:gd name="T7" fmla="*/ 574 h 574"/>
                <a:gd name="T8" fmla="*/ 574 w 574"/>
                <a:gd name="T9" fmla="*/ 287 h 574"/>
                <a:gd name="T10" fmla="*/ 287 w 574"/>
                <a:gd name="T11" fmla="*/ 564 h 574"/>
                <a:gd name="T12" fmla="*/ 9 w 574"/>
                <a:gd name="T13" fmla="*/ 287 h 574"/>
                <a:gd name="T14" fmla="*/ 287 w 574"/>
                <a:gd name="T15" fmla="*/ 9 h 574"/>
                <a:gd name="T16" fmla="*/ 565 w 574"/>
                <a:gd name="T17" fmla="*/ 287 h 574"/>
                <a:gd name="T18" fmla="*/ 287 w 574"/>
                <a:gd name="T19" fmla="*/ 564 h 5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74" h="574">
                  <a:moveTo>
                    <a:pt x="574" y="287"/>
                  </a:moveTo>
                  <a:cubicBezTo>
                    <a:pt x="574" y="128"/>
                    <a:pt x="445" y="0"/>
                    <a:pt x="287" y="0"/>
                  </a:cubicBezTo>
                  <a:cubicBezTo>
                    <a:pt x="128" y="0"/>
                    <a:pt x="0" y="128"/>
                    <a:pt x="0" y="287"/>
                  </a:cubicBezTo>
                  <a:cubicBezTo>
                    <a:pt x="0" y="445"/>
                    <a:pt x="128" y="574"/>
                    <a:pt x="287" y="574"/>
                  </a:cubicBezTo>
                  <a:cubicBezTo>
                    <a:pt x="445" y="574"/>
                    <a:pt x="574" y="445"/>
                    <a:pt x="574" y="287"/>
                  </a:cubicBezTo>
                  <a:close/>
                  <a:moveTo>
                    <a:pt x="287" y="564"/>
                  </a:moveTo>
                  <a:cubicBezTo>
                    <a:pt x="134" y="564"/>
                    <a:pt x="9" y="440"/>
                    <a:pt x="9" y="287"/>
                  </a:cubicBezTo>
                  <a:cubicBezTo>
                    <a:pt x="9" y="133"/>
                    <a:pt x="134" y="9"/>
                    <a:pt x="287" y="9"/>
                  </a:cubicBezTo>
                  <a:cubicBezTo>
                    <a:pt x="440" y="9"/>
                    <a:pt x="565" y="133"/>
                    <a:pt x="565" y="287"/>
                  </a:cubicBezTo>
                  <a:cubicBezTo>
                    <a:pt x="565" y="440"/>
                    <a:pt x="440" y="564"/>
                    <a:pt x="287" y="5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56"/>
            <p:cNvSpPr>
              <a:spLocks/>
            </p:cNvSpPr>
            <p:nvPr/>
          </p:nvSpPr>
          <p:spPr bwMode="auto">
            <a:xfrm>
              <a:off x="-1693863" y="44450"/>
              <a:ext cx="800100" cy="730250"/>
            </a:xfrm>
            <a:custGeom>
              <a:avLst/>
              <a:gdLst>
                <a:gd name="T0" fmla="*/ 488 w 514"/>
                <a:gd name="T1" fmla="*/ 282 h 472"/>
                <a:gd name="T2" fmla="*/ 477 w 514"/>
                <a:gd name="T3" fmla="*/ 266 h 472"/>
                <a:gd name="T4" fmla="*/ 486 w 514"/>
                <a:gd name="T5" fmla="*/ 128 h 472"/>
                <a:gd name="T6" fmla="*/ 464 w 514"/>
                <a:gd name="T7" fmla="*/ 137 h 472"/>
                <a:gd name="T8" fmla="*/ 404 w 514"/>
                <a:gd name="T9" fmla="*/ 29 h 472"/>
                <a:gd name="T10" fmla="*/ 379 w 514"/>
                <a:gd name="T11" fmla="*/ 26 h 472"/>
                <a:gd name="T12" fmla="*/ 378 w 514"/>
                <a:gd name="T13" fmla="*/ 54 h 472"/>
                <a:gd name="T14" fmla="*/ 393 w 514"/>
                <a:gd name="T15" fmla="*/ 73 h 472"/>
                <a:gd name="T16" fmla="*/ 452 w 514"/>
                <a:gd name="T17" fmla="*/ 144 h 472"/>
                <a:gd name="T18" fmla="*/ 448 w 514"/>
                <a:gd name="T19" fmla="*/ 152 h 472"/>
                <a:gd name="T20" fmla="*/ 465 w 514"/>
                <a:gd name="T21" fmla="*/ 255 h 472"/>
                <a:gd name="T22" fmla="*/ 453 w 514"/>
                <a:gd name="T23" fmla="*/ 277 h 472"/>
                <a:gd name="T24" fmla="*/ 437 w 514"/>
                <a:gd name="T25" fmla="*/ 291 h 472"/>
                <a:gd name="T26" fmla="*/ 413 w 514"/>
                <a:gd name="T27" fmla="*/ 375 h 472"/>
                <a:gd name="T28" fmla="*/ 400 w 514"/>
                <a:gd name="T29" fmla="*/ 356 h 472"/>
                <a:gd name="T30" fmla="*/ 274 w 514"/>
                <a:gd name="T31" fmla="*/ 426 h 472"/>
                <a:gd name="T32" fmla="*/ 240 w 514"/>
                <a:gd name="T33" fmla="*/ 426 h 472"/>
                <a:gd name="T34" fmla="*/ 114 w 514"/>
                <a:gd name="T35" fmla="*/ 356 h 472"/>
                <a:gd name="T36" fmla="*/ 101 w 514"/>
                <a:gd name="T37" fmla="*/ 375 h 472"/>
                <a:gd name="T38" fmla="*/ 77 w 514"/>
                <a:gd name="T39" fmla="*/ 291 h 472"/>
                <a:gd name="T40" fmla="*/ 61 w 514"/>
                <a:gd name="T41" fmla="*/ 277 h 472"/>
                <a:gd name="T42" fmla="*/ 49 w 514"/>
                <a:gd name="T43" fmla="*/ 255 h 472"/>
                <a:gd name="T44" fmla="*/ 66 w 514"/>
                <a:gd name="T45" fmla="*/ 152 h 472"/>
                <a:gd name="T46" fmla="*/ 62 w 514"/>
                <a:gd name="T47" fmla="*/ 144 h 472"/>
                <a:gd name="T48" fmla="*/ 121 w 514"/>
                <a:gd name="T49" fmla="*/ 73 h 472"/>
                <a:gd name="T50" fmla="*/ 136 w 514"/>
                <a:gd name="T51" fmla="*/ 54 h 472"/>
                <a:gd name="T52" fmla="*/ 135 w 514"/>
                <a:gd name="T53" fmla="*/ 26 h 472"/>
                <a:gd name="T54" fmla="*/ 110 w 514"/>
                <a:gd name="T55" fmla="*/ 29 h 472"/>
                <a:gd name="T56" fmla="*/ 50 w 514"/>
                <a:gd name="T57" fmla="*/ 137 h 472"/>
                <a:gd name="T58" fmla="*/ 28 w 514"/>
                <a:gd name="T59" fmla="*/ 128 h 472"/>
                <a:gd name="T60" fmla="*/ 37 w 514"/>
                <a:gd name="T61" fmla="*/ 266 h 472"/>
                <a:gd name="T62" fmla="*/ 26 w 514"/>
                <a:gd name="T63" fmla="*/ 282 h 472"/>
                <a:gd name="T64" fmla="*/ 23 w 514"/>
                <a:gd name="T65" fmla="*/ 296 h 472"/>
                <a:gd name="T66" fmla="*/ 151 w 514"/>
                <a:gd name="T67" fmla="*/ 412 h 472"/>
                <a:gd name="T68" fmla="*/ 117 w 514"/>
                <a:gd name="T69" fmla="*/ 420 h 472"/>
                <a:gd name="T70" fmla="*/ 218 w 514"/>
                <a:gd name="T71" fmla="*/ 432 h 472"/>
                <a:gd name="T72" fmla="*/ 225 w 514"/>
                <a:gd name="T73" fmla="*/ 443 h 472"/>
                <a:gd name="T74" fmla="*/ 212 w 514"/>
                <a:gd name="T75" fmla="*/ 472 h 472"/>
                <a:gd name="T76" fmla="*/ 257 w 514"/>
                <a:gd name="T77" fmla="*/ 443 h 472"/>
                <a:gd name="T78" fmla="*/ 302 w 514"/>
                <a:gd name="T79" fmla="*/ 472 h 472"/>
                <a:gd name="T80" fmla="*/ 289 w 514"/>
                <a:gd name="T81" fmla="*/ 443 h 472"/>
                <a:gd name="T82" fmla="*/ 296 w 514"/>
                <a:gd name="T83" fmla="*/ 432 h 472"/>
                <a:gd name="T84" fmla="*/ 397 w 514"/>
                <a:gd name="T85" fmla="*/ 420 h 472"/>
                <a:gd name="T86" fmla="*/ 363 w 514"/>
                <a:gd name="T87" fmla="*/ 412 h 472"/>
                <a:gd name="T88" fmla="*/ 491 w 514"/>
                <a:gd name="T89" fmla="*/ 296 h 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14" h="472">
                  <a:moveTo>
                    <a:pt x="448" y="351"/>
                  </a:moveTo>
                  <a:cubicBezTo>
                    <a:pt x="459" y="311"/>
                    <a:pt x="470" y="309"/>
                    <a:pt x="488" y="282"/>
                  </a:cubicBezTo>
                  <a:cubicBezTo>
                    <a:pt x="505" y="256"/>
                    <a:pt x="514" y="206"/>
                    <a:pt x="496" y="188"/>
                  </a:cubicBezTo>
                  <a:cubicBezTo>
                    <a:pt x="494" y="225"/>
                    <a:pt x="482" y="233"/>
                    <a:pt x="477" y="266"/>
                  </a:cubicBezTo>
                  <a:cubicBezTo>
                    <a:pt x="474" y="239"/>
                    <a:pt x="474" y="224"/>
                    <a:pt x="480" y="205"/>
                  </a:cubicBezTo>
                  <a:cubicBezTo>
                    <a:pt x="485" y="190"/>
                    <a:pt x="491" y="154"/>
                    <a:pt x="486" y="128"/>
                  </a:cubicBezTo>
                  <a:cubicBezTo>
                    <a:pt x="483" y="107"/>
                    <a:pt x="474" y="100"/>
                    <a:pt x="462" y="95"/>
                  </a:cubicBezTo>
                  <a:cubicBezTo>
                    <a:pt x="468" y="117"/>
                    <a:pt x="464" y="137"/>
                    <a:pt x="464" y="137"/>
                  </a:cubicBezTo>
                  <a:cubicBezTo>
                    <a:pt x="464" y="137"/>
                    <a:pt x="450" y="122"/>
                    <a:pt x="446" y="85"/>
                  </a:cubicBezTo>
                  <a:cubicBezTo>
                    <a:pt x="441" y="47"/>
                    <a:pt x="415" y="29"/>
                    <a:pt x="404" y="29"/>
                  </a:cubicBezTo>
                  <a:cubicBezTo>
                    <a:pt x="415" y="48"/>
                    <a:pt x="414" y="54"/>
                    <a:pt x="419" y="72"/>
                  </a:cubicBezTo>
                  <a:cubicBezTo>
                    <a:pt x="406" y="65"/>
                    <a:pt x="398" y="43"/>
                    <a:pt x="379" y="26"/>
                  </a:cubicBezTo>
                  <a:cubicBezTo>
                    <a:pt x="352" y="0"/>
                    <a:pt x="330" y="0"/>
                    <a:pt x="317" y="11"/>
                  </a:cubicBezTo>
                  <a:cubicBezTo>
                    <a:pt x="354" y="27"/>
                    <a:pt x="348" y="30"/>
                    <a:pt x="378" y="54"/>
                  </a:cubicBezTo>
                  <a:cubicBezTo>
                    <a:pt x="407" y="73"/>
                    <a:pt x="421" y="75"/>
                    <a:pt x="429" y="101"/>
                  </a:cubicBezTo>
                  <a:cubicBezTo>
                    <a:pt x="416" y="88"/>
                    <a:pt x="408" y="79"/>
                    <a:pt x="393" y="73"/>
                  </a:cubicBezTo>
                  <a:cubicBezTo>
                    <a:pt x="389" y="82"/>
                    <a:pt x="396" y="98"/>
                    <a:pt x="417" y="116"/>
                  </a:cubicBezTo>
                  <a:cubicBezTo>
                    <a:pt x="435" y="133"/>
                    <a:pt x="438" y="126"/>
                    <a:pt x="452" y="144"/>
                  </a:cubicBezTo>
                  <a:cubicBezTo>
                    <a:pt x="463" y="157"/>
                    <a:pt x="473" y="171"/>
                    <a:pt x="469" y="203"/>
                  </a:cubicBezTo>
                  <a:cubicBezTo>
                    <a:pt x="460" y="180"/>
                    <a:pt x="454" y="177"/>
                    <a:pt x="448" y="152"/>
                  </a:cubicBezTo>
                  <a:cubicBezTo>
                    <a:pt x="442" y="160"/>
                    <a:pt x="438" y="173"/>
                    <a:pt x="441" y="188"/>
                  </a:cubicBezTo>
                  <a:cubicBezTo>
                    <a:pt x="447" y="222"/>
                    <a:pt x="461" y="221"/>
                    <a:pt x="465" y="255"/>
                  </a:cubicBezTo>
                  <a:cubicBezTo>
                    <a:pt x="468" y="273"/>
                    <a:pt x="468" y="298"/>
                    <a:pt x="452" y="315"/>
                  </a:cubicBezTo>
                  <a:cubicBezTo>
                    <a:pt x="448" y="299"/>
                    <a:pt x="450" y="292"/>
                    <a:pt x="453" y="277"/>
                  </a:cubicBezTo>
                  <a:cubicBezTo>
                    <a:pt x="455" y="263"/>
                    <a:pt x="453" y="251"/>
                    <a:pt x="449" y="237"/>
                  </a:cubicBezTo>
                  <a:cubicBezTo>
                    <a:pt x="438" y="247"/>
                    <a:pt x="434" y="269"/>
                    <a:pt x="437" y="291"/>
                  </a:cubicBezTo>
                  <a:cubicBezTo>
                    <a:pt x="439" y="314"/>
                    <a:pt x="455" y="331"/>
                    <a:pt x="431" y="364"/>
                  </a:cubicBezTo>
                  <a:cubicBezTo>
                    <a:pt x="419" y="373"/>
                    <a:pt x="413" y="375"/>
                    <a:pt x="413" y="375"/>
                  </a:cubicBezTo>
                  <a:cubicBezTo>
                    <a:pt x="426" y="360"/>
                    <a:pt x="444" y="323"/>
                    <a:pt x="431" y="304"/>
                  </a:cubicBezTo>
                  <a:cubicBezTo>
                    <a:pt x="426" y="325"/>
                    <a:pt x="413" y="337"/>
                    <a:pt x="400" y="356"/>
                  </a:cubicBezTo>
                  <a:cubicBezTo>
                    <a:pt x="382" y="383"/>
                    <a:pt x="398" y="390"/>
                    <a:pt x="341" y="412"/>
                  </a:cubicBezTo>
                  <a:cubicBezTo>
                    <a:pt x="324" y="418"/>
                    <a:pt x="300" y="420"/>
                    <a:pt x="274" y="426"/>
                  </a:cubicBezTo>
                  <a:cubicBezTo>
                    <a:pt x="268" y="428"/>
                    <a:pt x="262" y="430"/>
                    <a:pt x="257" y="431"/>
                  </a:cubicBezTo>
                  <a:cubicBezTo>
                    <a:pt x="252" y="430"/>
                    <a:pt x="246" y="428"/>
                    <a:pt x="240" y="426"/>
                  </a:cubicBezTo>
                  <a:cubicBezTo>
                    <a:pt x="214" y="420"/>
                    <a:pt x="190" y="418"/>
                    <a:pt x="173" y="412"/>
                  </a:cubicBezTo>
                  <a:cubicBezTo>
                    <a:pt x="116" y="390"/>
                    <a:pt x="132" y="383"/>
                    <a:pt x="114" y="356"/>
                  </a:cubicBezTo>
                  <a:cubicBezTo>
                    <a:pt x="101" y="337"/>
                    <a:pt x="88" y="325"/>
                    <a:pt x="83" y="304"/>
                  </a:cubicBezTo>
                  <a:cubicBezTo>
                    <a:pt x="70" y="323"/>
                    <a:pt x="88" y="360"/>
                    <a:pt x="101" y="375"/>
                  </a:cubicBezTo>
                  <a:cubicBezTo>
                    <a:pt x="101" y="375"/>
                    <a:pt x="95" y="373"/>
                    <a:pt x="83" y="364"/>
                  </a:cubicBezTo>
                  <a:cubicBezTo>
                    <a:pt x="59" y="331"/>
                    <a:pt x="75" y="314"/>
                    <a:pt x="77" y="291"/>
                  </a:cubicBezTo>
                  <a:cubicBezTo>
                    <a:pt x="80" y="269"/>
                    <a:pt x="76" y="247"/>
                    <a:pt x="65" y="237"/>
                  </a:cubicBezTo>
                  <a:cubicBezTo>
                    <a:pt x="61" y="251"/>
                    <a:pt x="59" y="263"/>
                    <a:pt x="61" y="277"/>
                  </a:cubicBezTo>
                  <a:cubicBezTo>
                    <a:pt x="64" y="292"/>
                    <a:pt x="66" y="299"/>
                    <a:pt x="62" y="315"/>
                  </a:cubicBezTo>
                  <a:cubicBezTo>
                    <a:pt x="46" y="298"/>
                    <a:pt x="46" y="273"/>
                    <a:pt x="49" y="255"/>
                  </a:cubicBezTo>
                  <a:cubicBezTo>
                    <a:pt x="53" y="221"/>
                    <a:pt x="67" y="222"/>
                    <a:pt x="73" y="188"/>
                  </a:cubicBezTo>
                  <a:cubicBezTo>
                    <a:pt x="76" y="173"/>
                    <a:pt x="72" y="160"/>
                    <a:pt x="66" y="152"/>
                  </a:cubicBezTo>
                  <a:cubicBezTo>
                    <a:pt x="60" y="177"/>
                    <a:pt x="54" y="180"/>
                    <a:pt x="45" y="203"/>
                  </a:cubicBezTo>
                  <a:cubicBezTo>
                    <a:pt x="41" y="171"/>
                    <a:pt x="51" y="157"/>
                    <a:pt x="62" y="144"/>
                  </a:cubicBezTo>
                  <a:cubicBezTo>
                    <a:pt x="76" y="126"/>
                    <a:pt x="79" y="133"/>
                    <a:pt x="97" y="116"/>
                  </a:cubicBezTo>
                  <a:cubicBezTo>
                    <a:pt x="118" y="98"/>
                    <a:pt x="125" y="82"/>
                    <a:pt x="121" y="73"/>
                  </a:cubicBezTo>
                  <a:cubicBezTo>
                    <a:pt x="106" y="79"/>
                    <a:pt x="97" y="88"/>
                    <a:pt x="85" y="101"/>
                  </a:cubicBezTo>
                  <a:cubicBezTo>
                    <a:pt x="93" y="75"/>
                    <a:pt x="107" y="73"/>
                    <a:pt x="136" y="54"/>
                  </a:cubicBezTo>
                  <a:cubicBezTo>
                    <a:pt x="166" y="30"/>
                    <a:pt x="159" y="27"/>
                    <a:pt x="197" y="11"/>
                  </a:cubicBezTo>
                  <a:cubicBezTo>
                    <a:pt x="184" y="0"/>
                    <a:pt x="162" y="0"/>
                    <a:pt x="135" y="26"/>
                  </a:cubicBezTo>
                  <a:cubicBezTo>
                    <a:pt x="116" y="43"/>
                    <a:pt x="108" y="65"/>
                    <a:pt x="95" y="72"/>
                  </a:cubicBezTo>
                  <a:cubicBezTo>
                    <a:pt x="100" y="54"/>
                    <a:pt x="99" y="48"/>
                    <a:pt x="110" y="29"/>
                  </a:cubicBezTo>
                  <a:cubicBezTo>
                    <a:pt x="99" y="29"/>
                    <a:pt x="73" y="47"/>
                    <a:pt x="68" y="85"/>
                  </a:cubicBezTo>
                  <a:cubicBezTo>
                    <a:pt x="64" y="122"/>
                    <a:pt x="50" y="137"/>
                    <a:pt x="50" y="137"/>
                  </a:cubicBezTo>
                  <a:cubicBezTo>
                    <a:pt x="50" y="137"/>
                    <a:pt x="46" y="117"/>
                    <a:pt x="52" y="95"/>
                  </a:cubicBezTo>
                  <a:cubicBezTo>
                    <a:pt x="40" y="100"/>
                    <a:pt x="31" y="107"/>
                    <a:pt x="28" y="128"/>
                  </a:cubicBezTo>
                  <a:cubicBezTo>
                    <a:pt x="23" y="154"/>
                    <a:pt x="29" y="190"/>
                    <a:pt x="34" y="205"/>
                  </a:cubicBezTo>
                  <a:cubicBezTo>
                    <a:pt x="40" y="224"/>
                    <a:pt x="39" y="239"/>
                    <a:pt x="37" y="266"/>
                  </a:cubicBezTo>
                  <a:cubicBezTo>
                    <a:pt x="32" y="233"/>
                    <a:pt x="19" y="225"/>
                    <a:pt x="17" y="188"/>
                  </a:cubicBezTo>
                  <a:cubicBezTo>
                    <a:pt x="0" y="205"/>
                    <a:pt x="9" y="256"/>
                    <a:pt x="26" y="282"/>
                  </a:cubicBezTo>
                  <a:cubicBezTo>
                    <a:pt x="44" y="309"/>
                    <a:pt x="55" y="311"/>
                    <a:pt x="66" y="351"/>
                  </a:cubicBezTo>
                  <a:cubicBezTo>
                    <a:pt x="49" y="327"/>
                    <a:pt x="36" y="325"/>
                    <a:pt x="23" y="296"/>
                  </a:cubicBezTo>
                  <a:cubicBezTo>
                    <a:pt x="12" y="309"/>
                    <a:pt x="22" y="335"/>
                    <a:pt x="49" y="357"/>
                  </a:cubicBezTo>
                  <a:cubicBezTo>
                    <a:pt x="72" y="379"/>
                    <a:pt x="109" y="378"/>
                    <a:pt x="151" y="412"/>
                  </a:cubicBezTo>
                  <a:cubicBezTo>
                    <a:pt x="117" y="392"/>
                    <a:pt x="81" y="392"/>
                    <a:pt x="62" y="381"/>
                  </a:cubicBezTo>
                  <a:cubicBezTo>
                    <a:pt x="59" y="397"/>
                    <a:pt x="80" y="410"/>
                    <a:pt x="117" y="420"/>
                  </a:cubicBezTo>
                  <a:cubicBezTo>
                    <a:pt x="132" y="423"/>
                    <a:pt x="154" y="424"/>
                    <a:pt x="167" y="424"/>
                  </a:cubicBezTo>
                  <a:cubicBezTo>
                    <a:pt x="190" y="425"/>
                    <a:pt x="203" y="430"/>
                    <a:pt x="218" y="432"/>
                  </a:cubicBezTo>
                  <a:cubicBezTo>
                    <a:pt x="224" y="433"/>
                    <a:pt x="231" y="435"/>
                    <a:pt x="239" y="437"/>
                  </a:cubicBezTo>
                  <a:cubicBezTo>
                    <a:pt x="233" y="439"/>
                    <a:pt x="228" y="441"/>
                    <a:pt x="225" y="443"/>
                  </a:cubicBezTo>
                  <a:cubicBezTo>
                    <a:pt x="214" y="449"/>
                    <a:pt x="214" y="449"/>
                    <a:pt x="193" y="464"/>
                  </a:cubicBezTo>
                  <a:cubicBezTo>
                    <a:pt x="212" y="472"/>
                    <a:pt x="212" y="472"/>
                    <a:pt x="212" y="472"/>
                  </a:cubicBezTo>
                  <a:cubicBezTo>
                    <a:pt x="212" y="472"/>
                    <a:pt x="223" y="459"/>
                    <a:pt x="243" y="449"/>
                  </a:cubicBezTo>
                  <a:cubicBezTo>
                    <a:pt x="247" y="447"/>
                    <a:pt x="252" y="445"/>
                    <a:pt x="257" y="443"/>
                  </a:cubicBezTo>
                  <a:cubicBezTo>
                    <a:pt x="262" y="445"/>
                    <a:pt x="266" y="447"/>
                    <a:pt x="271" y="449"/>
                  </a:cubicBezTo>
                  <a:cubicBezTo>
                    <a:pt x="291" y="459"/>
                    <a:pt x="302" y="472"/>
                    <a:pt x="302" y="472"/>
                  </a:cubicBezTo>
                  <a:cubicBezTo>
                    <a:pt x="321" y="464"/>
                    <a:pt x="321" y="464"/>
                    <a:pt x="321" y="464"/>
                  </a:cubicBezTo>
                  <a:cubicBezTo>
                    <a:pt x="300" y="449"/>
                    <a:pt x="300" y="449"/>
                    <a:pt x="289" y="443"/>
                  </a:cubicBezTo>
                  <a:cubicBezTo>
                    <a:pt x="286" y="441"/>
                    <a:pt x="281" y="439"/>
                    <a:pt x="275" y="437"/>
                  </a:cubicBezTo>
                  <a:cubicBezTo>
                    <a:pt x="283" y="435"/>
                    <a:pt x="290" y="433"/>
                    <a:pt x="296" y="432"/>
                  </a:cubicBezTo>
                  <a:cubicBezTo>
                    <a:pt x="311" y="430"/>
                    <a:pt x="324" y="425"/>
                    <a:pt x="347" y="424"/>
                  </a:cubicBezTo>
                  <a:cubicBezTo>
                    <a:pt x="360" y="424"/>
                    <a:pt x="382" y="423"/>
                    <a:pt x="397" y="420"/>
                  </a:cubicBezTo>
                  <a:cubicBezTo>
                    <a:pt x="434" y="410"/>
                    <a:pt x="455" y="397"/>
                    <a:pt x="452" y="381"/>
                  </a:cubicBezTo>
                  <a:cubicBezTo>
                    <a:pt x="433" y="392"/>
                    <a:pt x="397" y="392"/>
                    <a:pt x="363" y="412"/>
                  </a:cubicBezTo>
                  <a:cubicBezTo>
                    <a:pt x="405" y="378"/>
                    <a:pt x="442" y="379"/>
                    <a:pt x="465" y="357"/>
                  </a:cubicBezTo>
                  <a:cubicBezTo>
                    <a:pt x="492" y="335"/>
                    <a:pt x="502" y="309"/>
                    <a:pt x="491" y="296"/>
                  </a:cubicBezTo>
                  <a:cubicBezTo>
                    <a:pt x="478" y="325"/>
                    <a:pt x="465" y="327"/>
                    <a:pt x="448" y="3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57"/>
            <p:cNvSpPr>
              <a:spLocks noEditPoints="1"/>
            </p:cNvSpPr>
            <p:nvPr/>
          </p:nvSpPr>
          <p:spPr bwMode="auto">
            <a:xfrm>
              <a:off x="-1474788" y="171450"/>
              <a:ext cx="363537" cy="487363"/>
            </a:xfrm>
            <a:custGeom>
              <a:avLst/>
              <a:gdLst>
                <a:gd name="T0" fmla="*/ 161 w 234"/>
                <a:gd name="T1" fmla="*/ 176 h 315"/>
                <a:gd name="T2" fmla="*/ 187 w 234"/>
                <a:gd name="T3" fmla="*/ 180 h 315"/>
                <a:gd name="T4" fmla="*/ 89 w 234"/>
                <a:gd name="T5" fmla="*/ 153 h 315"/>
                <a:gd name="T6" fmla="*/ 89 w 234"/>
                <a:gd name="T7" fmla="*/ 158 h 315"/>
                <a:gd name="T8" fmla="*/ 91 w 234"/>
                <a:gd name="T9" fmla="*/ 157 h 315"/>
                <a:gd name="T10" fmla="*/ 53 w 234"/>
                <a:gd name="T11" fmla="*/ 156 h 315"/>
                <a:gd name="T12" fmla="*/ 54 w 234"/>
                <a:gd name="T13" fmla="*/ 150 h 315"/>
                <a:gd name="T14" fmla="*/ 57 w 234"/>
                <a:gd name="T15" fmla="*/ 150 h 315"/>
                <a:gd name="T16" fmla="*/ 55 w 234"/>
                <a:gd name="T17" fmla="*/ 154 h 315"/>
                <a:gd name="T18" fmla="*/ 55 w 234"/>
                <a:gd name="T19" fmla="*/ 156 h 315"/>
                <a:gd name="T20" fmla="*/ 165 w 234"/>
                <a:gd name="T21" fmla="*/ 153 h 315"/>
                <a:gd name="T22" fmla="*/ 25 w 234"/>
                <a:gd name="T23" fmla="*/ 171 h 315"/>
                <a:gd name="T24" fmla="*/ 179 w 234"/>
                <a:gd name="T25" fmla="*/ 148 h 315"/>
                <a:gd name="T26" fmla="*/ 144 w 234"/>
                <a:gd name="T27" fmla="*/ 156 h 315"/>
                <a:gd name="T28" fmla="*/ 144 w 234"/>
                <a:gd name="T29" fmla="*/ 149 h 315"/>
                <a:gd name="T30" fmla="*/ 141 w 234"/>
                <a:gd name="T31" fmla="*/ 148 h 315"/>
                <a:gd name="T32" fmla="*/ 130 w 234"/>
                <a:gd name="T33" fmla="*/ 152 h 315"/>
                <a:gd name="T34" fmla="*/ 96 w 234"/>
                <a:gd name="T35" fmla="*/ 151 h 315"/>
                <a:gd name="T36" fmla="*/ 52 w 234"/>
                <a:gd name="T37" fmla="*/ 149 h 315"/>
                <a:gd name="T38" fmla="*/ 50 w 234"/>
                <a:gd name="T39" fmla="*/ 151 h 315"/>
                <a:gd name="T40" fmla="*/ 56 w 234"/>
                <a:gd name="T41" fmla="*/ 158 h 315"/>
                <a:gd name="T42" fmla="*/ 58 w 234"/>
                <a:gd name="T43" fmla="*/ 160 h 315"/>
                <a:gd name="T44" fmla="*/ 72 w 234"/>
                <a:gd name="T45" fmla="*/ 151 h 315"/>
                <a:gd name="T46" fmla="*/ 68 w 234"/>
                <a:gd name="T47" fmla="*/ 154 h 315"/>
                <a:gd name="T48" fmla="*/ 67 w 234"/>
                <a:gd name="T49" fmla="*/ 149 h 315"/>
                <a:gd name="T50" fmla="*/ 66 w 234"/>
                <a:gd name="T51" fmla="*/ 160 h 315"/>
                <a:gd name="T52" fmla="*/ 72 w 234"/>
                <a:gd name="T53" fmla="*/ 156 h 315"/>
                <a:gd name="T54" fmla="*/ 95 w 234"/>
                <a:gd name="T55" fmla="*/ 149 h 315"/>
                <a:gd name="T56" fmla="*/ 93 w 234"/>
                <a:gd name="T57" fmla="*/ 156 h 315"/>
                <a:gd name="T58" fmla="*/ 90 w 234"/>
                <a:gd name="T59" fmla="*/ 152 h 315"/>
                <a:gd name="T60" fmla="*/ 91 w 234"/>
                <a:gd name="T61" fmla="*/ 150 h 315"/>
                <a:gd name="T62" fmla="*/ 86 w 234"/>
                <a:gd name="T63" fmla="*/ 152 h 315"/>
                <a:gd name="T64" fmla="*/ 89 w 234"/>
                <a:gd name="T65" fmla="*/ 159 h 315"/>
                <a:gd name="T66" fmla="*/ 97 w 234"/>
                <a:gd name="T67" fmla="*/ 159 h 315"/>
                <a:gd name="T68" fmla="*/ 103 w 234"/>
                <a:gd name="T69" fmla="*/ 151 h 315"/>
                <a:gd name="T70" fmla="*/ 103 w 234"/>
                <a:gd name="T71" fmla="*/ 159 h 315"/>
                <a:gd name="T72" fmla="*/ 107 w 234"/>
                <a:gd name="T73" fmla="*/ 161 h 315"/>
                <a:gd name="T74" fmla="*/ 128 w 234"/>
                <a:gd name="T75" fmla="*/ 153 h 315"/>
                <a:gd name="T76" fmla="*/ 126 w 234"/>
                <a:gd name="T77" fmla="*/ 150 h 315"/>
                <a:gd name="T78" fmla="*/ 124 w 234"/>
                <a:gd name="T79" fmla="*/ 155 h 315"/>
                <a:gd name="T80" fmla="*/ 124 w 234"/>
                <a:gd name="T81" fmla="*/ 158 h 315"/>
                <a:gd name="T82" fmla="*/ 131 w 234"/>
                <a:gd name="T83" fmla="*/ 157 h 315"/>
                <a:gd name="T84" fmla="*/ 139 w 234"/>
                <a:gd name="T85" fmla="*/ 153 h 315"/>
                <a:gd name="T86" fmla="*/ 137 w 234"/>
                <a:gd name="T87" fmla="*/ 158 h 315"/>
                <a:gd name="T88" fmla="*/ 167 w 234"/>
                <a:gd name="T89" fmla="*/ 154 h 315"/>
                <a:gd name="T90" fmla="*/ 164 w 234"/>
                <a:gd name="T91" fmla="*/ 148 h 315"/>
                <a:gd name="T92" fmla="*/ 161 w 234"/>
                <a:gd name="T93" fmla="*/ 153 h 315"/>
                <a:gd name="T94" fmla="*/ 160 w 234"/>
                <a:gd name="T95" fmla="*/ 159 h 315"/>
                <a:gd name="T96" fmla="*/ 163 w 234"/>
                <a:gd name="T97" fmla="*/ 156 h 315"/>
                <a:gd name="T98" fmla="*/ 168 w 234"/>
                <a:gd name="T99" fmla="*/ 157 h 315"/>
                <a:gd name="T100" fmla="*/ 183 w 234"/>
                <a:gd name="T101" fmla="*/ 152 h 315"/>
                <a:gd name="T102" fmla="*/ 180 w 234"/>
                <a:gd name="T103" fmla="*/ 149 h 315"/>
                <a:gd name="T104" fmla="*/ 177 w 234"/>
                <a:gd name="T105" fmla="*/ 153 h 315"/>
                <a:gd name="T106" fmla="*/ 176 w 234"/>
                <a:gd name="T107" fmla="*/ 157 h 315"/>
                <a:gd name="T108" fmla="*/ 179 w 234"/>
                <a:gd name="T109" fmla="*/ 153 h 315"/>
                <a:gd name="T110" fmla="*/ 182 w 234"/>
                <a:gd name="T111" fmla="*/ 158 h 315"/>
                <a:gd name="T112" fmla="*/ 142 w 234"/>
                <a:gd name="T113" fmla="*/ 154 h 315"/>
                <a:gd name="T114" fmla="*/ 234 w 234"/>
                <a:gd name="T115" fmla="*/ 0 h 315"/>
                <a:gd name="T116" fmla="*/ 21 w 234"/>
                <a:gd name="T117" fmla="*/ 251 h 315"/>
                <a:gd name="T118" fmla="*/ 106 w 234"/>
                <a:gd name="T119" fmla="*/ 261 h 315"/>
                <a:gd name="T120" fmla="*/ 155 w 234"/>
                <a:gd name="T121" fmla="*/ 260 h 315"/>
                <a:gd name="T122" fmla="*/ 225 w 234"/>
                <a:gd name="T123" fmla="*/ 187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34" h="315">
                  <a:moveTo>
                    <a:pt x="106" y="256"/>
                  </a:moveTo>
                  <a:cubicBezTo>
                    <a:pt x="106" y="257"/>
                    <a:pt x="106" y="258"/>
                    <a:pt x="106" y="258"/>
                  </a:cubicBezTo>
                  <a:cubicBezTo>
                    <a:pt x="105" y="259"/>
                    <a:pt x="104" y="260"/>
                    <a:pt x="102" y="260"/>
                  </a:cubicBezTo>
                  <a:cubicBezTo>
                    <a:pt x="100" y="260"/>
                    <a:pt x="99" y="258"/>
                    <a:pt x="99" y="255"/>
                  </a:cubicBezTo>
                  <a:cubicBezTo>
                    <a:pt x="99" y="252"/>
                    <a:pt x="100" y="250"/>
                    <a:pt x="102" y="250"/>
                  </a:cubicBezTo>
                  <a:cubicBezTo>
                    <a:pt x="105" y="250"/>
                    <a:pt x="106" y="253"/>
                    <a:pt x="106" y="256"/>
                  </a:cubicBezTo>
                  <a:close/>
                  <a:moveTo>
                    <a:pt x="27" y="227"/>
                  </a:moveTo>
                  <a:cubicBezTo>
                    <a:pt x="47" y="227"/>
                    <a:pt x="47" y="227"/>
                    <a:pt x="47" y="227"/>
                  </a:cubicBezTo>
                  <a:cubicBezTo>
                    <a:pt x="47" y="221"/>
                    <a:pt x="47" y="221"/>
                    <a:pt x="47" y="221"/>
                  </a:cubicBezTo>
                  <a:cubicBezTo>
                    <a:pt x="27" y="221"/>
                    <a:pt x="27" y="221"/>
                    <a:pt x="27" y="221"/>
                  </a:cubicBezTo>
                  <a:lnTo>
                    <a:pt x="27" y="227"/>
                  </a:lnTo>
                  <a:close/>
                  <a:moveTo>
                    <a:pt x="187" y="227"/>
                  </a:moveTo>
                  <a:cubicBezTo>
                    <a:pt x="206" y="227"/>
                    <a:pt x="206" y="227"/>
                    <a:pt x="206" y="227"/>
                  </a:cubicBezTo>
                  <a:cubicBezTo>
                    <a:pt x="206" y="221"/>
                    <a:pt x="206" y="221"/>
                    <a:pt x="206" y="221"/>
                  </a:cubicBezTo>
                  <a:cubicBezTo>
                    <a:pt x="187" y="221"/>
                    <a:pt x="187" y="221"/>
                    <a:pt x="187" y="221"/>
                  </a:cubicBezTo>
                  <a:lnTo>
                    <a:pt x="187" y="227"/>
                  </a:lnTo>
                  <a:close/>
                  <a:moveTo>
                    <a:pt x="74" y="227"/>
                  </a:moveTo>
                  <a:cubicBezTo>
                    <a:pt x="93" y="227"/>
                    <a:pt x="93" y="227"/>
                    <a:pt x="93" y="227"/>
                  </a:cubicBezTo>
                  <a:cubicBezTo>
                    <a:pt x="93" y="221"/>
                    <a:pt x="93" y="221"/>
                    <a:pt x="93" y="221"/>
                  </a:cubicBezTo>
                  <a:cubicBezTo>
                    <a:pt x="74" y="221"/>
                    <a:pt x="74" y="221"/>
                    <a:pt x="74" y="221"/>
                  </a:cubicBezTo>
                  <a:lnTo>
                    <a:pt x="74" y="227"/>
                  </a:lnTo>
                  <a:close/>
                  <a:moveTo>
                    <a:pt x="141" y="227"/>
                  </a:moveTo>
                  <a:cubicBezTo>
                    <a:pt x="161" y="227"/>
                    <a:pt x="161" y="227"/>
                    <a:pt x="161" y="227"/>
                  </a:cubicBezTo>
                  <a:cubicBezTo>
                    <a:pt x="161" y="221"/>
                    <a:pt x="161" y="221"/>
                    <a:pt x="161" y="221"/>
                  </a:cubicBezTo>
                  <a:cubicBezTo>
                    <a:pt x="141" y="221"/>
                    <a:pt x="141" y="221"/>
                    <a:pt x="141" y="221"/>
                  </a:cubicBezTo>
                  <a:lnTo>
                    <a:pt x="141" y="227"/>
                  </a:lnTo>
                  <a:close/>
                  <a:moveTo>
                    <a:pt x="205" y="172"/>
                  </a:moveTo>
                  <a:cubicBezTo>
                    <a:pt x="188" y="172"/>
                    <a:pt x="188" y="172"/>
                    <a:pt x="188" y="172"/>
                  </a:cubicBezTo>
                  <a:cubicBezTo>
                    <a:pt x="188" y="176"/>
                    <a:pt x="188" y="176"/>
                    <a:pt x="188" y="176"/>
                  </a:cubicBezTo>
                  <a:cubicBezTo>
                    <a:pt x="187" y="176"/>
                    <a:pt x="187" y="176"/>
                    <a:pt x="187" y="176"/>
                  </a:cubicBezTo>
                  <a:cubicBezTo>
                    <a:pt x="187" y="172"/>
                    <a:pt x="187" y="172"/>
                    <a:pt x="187" y="172"/>
                  </a:cubicBezTo>
                  <a:cubicBezTo>
                    <a:pt x="161" y="172"/>
                    <a:pt x="161" y="172"/>
                    <a:pt x="161" y="172"/>
                  </a:cubicBezTo>
                  <a:cubicBezTo>
                    <a:pt x="161" y="176"/>
                    <a:pt x="161" y="176"/>
                    <a:pt x="161" y="176"/>
                  </a:cubicBezTo>
                  <a:cubicBezTo>
                    <a:pt x="160" y="176"/>
                    <a:pt x="160" y="176"/>
                    <a:pt x="160" y="176"/>
                  </a:cubicBezTo>
                  <a:cubicBezTo>
                    <a:pt x="160" y="172"/>
                    <a:pt x="160" y="172"/>
                    <a:pt x="160" y="172"/>
                  </a:cubicBezTo>
                  <a:cubicBezTo>
                    <a:pt x="142" y="172"/>
                    <a:pt x="142" y="172"/>
                    <a:pt x="142" y="172"/>
                  </a:cubicBezTo>
                  <a:cubicBezTo>
                    <a:pt x="142" y="176"/>
                    <a:pt x="142" y="176"/>
                    <a:pt x="142" y="176"/>
                  </a:cubicBezTo>
                  <a:cubicBezTo>
                    <a:pt x="141" y="176"/>
                    <a:pt x="141" y="176"/>
                    <a:pt x="141" y="176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93" y="176"/>
                    <a:pt x="93" y="176"/>
                    <a:pt x="93" y="176"/>
                  </a:cubicBezTo>
                  <a:cubicBezTo>
                    <a:pt x="93" y="176"/>
                    <a:pt x="93" y="176"/>
                    <a:pt x="93" y="176"/>
                  </a:cubicBezTo>
                  <a:cubicBezTo>
                    <a:pt x="93" y="172"/>
                    <a:pt x="93" y="172"/>
                    <a:pt x="93" y="172"/>
                  </a:cubicBezTo>
                  <a:cubicBezTo>
                    <a:pt x="75" y="172"/>
                    <a:pt x="75" y="172"/>
                    <a:pt x="75" y="172"/>
                  </a:cubicBezTo>
                  <a:cubicBezTo>
                    <a:pt x="75" y="176"/>
                    <a:pt x="75" y="176"/>
                    <a:pt x="75" y="176"/>
                  </a:cubicBezTo>
                  <a:cubicBezTo>
                    <a:pt x="74" y="176"/>
                    <a:pt x="74" y="176"/>
                    <a:pt x="74" y="176"/>
                  </a:cubicBezTo>
                  <a:cubicBezTo>
                    <a:pt x="74" y="172"/>
                    <a:pt x="74" y="172"/>
                    <a:pt x="74" y="172"/>
                  </a:cubicBezTo>
                  <a:cubicBezTo>
                    <a:pt x="47" y="172"/>
                    <a:pt x="47" y="172"/>
                    <a:pt x="47" y="172"/>
                  </a:cubicBezTo>
                  <a:cubicBezTo>
                    <a:pt x="47" y="176"/>
                    <a:pt x="47" y="176"/>
                    <a:pt x="47" y="176"/>
                  </a:cubicBezTo>
                  <a:cubicBezTo>
                    <a:pt x="46" y="176"/>
                    <a:pt x="46" y="176"/>
                    <a:pt x="46" y="176"/>
                  </a:cubicBezTo>
                  <a:cubicBezTo>
                    <a:pt x="46" y="172"/>
                    <a:pt x="46" y="172"/>
                    <a:pt x="46" y="172"/>
                  </a:cubicBezTo>
                  <a:cubicBezTo>
                    <a:pt x="28" y="172"/>
                    <a:pt x="28" y="172"/>
                    <a:pt x="28" y="172"/>
                  </a:cubicBezTo>
                  <a:cubicBezTo>
                    <a:pt x="28" y="176"/>
                    <a:pt x="28" y="176"/>
                    <a:pt x="28" y="176"/>
                  </a:cubicBezTo>
                  <a:cubicBezTo>
                    <a:pt x="27" y="176"/>
                    <a:pt x="27" y="176"/>
                    <a:pt x="27" y="176"/>
                  </a:cubicBezTo>
                  <a:cubicBezTo>
                    <a:pt x="27" y="220"/>
                    <a:pt x="27" y="220"/>
                    <a:pt x="27" y="220"/>
                  </a:cubicBezTo>
                  <a:cubicBezTo>
                    <a:pt x="47" y="220"/>
                    <a:pt x="47" y="220"/>
                    <a:pt x="47" y="220"/>
                  </a:cubicBezTo>
                  <a:cubicBezTo>
                    <a:pt x="47" y="180"/>
                    <a:pt x="47" y="180"/>
                    <a:pt x="47" y="180"/>
                  </a:cubicBezTo>
                  <a:cubicBezTo>
                    <a:pt x="74" y="180"/>
                    <a:pt x="74" y="180"/>
                    <a:pt x="74" y="180"/>
                  </a:cubicBezTo>
                  <a:cubicBezTo>
                    <a:pt x="74" y="220"/>
                    <a:pt x="74" y="220"/>
                    <a:pt x="74" y="220"/>
                  </a:cubicBezTo>
                  <a:cubicBezTo>
                    <a:pt x="93" y="220"/>
                    <a:pt x="93" y="220"/>
                    <a:pt x="93" y="220"/>
                  </a:cubicBezTo>
                  <a:cubicBezTo>
                    <a:pt x="93" y="180"/>
                    <a:pt x="93" y="180"/>
                    <a:pt x="93" y="180"/>
                  </a:cubicBezTo>
                  <a:cubicBezTo>
                    <a:pt x="141" y="180"/>
                    <a:pt x="141" y="180"/>
                    <a:pt x="141" y="180"/>
                  </a:cubicBezTo>
                  <a:cubicBezTo>
                    <a:pt x="141" y="220"/>
                    <a:pt x="141" y="220"/>
                    <a:pt x="141" y="220"/>
                  </a:cubicBezTo>
                  <a:cubicBezTo>
                    <a:pt x="161" y="220"/>
                    <a:pt x="161" y="220"/>
                    <a:pt x="161" y="220"/>
                  </a:cubicBezTo>
                  <a:cubicBezTo>
                    <a:pt x="161" y="180"/>
                    <a:pt x="161" y="180"/>
                    <a:pt x="161" y="180"/>
                  </a:cubicBezTo>
                  <a:cubicBezTo>
                    <a:pt x="187" y="180"/>
                    <a:pt x="187" y="180"/>
                    <a:pt x="187" y="180"/>
                  </a:cubicBezTo>
                  <a:cubicBezTo>
                    <a:pt x="187" y="220"/>
                    <a:pt x="187" y="220"/>
                    <a:pt x="187" y="220"/>
                  </a:cubicBezTo>
                  <a:cubicBezTo>
                    <a:pt x="206" y="220"/>
                    <a:pt x="206" y="220"/>
                    <a:pt x="206" y="220"/>
                  </a:cubicBezTo>
                  <a:cubicBezTo>
                    <a:pt x="206" y="176"/>
                    <a:pt x="206" y="176"/>
                    <a:pt x="206" y="176"/>
                  </a:cubicBezTo>
                  <a:cubicBezTo>
                    <a:pt x="205" y="176"/>
                    <a:pt x="205" y="176"/>
                    <a:pt x="205" y="176"/>
                  </a:cubicBezTo>
                  <a:lnTo>
                    <a:pt x="205" y="172"/>
                  </a:lnTo>
                  <a:close/>
                  <a:moveTo>
                    <a:pt x="89" y="154"/>
                  </a:moveTo>
                  <a:cubicBezTo>
                    <a:pt x="89" y="154"/>
                    <a:pt x="89" y="154"/>
                    <a:pt x="89" y="154"/>
                  </a:cubicBezTo>
                  <a:cubicBezTo>
                    <a:pt x="89" y="154"/>
                    <a:pt x="89" y="154"/>
                    <a:pt x="89" y="154"/>
                  </a:cubicBezTo>
                  <a:cubicBezTo>
                    <a:pt x="89" y="154"/>
                    <a:pt x="89" y="154"/>
                    <a:pt x="89" y="154"/>
                  </a:cubicBezTo>
                  <a:cubicBezTo>
                    <a:pt x="89" y="154"/>
                    <a:pt x="89" y="154"/>
                    <a:pt x="89" y="154"/>
                  </a:cubicBezTo>
                  <a:cubicBezTo>
                    <a:pt x="89" y="154"/>
                    <a:pt x="89" y="154"/>
                    <a:pt x="89" y="154"/>
                  </a:cubicBezTo>
                  <a:cubicBezTo>
                    <a:pt x="89" y="154"/>
                    <a:pt x="89" y="154"/>
                    <a:pt x="89" y="154"/>
                  </a:cubicBezTo>
                  <a:cubicBezTo>
                    <a:pt x="89" y="154"/>
                    <a:pt x="89" y="154"/>
                    <a:pt x="89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8" y="154"/>
                    <a:pt x="88" y="154"/>
                  </a:cubicBezTo>
                  <a:cubicBezTo>
                    <a:pt x="88" y="154"/>
                    <a:pt x="89" y="154"/>
                    <a:pt x="89" y="154"/>
                  </a:cubicBezTo>
                  <a:close/>
                  <a:moveTo>
                    <a:pt x="88" y="155"/>
                  </a:moveTo>
                  <a:cubicBezTo>
                    <a:pt x="88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ubicBezTo>
                    <a:pt x="88" y="155"/>
                    <a:pt x="88" y="155"/>
                    <a:pt x="88" y="155"/>
                  </a:cubicBezTo>
                  <a:close/>
                  <a:moveTo>
                    <a:pt x="89" y="153"/>
                  </a:moveTo>
                  <a:cubicBezTo>
                    <a:pt x="89" y="153"/>
                    <a:pt x="89" y="153"/>
                    <a:pt x="89" y="153"/>
                  </a:cubicBezTo>
                  <a:cubicBezTo>
                    <a:pt x="89" y="153"/>
                    <a:pt x="89" y="153"/>
                    <a:pt x="89" y="153"/>
                  </a:cubicBezTo>
                  <a:cubicBezTo>
                    <a:pt x="89" y="153"/>
                    <a:pt x="89" y="152"/>
                    <a:pt x="89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89" y="152"/>
                    <a:pt x="89" y="152"/>
                    <a:pt x="89" y="152"/>
                  </a:cubicBezTo>
                  <a:cubicBezTo>
                    <a:pt x="89" y="153"/>
                    <a:pt x="89" y="153"/>
                    <a:pt x="89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9" y="153"/>
                    <a:pt x="89" y="153"/>
                    <a:pt x="89" y="153"/>
                  </a:cubicBezTo>
                  <a:close/>
                  <a:moveTo>
                    <a:pt x="90" y="156"/>
                  </a:moveTo>
                  <a:cubicBezTo>
                    <a:pt x="90" y="156"/>
                    <a:pt x="90" y="156"/>
                    <a:pt x="90" y="156"/>
                  </a:cubicBezTo>
                  <a:cubicBezTo>
                    <a:pt x="89" y="156"/>
                    <a:pt x="89" y="156"/>
                    <a:pt x="90" y="156"/>
                  </a:cubicBezTo>
                  <a:cubicBezTo>
                    <a:pt x="90" y="157"/>
                    <a:pt x="90" y="157"/>
                    <a:pt x="90" y="157"/>
                  </a:cubicBezTo>
                  <a:cubicBezTo>
                    <a:pt x="90" y="157"/>
                    <a:pt x="90" y="157"/>
                    <a:pt x="90" y="157"/>
                  </a:cubicBezTo>
                  <a:cubicBezTo>
                    <a:pt x="90" y="156"/>
                    <a:pt x="90" y="156"/>
                    <a:pt x="90" y="156"/>
                  </a:cubicBezTo>
                  <a:cubicBezTo>
                    <a:pt x="90" y="156"/>
                    <a:pt x="90" y="156"/>
                    <a:pt x="90" y="156"/>
                  </a:cubicBezTo>
                  <a:cubicBezTo>
                    <a:pt x="90" y="156"/>
                    <a:pt x="90" y="156"/>
                    <a:pt x="90" y="156"/>
                  </a:cubicBezTo>
                  <a:close/>
                  <a:moveTo>
                    <a:pt x="91" y="156"/>
                  </a:moveTo>
                  <a:cubicBezTo>
                    <a:pt x="91" y="156"/>
                    <a:pt x="91" y="156"/>
                    <a:pt x="91" y="156"/>
                  </a:cubicBezTo>
                  <a:cubicBezTo>
                    <a:pt x="91" y="156"/>
                    <a:pt x="91" y="156"/>
                    <a:pt x="91" y="156"/>
                  </a:cubicBezTo>
                  <a:cubicBezTo>
                    <a:pt x="91" y="156"/>
                    <a:pt x="91" y="156"/>
                    <a:pt x="91" y="156"/>
                  </a:cubicBezTo>
                  <a:cubicBezTo>
                    <a:pt x="91" y="157"/>
                    <a:pt x="91" y="157"/>
                    <a:pt x="91" y="157"/>
                  </a:cubicBezTo>
                  <a:cubicBezTo>
                    <a:pt x="91" y="157"/>
                    <a:pt x="91" y="157"/>
                    <a:pt x="91" y="157"/>
                  </a:cubicBezTo>
                  <a:cubicBezTo>
                    <a:pt x="92" y="157"/>
                    <a:pt x="92" y="156"/>
                    <a:pt x="92" y="156"/>
                  </a:cubicBezTo>
                  <a:cubicBezTo>
                    <a:pt x="92" y="156"/>
                    <a:pt x="92" y="156"/>
                    <a:pt x="92" y="156"/>
                  </a:cubicBezTo>
                  <a:cubicBezTo>
                    <a:pt x="92" y="156"/>
                    <a:pt x="92" y="156"/>
                    <a:pt x="91" y="156"/>
                  </a:cubicBezTo>
                  <a:cubicBezTo>
                    <a:pt x="91" y="156"/>
                    <a:pt x="91" y="156"/>
                    <a:pt x="91" y="156"/>
                  </a:cubicBezTo>
                  <a:close/>
                  <a:moveTo>
                    <a:pt x="89" y="158"/>
                  </a:moveTo>
                  <a:cubicBezTo>
                    <a:pt x="89" y="158"/>
                    <a:pt x="89" y="158"/>
                    <a:pt x="89" y="158"/>
                  </a:cubicBezTo>
                  <a:cubicBezTo>
                    <a:pt x="89" y="158"/>
                    <a:pt x="88" y="158"/>
                    <a:pt x="88" y="158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88" y="158"/>
                    <a:pt x="89" y="158"/>
                    <a:pt x="89" y="158"/>
                  </a:cubicBezTo>
                  <a:cubicBezTo>
                    <a:pt x="89" y="158"/>
                    <a:pt x="89" y="158"/>
                    <a:pt x="89" y="158"/>
                  </a:cubicBezTo>
                  <a:cubicBezTo>
                    <a:pt x="89" y="158"/>
                    <a:pt x="89" y="158"/>
                    <a:pt x="89" y="158"/>
                  </a:cubicBezTo>
                  <a:cubicBezTo>
                    <a:pt x="89" y="158"/>
                    <a:pt x="89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89" y="158"/>
                    <a:pt x="89" y="158"/>
                    <a:pt x="89" y="158"/>
                  </a:cubicBezTo>
                  <a:close/>
                  <a:moveTo>
                    <a:pt x="70" y="157"/>
                  </a:moveTo>
                  <a:cubicBezTo>
                    <a:pt x="70" y="157"/>
                    <a:pt x="70" y="157"/>
                    <a:pt x="70" y="157"/>
                  </a:cubicBezTo>
                  <a:cubicBezTo>
                    <a:pt x="70" y="157"/>
                    <a:pt x="70" y="157"/>
                    <a:pt x="70" y="157"/>
                  </a:cubicBezTo>
                  <a:cubicBezTo>
                    <a:pt x="69" y="157"/>
                    <a:pt x="69" y="157"/>
                    <a:pt x="69" y="157"/>
                  </a:cubicBezTo>
                  <a:cubicBezTo>
                    <a:pt x="69" y="157"/>
                    <a:pt x="69" y="157"/>
                    <a:pt x="69" y="157"/>
                  </a:cubicBezTo>
                  <a:cubicBezTo>
                    <a:pt x="69" y="156"/>
                    <a:pt x="69" y="156"/>
                    <a:pt x="69" y="156"/>
                  </a:cubicBezTo>
                  <a:cubicBezTo>
                    <a:pt x="69" y="156"/>
                    <a:pt x="69" y="156"/>
                    <a:pt x="70" y="156"/>
                  </a:cubicBezTo>
                  <a:cubicBezTo>
                    <a:pt x="70" y="156"/>
                    <a:pt x="70" y="156"/>
                    <a:pt x="70" y="156"/>
                  </a:cubicBezTo>
                  <a:cubicBezTo>
                    <a:pt x="70" y="156"/>
                    <a:pt x="70" y="156"/>
                    <a:pt x="70" y="156"/>
                  </a:cubicBezTo>
                  <a:cubicBezTo>
                    <a:pt x="70" y="156"/>
                    <a:pt x="70" y="155"/>
                    <a:pt x="70" y="155"/>
                  </a:cubicBezTo>
                  <a:cubicBezTo>
                    <a:pt x="70" y="155"/>
                    <a:pt x="70" y="155"/>
                    <a:pt x="70" y="155"/>
                  </a:cubicBezTo>
                  <a:cubicBezTo>
                    <a:pt x="69" y="155"/>
                    <a:pt x="69" y="155"/>
                    <a:pt x="69" y="155"/>
                  </a:cubicBezTo>
                  <a:cubicBezTo>
                    <a:pt x="69" y="155"/>
                    <a:pt x="69" y="155"/>
                    <a:pt x="69" y="155"/>
                  </a:cubicBezTo>
                  <a:cubicBezTo>
                    <a:pt x="69" y="155"/>
                    <a:pt x="69" y="155"/>
                    <a:pt x="68" y="155"/>
                  </a:cubicBezTo>
                  <a:cubicBezTo>
                    <a:pt x="68" y="155"/>
                    <a:pt x="68" y="156"/>
                    <a:pt x="68" y="156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6"/>
                    <a:pt x="68" y="156"/>
                    <a:pt x="68" y="156"/>
                  </a:cubicBezTo>
                  <a:cubicBezTo>
                    <a:pt x="68" y="157"/>
                    <a:pt x="68" y="157"/>
                    <a:pt x="68" y="157"/>
                  </a:cubicBezTo>
                  <a:cubicBezTo>
                    <a:pt x="68" y="157"/>
                    <a:pt x="69" y="157"/>
                    <a:pt x="69" y="157"/>
                  </a:cubicBezTo>
                  <a:cubicBezTo>
                    <a:pt x="69" y="157"/>
                    <a:pt x="69" y="157"/>
                    <a:pt x="69" y="157"/>
                  </a:cubicBezTo>
                  <a:cubicBezTo>
                    <a:pt x="69" y="158"/>
                    <a:pt x="69" y="158"/>
                    <a:pt x="69" y="158"/>
                  </a:cubicBezTo>
                  <a:cubicBezTo>
                    <a:pt x="69" y="158"/>
                    <a:pt x="69" y="158"/>
                    <a:pt x="70" y="158"/>
                  </a:cubicBezTo>
                  <a:cubicBezTo>
                    <a:pt x="70" y="158"/>
                    <a:pt x="70" y="158"/>
                    <a:pt x="70" y="158"/>
                  </a:cubicBezTo>
                  <a:cubicBezTo>
                    <a:pt x="70" y="158"/>
                    <a:pt x="70" y="158"/>
                    <a:pt x="71" y="158"/>
                  </a:cubicBezTo>
                  <a:cubicBezTo>
                    <a:pt x="71" y="158"/>
                    <a:pt x="71" y="158"/>
                    <a:pt x="71" y="158"/>
                  </a:cubicBezTo>
                  <a:cubicBezTo>
                    <a:pt x="72" y="158"/>
                    <a:pt x="72" y="158"/>
                    <a:pt x="72" y="158"/>
                  </a:cubicBezTo>
                  <a:cubicBezTo>
                    <a:pt x="72" y="158"/>
                    <a:pt x="72" y="158"/>
                    <a:pt x="72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2" y="157"/>
                    <a:pt x="72" y="157"/>
                    <a:pt x="72" y="157"/>
                  </a:cubicBezTo>
                  <a:cubicBezTo>
                    <a:pt x="71" y="157"/>
                    <a:pt x="71" y="157"/>
                    <a:pt x="71" y="157"/>
                  </a:cubicBezTo>
                  <a:cubicBezTo>
                    <a:pt x="71" y="157"/>
                    <a:pt x="70" y="157"/>
                    <a:pt x="70" y="157"/>
                  </a:cubicBezTo>
                  <a:close/>
                  <a:moveTo>
                    <a:pt x="91" y="157"/>
                  </a:moveTo>
                  <a:cubicBezTo>
                    <a:pt x="91" y="157"/>
                    <a:pt x="91" y="157"/>
                    <a:pt x="91" y="157"/>
                  </a:cubicBezTo>
                  <a:cubicBezTo>
                    <a:pt x="91" y="157"/>
                    <a:pt x="90" y="158"/>
                    <a:pt x="90" y="158"/>
                  </a:cubicBezTo>
                  <a:cubicBezTo>
                    <a:pt x="90" y="158"/>
                    <a:pt x="90" y="158"/>
                    <a:pt x="90" y="158"/>
                  </a:cubicBezTo>
                  <a:cubicBezTo>
                    <a:pt x="91" y="158"/>
                    <a:pt x="91" y="158"/>
                    <a:pt x="91" y="158"/>
                  </a:cubicBezTo>
                  <a:cubicBezTo>
                    <a:pt x="91" y="158"/>
                    <a:pt x="91" y="158"/>
                    <a:pt x="91" y="158"/>
                  </a:cubicBezTo>
                  <a:cubicBezTo>
                    <a:pt x="91" y="158"/>
                    <a:pt x="91" y="158"/>
                    <a:pt x="91" y="158"/>
                  </a:cubicBezTo>
                  <a:cubicBezTo>
                    <a:pt x="92" y="158"/>
                    <a:pt x="92" y="158"/>
                    <a:pt x="92" y="158"/>
                  </a:cubicBezTo>
                  <a:cubicBezTo>
                    <a:pt x="92" y="158"/>
                    <a:pt x="92" y="158"/>
                    <a:pt x="92" y="158"/>
                  </a:cubicBezTo>
                  <a:cubicBezTo>
                    <a:pt x="92" y="158"/>
                    <a:pt x="92" y="157"/>
                    <a:pt x="92" y="157"/>
                  </a:cubicBezTo>
                  <a:cubicBezTo>
                    <a:pt x="92" y="157"/>
                    <a:pt x="91" y="157"/>
                    <a:pt x="91" y="157"/>
                  </a:cubicBezTo>
                  <a:close/>
                  <a:moveTo>
                    <a:pt x="52" y="154"/>
                  </a:moveTo>
                  <a:cubicBezTo>
                    <a:pt x="53" y="154"/>
                    <a:pt x="53" y="154"/>
                    <a:pt x="53" y="154"/>
                  </a:cubicBezTo>
                  <a:cubicBezTo>
                    <a:pt x="53" y="153"/>
                    <a:pt x="53" y="153"/>
                    <a:pt x="53" y="153"/>
                  </a:cubicBezTo>
                  <a:cubicBezTo>
                    <a:pt x="53" y="153"/>
                    <a:pt x="53" y="153"/>
                    <a:pt x="53" y="153"/>
                  </a:cubicBezTo>
                  <a:cubicBezTo>
                    <a:pt x="53" y="153"/>
                    <a:pt x="53" y="153"/>
                    <a:pt x="53" y="153"/>
                  </a:cubicBezTo>
                  <a:cubicBezTo>
                    <a:pt x="53" y="153"/>
                    <a:pt x="53" y="153"/>
                    <a:pt x="53" y="153"/>
                  </a:cubicBezTo>
                  <a:cubicBezTo>
                    <a:pt x="53" y="153"/>
                    <a:pt x="53" y="153"/>
                    <a:pt x="53" y="153"/>
                  </a:cubicBezTo>
                  <a:cubicBezTo>
                    <a:pt x="53" y="153"/>
                    <a:pt x="53" y="153"/>
                    <a:pt x="53" y="153"/>
                  </a:cubicBezTo>
                  <a:cubicBezTo>
                    <a:pt x="52" y="153"/>
                    <a:pt x="52" y="153"/>
                    <a:pt x="52" y="153"/>
                  </a:cubicBezTo>
                  <a:cubicBezTo>
                    <a:pt x="52" y="153"/>
                    <a:pt x="52" y="153"/>
                    <a:pt x="52" y="153"/>
                  </a:cubicBezTo>
                  <a:cubicBezTo>
                    <a:pt x="52" y="153"/>
                    <a:pt x="52" y="153"/>
                    <a:pt x="52" y="154"/>
                  </a:cubicBezTo>
                  <a:cubicBezTo>
                    <a:pt x="52" y="154"/>
                    <a:pt x="52" y="154"/>
                    <a:pt x="52" y="154"/>
                  </a:cubicBezTo>
                  <a:cubicBezTo>
                    <a:pt x="52" y="154"/>
                    <a:pt x="52" y="154"/>
                    <a:pt x="52" y="154"/>
                  </a:cubicBezTo>
                  <a:close/>
                  <a:moveTo>
                    <a:pt x="51" y="155"/>
                  </a:moveTo>
                  <a:cubicBezTo>
                    <a:pt x="51" y="156"/>
                    <a:pt x="50" y="156"/>
                    <a:pt x="50" y="156"/>
                  </a:cubicBezTo>
                  <a:cubicBezTo>
                    <a:pt x="50" y="157"/>
                    <a:pt x="51" y="157"/>
                    <a:pt x="51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2" y="157"/>
                    <a:pt x="52" y="157"/>
                    <a:pt x="53" y="157"/>
                  </a:cubicBezTo>
                  <a:cubicBezTo>
                    <a:pt x="53" y="157"/>
                    <a:pt x="53" y="156"/>
                    <a:pt x="53" y="156"/>
                  </a:cubicBezTo>
                  <a:cubicBezTo>
                    <a:pt x="53" y="156"/>
                    <a:pt x="53" y="156"/>
                    <a:pt x="53" y="156"/>
                  </a:cubicBezTo>
                  <a:cubicBezTo>
                    <a:pt x="53" y="156"/>
                    <a:pt x="53" y="156"/>
                    <a:pt x="53" y="156"/>
                  </a:cubicBezTo>
                  <a:cubicBezTo>
                    <a:pt x="53" y="156"/>
                    <a:pt x="53" y="156"/>
                    <a:pt x="53" y="156"/>
                  </a:cubicBezTo>
                  <a:cubicBezTo>
                    <a:pt x="53" y="156"/>
                    <a:pt x="53" y="156"/>
                    <a:pt x="53" y="156"/>
                  </a:cubicBezTo>
                  <a:cubicBezTo>
                    <a:pt x="53" y="156"/>
                    <a:pt x="53" y="156"/>
                    <a:pt x="52" y="156"/>
                  </a:cubicBezTo>
                  <a:cubicBezTo>
                    <a:pt x="52" y="156"/>
                    <a:pt x="52" y="156"/>
                    <a:pt x="52" y="156"/>
                  </a:cubicBezTo>
                  <a:cubicBezTo>
                    <a:pt x="52" y="156"/>
                    <a:pt x="52" y="156"/>
                    <a:pt x="52" y="156"/>
                  </a:cubicBezTo>
                  <a:cubicBezTo>
                    <a:pt x="52" y="156"/>
                    <a:pt x="52" y="156"/>
                    <a:pt x="51" y="156"/>
                  </a:cubicBezTo>
                  <a:cubicBezTo>
                    <a:pt x="51" y="156"/>
                    <a:pt x="51" y="155"/>
                    <a:pt x="51" y="155"/>
                  </a:cubicBezTo>
                  <a:cubicBezTo>
                    <a:pt x="51" y="155"/>
                    <a:pt x="51" y="155"/>
                    <a:pt x="51" y="155"/>
                  </a:cubicBezTo>
                  <a:cubicBezTo>
                    <a:pt x="51" y="155"/>
                    <a:pt x="51" y="155"/>
                    <a:pt x="51" y="155"/>
                  </a:cubicBezTo>
                  <a:cubicBezTo>
                    <a:pt x="51" y="154"/>
                    <a:pt x="51" y="154"/>
                    <a:pt x="51" y="153"/>
                  </a:cubicBezTo>
                  <a:cubicBezTo>
                    <a:pt x="51" y="153"/>
                    <a:pt x="51" y="153"/>
                    <a:pt x="51" y="153"/>
                  </a:cubicBezTo>
                  <a:cubicBezTo>
                    <a:pt x="51" y="153"/>
                    <a:pt x="50" y="153"/>
                    <a:pt x="50" y="153"/>
                  </a:cubicBezTo>
                  <a:cubicBezTo>
                    <a:pt x="50" y="153"/>
                    <a:pt x="50" y="154"/>
                    <a:pt x="50" y="154"/>
                  </a:cubicBezTo>
                  <a:cubicBezTo>
                    <a:pt x="51" y="155"/>
                    <a:pt x="51" y="155"/>
                    <a:pt x="51" y="155"/>
                  </a:cubicBezTo>
                  <a:close/>
                  <a:moveTo>
                    <a:pt x="53" y="155"/>
                  </a:moveTo>
                  <a:cubicBezTo>
                    <a:pt x="53" y="155"/>
                    <a:pt x="53" y="155"/>
                    <a:pt x="52" y="155"/>
                  </a:cubicBezTo>
                  <a:cubicBezTo>
                    <a:pt x="52" y="155"/>
                    <a:pt x="52" y="155"/>
                    <a:pt x="52" y="155"/>
                  </a:cubicBezTo>
                  <a:cubicBezTo>
                    <a:pt x="52" y="155"/>
                    <a:pt x="52" y="155"/>
                    <a:pt x="53" y="155"/>
                  </a:cubicBezTo>
                  <a:cubicBezTo>
                    <a:pt x="53" y="155"/>
                    <a:pt x="53" y="155"/>
                    <a:pt x="53" y="155"/>
                  </a:cubicBezTo>
                  <a:cubicBezTo>
                    <a:pt x="53" y="155"/>
                    <a:pt x="53" y="155"/>
                    <a:pt x="53" y="155"/>
                  </a:cubicBezTo>
                  <a:cubicBezTo>
                    <a:pt x="53" y="155"/>
                    <a:pt x="53" y="155"/>
                    <a:pt x="53" y="155"/>
                  </a:cubicBezTo>
                  <a:cubicBezTo>
                    <a:pt x="53" y="155"/>
                    <a:pt x="53" y="155"/>
                    <a:pt x="53" y="155"/>
                  </a:cubicBezTo>
                  <a:cubicBezTo>
                    <a:pt x="53" y="155"/>
                    <a:pt x="53" y="155"/>
                    <a:pt x="53" y="155"/>
                  </a:cubicBezTo>
                  <a:cubicBezTo>
                    <a:pt x="53" y="155"/>
                    <a:pt x="53" y="155"/>
                    <a:pt x="53" y="155"/>
                  </a:cubicBezTo>
                  <a:cubicBezTo>
                    <a:pt x="53" y="155"/>
                    <a:pt x="53" y="155"/>
                    <a:pt x="53" y="155"/>
                  </a:cubicBezTo>
                  <a:close/>
                  <a:moveTo>
                    <a:pt x="57" y="150"/>
                  </a:moveTo>
                  <a:cubicBezTo>
                    <a:pt x="57" y="150"/>
                    <a:pt x="57" y="150"/>
                    <a:pt x="57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5" y="149"/>
                    <a:pt x="55" y="150"/>
                    <a:pt x="55" y="149"/>
                  </a:cubicBezTo>
                  <a:cubicBezTo>
                    <a:pt x="55" y="149"/>
                    <a:pt x="55" y="149"/>
                    <a:pt x="55" y="149"/>
                  </a:cubicBezTo>
                  <a:cubicBezTo>
                    <a:pt x="55" y="149"/>
                    <a:pt x="55" y="150"/>
                    <a:pt x="55" y="149"/>
                  </a:cubicBezTo>
                  <a:cubicBezTo>
                    <a:pt x="55" y="149"/>
                    <a:pt x="54" y="150"/>
                    <a:pt x="54" y="150"/>
                  </a:cubicBezTo>
                  <a:cubicBezTo>
                    <a:pt x="54" y="150"/>
                    <a:pt x="54" y="150"/>
                    <a:pt x="54" y="150"/>
                  </a:cubicBezTo>
                  <a:cubicBezTo>
                    <a:pt x="55" y="150"/>
                    <a:pt x="55" y="150"/>
                    <a:pt x="55" y="150"/>
                  </a:cubicBezTo>
                  <a:cubicBezTo>
                    <a:pt x="55" y="150"/>
                    <a:pt x="55" y="150"/>
                    <a:pt x="55" y="150"/>
                  </a:cubicBezTo>
                  <a:cubicBezTo>
                    <a:pt x="56" y="150"/>
                    <a:pt x="56" y="150"/>
                    <a:pt x="56" y="150"/>
                  </a:cubicBezTo>
                  <a:cubicBezTo>
                    <a:pt x="56" y="150"/>
                    <a:pt x="56" y="150"/>
                    <a:pt x="56" y="151"/>
                  </a:cubicBezTo>
                  <a:cubicBezTo>
                    <a:pt x="56" y="151"/>
                    <a:pt x="56" y="151"/>
                    <a:pt x="56" y="151"/>
                  </a:cubicBezTo>
                  <a:cubicBezTo>
                    <a:pt x="56" y="151"/>
                    <a:pt x="55" y="151"/>
                    <a:pt x="55" y="151"/>
                  </a:cubicBezTo>
                  <a:cubicBezTo>
                    <a:pt x="55" y="151"/>
                    <a:pt x="55" y="151"/>
                    <a:pt x="55" y="151"/>
                  </a:cubicBezTo>
                  <a:cubicBezTo>
                    <a:pt x="55" y="151"/>
                    <a:pt x="55" y="151"/>
                    <a:pt x="55" y="151"/>
                  </a:cubicBezTo>
                  <a:cubicBezTo>
                    <a:pt x="55" y="152"/>
                    <a:pt x="55" y="152"/>
                    <a:pt x="55" y="152"/>
                  </a:cubicBezTo>
                  <a:cubicBezTo>
                    <a:pt x="55" y="152"/>
                    <a:pt x="55" y="152"/>
                    <a:pt x="55" y="152"/>
                  </a:cubicBezTo>
                  <a:cubicBezTo>
                    <a:pt x="55" y="152"/>
                    <a:pt x="55" y="152"/>
                    <a:pt x="56" y="152"/>
                  </a:cubicBezTo>
                  <a:cubicBezTo>
                    <a:pt x="56" y="152"/>
                    <a:pt x="56" y="152"/>
                    <a:pt x="56" y="151"/>
                  </a:cubicBezTo>
                  <a:cubicBezTo>
                    <a:pt x="56" y="151"/>
                    <a:pt x="56" y="151"/>
                    <a:pt x="57" y="152"/>
                  </a:cubicBezTo>
                  <a:cubicBezTo>
                    <a:pt x="57" y="152"/>
                    <a:pt x="57" y="152"/>
                    <a:pt x="57" y="152"/>
                  </a:cubicBezTo>
                  <a:cubicBezTo>
                    <a:pt x="57" y="152"/>
                    <a:pt x="57" y="152"/>
                    <a:pt x="57" y="153"/>
                  </a:cubicBezTo>
                  <a:cubicBezTo>
                    <a:pt x="57" y="153"/>
                    <a:pt x="57" y="153"/>
                    <a:pt x="57" y="153"/>
                  </a:cubicBezTo>
                  <a:cubicBezTo>
                    <a:pt x="57" y="153"/>
                    <a:pt x="57" y="153"/>
                    <a:pt x="57" y="154"/>
                  </a:cubicBezTo>
                  <a:cubicBezTo>
                    <a:pt x="56" y="154"/>
                    <a:pt x="56" y="154"/>
                    <a:pt x="56" y="155"/>
                  </a:cubicBezTo>
                  <a:cubicBezTo>
                    <a:pt x="56" y="155"/>
                    <a:pt x="56" y="155"/>
                    <a:pt x="56" y="155"/>
                  </a:cubicBezTo>
                  <a:cubicBezTo>
                    <a:pt x="56" y="155"/>
                    <a:pt x="56" y="155"/>
                    <a:pt x="56" y="155"/>
                  </a:cubicBezTo>
                  <a:cubicBezTo>
                    <a:pt x="56" y="155"/>
                    <a:pt x="56" y="155"/>
                    <a:pt x="56" y="155"/>
                  </a:cubicBezTo>
                  <a:cubicBezTo>
                    <a:pt x="56" y="155"/>
                    <a:pt x="56" y="155"/>
                    <a:pt x="56" y="156"/>
                  </a:cubicBezTo>
                  <a:cubicBezTo>
                    <a:pt x="56" y="156"/>
                    <a:pt x="56" y="156"/>
                    <a:pt x="56" y="156"/>
                  </a:cubicBezTo>
                  <a:cubicBezTo>
                    <a:pt x="57" y="156"/>
                    <a:pt x="57" y="156"/>
                    <a:pt x="57" y="156"/>
                  </a:cubicBezTo>
                  <a:cubicBezTo>
                    <a:pt x="57" y="156"/>
                    <a:pt x="57" y="156"/>
                    <a:pt x="57" y="156"/>
                  </a:cubicBezTo>
                  <a:cubicBezTo>
                    <a:pt x="57" y="155"/>
                    <a:pt x="57" y="155"/>
                    <a:pt x="57" y="154"/>
                  </a:cubicBezTo>
                  <a:cubicBezTo>
                    <a:pt x="57" y="154"/>
                    <a:pt x="57" y="154"/>
                    <a:pt x="57" y="153"/>
                  </a:cubicBezTo>
                  <a:cubicBezTo>
                    <a:pt x="57" y="153"/>
                    <a:pt x="57" y="152"/>
                    <a:pt x="57" y="152"/>
                  </a:cubicBezTo>
                  <a:cubicBezTo>
                    <a:pt x="57" y="152"/>
                    <a:pt x="57" y="152"/>
                    <a:pt x="58" y="151"/>
                  </a:cubicBezTo>
                  <a:cubicBezTo>
                    <a:pt x="58" y="151"/>
                    <a:pt x="58" y="151"/>
                    <a:pt x="58" y="151"/>
                  </a:cubicBezTo>
                  <a:cubicBezTo>
                    <a:pt x="57" y="151"/>
                    <a:pt x="57" y="150"/>
                    <a:pt x="57" y="150"/>
                  </a:cubicBezTo>
                  <a:cubicBezTo>
                    <a:pt x="57" y="150"/>
                    <a:pt x="57" y="150"/>
                    <a:pt x="57" y="150"/>
                  </a:cubicBezTo>
                  <a:close/>
                  <a:moveTo>
                    <a:pt x="53" y="158"/>
                  </a:moveTo>
                  <a:cubicBezTo>
                    <a:pt x="53" y="158"/>
                    <a:pt x="53" y="158"/>
                    <a:pt x="53" y="158"/>
                  </a:cubicBezTo>
                  <a:cubicBezTo>
                    <a:pt x="53" y="158"/>
                    <a:pt x="53" y="158"/>
                    <a:pt x="53" y="158"/>
                  </a:cubicBezTo>
                  <a:cubicBezTo>
                    <a:pt x="53" y="158"/>
                    <a:pt x="53" y="158"/>
                    <a:pt x="53" y="158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3" y="157"/>
                    <a:pt x="53" y="157"/>
                    <a:pt x="53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2" y="158"/>
                    <a:pt x="52" y="158"/>
                    <a:pt x="52" y="157"/>
                  </a:cubicBezTo>
                  <a:cubicBezTo>
                    <a:pt x="52" y="157"/>
                    <a:pt x="52" y="157"/>
                    <a:pt x="52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1" y="157"/>
                    <a:pt x="51" y="157"/>
                    <a:pt x="51" y="157"/>
                  </a:cubicBezTo>
                  <a:cubicBezTo>
                    <a:pt x="51" y="157"/>
                    <a:pt x="51" y="157"/>
                    <a:pt x="50" y="157"/>
                  </a:cubicBezTo>
                  <a:cubicBezTo>
                    <a:pt x="50" y="157"/>
                    <a:pt x="50" y="158"/>
                    <a:pt x="50" y="158"/>
                  </a:cubicBezTo>
                  <a:cubicBezTo>
                    <a:pt x="50" y="158"/>
                    <a:pt x="50" y="158"/>
                    <a:pt x="50" y="158"/>
                  </a:cubicBezTo>
                  <a:cubicBezTo>
                    <a:pt x="50" y="158"/>
                    <a:pt x="50" y="158"/>
                    <a:pt x="50" y="158"/>
                  </a:cubicBezTo>
                  <a:cubicBezTo>
                    <a:pt x="50" y="158"/>
                    <a:pt x="50" y="159"/>
                    <a:pt x="50" y="159"/>
                  </a:cubicBezTo>
                  <a:cubicBezTo>
                    <a:pt x="51" y="159"/>
                    <a:pt x="51" y="159"/>
                    <a:pt x="51" y="159"/>
                  </a:cubicBezTo>
                  <a:cubicBezTo>
                    <a:pt x="51" y="159"/>
                    <a:pt x="51" y="159"/>
                    <a:pt x="51" y="159"/>
                  </a:cubicBezTo>
                  <a:cubicBezTo>
                    <a:pt x="51" y="159"/>
                    <a:pt x="52" y="159"/>
                    <a:pt x="52" y="159"/>
                  </a:cubicBezTo>
                  <a:cubicBezTo>
                    <a:pt x="52" y="159"/>
                    <a:pt x="52" y="159"/>
                    <a:pt x="52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3" y="159"/>
                    <a:pt x="53" y="159"/>
                    <a:pt x="54" y="158"/>
                  </a:cubicBezTo>
                  <a:cubicBezTo>
                    <a:pt x="54" y="158"/>
                    <a:pt x="54" y="158"/>
                    <a:pt x="54" y="158"/>
                  </a:cubicBezTo>
                  <a:cubicBezTo>
                    <a:pt x="53" y="158"/>
                    <a:pt x="53" y="158"/>
                    <a:pt x="53" y="158"/>
                  </a:cubicBezTo>
                  <a:close/>
                  <a:moveTo>
                    <a:pt x="56" y="152"/>
                  </a:moveTo>
                  <a:cubicBezTo>
                    <a:pt x="56" y="152"/>
                    <a:pt x="56" y="152"/>
                    <a:pt x="56" y="152"/>
                  </a:cubicBezTo>
                  <a:cubicBezTo>
                    <a:pt x="56" y="152"/>
                    <a:pt x="55" y="152"/>
                    <a:pt x="55" y="152"/>
                  </a:cubicBezTo>
                  <a:cubicBezTo>
                    <a:pt x="55" y="152"/>
                    <a:pt x="55" y="153"/>
                    <a:pt x="55" y="153"/>
                  </a:cubicBezTo>
                  <a:cubicBezTo>
                    <a:pt x="55" y="153"/>
                    <a:pt x="55" y="153"/>
                    <a:pt x="55" y="153"/>
                  </a:cubicBezTo>
                  <a:cubicBezTo>
                    <a:pt x="55" y="153"/>
                    <a:pt x="55" y="153"/>
                    <a:pt x="55" y="153"/>
                  </a:cubicBezTo>
                  <a:cubicBezTo>
                    <a:pt x="55" y="153"/>
                    <a:pt x="55" y="153"/>
                    <a:pt x="55" y="153"/>
                  </a:cubicBezTo>
                  <a:cubicBezTo>
                    <a:pt x="55" y="154"/>
                    <a:pt x="55" y="154"/>
                    <a:pt x="55" y="154"/>
                  </a:cubicBezTo>
                  <a:cubicBezTo>
                    <a:pt x="55" y="154"/>
                    <a:pt x="55" y="154"/>
                    <a:pt x="55" y="154"/>
                  </a:cubicBezTo>
                  <a:cubicBezTo>
                    <a:pt x="55" y="154"/>
                    <a:pt x="55" y="154"/>
                    <a:pt x="55" y="155"/>
                  </a:cubicBezTo>
                  <a:cubicBezTo>
                    <a:pt x="55" y="155"/>
                    <a:pt x="55" y="155"/>
                    <a:pt x="55" y="155"/>
                  </a:cubicBezTo>
                  <a:cubicBezTo>
                    <a:pt x="55" y="155"/>
                    <a:pt x="55" y="155"/>
                    <a:pt x="55" y="155"/>
                  </a:cubicBezTo>
                  <a:cubicBezTo>
                    <a:pt x="55" y="155"/>
                    <a:pt x="55" y="155"/>
                    <a:pt x="55" y="154"/>
                  </a:cubicBezTo>
                  <a:cubicBezTo>
                    <a:pt x="55" y="154"/>
                    <a:pt x="55" y="154"/>
                    <a:pt x="55" y="154"/>
                  </a:cubicBezTo>
                  <a:cubicBezTo>
                    <a:pt x="56" y="154"/>
                    <a:pt x="56" y="154"/>
                    <a:pt x="56" y="154"/>
                  </a:cubicBezTo>
                  <a:cubicBezTo>
                    <a:pt x="56" y="154"/>
                    <a:pt x="56" y="153"/>
                    <a:pt x="56" y="153"/>
                  </a:cubicBezTo>
                  <a:cubicBezTo>
                    <a:pt x="56" y="153"/>
                    <a:pt x="56" y="153"/>
                    <a:pt x="56" y="153"/>
                  </a:cubicBezTo>
                  <a:cubicBezTo>
                    <a:pt x="56" y="153"/>
                    <a:pt x="56" y="153"/>
                    <a:pt x="56" y="153"/>
                  </a:cubicBezTo>
                  <a:cubicBezTo>
                    <a:pt x="56" y="153"/>
                    <a:pt x="56" y="153"/>
                    <a:pt x="56" y="152"/>
                  </a:cubicBezTo>
                  <a:close/>
                  <a:moveTo>
                    <a:pt x="55" y="157"/>
                  </a:moveTo>
                  <a:cubicBezTo>
                    <a:pt x="55" y="157"/>
                    <a:pt x="55" y="157"/>
                    <a:pt x="55" y="157"/>
                  </a:cubicBezTo>
                  <a:cubicBezTo>
                    <a:pt x="54" y="157"/>
                    <a:pt x="54" y="157"/>
                    <a:pt x="54" y="157"/>
                  </a:cubicBezTo>
                  <a:cubicBezTo>
                    <a:pt x="54" y="157"/>
                    <a:pt x="54" y="157"/>
                    <a:pt x="54" y="157"/>
                  </a:cubicBezTo>
                  <a:cubicBezTo>
                    <a:pt x="54" y="157"/>
                    <a:pt x="54" y="157"/>
                    <a:pt x="53" y="157"/>
                  </a:cubicBezTo>
                  <a:cubicBezTo>
                    <a:pt x="53" y="157"/>
                    <a:pt x="53" y="157"/>
                    <a:pt x="54" y="157"/>
                  </a:cubicBezTo>
                  <a:cubicBezTo>
                    <a:pt x="54" y="157"/>
                    <a:pt x="54" y="158"/>
                    <a:pt x="54" y="158"/>
                  </a:cubicBezTo>
                  <a:cubicBezTo>
                    <a:pt x="54" y="157"/>
                    <a:pt x="54" y="158"/>
                    <a:pt x="54" y="158"/>
                  </a:cubicBezTo>
                  <a:cubicBezTo>
                    <a:pt x="54" y="157"/>
                    <a:pt x="54" y="158"/>
                    <a:pt x="54" y="158"/>
                  </a:cubicBezTo>
                  <a:cubicBezTo>
                    <a:pt x="54" y="158"/>
                    <a:pt x="54" y="158"/>
                    <a:pt x="54" y="158"/>
                  </a:cubicBezTo>
                  <a:cubicBezTo>
                    <a:pt x="54" y="158"/>
                    <a:pt x="54" y="158"/>
                    <a:pt x="54" y="158"/>
                  </a:cubicBezTo>
                  <a:cubicBezTo>
                    <a:pt x="54" y="158"/>
                    <a:pt x="54" y="158"/>
                    <a:pt x="54" y="158"/>
                  </a:cubicBezTo>
                  <a:cubicBezTo>
                    <a:pt x="54" y="158"/>
                    <a:pt x="54" y="158"/>
                    <a:pt x="55" y="158"/>
                  </a:cubicBezTo>
                  <a:cubicBezTo>
                    <a:pt x="55" y="158"/>
                    <a:pt x="55" y="158"/>
                    <a:pt x="55" y="158"/>
                  </a:cubicBezTo>
                  <a:cubicBezTo>
                    <a:pt x="55" y="158"/>
                    <a:pt x="55" y="157"/>
                    <a:pt x="55" y="157"/>
                  </a:cubicBezTo>
                  <a:cubicBezTo>
                    <a:pt x="55" y="157"/>
                    <a:pt x="55" y="157"/>
                    <a:pt x="55" y="157"/>
                  </a:cubicBezTo>
                  <a:cubicBezTo>
                    <a:pt x="55" y="157"/>
                    <a:pt x="55" y="157"/>
                    <a:pt x="55" y="157"/>
                  </a:cubicBezTo>
                  <a:close/>
                  <a:moveTo>
                    <a:pt x="55" y="156"/>
                  </a:moveTo>
                  <a:cubicBezTo>
                    <a:pt x="55" y="156"/>
                    <a:pt x="55" y="156"/>
                    <a:pt x="55" y="156"/>
                  </a:cubicBezTo>
                  <a:cubicBezTo>
                    <a:pt x="55" y="156"/>
                    <a:pt x="55" y="156"/>
                    <a:pt x="55" y="156"/>
                  </a:cubicBezTo>
                  <a:cubicBezTo>
                    <a:pt x="55" y="155"/>
                    <a:pt x="55" y="156"/>
                    <a:pt x="55" y="156"/>
                  </a:cubicBezTo>
                  <a:cubicBezTo>
                    <a:pt x="55" y="156"/>
                    <a:pt x="55" y="156"/>
                    <a:pt x="55" y="156"/>
                  </a:cubicBezTo>
                  <a:cubicBezTo>
                    <a:pt x="55" y="156"/>
                    <a:pt x="55" y="156"/>
                    <a:pt x="55" y="156"/>
                  </a:cubicBezTo>
                  <a:cubicBezTo>
                    <a:pt x="55" y="156"/>
                    <a:pt x="55" y="156"/>
                    <a:pt x="55" y="156"/>
                  </a:cubicBezTo>
                  <a:close/>
                  <a:moveTo>
                    <a:pt x="89" y="157"/>
                  </a:moveTo>
                  <a:cubicBezTo>
                    <a:pt x="89" y="157"/>
                    <a:pt x="89" y="157"/>
                    <a:pt x="89" y="157"/>
                  </a:cubicBezTo>
                  <a:cubicBezTo>
                    <a:pt x="89" y="157"/>
                    <a:pt x="89" y="157"/>
                    <a:pt x="89" y="157"/>
                  </a:cubicBezTo>
                  <a:cubicBezTo>
                    <a:pt x="89" y="157"/>
                    <a:pt x="89" y="157"/>
                    <a:pt x="89" y="156"/>
                  </a:cubicBezTo>
                  <a:cubicBezTo>
                    <a:pt x="89" y="156"/>
                    <a:pt x="89" y="156"/>
                    <a:pt x="89" y="156"/>
                  </a:cubicBezTo>
                  <a:cubicBezTo>
                    <a:pt x="88" y="156"/>
                    <a:pt x="88" y="156"/>
                    <a:pt x="88" y="156"/>
                  </a:cubicBezTo>
                  <a:cubicBezTo>
                    <a:pt x="88" y="156"/>
                    <a:pt x="88" y="157"/>
                    <a:pt x="88" y="157"/>
                  </a:cubicBezTo>
                  <a:cubicBezTo>
                    <a:pt x="88" y="157"/>
                    <a:pt x="88" y="157"/>
                    <a:pt x="88" y="157"/>
                  </a:cubicBezTo>
                  <a:cubicBezTo>
                    <a:pt x="89" y="157"/>
                    <a:pt x="89" y="157"/>
                    <a:pt x="89" y="157"/>
                  </a:cubicBezTo>
                  <a:close/>
                  <a:moveTo>
                    <a:pt x="164" y="154"/>
                  </a:moveTo>
                  <a:cubicBezTo>
                    <a:pt x="164" y="154"/>
                    <a:pt x="164" y="154"/>
                    <a:pt x="164" y="154"/>
                  </a:cubicBezTo>
                  <a:cubicBezTo>
                    <a:pt x="163" y="154"/>
                    <a:pt x="163" y="154"/>
                    <a:pt x="163" y="154"/>
                  </a:cubicBezTo>
                  <a:cubicBezTo>
                    <a:pt x="163" y="155"/>
                    <a:pt x="163" y="155"/>
                    <a:pt x="163" y="155"/>
                  </a:cubicBezTo>
                  <a:cubicBezTo>
                    <a:pt x="163" y="155"/>
                    <a:pt x="163" y="155"/>
                    <a:pt x="163" y="155"/>
                  </a:cubicBezTo>
                  <a:cubicBezTo>
                    <a:pt x="163" y="155"/>
                    <a:pt x="163" y="155"/>
                    <a:pt x="163" y="155"/>
                  </a:cubicBezTo>
                  <a:cubicBezTo>
                    <a:pt x="163" y="155"/>
                    <a:pt x="163" y="155"/>
                    <a:pt x="163" y="155"/>
                  </a:cubicBezTo>
                  <a:cubicBezTo>
                    <a:pt x="163" y="155"/>
                    <a:pt x="164" y="155"/>
                    <a:pt x="164" y="155"/>
                  </a:cubicBezTo>
                  <a:cubicBezTo>
                    <a:pt x="164" y="155"/>
                    <a:pt x="164" y="155"/>
                    <a:pt x="164" y="155"/>
                  </a:cubicBezTo>
                  <a:cubicBezTo>
                    <a:pt x="164" y="155"/>
                    <a:pt x="164" y="155"/>
                    <a:pt x="164" y="154"/>
                  </a:cubicBezTo>
                  <a:cubicBezTo>
                    <a:pt x="164" y="154"/>
                    <a:pt x="164" y="154"/>
                    <a:pt x="164" y="154"/>
                  </a:cubicBezTo>
                  <a:cubicBezTo>
                    <a:pt x="164" y="154"/>
                    <a:pt x="164" y="154"/>
                    <a:pt x="164" y="154"/>
                  </a:cubicBezTo>
                  <a:close/>
                  <a:moveTo>
                    <a:pt x="165" y="152"/>
                  </a:moveTo>
                  <a:cubicBezTo>
                    <a:pt x="165" y="153"/>
                    <a:pt x="165" y="153"/>
                    <a:pt x="164" y="153"/>
                  </a:cubicBezTo>
                  <a:cubicBezTo>
                    <a:pt x="164" y="153"/>
                    <a:pt x="164" y="153"/>
                    <a:pt x="164" y="153"/>
                  </a:cubicBezTo>
                  <a:cubicBezTo>
                    <a:pt x="164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3"/>
                  </a:cubicBezTo>
                  <a:cubicBezTo>
                    <a:pt x="163" y="153"/>
                    <a:pt x="163" y="153"/>
                    <a:pt x="163" y="154"/>
                  </a:cubicBezTo>
                  <a:cubicBezTo>
                    <a:pt x="163" y="154"/>
                    <a:pt x="163" y="154"/>
                    <a:pt x="163" y="154"/>
                  </a:cubicBezTo>
                  <a:cubicBezTo>
                    <a:pt x="163" y="154"/>
                    <a:pt x="163" y="154"/>
                    <a:pt x="163" y="154"/>
                  </a:cubicBezTo>
                  <a:cubicBezTo>
                    <a:pt x="164" y="153"/>
                    <a:pt x="164" y="153"/>
                    <a:pt x="164" y="153"/>
                  </a:cubicBezTo>
                  <a:cubicBezTo>
                    <a:pt x="164" y="153"/>
                    <a:pt x="164" y="153"/>
                    <a:pt x="165" y="153"/>
                  </a:cubicBezTo>
                  <a:cubicBezTo>
                    <a:pt x="165" y="153"/>
                    <a:pt x="165" y="153"/>
                    <a:pt x="165" y="153"/>
                  </a:cubicBezTo>
                  <a:cubicBezTo>
                    <a:pt x="165" y="153"/>
                    <a:pt x="165" y="153"/>
                    <a:pt x="165" y="153"/>
                  </a:cubicBezTo>
                  <a:cubicBezTo>
                    <a:pt x="165" y="153"/>
                    <a:pt x="165" y="153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ubicBezTo>
                    <a:pt x="165" y="152"/>
                    <a:pt x="165" y="152"/>
                    <a:pt x="165" y="152"/>
                  </a:cubicBezTo>
                  <a:close/>
                  <a:moveTo>
                    <a:pt x="164" y="158"/>
                  </a:moveTo>
                  <a:cubicBezTo>
                    <a:pt x="164" y="158"/>
                    <a:pt x="165" y="158"/>
                    <a:pt x="165" y="158"/>
                  </a:cubicBezTo>
                  <a:cubicBezTo>
                    <a:pt x="165" y="157"/>
                    <a:pt x="164" y="157"/>
                    <a:pt x="164" y="157"/>
                  </a:cubicBezTo>
                  <a:cubicBezTo>
                    <a:pt x="164" y="157"/>
                    <a:pt x="164" y="157"/>
                    <a:pt x="164" y="157"/>
                  </a:cubicBezTo>
                  <a:cubicBezTo>
                    <a:pt x="164" y="157"/>
                    <a:pt x="164" y="157"/>
                    <a:pt x="164" y="157"/>
                  </a:cubicBezTo>
                  <a:cubicBezTo>
                    <a:pt x="164" y="158"/>
                    <a:pt x="163" y="158"/>
                    <a:pt x="163" y="158"/>
                  </a:cubicBezTo>
                  <a:cubicBezTo>
                    <a:pt x="163" y="158"/>
                    <a:pt x="163" y="158"/>
                    <a:pt x="163" y="158"/>
                  </a:cubicBezTo>
                  <a:cubicBezTo>
                    <a:pt x="163" y="158"/>
                    <a:pt x="163" y="158"/>
                    <a:pt x="163" y="158"/>
                  </a:cubicBezTo>
                  <a:cubicBezTo>
                    <a:pt x="163" y="158"/>
                    <a:pt x="163" y="158"/>
                    <a:pt x="163" y="158"/>
                  </a:cubicBezTo>
                  <a:cubicBezTo>
                    <a:pt x="163" y="158"/>
                    <a:pt x="164" y="158"/>
                    <a:pt x="164" y="158"/>
                  </a:cubicBezTo>
                  <a:close/>
                  <a:moveTo>
                    <a:pt x="93" y="156"/>
                  </a:moveTo>
                  <a:cubicBezTo>
                    <a:pt x="93" y="156"/>
                    <a:pt x="92" y="156"/>
                    <a:pt x="92" y="156"/>
                  </a:cubicBezTo>
                  <a:cubicBezTo>
                    <a:pt x="92" y="156"/>
                    <a:pt x="92" y="157"/>
                    <a:pt x="92" y="157"/>
                  </a:cubicBezTo>
                  <a:cubicBezTo>
                    <a:pt x="92" y="157"/>
                    <a:pt x="92" y="157"/>
                    <a:pt x="92" y="157"/>
                  </a:cubicBezTo>
                  <a:cubicBezTo>
                    <a:pt x="92" y="157"/>
                    <a:pt x="93" y="157"/>
                    <a:pt x="93" y="157"/>
                  </a:cubicBezTo>
                  <a:cubicBezTo>
                    <a:pt x="93" y="157"/>
                    <a:pt x="93" y="157"/>
                    <a:pt x="93" y="157"/>
                  </a:cubicBezTo>
                  <a:cubicBezTo>
                    <a:pt x="93" y="157"/>
                    <a:pt x="93" y="157"/>
                    <a:pt x="93" y="157"/>
                  </a:cubicBezTo>
                  <a:cubicBezTo>
                    <a:pt x="93" y="156"/>
                    <a:pt x="93" y="156"/>
                    <a:pt x="93" y="156"/>
                  </a:cubicBezTo>
                  <a:close/>
                  <a:moveTo>
                    <a:pt x="178" y="152"/>
                  </a:move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8" y="152"/>
                  </a:cubicBezTo>
                  <a:cubicBezTo>
                    <a:pt x="178" y="152"/>
                    <a:pt x="178" y="152"/>
                    <a:pt x="179" y="152"/>
                  </a:cubicBezTo>
                  <a:cubicBezTo>
                    <a:pt x="179" y="152"/>
                    <a:pt x="179" y="152"/>
                    <a:pt x="179" y="152"/>
                  </a:cubicBezTo>
                  <a:cubicBezTo>
                    <a:pt x="179" y="152"/>
                    <a:pt x="179" y="152"/>
                    <a:pt x="179" y="152"/>
                  </a:cubicBezTo>
                  <a:cubicBezTo>
                    <a:pt x="179" y="152"/>
                    <a:pt x="179" y="151"/>
                    <a:pt x="179" y="152"/>
                  </a:cubicBezTo>
                  <a:cubicBezTo>
                    <a:pt x="178" y="152"/>
                    <a:pt x="178" y="152"/>
                    <a:pt x="178" y="152"/>
                  </a:cubicBezTo>
                  <a:close/>
                  <a:moveTo>
                    <a:pt x="209" y="171"/>
                  </a:moveTo>
                  <a:cubicBezTo>
                    <a:pt x="25" y="171"/>
                    <a:pt x="25" y="171"/>
                    <a:pt x="25" y="171"/>
                  </a:cubicBezTo>
                  <a:cubicBezTo>
                    <a:pt x="25" y="144"/>
                    <a:pt x="25" y="144"/>
                    <a:pt x="25" y="144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38"/>
                    <a:pt x="28" y="138"/>
                    <a:pt x="28" y="138"/>
                  </a:cubicBezTo>
                  <a:cubicBezTo>
                    <a:pt x="205" y="138"/>
                    <a:pt x="205" y="138"/>
                    <a:pt x="205" y="138"/>
                  </a:cubicBezTo>
                  <a:cubicBezTo>
                    <a:pt x="205" y="144"/>
                    <a:pt x="205" y="144"/>
                    <a:pt x="205" y="144"/>
                  </a:cubicBezTo>
                  <a:cubicBezTo>
                    <a:pt x="209" y="144"/>
                    <a:pt x="209" y="144"/>
                    <a:pt x="209" y="144"/>
                  </a:cubicBezTo>
                  <a:lnTo>
                    <a:pt x="209" y="171"/>
                  </a:lnTo>
                  <a:close/>
                  <a:moveTo>
                    <a:pt x="181" y="150"/>
                  </a:moveTo>
                  <a:cubicBezTo>
                    <a:pt x="181" y="150"/>
                    <a:pt x="181" y="150"/>
                    <a:pt x="181" y="150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1" y="150"/>
                    <a:pt x="181" y="150"/>
                    <a:pt x="181" y="150"/>
                  </a:cubicBezTo>
                  <a:cubicBezTo>
                    <a:pt x="182" y="150"/>
                    <a:pt x="182" y="150"/>
                    <a:pt x="182" y="149"/>
                  </a:cubicBezTo>
                  <a:cubicBezTo>
                    <a:pt x="182" y="149"/>
                    <a:pt x="182" y="149"/>
                    <a:pt x="182" y="149"/>
                  </a:cubicBezTo>
                  <a:cubicBezTo>
                    <a:pt x="182" y="149"/>
                    <a:pt x="182" y="149"/>
                    <a:pt x="182" y="149"/>
                  </a:cubicBezTo>
                  <a:cubicBezTo>
                    <a:pt x="182" y="149"/>
                    <a:pt x="182" y="149"/>
                    <a:pt x="182" y="149"/>
                  </a:cubicBezTo>
                  <a:cubicBezTo>
                    <a:pt x="182" y="148"/>
                    <a:pt x="182" y="148"/>
                    <a:pt x="182" y="148"/>
                  </a:cubicBezTo>
                  <a:cubicBezTo>
                    <a:pt x="181" y="148"/>
                    <a:pt x="181" y="149"/>
                    <a:pt x="181" y="149"/>
                  </a:cubicBezTo>
                  <a:cubicBezTo>
                    <a:pt x="181" y="149"/>
                    <a:pt x="181" y="149"/>
                    <a:pt x="181" y="149"/>
                  </a:cubicBezTo>
                  <a:cubicBezTo>
                    <a:pt x="181" y="149"/>
                    <a:pt x="181" y="149"/>
                    <a:pt x="181" y="150"/>
                  </a:cubicBezTo>
                  <a:cubicBezTo>
                    <a:pt x="181" y="150"/>
                    <a:pt x="181" y="150"/>
                    <a:pt x="181" y="150"/>
                  </a:cubicBezTo>
                  <a:close/>
                  <a:moveTo>
                    <a:pt x="176" y="146"/>
                  </a:moveTo>
                  <a:cubicBezTo>
                    <a:pt x="176" y="146"/>
                    <a:pt x="176" y="147"/>
                    <a:pt x="176" y="147"/>
                  </a:cubicBezTo>
                  <a:cubicBezTo>
                    <a:pt x="176" y="147"/>
                    <a:pt x="176" y="147"/>
                    <a:pt x="176" y="147"/>
                  </a:cubicBezTo>
                  <a:cubicBezTo>
                    <a:pt x="177" y="147"/>
                    <a:pt x="177" y="147"/>
                    <a:pt x="177" y="147"/>
                  </a:cubicBezTo>
                  <a:cubicBezTo>
                    <a:pt x="177" y="147"/>
                    <a:pt x="177" y="147"/>
                    <a:pt x="177" y="147"/>
                  </a:cubicBezTo>
                  <a:cubicBezTo>
                    <a:pt x="177" y="147"/>
                    <a:pt x="177" y="147"/>
                    <a:pt x="178" y="147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8" y="148"/>
                    <a:pt x="178" y="148"/>
                    <a:pt x="179" y="148"/>
                  </a:cubicBezTo>
                  <a:cubicBezTo>
                    <a:pt x="179" y="148"/>
                    <a:pt x="179" y="148"/>
                    <a:pt x="179" y="148"/>
                  </a:cubicBezTo>
                  <a:cubicBezTo>
                    <a:pt x="179" y="148"/>
                    <a:pt x="179" y="148"/>
                    <a:pt x="179" y="148"/>
                  </a:cubicBezTo>
                  <a:cubicBezTo>
                    <a:pt x="179" y="148"/>
                    <a:pt x="179" y="147"/>
                    <a:pt x="179" y="147"/>
                  </a:cubicBezTo>
                  <a:cubicBezTo>
                    <a:pt x="179" y="147"/>
                    <a:pt x="179" y="147"/>
                    <a:pt x="179" y="147"/>
                  </a:cubicBezTo>
                  <a:cubicBezTo>
                    <a:pt x="179" y="147"/>
                    <a:pt x="179" y="147"/>
                    <a:pt x="178" y="147"/>
                  </a:cubicBezTo>
                  <a:cubicBezTo>
                    <a:pt x="178" y="147"/>
                    <a:pt x="178" y="147"/>
                    <a:pt x="177" y="146"/>
                  </a:cubicBezTo>
                  <a:cubicBezTo>
                    <a:pt x="177" y="146"/>
                    <a:pt x="177" y="146"/>
                    <a:pt x="177" y="146"/>
                  </a:cubicBezTo>
                  <a:cubicBezTo>
                    <a:pt x="177" y="146"/>
                    <a:pt x="177" y="146"/>
                    <a:pt x="177" y="146"/>
                  </a:cubicBezTo>
                  <a:cubicBezTo>
                    <a:pt x="177" y="146"/>
                    <a:pt x="177" y="146"/>
                    <a:pt x="177" y="146"/>
                  </a:cubicBezTo>
                  <a:cubicBezTo>
                    <a:pt x="177" y="146"/>
                    <a:pt x="177" y="146"/>
                    <a:pt x="177" y="146"/>
                  </a:cubicBezTo>
                  <a:cubicBezTo>
                    <a:pt x="176" y="146"/>
                    <a:pt x="176" y="146"/>
                    <a:pt x="176" y="146"/>
                  </a:cubicBezTo>
                  <a:close/>
                  <a:moveTo>
                    <a:pt x="165" y="149"/>
                  </a:moveTo>
                  <a:cubicBezTo>
                    <a:pt x="165" y="149"/>
                    <a:pt x="165" y="149"/>
                    <a:pt x="165" y="149"/>
                  </a:cubicBezTo>
                  <a:cubicBezTo>
                    <a:pt x="165" y="149"/>
                    <a:pt x="165" y="149"/>
                    <a:pt x="165" y="149"/>
                  </a:cubicBezTo>
                  <a:cubicBezTo>
                    <a:pt x="165" y="149"/>
                    <a:pt x="165" y="149"/>
                    <a:pt x="165" y="150"/>
                  </a:cubicBezTo>
                  <a:cubicBezTo>
                    <a:pt x="165" y="150"/>
                    <a:pt x="165" y="150"/>
                    <a:pt x="165" y="150"/>
                  </a:cubicBezTo>
                  <a:cubicBezTo>
                    <a:pt x="165" y="150"/>
                    <a:pt x="165" y="150"/>
                    <a:pt x="165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50"/>
                    <a:pt x="166" y="150"/>
                  </a:cubicBezTo>
                  <a:cubicBezTo>
                    <a:pt x="166" y="150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6" y="149"/>
                    <a:pt x="166" y="149"/>
                  </a:cubicBezTo>
                  <a:cubicBezTo>
                    <a:pt x="166" y="149"/>
                    <a:pt x="165" y="149"/>
                    <a:pt x="165" y="148"/>
                  </a:cubicBezTo>
                  <a:cubicBezTo>
                    <a:pt x="165" y="148"/>
                    <a:pt x="165" y="148"/>
                    <a:pt x="165" y="148"/>
                  </a:cubicBezTo>
                  <a:cubicBezTo>
                    <a:pt x="165" y="149"/>
                    <a:pt x="165" y="149"/>
                    <a:pt x="165" y="149"/>
                  </a:cubicBezTo>
                  <a:close/>
                  <a:moveTo>
                    <a:pt x="145" y="155"/>
                  </a:moveTo>
                  <a:cubicBezTo>
                    <a:pt x="145" y="155"/>
                    <a:pt x="145" y="154"/>
                    <a:pt x="145" y="154"/>
                  </a:cubicBezTo>
                  <a:cubicBezTo>
                    <a:pt x="145" y="154"/>
                    <a:pt x="144" y="154"/>
                    <a:pt x="144" y="154"/>
                  </a:cubicBezTo>
                  <a:cubicBezTo>
                    <a:pt x="144" y="154"/>
                    <a:pt x="144" y="154"/>
                    <a:pt x="144" y="154"/>
                  </a:cubicBezTo>
                  <a:cubicBezTo>
                    <a:pt x="144" y="155"/>
                    <a:pt x="144" y="155"/>
                    <a:pt x="144" y="155"/>
                  </a:cubicBezTo>
                  <a:cubicBezTo>
                    <a:pt x="144" y="155"/>
                    <a:pt x="144" y="155"/>
                    <a:pt x="144" y="155"/>
                  </a:cubicBezTo>
                  <a:cubicBezTo>
                    <a:pt x="144" y="155"/>
                    <a:pt x="144" y="155"/>
                    <a:pt x="144" y="155"/>
                  </a:cubicBezTo>
                  <a:cubicBezTo>
                    <a:pt x="144" y="155"/>
                    <a:pt x="144" y="156"/>
                    <a:pt x="144" y="156"/>
                  </a:cubicBezTo>
                  <a:cubicBezTo>
                    <a:pt x="144" y="156"/>
                    <a:pt x="144" y="156"/>
                    <a:pt x="144" y="156"/>
                  </a:cubicBezTo>
                  <a:cubicBezTo>
                    <a:pt x="144" y="156"/>
                    <a:pt x="144" y="156"/>
                    <a:pt x="145" y="156"/>
                  </a:cubicBezTo>
                  <a:cubicBezTo>
                    <a:pt x="145" y="156"/>
                    <a:pt x="145" y="156"/>
                    <a:pt x="145" y="156"/>
                  </a:cubicBezTo>
                  <a:cubicBezTo>
                    <a:pt x="145" y="156"/>
                    <a:pt x="145" y="156"/>
                    <a:pt x="145" y="156"/>
                  </a:cubicBezTo>
                  <a:cubicBezTo>
                    <a:pt x="146" y="156"/>
                    <a:pt x="146" y="155"/>
                    <a:pt x="145" y="155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5" y="155"/>
                    <a:pt x="145" y="155"/>
                    <a:pt x="145" y="155"/>
                  </a:cubicBezTo>
                  <a:close/>
                  <a:moveTo>
                    <a:pt x="140" y="149"/>
                  </a:moveTo>
                  <a:cubicBezTo>
                    <a:pt x="140" y="149"/>
                    <a:pt x="140" y="149"/>
                    <a:pt x="140" y="149"/>
                  </a:cubicBezTo>
                  <a:cubicBezTo>
                    <a:pt x="140" y="149"/>
                    <a:pt x="140" y="149"/>
                    <a:pt x="140" y="149"/>
                  </a:cubicBezTo>
                  <a:cubicBezTo>
                    <a:pt x="140" y="150"/>
                    <a:pt x="140" y="150"/>
                    <a:pt x="140" y="150"/>
                  </a:cubicBezTo>
                  <a:cubicBezTo>
                    <a:pt x="140" y="150"/>
                    <a:pt x="140" y="150"/>
                    <a:pt x="140" y="151"/>
                  </a:cubicBezTo>
                  <a:cubicBezTo>
                    <a:pt x="140" y="151"/>
                    <a:pt x="140" y="151"/>
                    <a:pt x="140" y="151"/>
                  </a:cubicBezTo>
                  <a:cubicBezTo>
                    <a:pt x="140" y="151"/>
                    <a:pt x="140" y="151"/>
                    <a:pt x="140" y="151"/>
                  </a:cubicBezTo>
                  <a:cubicBezTo>
                    <a:pt x="140" y="151"/>
                    <a:pt x="140" y="151"/>
                    <a:pt x="140" y="152"/>
                  </a:cubicBezTo>
                  <a:cubicBezTo>
                    <a:pt x="140" y="152"/>
                    <a:pt x="140" y="152"/>
                    <a:pt x="140" y="152"/>
                  </a:cubicBezTo>
                  <a:cubicBezTo>
                    <a:pt x="140" y="152"/>
                    <a:pt x="140" y="152"/>
                    <a:pt x="140" y="152"/>
                  </a:cubicBezTo>
                  <a:cubicBezTo>
                    <a:pt x="140" y="152"/>
                    <a:pt x="140" y="152"/>
                    <a:pt x="140" y="153"/>
                  </a:cubicBezTo>
                  <a:cubicBezTo>
                    <a:pt x="140" y="153"/>
                    <a:pt x="140" y="153"/>
                    <a:pt x="140" y="153"/>
                  </a:cubicBezTo>
                  <a:cubicBezTo>
                    <a:pt x="141" y="153"/>
                    <a:pt x="141" y="153"/>
                    <a:pt x="141" y="153"/>
                  </a:cubicBezTo>
                  <a:cubicBezTo>
                    <a:pt x="141" y="152"/>
                    <a:pt x="141" y="152"/>
                    <a:pt x="141" y="152"/>
                  </a:cubicBezTo>
                  <a:cubicBezTo>
                    <a:pt x="141" y="152"/>
                    <a:pt x="142" y="152"/>
                    <a:pt x="142" y="152"/>
                  </a:cubicBezTo>
                  <a:cubicBezTo>
                    <a:pt x="142" y="152"/>
                    <a:pt x="142" y="152"/>
                    <a:pt x="142" y="152"/>
                  </a:cubicBezTo>
                  <a:cubicBezTo>
                    <a:pt x="142" y="152"/>
                    <a:pt x="142" y="152"/>
                    <a:pt x="142" y="152"/>
                  </a:cubicBezTo>
                  <a:cubicBezTo>
                    <a:pt x="142" y="152"/>
                    <a:pt x="143" y="152"/>
                    <a:pt x="143" y="152"/>
                  </a:cubicBezTo>
                  <a:cubicBezTo>
                    <a:pt x="143" y="152"/>
                    <a:pt x="143" y="152"/>
                    <a:pt x="143" y="152"/>
                  </a:cubicBezTo>
                  <a:cubicBezTo>
                    <a:pt x="143" y="152"/>
                    <a:pt x="143" y="152"/>
                    <a:pt x="143" y="152"/>
                  </a:cubicBezTo>
                  <a:cubicBezTo>
                    <a:pt x="143" y="152"/>
                    <a:pt x="144" y="152"/>
                    <a:pt x="144" y="151"/>
                  </a:cubicBezTo>
                  <a:cubicBezTo>
                    <a:pt x="144" y="151"/>
                    <a:pt x="144" y="151"/>
                    <a:pt x="144" y="150"/>
                  </a:cubicBezTo>
                  <a:cubicBezTo>
                    <a:pt x="144" y="150"/>
                    <a:pt x="144" y="150"/>
                    <a:pt x="144" y="150"/>
                  </a:cubicBezTo>
                  <a:cubicBezTo>
                    <a:pt x="144" y="150"/>
                    <a:pt x="144" y="150"/>
                    <a:pt x="144" y="150"/>
                  </a:cubicBezTo>
                  <a:cubicBezTo>
                    <a:pt x="144" y="149"/>
                    <a:pt x="144" y="149"/>
                    <a:pt x="144" y="149"/>
                  </a:cubicBezTo>
                  <a:cubicBezTo>
                    <a:pt x="144" y="149"/>
                    <a:pt x="144" y="149"/>
                    <a:pt x="144" y="149"/>
                  </a:cubicBezTo>
                  <a:cubicBezTo>
                    <a:pt x="144" y="148"/>
                    <a:pt x="144" y="148"/>
                    <a:pt x="144" y="148"/>
                  </a:cubicBezTo>
                  <a:cubicBezTo>
                    <a:pt x="144" y="148"/>
                    <a:pt x="144" y="148"/>
                    <a:pt x="144" y="147"/>
                  </a:cubicBezTo>
                  <a:cubicBezTo>
                    <a:pt x="144" y="147"/>
                    <a:pt x="144" y="147"/>
                    <a:pt x="144" y="147"/>
                  </a:cubicBezTo>
                  <a:cubicBezTo>
                    <a:pt x="144" y="147"/>
                    <a:pt x="143" y="147"/>
                    <a:pt x="143" y="147"/>
                  </a:cubicBezTo>
                  <a:cubicBezTo>
                    <a:pt x="143" y="147"/>
                    <a:pt x="143" y="147"/>
                    <a:pt x="143" y="147"/>
                  </a:cubicBezTo>
                  <a:cubicBezTo>
                    <a:pt x="143" y="147"/>
                    <a:pt x="143" y="147"/>
                    <a:pt x="143" y="147"/>
                  </a:cubicBezTo>
                  <a:cubicBezTo>
                    <a:pt x="142" y="147"/>
                    <a:pt x="142" y="148"/>
                    <a:pt x="142" y="148"/>
                  </a:cubicBezTo>
                  <a:cubicBezTo>
                    <a:pt x="142" y="148"/>
                    <a:pt x="142" y="148"/>
                    <a:pt x="142" y="148"/>
                  </a:cubicBezTo>
                  <a:cubicBezTo>
                    <a:pt x="142" y="148"/>
                    <a:pt x="141" y="148"/>
                    <a:pt x="142" y="148"/>
                  </a:cubicBezTo>
                  <a:cubicBezTo>
                    <a:pt x="142" y="148"/>
                    <a:pt x="142" y="148"/>
                    <a:pt x="142" y="148"/>
                  </a:cubicBezTo>
                  <a:cubicBezTo>
                    <a:pt x="142" y="148"/>
                    <a:pt x="142" y="148"/>
                    <a:pt x="142" y="148"/>
                  </a:cubicBezTo>
                  <a:cubicBezTo>
                    <a:pt x="143" y="148"/>
                    <a:pt x="143" y="148"/>
                    <a:pt x="143" y="148"/>
                  </a:cubicBezTo>
                  <a:cubicBezTo>
                    <a:pt x="143" y="148"/>
                    <a:pt x="143" y="149"/>
                    <a:pt x="143" y="149"/>
                  </a:cubicBezTo>
                  <a:cubicBezTo>
                    <a:pt x="143" y="149"/>
                    <a:pt x="143" y="149"/>
                    <a:pt x="143" y="149"/>
                  </a:cubicBezTo>
                  <a:cubicBezTo>
                    <a:pt x="143" y="150"/>
                    <a:pt x="143" y="150"/>
                    <a:pt x="143" y="150"/>
                  </a:cubicBezTo>
                  <a:cubicBezTo>
                    <a:pt x="143" y="150"/>
                    <a:pt x="143" y="151"/>
                    <a:pt x="142" y="151"/>
                  </a:cubicBezTo>
                  <a:cubicBezTo>
                    <a:pt x="142" y="151"/>
                    <a:pt x="142" y="151"/>
                    <a:pt x="142" y="151"/>
                  </a:cubicBezTo>
                  <a:cubicBezTo>
                    <a:pt x="142" y="151"/>
                    <a:pt x="142" y="151"/>
                    <a:pt x="142" y="151"/>
                  </a:cubicBezTo>
                  <a:cubicBezTo>
                    <a:pt x="142" y="151"/>
                    <a:pt x="141" y="151"/>
                    <a:pt x="141" y="151"/>
                  </a:cubicBezTo>
                  <a:cubicBezTo>
                    <a:pt x="141" y="151"/>
                    <a:pt x="141" y="151"/>
                    <a:pt x="141" y="151"/>
                  </a:cubicBezTo>
                  <a:cubicBezTo>
                    <a:pt x="141" y="150"/>
                    <a:pt x="141" y="150"/>
                    <a:pt x="141" y="150"/>
                  </a:cubicBezTo>
                  <a:cubicBezTo>
                    <a:pt x="142" y="150"/>
                    <a:pt x="142" y="150"/>
                    <a:pt x="142" y="150"/>
                  </a:cubicBezTo>
                  <a:cubicBezTo>
                    <a:pt x="142" y="150"/>
                    <a:pt x="142" y="150"/>
                    <a:pt x="142" y="150"/>
                  </a:cubicBezTo>
                  <a:cubicBezTo>
                    <a:pt x="142" y="150"/>
                    <a:pt x="142" y="150"/>
                    <a:pt x="142" y="150"/>
                  </a:cubicBezTo>
                  <a:cubicBezTo>
                    <a:pt x="142" y="150"/>
                    <a:pt x="142" y="149"/>
                    <a:pt x="142" y="149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2" y="149"/>
                    <a:pt x="142" y="149"/>
                    <a:pt x="142" y="149"/>
                  </a:cubicBezTo>
                  <a:cubicBezTo>
                    <a:pt x="142" y="149"/>
                    <a:pt x="142" y="149"/>
                    <a:pt x="141" y="149"/>
                  </a:cubicBezTo>
                  <a:cubicBezTo>
                    <a:pt x="141" y="149"/>
                    <a:pt x="141" y="149"/>
                    <a:pt x="141" y="149"/>
                  </a:cubicBezTo>
                  <a:cubicBezTo>
                    <a:pt x="141" y="149"/>
                    <a:pt x="141" y="149"/>
                    <a:pt x="141" y="149"/>
                  </a:cubicBezTo>
                  <a:cubicBezTo>
                    <a:pt x="141" y="148"/>
                    <a:pt x="141" y="148"/>
                    <a:pt x="141" y="148"/>
                  </a:cubicBezTo>
                  <a:cubicBezTo>
                    <a:pt x="141" y="148"/>
                    <a:pt x="141" y="148"/>
                    <a:pt x="141" y="148"/>
                  </a:cubicBezTo>
                  <a:cubicBezTo>
                    <a:pt x="141" y="148"/>
                    <a:pt x="141" y="148"/>
                    <a:pt x="141" y="148"/>
                  </a:cubicBezTo>
                  <a:cubicBezTo>
                    <a:pt x="141" y="148"/>
                    <a:pt x="141" y="148"/>
                    <a:pt x="141" y="148"/>
                  </a:cubicBezTo>
                  <a:cubicBezTo>
                    <a:pt x="140" y="148"/>
                    <a:pt x="140" y="148"/>
                    <a:pt x="140" y="148"/>
                  </a:cubicBezTo>
                  <a:cubicBezTo>
                    <a:pt x="140" y="148"/>
                    <a:pt x="140" y="148"/>
                    <a:pt x="140" y="148"/>
                  </a:cubicBezTo>
                  <a:cubicBezTo>
                    <a:pt x="140" y="148"/>
                    <a:pt x="140" y="148"/>
                    <a:pt x="140" y="149"/>
                  </a:cubicBezTo>
                  <a:cubicBezTo>
                    <a:pt x="140" y="149"/>
                    <a:pt x="140" y="149"/>
                    <a:pt x="140" y="149"/>
                  </a:cubicBezTo>
                  <a:close/>
                  <a:moveTo>
                    <a:pt x="129" y="147"/>
                  </a:moveTo>
                  <a:cubicBezTo>
                    <a:pt x="129" y="147"/>
                    <a:pt x="129" y="147"/>
                    <a:pt x="129" y="147"/>
                  </a:cubicBezTo>
                  <a:cubicBezTo>
                    <a:pt x="129" y="147"/>
                    <a:pt x="129" y="147"/>
                    <a:pt x="129" y="147"/>
                  </a:cubicBezTo>
                  <a:cubicBezTo>
                    <a:pt x="129" y="148"/>
                    <a:pt x="129" y="148"/>
                    <a:pt x="129" y="148"/>
                  </a:cubicBezTo>
                  <a:cubicBezTo>
                    <a:pt x="129" y="148"/>
                    <a:pt x="130" y="148"/>
                    <a:pt x="130" y="148"/>
                  </a:cubicBezTo>
                  <a:cubicBezTo>
                    <a:pt x="130" y="148"/>
                    <a:pt x="130" y="148"/>
                    <a:pt x="130" y="148"/>
                  </a:cubicBezTo>
                  <a:cubicBezTo>
                    <a:pt x="130" y="148"/>
                    <a:pt x="130" y="148"/>
                    <a:pt x="130" y="148"/>
                  </a:cubicBezTo>
                  <a:cubicBezTo>
                    <a:pt x="130" y="148"/>
                    <a:pt x="130" y="148"/>
                    <a:pt x="130" y="147"/>
                  </a:cubicBezTo>
                  <a:cubicBezTo>
                    <a:pt x="130" y="147"/>
                    <a:pt x="130" y="147"/>
                    <a:pt x="130" y="147"/>
                  </a:cubicBezTo>
                  <a:cubicBezTo>
                    <a:pt x="130" y="147"/>
                    <a:pt x="130" y="147"/>
                    <a:pt x="130" y="147"/>
                  </a:cubicBezTo>
                  <a:cubicBezTo>
                    <a:pt x="129" y="146"/>
                    <a:pt x="129" y="146"/>
                    <a:pt x="129" y="146"/>
                  </a:cubicBezTo>
                  <a:cubicBezTo>
                    <a:pt x="129" y="146"/>
                    <a:pt x="129" y="146"/>
                    <a:pt x="129" y="146"/>
                  </a:cubicBezTo>
                  <a:cubicBezTo>
                    <a:pt x="129" y="146"/>
                    <a:pt x="129" y="146"/>
                    <a:pt x="129" y="147"/>
                  </a:cubicBezTo>
                  <a:cubicBezTo>
                    <a:pt x="129" y="147"/>
                    <a:pt x="129" y="147"/>
                    <a:pt x="129" y="147"/>
                  </a:cubicBezTo>
                  <a:close/>
                  <a:moveTo>
                    <a:pt x="130" y="152"/>
                  </a:moveTo>
                  <a:cubicBezTo>
                    <a:pt x="130" y="152"/>
                    <a:pt x="130" y="152"/>
                    <a:pt x="130" y="152"/>
                  </a:cubicBezTo>
                  <a:cubicBezTo>
                    <a:pt x="130" y="152"/>
                    <a:pt x="129" y="152"/>
                    <a:pt x="129" y="152"/>
                  </a:cubicBezTo>
                  <a:cubicBezTo>
                    <a:pt x="129" y="152"/>
                    <a:pt x="129" y="152"/>
                    <a:pt x="129" y="152"/>
                  </a:cubicBezTo>
                  <a:cubicBezTo>
                    <a:pt x="129" y="153"/>
                    <a:pt x="129" y="153"/>
                    <a:pt x="129" y="153"/>
                  </a:cubicBezTo>
                  <a:cubicBezTo>
                    <a:pt x="128" y="153"/>
                    <a:pt x="128" y="153"/>
                    <a:pt x="128" y="153"/>
                  </a:cubicBezTo>
                  <a:cubicBezTo>
                    <a:pt x="128" y="153"/>
                    <a:pt x="128" y="153"/>
                    <a:pt x="128" y="154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29" y="153"/>
                    <a:pt x="129" y="153"/>
                    <a:pt x="129" y="153"/>
                  </a:cubicBezTo>
                  <a:cubicBezTo>
                    <a:pt x="129" y="153"/>
                    <a:pt x="129" y="153"/>
                    <a:pt x="129" y="153"/>
                  </a:cubicBezTo>
                  <a:cubicBezTo>
                    <a:pt x="130" y="153"/>
                    <a:pt x="130" y="153"/>
                    <a:pt x="130" y="153"/>
                  </a:cubicBezTo>
                  <a:cubicBezTo>
                    <a:pt x="130" y="153"/>
                    <a:pt x="130" y="152"/>
                    <a:pt x="130" y="152"/>
                  </a:cubicBezTo>
                  <a:cubicBezTo>
                    <a:pt x="130" y="152"/>
                    <a:pt x="130" y="152"/>
                    <a:pt x="130" y="152"/>
                  </a:cubicBezTo>
                  <a:close/>
                  <a:moveTo>
                    <a:pt x="105" y="146"/>
                  </a:moveTo>
                  <a:cubicBezTo>
                    <a:pt x="105" y="146"/>
                    <a:pt x="105" y="147"/>
                    <a:pt x="105" y="147"/>
                  </a:cubicBezTo>
                  <a:cubicBezTo>
                    <a:pt x="105" y="147"/>
                    <a:pt x="105" y="147"/>
                    <a:pt x="105" y="147"/>
                  </a:cubicBezTo>
                  <a:cubicBezTo>
                    <a:pt x="105" y="147"/>
                    <a:pt x="105" y="148"/>
                    <a:pt x="105" y="148"/>
                  </a:cubicBezTo>
                  <a:cubicBezTo>
                    <a:pt x="105" y="148"/>
                    <a:pt x="105" y="148"/>
                    <a:pt x="105" y="148"/>
                  </a:cubicBezTo>
                  <a:cubicBezTo>
                    <a:pt x="105" y="148"/>
                    <a:pt x="105" y="148"/>
                    <a:pt x="105" y="148"/>
                  </a:cubicBezTo>
                  <a:cubicBezTo>
                    <a:pt x="105" y="148"/>
                    <a:pt x="105" y="148"/>
                    <a:pt x="105" y="148"/>
                  </a:cubicBezTo>
                  <a:cubicBezTo>
                    <a:pt x="105" y="148"/>
                    <a:pt x="105" y="148"/>
                    <a:pt x="105" y="148"/>
                  </a:cubicBezTo>
                  <a:cubicBezTo>
                    <a:pt x="106" y="148"/>
                    <a:pt x="106" y="148"/>
                    <a:pt x="106" y="148"/>
                  </a:cubicBezTo>
                  <a:cubicBezTo>
                    <a:pt x="106" y="148"/>
                    <a:pt x="106" y="148"/>
                    <a:pt x="106" y="148"/>
                  </a:cubicBezTo>
                  <a:cubicBezTo>
                    <a:pt x="106" y="148"/>
                    <a:pt x="106" y="148"/>
                    <a:pt x="106" y="148"/>
                  </a:cubicBezTo>
                  <a:cubicBezTo>
                    <a:pt x="106" y="148"/>
                    <a:pt x="107" y="148"/>
                    <a:pt x="107" y="148"/>
                  </a:cubicBezTo>
                  <a:cubicBezTo>
                    <a:pt x="107" y="148"/>
                    <a:pt x="107" y="148"/>
                    <a:pt x="107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7" y="149"/>
                    <a:pt x="108" y="148"/>
                    <a:pt x="107" y="148"/>
                  </a:cubicBezTo>
                  <a:cubicBezTo>
                    <a:pt x="107" y="148"/>
                    <a:pt x="107" y="148"/>
                    <a:pt x="107" y="148"/>
                  </a:cubicBezTo>
                  <a:cubicBezTo>
                    <a:pt x="107" y="148"/>
                    <a:pt x="107" y="148"/>
                    <a:pt x="108" y="147"/>
                  </a:cubicBezTo>
                  <a:cubicBezTo>
                    <a:pt x="108" y="147"/>
                    <a:pt x="108" y="147"/>
                    <a:pt x="107" y="147"/>
                  </a:cubicBezTo>
                  <a:cubicBezTo>
                    <a:pt x="107" y="147"/>
                    <a:pt x="107" y="147"/>
                    <a:pt x="107" y="147"/>
                  </a:cubicBezTo>
                  <a:cubicBezTo>
                    <a:pt x="107" y="147"/>
                    <a:pt x="107" y="147"/>
                    <a:pt x="107" y="147"/>
                  </a:cubicBezTo>
                  <a:cubicBezTo>
                    <a:pt x="107" y="147"/>
                    <a:pt x="107" y="147"/>
                    <a:pt x="107" y="147"/>
                  </a:cubicBezTo>
                  <a:cubicBezTo>
                    <a:pt x="107" y="147"/>
                    <a:pt x="107" y="147"/>
                    <a:pt x="106" y="147"/>
                  </a:cubicBezTo>
                  <a:cubicBezTo>
                    <a:pt x="106" y="147"/>
                    <a:pt x="106" y="146"/>
                    <a:pt x="106" y="146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5" y="146"/>
                    <a:pt x="105" y="146"/>
                    <a:pt x="105" y="146"/>
                  </a:cubicBezTo>
                  <a:cubicBezTo>
                    <a:pt x="105" y="146"/>
                    <a:pt x="105" y="146"/>
                    <a:pt x="105" y="146"/>
                  </a:cubicBezTo>
                  <a:cubicBezTo>
                    <a:pt x="105" y="146"/>
                    <a:pt x="105" y="146"/>
                    <a:pt x="105" y="146"/>
                  </a:cubicBezTo>
                  <a:cubicBezTo>
                    <a:pt x="105" y="146"/>
                    <a:pt x="104" y="146"/>
                    <a:pt x="105" y="146"/>
                  </a:cubicBezTo>
                  <a:close/>
                  <a:moveTo>
                    <a:pt x="96" y="150"/>
                  </a:moveTo>
                  <a:cubicBezTo>
                    <a:pt x="96" y="150"/>
                    <a:pt x="96" y="150"/>
                    <a:pt x="96" y="150"/>
                  </a:cubicBezTo>
                  <a:cubicBezTo>
                    <a:pt x="96" y="151"/>
                    <a:pt x="96" y="151"/>
                    <a:pt x="96" y="151"/>
                  </a:cubicBezTo>
                  <a:cubicBezTo>
                    <a:pt x="96" y="151"/>
                    <a:pt x="96" y="151"/>
                    <a:pt x="96" y="151"/>
                  </a:cubicBezTo>
                  <a:cubicBezTo>
                    <a:pt x="96" y="151"/>
                    <a:pt x="96" y="151"/>
                    <a:pt x="96" y="151"/>
                  </a:cubicBezTo>
                  <a:cubicBezTo>
                    <a:pt x="96" y="151"/>
                    <a:pt x="96" y="151"/>
                    <a:pt x="97" y="151"/>
                  </a:cubicBezTo>
                  <a:cubicBezTo>
                    <a:pt x="97" y="151"/>
                    <a:pt x="97" y="150"/>
                    <a:pt x="97" y="150"/>
                  </a:cubicBezTo>
                  <a:cubicBezTo>
                    <a:pt x="97" y="150"/>
                    <a:pt x="96" y="150"/>
                    <a:pt x="96" y="150"/>
                  </a:cubicBezTo>
                  <a:cubicBezTo>
                    <a:pt x="96" y="150"/>
                    <a:pt x="96" y="150"/>
                    <a:pt x="96" y="150"/>
                  </a:cubicBezTo>
                  <a:cubicBezTo>
                    <a:pt x="96" y="150"/>
                    <a:pt x="96" y="150"/>
                    <a:pt x="96" y="150"/>
                  </a:cubicBezTo>
                  <a:close/>
                  <a:moveTo>
                    <a:pt x="59" y="151"/>
                  </a:moveTo>
                  <a:cubicBezTo>
                    <a:pt x="59" y="151"/>
                    <a:pt x="59" y="151"/>
                    <a:pt x="59" y="151"/>
                  </a:cubicBezTo>
                  <a:cubicBezTo>
                    <a:pt x="59" y="150"/>
                    <a:pt x="59" y="150"/>
                    <a:pt x="59" y="150"/>
                  </a:cubicBezTo>
                  <a:cubicBezTo>
                    <a:pt x="59" y="150"/>
                    <a:pt x="59" y="150"/>
                    <a:pt x="59" y="150"/>
                  </a:cubicBezTo>
                  <a:cubicBezTo>
                    <a:pt x="59" y="150"/>
                    <a:pt x="59" y="150"/>
                    <a:pt x="59" y="150"/>
                  </a:cubicBezTo>
                  <a:cubicBezTo>
                    <a:pt x="59" y="149"/>
                    <a:pt x="58" y="149"/>
                    <a:pt x="58" y="149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58" y="149"/>
                    <a:pt x="58" y="149"/>
                    <a:pt x="58" y="149"/>
                  </a:cubicBezTo>
                  <a:cubicBezTo>
                    <a:pt x="57" y="149"/>
                    <a:pt x="57" y="149"/>
                    <a:pt x="57" y="149"/>
                  </a:cubicBezTo>
                  <a:cubicBezTo>
                    <a:pt x="57" y="149"/>
                    <a:pt x="57" y="149"/>
                    <a:pt x="57" y="149"/>
                  </a:cubicBezTo>
                  <a:cubicBezTo>
                    <a:pt x="57" y="149"/>
                    <a:pt x="57" y="149"/>
                    <a:pt x="57" y="149"/>
                  </a:cubicBezTo>
                  <a:cubicBezTo>
                    <a:pt x="57" y="149"/>
                    <a:pt x="57" y="149"/>
                    <a:pt x="56" y="149"/>
                  </a:cubicBezTo>
                  <a:cubicBezTo>
                    <a:pt x="56" y="149"/>
                    <a:pt x="56" y="149"/>
                    <a:pt x="56" y="149"/>
                  </a:cubicBezTo>
                  <a:cubicBezTo>
                    <a:pt x="56" y="149"/>
                    <a:pt x="56" y="149"/>
                    <a:pt x="56" y="149"/>
                  </a:cubicBezTo>
                  <a:cubicBezTo>
                    <a:pt x="55" y="149"/>
                    <a:pt x="55" y="149"/>
                    <a:pt x="55" y="149"/>
                  </a:cubicBezTo>
                  <a:cubicBezTo>
                    <a:pt x="55" y="149"/>
                    <a:pt x="55" y="149"/>
                    <a:pt x="55" y="149"/>
                  </a:cubicBezTo>
                  <a:cubicBezTo>
                    <a:pt x="55" y="149"/>
                    <a:pt x="54" y="149"/>
                    <a:pt x="54" y="149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4" y="149"/>
                    <a:pt x="54" y="149"/>
                    <a:pt x="54" y="149"/>
                  </a:cubicBezTo>
                  <a:cubicBezTo>
                    <a:pt x="54" y="149"/>
                    <a:pt x="54" y="149"/>
                    <a:pt x="53" y="149"/>
                  </a:cubicBezTo>
                  <a:cubicBezTo>
                    <a:pt x="53" y="149"/>
                    <a:pt x="53" y="149"/>
                    <a:pt x="53" y="149"/>
                  </a:cubicBezTo>
                  <a:cubicBezTo>
                    <a:pt x="53" y="149"/>
                    <a:pt x="53" y="149"/>
                    <a:pt x="53" y="149"/>
                  </a:cubicBezTo>
                  <a:cubicBezTo>
                    <a:pt x="53" y="149"/>
                    <a:pt x="53" y="149"/>
                    <a:pt x="52" y="149"/>
                  </a:cubicBezTo>
                  <a:cubicBezTo>
                    <a:pt x="52" y="149"/>
                    <a:pt x="52" y="149"/>
                    <a:pt x="52" y="149"/>
                  </a:cubicBezTo>
                  <a:cubicBezTo>
                    <a:pt x="52" y="149"/>
                    <a:pt x="52" y="149"/>
                    <a:pt x="52" y="149"/>
                  </a:cubicBezTo>
                  <a:cubicBezTo>
                    <a:pt x="52" y="149"/>
                    <a:pt x="52" y="149"/>
                    <a:pt x="52" y="149"/>
                  </a:cubicBezTo>
                  <a:cubicBezTo>
                    <a:pt x="52" y="149"/>
                    <a:pt x="52" y="149"/>
                    <a:pt x="51" y="149"/>
                  </a:cubicBezTo>
                  <a:cubicBezTo>
                    <a:pt x="51" y="149"/>
                    <a:pt x="51" y="149"/>
                    <a:pt x="51" y="149"/>
                  </a:cubicBezTo>
                  <a:cubicBezTo>
                    <a:pt x="51" y="150"/>
                    <a:pt x="51" y="150"/>
                    <a:pt x="51" y="150"/>
                  </a:cubicBezTo>
                  <a:cubicBezTo>
                    <a:pt x="51" y="150"/>
                    <a:pt x="51" y="150"/>
                    <a:pt x="51" y="150"/>
                  </a:cubicBezTo>
                  <a:cubicBezTo>
                    <a:pt x="51" y="150"/>
                    <a:pt x="51" y="150"/>
                    <a:pt x="52" y="150"/>
                  </a:cubicBezTo>
                  <a:cubicBezTo>
                    <a:pt x="52" y="150"/>
                    <a:pt x="52" y="150"/>
                    <a:pt x="52" y="150"/>
                  </a:cubicBezTo>
                  <a:cubicBezTo>
                    <a:pt x="52" y="150"/>
                    <a:pt x="52" y="150"/>
                    <a:pt x="52" y="150"/>
                  </a:cubicBezTo>
                  <a:cubicBezTo>
                    <a:pt x="52" y="150"/>
                    <a:pt x="52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3" y="150"/>
                    <a:pt x="53" y="150"/>
                    <a:pt x="53" y="150"/>
                  </a:cubicBezTo>
                  <a:cubicBezTo>
                    <a:pt x="53" y="150"/>
                    <a:pt x="53" y="150"/>
                    <a:pt x="53" y="151"/>
                  </a:cubicBezTo>
                  <a:cubicBezTo>
                    <a:pt x="53" y="151"/>
                    <a:pt x="53" y="151"/>
                    <a:pt x="52" y="151"/>
                  </a:cubicBezTo>
                  <a:cubicBezTo>
                    <a:pt x="52" y="151"/>
                    <a:pt x="52" y="151"/>
                    <a:pt x="52" y="151"/>
                  </a:cubicBezTo>
                  <a:cubicBezTo>
                    <a:pt x="52" y="151"/>
                    <a:pt x="52" y="151"/>
                    <a:pt x="52" y="151"/>
                  </a:cubicBezTo>
                  <a:cubicBezTo>
                    <a:pt x="52" y="151"/>
                    <a:pt x="52" y="151"/>
                    <a:pt x="52" y="151"/>
                  </a:cubicBezTo>
                  <a:cubicBezTo>
                    <a:pt x="52" y="151"/>
                    <a:pt x="52" y="151"/>
                    <a:pt x="52" y="151"/>
                  </a:cubicBezTo>
                  <a:cubicBezTo>
                    <a:pt x="52" y="151"/>
                    <a:pt x="52" y="151"/>
                    <a:pt x="52" y="151"/>
                  </a:cubicBezTo>
                  <a:cubicBezTo>
                    <a:pt x="52" y="151"/>
                    <a:pt x="53" y="151"/>
                    <a:pt x="53" y="151"/>
                  </a:cubicBezTo>
                  <a:cubicBezTo>
                    <a:pt x="53" y="151"/>
                    <a:pt x="53" y="151"/>
                    <a:pt x="53" y="151"/>
                  </a:cubicBezTo>
                  <a:cubicBezTo>
                    <a:pt x="53" y="151"/>
                    <a:pt x="53" y="152"/>
                    <a:pt x="53" y="152"/>
                  </a:cubicBezTo>
                  <a:cubicBezTo>
                    <a:pt x="53" y="152"/>
                    <a:pt x="53" y="152"/>
                    <a:pt x="53" y="152"/>
                  </a:cubicBezTo>
                  <a:cubicBezTo>
                    <a:pt x="53" y="152"/>
                    <a:pt x="53" y="152"/>
                    <a:pt x="53" y="152"/>
                  </a:cubicBezTo>
                  <a:cubicBezTo>
                    <a:pt x="53" y="152"/>
                    <a:pt x="53" y="152"/>
                    <a:pt x="53" y="152"/>
                  </a:cubicBezTo>
                  <a:cubicBezTo>
                    <a:pt x="53" y="152"/>
                    <a:pt x="52" y="152"/>
                    <a:pt x="52" y="152"/>
                  </a:cubicBezTo>
                  <a:cubicBezTo>
                    <a:pt x="52" y="152"/>
                    <a:pt x="52" y="152"/>
                    <a:pt x="52" y="152"/>
                  </a:cubicBezTo>
                  <a:cubicBezTo>
                    <a:pt x="52" y="152"/>
                    <a:pt x="52" y="152"/>
                    <a:pt x="52" y="152"/>
                  </a:cubicBezTo>
                  <a:cubicBezTo>
                    <a:pt x="52" y="152"/>
                    <a:pt x="51" y="152"/>
                    <a:pt x="51" y="152"/>
                  </a:cubicBezTo>
                  <a:cubicBezTo>
                    <a:pt x="51" y="152"/>
                    <a:pt x="51" y="152"/>
                    <a:pt x="50" y="152"/>
                  </a:cubicBezTo>
                  <a:cubicBezTo>
                    <a:pt x="50" y="152"/>
                    <a:pt x="50" y="152"/>
                    <a:pt x="50" y="152"/>
                  </a:cubicBezTo>
                  <a:cubicBezTo>
                    <a:pt x="50" y="152"/>
                    <a:pt x="50" y="152"/>
                    <a:pt x="50" y="151"/>
                  </a:cubicBezTo>
                  <a:cubicBezTo>
                    <a:pt x="50" y="151"/>
                    <a:pt x="50" y="151"/>
                    <a:pt x="50" y="151"/>
                  </a:cubicBezTo>
                  <a:cubicBezTo>
                    <a:pt x="50" y="151"/>
                    <a:pt x="50" y="151"/>
                    <a:pt x="50" y="151"/>
                  </a:cubicBezTo>
                  <a:cubicBezTo>
                    <a:pt x="49" y="151"/>
                    <a:pt x="49" y="151"/>
                    <a:pt x="49" y="151"/>
                  </a:cubicBezTo>
                  <a:cubicBezTo>
                    <a:pt x="49" y="151"/>
                    <a:pt x="49" y="151"/>
                    <a:pt x="49" y="151"/>
                  </a:cubicBezTo>
                  <a:cubicBezTo>
                    <a:pt x="49" y="151"/>
                    <a:pt x="49" y="151"/>
                    <a:pt x="49" y="152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49" y="152"/>
                    <a:pt x="49" y="152"/>
                    <a:pt x="49" y="153"/>
                  </a:cubicBezTo>
                  <a:cubicBezTo>
                    <a:pt x="49" y="153"/>
                    <a:pt x="49" y="153"/>
                    <a:pt x="49" y="153"/>
                  </a:cubicBezTo>
                  <a:cubicBezTo>
                    <a:pt x="49" y="153"/>
                    <a:pt x="49" y="153"/>
                    <a:pt x="49" y="153"/>
                  </a:cubicBezTo>
                  <a:cubicBezTo>
                    <a:pt x="49" y="153"/>
                    <a:pt x="49" y="154"/>
                    <a:pt x="49" y="154"/>
                  </a:cubicBezTo>
                  <a:cubicBezTo>
                    <a:pt x="50" y="155"/>
                    <a:pt x="50" y="155"/>
                    <a:pt x="49" y="156"/>
                  </a:cubicBezTo>
                  <a:cubicBezTo>
                    <a:pt x="49" y="156"/>
                    <a:pt x="49" y="156"/>
                    <a:pt x="49" y="156"/>
                  </a:cubicBezTo>
                  <a:cubicBezTo>
                    <a:pt x="50" y="157"/>
                    <a:pt x="50" y="157"/>
                    <a:pt x="49" y="157"/>
                  </a:cubicBezTo>
                  <a:cubicBezTo>
                    <a:pt x="49" y="158"/>
                    <a:pt x="49" y="158"/>
                    <a:pt x="49" y="158"/>
                  </a:cubicBezTo>
                  <a:cubicBezTo>
                    <a:pt x="49" y="159"/>
                    <a:pt x="49" y="159"/>
                    <a:pt x="50" y="159"/>
                  </a:cubicBezTo>
                  <a:cubicBezTo>
                    <a:pt x="50" y="159"/>
                    <a:pt x="50" y="159"/>
                    <a:pt x="50" y="159"/>
                  </a:cubicBezTo>
                  <a:cubicBezTo>
                    <a:pt x="50" y="159"/>
                    <a:pt x="51" y="159"/>
                    <a:pt x="51" y="159"/>
                  </a:cubicBezTo>
                  <a:cubicBezTo>
                    <a:pt x="51" y="159"/>
                    <a:pt x="51" y="159"/>
                    <a:pt x="51" y="159"/>
                  </a:cubicBezTo>
                  <a:cubicBezTo>
                    <a:pt x="51" y="159"/>
                    <a:pt x="52" y="159"/>
                    <a:pt x="52" y="159"/>
                  </a:cubicBezTo>
                  <a:cubicBezTo>
                    <a:pt x="52" y="159"/>
                    <a:pt x="52" y="159"/>
                    <a:pt x="53" y="159"/>
                  </a:cubicBezTo>
                  <a:cubicBezTo>
                    <a:pt x="53" y="159"/>
                    <a:pt x="53" y="159"/>
                    <a:pt x="53" y="159"/>
                  </a:cubicBezTo>
                  <a:cubicBezTo>
                    <a:pt x="54" y="159"/>
                    <a:pt x="54" y="159"/>
                    <a:pt x="54" y="159"/>
                  </a:cubicBezTo>
                  <a:cubicBezTo>
                    <a:pt x="55" y="159"/>
                    <a:pt x="55" y="159"/>
                    <a:pt x="55" y="159"/>
                  </a:cubicBezTo>
                  <a:cubicBezTo>
                    <a:pt x="55" y="159"/>
                    <a:pt x="55" y="159"/>
                    <a:pt x="55" y="159"/>
                  </a:cubicBezTo>
                  <a:cubicBezTo>
                    <a:pt x="55" y="159"/>
                    <a:pt x="55" y="159"/>
                    <a:pt x="56" y="159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6" y="159"/>
                    <a:pt x="56" y="159"/>
                    <a:pt x="56" y="158"/>
                  </a:cubicBezTo>
                  <a:cubicBezTo>
                    <a:pt x="57" y="158"/>
                    <a:pt x="56" y="158"/>
                    <a:pt x="56" y="158"/>
                  </a:cubicBezTo>
                  <a:cubicBezTo>
                    <a:pt x="56" y="158"/>
                    <a:pt x="56" y="158"/>
                    <a:pt x="56" y="158"/>
                  </a:cubicBezTo>
                  <a:cubicBezTo>
                    <a:pt x="56" y="158"/>
                    <a:pt x="56" y="158"/>
                    <a:pt x="56" y="158"/>
                  </a:cubicBezTo>
                  <a:cubicBezTo>
                    <a:pt x="56" y="158"/>
                    <a:pt x="56" y="158"/>
                    <a:pt x="56" y="158"/>
                  </a:cubicBezTo>
                  <a:cubicBezTo>
                    <a:pt x="56" y="158"/>
                    <a:pt x="56" y="158"/>
                    <a:pt x="56" y="158"/>
                  </a:cubicBezTo>
                  <a:cubicBezTo>
                    <a:pt x="56" y="157"/>
                    <a:pt x="56" y="157"/>
                    <a:pt x="56" y="157"/>
                  </a:cubicBezTo>
                  <a:cubicBezTo>
                    <a:pt x="56" y="157"/>
                    <a:pt x="56" y="157"/>
                    <a:pt x="56" y="157"/>
                  </a:cubicBezTo>
                  <a:cubicBezTo>
                    <a:pt x="56" y="157"/>
                    <a:pt x="56" y="157"/>
                    <a:pt x="56" y="157"/>
                  </a:cubicBezTo>
                  <a:cubicBezTo>
                    <a:pt x="56" y="157"/>
                    <a:pt x="57" y="157"/>
                    <a:pt x="57" y="157"/>
                  </a:cubicBezTo>
                  <a:cubicBezTo>
                    <a:pt x="57" y="157"/>
                    <a:pt x="57" y="157"/>
                    <a:pt x="57" y="156"/>
                  </a:cubicBezTo>
                  <a:cubicBezTo>
                    <a:pt x="57" y="156"/>
                    <a:pt x="57" y="156"/>
                    <a:pt x="57" y="156"/>
                  </a:cubicBezTo>
                  <a:cubicBezTo>
                    <a:pt x="57" y="156"/>
                    <a:pt x="57" y="156"/>
                    <a:pt x="57" y="157"/>
                  </a:cubicBezTo>
                  <a:cubicBezTo>
                    <a:pt x="57" y="157"/>
                    <a:pt x="57" y="157"/>
                    <a:pt x="57" y="157"/>
                  </a:cubicBezTo>
                  <a:cubicBezTo>
                    <a:pt x="57" y="157"/>
                    <a:pt x="57" y="157"/>
                    <a:pt x="57" y="157"/>
                  </a:cubicBezTo>
                  <a:cubicBezTo>
                    <a:pt x="57" y="157"/>
                    <a:pt x="57" y="158"/>
                    <a:pt x="57" y="158"/>
                  </a:cubicBezTo>
                  <a:cubicBezTo>
                    <a:pt x="57" y="158"/>
                    <a:pt x="58" y="159"/>
                    <a:pt x="58" y="159"/>
                  </a:cubicBezTo>
                  <a:cubicBezTo>
                    <a:pt x="58" y="159"/>
                    <a:pt x="58" y="159"/>
                    <a:pt x="58" y="160"/>
                  </a:cubicBezTo>
                  <a:cubicBezTo>
                    <a:pt x="58" y="160"/>
                    <a:pt x="58" y="160"/>
                    <a:pt x="57" y="160"/>
                  </a:cubicBezTo>
                  <a:cubicBezTo>
                    <a:pt x="57" y="160"/>
                    <a:pt x="57" y="160"/>
                    <a:pt x="57" y="160"/>
                  </a:cubicBezTo>
                  <a:cubicBezTo>
                    <a:pt x="57" y="160"/>
                    <a:pt x="57" y="160"/>
                    <a:pt x="56" y="160"/>
                  </a:cubicBezTo>
                  <a:cubicBezTo>
                    <a:pt x="56" y="160"/>
                    <a:pt x="56" y="160"/>
                    <a:pt x="56" y="160"/>
                  </a:cubicBezTo>
                  <a:cubicBezTo>
                    <a:pt x="56" y="160"/>
                    <a:pt x="56" y="160"/>
                    <a:pt x="56" y="160"/>
                  </a:cubicBezTo>
                  <a:cubicBezTo>
                    <a:pt x="56" y="159"/>
                    <a:pt x="55" y="159"/>
                    <a:pt x="55" y="159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5" y="160"/>
                  </a:cubicBezTo>
                  <a:cubicBezTo>
                    <a:pt x="55" y="160"/>
                    <a:pt x="55" y="160"/>
                    <a:pt x="56" y="160"/>
                  </a:cubicBezTo>
                  <a:cubicBezTo>
                    <a:pt x="56" y="160"/>
                    <a:pt x="56" y="160"/>
                    <a:pt x="56" y="161"/>
                  </a:cubicBezTo>
                  <a:cubicBezTo>
                    <a:pt x="56" y="161"/>
                    <a:pt x="56" y="161"/>
                    <a:pt x="56" y="161"/>
                  </a:cubicBezTo>
                  <a:cubicBezTo>
                    <a:pt x="56" y="161"/>
                    <a:pt x="57" y="161"/>
                    <a:pt x="57" y="161"/>
                  </a:cubicBezTo>
                  <a:cubicBezTo>
                    <a:pt x="57" y="161"/>
                    <a:pt x="57" y="161"/>
                    <a:pt x="57" y="161"/>
                  </a:cubicBezTo>
                  <a:cubicBezTo>
                    <a:pt x="57" y="161"/>
                    <a:pt x="58" y="161"/>
                    <a:pt x="58" y="161"/>
                  </a:cubicBezTo>
                  <a:cubicBezTo>
                    <a:pt x="58" y="161"/>
                    <a:pt x="58" y="161"/>
                    <a:pt x="58" y="160"/>
                  </a:cubicBezTo>
                  <a:cubicBezTo>
                    <a:pt x="58" y="160"/>
                    <a:pt x="58" y="160"/>
                    <a:pt x="58" y="160"/>
                  </a:cubicBezTo>
                  <a:cubicBezTo>
                    <a:pt x="58" y="160"/>
                    <a:pt x="58" y="159"/>
                    <a:pt x="58" y="159"/>
                  </a:cubicBezTo>
                  <a:cubicBezTo>
                    <a:pt x="58" y="159"/>
                    <a:pt x="58" y="159"/>
                    <a:pt x="58" y="159"/>
                  </a:cubicBezTo>
                  <a:cubicBezTo>
                    <a:pt x="58" y="159"/>
                    <a:pt x="58" y="159"/>
                    <a:pt x="58" y="158"/>
                  </a:cubicBezTo>
                  <a:cubicBezTo>
                    <a:pt x="58" y="158"/>
                    <a:pt x="58" y="158"/>
                    <a:pt x="58" y="157"/>
                  </a:cubicBezTo>
                  <a:cubicBezTo>
                    <a:pt x="58" y="157"/>
                    <a:pt x="58" y="157"/>
                    <a:pt x="58" y="157"/>
                  </a:cubicBezTo>
                  <a:cubicBezTo>
                    <a:pt x="58" y="157"/>
                    <a:pt x="58" y="157"/>
                    <a:pt x="58" y="156"/>
                  </a:cubicBezTo>
                  <a:cubicBezTo>
                    <a:pt x="58" y="156"/>
                    <a:pt x="58" y="156"/>
                    <a:pt x="58" y="155"/>
                  </a:cubicBezTo>
                  <a:cubicBezTo>
                    <a:pt x="58" y="155"/>
                    <a:pt x="58" y="155"/>
                    <a:pt x="58" y="155"/>
                  </a:cubicBezTo>
                  <a:cubicBezTo>
                    <a:pt x="59" y="155"/>
                    <a:pt x="59" y="155"/>
                    <a:pt x="59" y="155"/>
                  </a:cubicBezTo>
                  <a:cubicBezTo>
                    <a:pt x="59" y="154"/>
                    <a:pt x="59" y="153"/>
                    <a:pt x="58" y="153"/>
                  </a:cubicBezTo>
                  <a:cubicBezTo>
                    <a:pt x="58" y="153"/>
                    <a:pt x="58" y="153"/>
                    <a:pt x="58" y="153"/>
                  </a:cubicBezTo>
                  <a:cubicBezTo>
                    <a:pt x="58" y="152"/>
                    <a:pt x="59" y="152"/>
                    <a:pt x="59" y="152"/>
                  </a:cubicBezTo>
                  <a:cubicBezTo>
                    <a:pt x="59" y="152"/>
                    <a:pt x="59" y="151"/>
                    <a:pt x="59" y="151"/>
                  </a:cubicBezTo>
                  <a:close/>
                  <a:moveTo>
                    <a:pt x="74" y="154"/>
                  </a:moveTo>
                  <a:cubicBezTo>
                    <a:pt x="74" y="154"/>
                    <a:pt x="74" y="153"/>
                    <a:pt x="73" y="153"/>
                  </a:cubicBezTo>
                  <a:cubicBezTo>
                    <a:pt x="73" y="153"/>
                    <a:pt x="73" y="153"/>
                    <a:pt x="73" y="153"/>
                  </a:cubicBezTo>
                  <a:cubicBezTo>
                    <a:pt x="72" y="153"/>
                    <a:pt x="72" y="153"/>
                    <a:pt x="72" y="153"/>
                  </a:cubicBezTo>
                  <a:cubicBezTo>
                    <a:pt x="72" y="153"/>
                    <a:pt x="72" y="153"/>
                    <a:pt x="71" y="153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1" y="153"/>
                    <a:pt x="71" y="153"/>
                    <a:pt x="71" y="153"/>
                  </a:cubicBezTo>
                  <a:cubicBezTo>
                    <a:pt x="71" y="153"/>
                    <a:pt x="71" y="152"/>
                    <a:pt x="71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2" y="152"/>
                    <a:pt x="72" y="152"/>
                    <a:pt x="72" y="152"/>
                  </a:cubicBezTo>
                  <a:cubicBezTo>
                    <a:pt x="72" y="152"/>
                    <a:pt x="73" y="152"/>
                    <a:pt x="73" y="152"/>
                  </a:cubicBezTo>
                  <a:cubicBezTo>
                    <a:pt x="73" y="152"/>
                    <a:pt x="73" y="152"/>
                    <a:pt x="73" y="152"/>
                  </a:cubicBezTo>
                  <a:cubicBezTo>
                    <a:pt x="73" y="152"/>
                    <a:pt x="73" y="152"/>
                    <a:pt x="73" y="152"/>
                  </a:cubicBezTo>
                  <a:cubicBezTo>
                    <a:pt x="73" y="152"/>
                    <a:pt x="73" y="152"/>
                    <a:pt x="73" y="152"/>
                  </a:cubicBezTo>
                  <a:cubicBezTo>
                    <a:pt x="73" y="151"/>
                    <a:pt x="73" y="151"/>
                    <a:pt x="73" y="151"/>
                  </a:cubicBezTo>
                  <a:cubicBezTo>
                    <a:pt x="73" y="151"/>
                    <a:pt x="73" y="151"/>
                    <a:pt x="72" y="151"/>
                  </a:cubicBezTo>
                  <a:cubicBezTo>
                    <a:pt x="72" y="151"/>
                    <a:pt x="72" y="151"/>
                    <a:pt x="72" y="151"/>
                  </a:cubicBezTo>
                  <a:cubicBezTo>
                    <a:pt x="72" y="151"/>
                    <a:pt x="72" y="151"/>
                    <a:pt x="72" y="151"/>
                  </a:cubicBezTo>
                  <a:cubicBezTo>
                    <a:pt x="72" y="151"/>
                    <a:pt x="72" y="151"/>
                    <a:pt x="72" y="151"/>
                  </a:cubicBezTo>
                  <a:cubicBezTo>
                    <a:pt x="72" y="151"/>
                    <a:pt x="72" y="151"/>
                    <a:pt x="72" y="151"/>
                  </a:cubicBezTo>
                  <a:cubicBezTo>
                    <a:pt x="72" y="151"/>
                    <a:pt x="72" y="150"/>
                    <a:pt x="72" y="150"/>
                  </a:cubicBezTo>
                  <a:cubicBezTo>
                    <a:pt x="72" y="150"/>
                    <a:pt x="72" y="150"/>
                    <a:pt x="72" y="149"/>
                  </a:cubicBezTo>
                  <a:cubicBezTo>
                    <a:pt x="72" y="149"/>
                    <a:pt x="72" y="149"/>
                    <a:pt x="72" y="149"/>
                  </a:cubicBezTo>
                  <a:cubicBezTo>
                    <a:pt x="72" y="149"/>
                    <a:pt x="72" y="148"/>
                    <a:pt x="71" y="148"/>
                  </a:cubicBezTo>
                  <a:cubicBezTo>
                    <a:pt x="71" y="148"/>
                    <a:pt x="71" y="148"/>
                    <a:pt x="71" y="148"/>
                  </a:cubicBezTo>
                  <a:cubicBezTo>
                    <a:pt x="71" y="148"/>
                    <a:pt x="71" y="148"/>
                    <a:pt x="71" y="148"/>
                  </a:cubicBezTo>
                  <a:cubicBezTo>
                    <a:pt x="71" y="148"/>
                    <a:pt x="71" y="148"/>
                    <a:pt x="71" y="148"/>
                  </a:cubicBezTo>
                  <a:cubicBezTo>
                    <a:pt x="71" y="148"/>
                    <a:pt x="70" y="149"/>
                    <a:pt x="70" y="149"/>
                  </a:cubicBezTo>
                  <a:cubicBezTo>
                    <a:pt x="70" y="149"/>
                    <a:pt x="71" y="149"/>
                    <a:pt x="71" y="150"/>
                  </a:cubicBezTo>
                  <a:cubicBezTo>
                    <a:pt x="71" y="150"/>
                    <a:pt x="71" y="150"/>
                    <a:pt x="71" y="150"/>
                  </a:cubicBezTo>
                  <a:cubicBezTo>
                    <a:pt x="71" y="150"/>
                    <a:pt x="71" y="150"/>
                    <a:pt x="71" y="150"/>
                  </a:cubicBezTo>
                  <a:cubicBezTo>
                    <a:pt x="71" y="150"/>
                    <a:pt x="71" y="150"/>
                    <a:pt x="71" y="150"/>
                  </a:cubicBezTo>
                  <a:cubicBezTo>
                    <a:pt x="71" y="150"/>
                    <a:pt x="70" y="150"/>
                    <a:pt x="70" y="151"/>
                  </a:cubicBezTo>
                  <a:cubicBezTo>
                    <a:pt x="70" y="151"/>
                    <a:pt x="70" y="151"/>
                    <a:pt x="70" y="151"/>
                  </a:cubicBezTo>
                  <a:cubicBezTo>
                    <a:pt x="70" y="151"/>
                    <a:pt x="70" y="151"/>
                    <a:pt x="70" y="151"/>
                  </a:cubicBezTo>
                  <a:cubicBezTo>
                    <a:pt x="70" y="151"/>
                    <a:pt x="70" y="152"/>
                    <a:pt x="70" y="152"/>
                  </a:cubicBezTo>
                  <a:cubicBezTo>
                    <a:pt x="70" y="152"/>
                    <a:pt x="70" y="152"/>
                    <a:pt x="70" y="152"/>
                  </a:cubicBezTo>
                  <a:cubicBezTo>
                    <a:pt x="70" y="152"/>
                    <a:pt x="70" y="152"/>
                    <a:pt x="69" y="152"/>
                  </a:cubicBezTo>
                  <a:cubicBezTo>
                    <a:pt x="69" y="152"/>
                    <a:pt x="69" y="152"/>
                    <a:pt x="69" y="152"/>
                  </a:cubicBezTo>
                  <a:cubicBezTo>
                    <a:pt x="69" y="152"/>
                    <a:pt x="68" y="152"/>
                    <a:pt x="68" y="152"/>
                  </a:cubicBezTo>
                  <a:cubicBezTo>
                    <a:pt x="68" y="152"/>
                    <a:pt x="68" y="152"/>
                    <a:pt x="68" y="152"/>
                  </a:cubicBezTo>
                  <a:cubicBezTo>
                    <a:pt x="68" y="152"/>
                    <a:pt x="68" y="153"/>
                    <a:pt x="68" y="153"/>
                  </a:cubicBezTo>
                  <a:cubicBezTo>
                    <a:pt x="68" y="153"/>
                    <a:pt x="68" y="153"/>
                    <a:pt x="68" y="153"/>
                  </a:cubicBezTo>
                  <a:cubicBezTo>
                    <a:pt x="69" y="153"/>
                    <a:pt x="69" y="153"/>
                    <a:pt x="69" y="153"/>
                  </a:cubicBezTo>
                  <a:cubicBezTo>
                    <a:pt x="69" y="153"/>
                    <a:pt x="69" y="153"/>
                    <a:pt x="69" y="153"/>
                  </a:cubicBezTo>
                  <a:cubicBezTo>
                    <a:pt x="69" y="153"/>
                    <a:pt x="69" y="153"/>
                    <a:pt x="70" y="153"/>
                  </a:cubicBezTo>
                  <a:cubicBezTo>
                    <a:pt x="70" y="153"/>
                    <a:pt x="70" y="153"/>
                    <a:pt x="70" y="153"/>
                  </a:cubicBezTo>
                  <a:cubicBezTo>
                    <a:pt x="70" y="153"/>
                    <a:pt x="70" y="154"/>
                    <a:pt x="70" y="154"/>
                  </a:cubicBezTo>
                  <a:cubicBezTo>
                    <a:pt x="70" y="154"/>
                    <a:pt x="70" y="154"/>
                    <a:pt x="70" y="154"/>
                  </a:cubicBezTo>
                  <a:cubicBezTo>
                    <a:pt x="69" y="154"/>
                    <a:pt x="69" y="154"/>
                    <a:pt x="69" y="154"/>
                  </a:cubicBezTo>
                  <a:cubicBezTo>
                    <a:pt x="69" y="154"/>
                    <a:pt x="69" y="154"/>
                    <a:pt x="68" y="154"/>
                  </a:cubicBezTo>
                  <a:cubicBezTo>
                    <a:pt x="68" y="154"/>
                    <a:pt x="68" y="154"/>
                    <a:pt x="68" y="154"/>
                  </a:cubicBezTo>
                  <a:cubicBezTo>
                    <a:pt x="68" y="154"/>
                    <a:pt x="68" y="154"/>
                    <a:pt x="68" y="154"/>
                  </a:cubicBezTo>
                  <a:cubicBezTo>
                    <a:pt x="68" y="154"/>
                    <a:pt x="68" y="154"/>
                    <a:pt x="68" y="154"/>
                  </a:cubicBezTo>
                  <a:cubicBezTo>
                    <a:pt x="68" y="154"/>
                    <a:pt x="68" y="154"/>
                    <a:pt x="68" y="154"/>
                  </a:cubicBezTo>
                  <a:cubicBezTo>
                    <a:pt x="68" y="155"/>
                    <a:pt x="68" y="155"/>
                    <a:pt x="68" y="155"/>
                  </a:cubicBezTo>
                  <a:cubicBezTo>
                    <a:pt x="68" y="155"/>
                    <a:pt x="68" y="155"/>
                    <a:pt x="68" y="155"/>
                  </a:cubicBezTo>
                  <a:cubicBezTo>
                    <a:pt x="68" y="155"/>
                    <a:pt x="68" y="155"/>
                    <a:pt x="67" y="155"/>
                  </a:cubicBezTo>
                  <a:cubicBezTo>
                    <a:pt x="67" y="155"/>
                    <a:pt x="67" y="155"/>
                    <a:pt x="67" y="156"/>
                  </a:cubicBezTo>
                  <a:cubicBezTo>
                    <a:pt x="67" y="156"/>
                    <a:pt x="67" y="156"/>
                    <a:pt x="67" y="156"/>
                  </a:cubicBezTo>
                  <a:cubicBezTo>
                    <a:pt x="67" y="156"/>
                    <a:pt x="67" y="156"/>
                    <a:pt x="67" y="156"/>
                  </a:cubicBezTo>
                  <a:cubicBezTo>
                    <a:pt x="67" y="156"/>
                    <a:pt x="67" y="156"/>
                    <a:pt x="67" y="156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7" y="155"/>
                    <a:pt x="67" y="155"/>
                    <a:pt x="67" y="155"/>
                  </a:cubicBezTo>
                  <a:cubicBezTo>
                    <a:pt x="67" y="155"/>
                    <a:pt x="67" y="154"/>
                    <a:pt x="67" y="154"/>
                  </a:cubicBezTo>
                  <a:cubicBezTo>
                    <a:pt x="67" y="154"/>
                    <a:pt x="67" y="154"/>
                    <a:pt x="67" y="153"/>
                  </a:cubicBezTo>
                  <a:cubicBezTo>
                    <a:pt x="67" y="153"/>
                    <a:pt x="67" y="153"/>
                    <a:pt x="67" y="153"/>
                  </a:cubicBezTo>
                  <a:cubicBezTo>
                    <a:pt x="67" y="153"/>
                    <a:pt x="67" y="153"/>
                    <a:pt x="67" y="153"/>
                  </a:cubicBezTo>
                  <a:cubicBezTo>
                    <a:pt x="67" y="153"/>
                    <a:pt x="67" y="153"/>
                    <a:pt x="67" y="152"/>
                  </a:cubicBezTo>
                  <a:cubicBezTo>
                    <a:pt x="66" y="152"/>
                    <a:pt x="66" y="152"/>
                    <a:pt x="67" y="152"/>
                  </a:cubicBezTo>
                  <a:cubicBezTo>
                    <a:pt x="67" y="152"/>
                    <a:pt x="67" y="152"/>
                    <a:pt x="67" y="152"/>
                  </a:cubicBezTo>
                  <a:cubicBezTo>
                    <a:pt x="67" y="152"/>
                    <a:pt x="67" y="152"/>
                    <a:pt x="67" y="152"/>
                  </a:cubicBezTo>
                  <a:cubicBezTo>
                    <a:pt x="67" y="152"/>
                    <a:pt x="67" y="151"/>
                    <a:pt x="67" y="151"/>
                  </a:cubicBezTo>
                  <a:cubicBezTo>
                    <a:pt x="67" y="151"/>
                    <a:pt x="67" y="151"/>
                    <a:pt x="68" y="151"/>
                  </a:cubicBezTo>
                  <a:cubicBezTo>
                    <a:pt x="68" y="151"/>
                    <a:pt x="68" y="151"/>
                    <a:pt x="68" y="151"/>
                  </a:cubicBezTo>
                  <a:cubicBezTo>
                    <a:pt x="68" y="151"/>
                    <a:pt x="68" y="151"/>
                    <a:pt x="68" y="150"/>
                  </a:cubicBezTo>
                  <a:cubicBezTo>
                    <a:pt x="68" y="150"/>
                    <a:pt x="68" y="150"/>
                    <a:pt x="68" y="150"/>
                  </a:cubicBezTo>
                  <a:cubicBezTo>
                    <a:pt x="68" y="150"/>
                    <a:pt x="68" y="150"/>
                    <a:pt x="68" y="150"/>
                  </a:cubicBezTo>
                  <a:cubicBezTo>
                    <a:pt x="68" y="150"/>
                    <a:pt x="68" y="150"/>
                    <a:pt x="68" y="150"/>
                  </a:cubicBezTo>
                  <a:cubicBezTo>
                    <a:pt x="69" y="149"/>
                    <a:pt x="68" y="149"/>
                    <a:pt x="68" y="149"/>
                  </a:cubicBezTo>
                  <a:cubicBezTo>
                    <a:pt x="68" y="149"/>
                    <a:pt x="68" y="149"/>
                    <a:pt x="68" y="149"/>
                  </a:cubicBezTo>
                  <a:cubicBezTo>
                    <a:pt x="68" y="149"/>
                    <a:pt x="68" y="149"/>
                    <a:pt x="68" y="149"/>
                  </a:cubicBezTo>
                  <a:cubicBezTo>
                    <a:pt x="68" y="149"/>
                    <a:pt x="67" y="149"/>
                    <a:pt x="67" y="149"/>
                  </a:cubicBezTo>
                  <a:cubicBezTo>
                    <a:pt x="67" y="149"/>
                    <a:pt x="67" y="149"/>
                    <a:pt x="67" y="149"/>
                  </a:cubicBezTo>
                  <a:cubicBezTo>
                    <a:pt x="67" y="149"/>
                    <a:pt x="67" y="149"/>
                    <a:pt x="67" y="149"/>
                  </a:cubicBezTo>
                  <a:cubicBezTo>
                    <a:pt x="67" y="149"/>
                    <a:pt x="67" y="149"/>
                    <a:pt x="67" y="149"/>
                  </a:cubicBezTo>
                  <a:cubicBezTo>
                    <a:pt x="66" y="150"/>
                    <a:pt x="66" y="150"/>
                    <a:pt x="66" y="150"/>
                  </a:cubicBezTo>
                  <a:cubicBezTo>
                    <a:pt x="66" y="150"/>
                    <a:pt x="66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1"/>
                    <a:pt x="65" y="151"/>
                  </a:cubicBezTo>
                  <a:cubicBezTo>
                    <a:pt x="65" y="151"/>
                    <a:pt x="65" y="152"/>
                    <a:pt x="64" y="152"/>
                  </a:cubicBezTo>
                  <a:cubicBezTo>
                    <a:pt x="64" y="152"/>
                    <a:pt x="64" y="152"/>
                    <a:pt x="64" y="152"/>
                  </a:cubicBezTo>
                  <a:cubicBezTo>
                    <a:pt x="64" y="152"/>
                    <a:pt x="64" y="153"/>
                    <a:pt x="64" y="153"/>
                  </a:cubicBezTo>
                  <a:cubicBezTo>
                    <a:pt x="64" y="153"/>
                    <a:pt x="64" y="153"/>
                    <a:pt x="65" y="153"/>
                  </a:cubicBezTo>
                  <a:cubicBezTo>
                    <a:pt x="65" y="154"/>
                    <a:pt x="65" y="154"/>
                    <a:pt x="65" y="154"/>
                  </a:cubicBezTo>
                  <a:cubicBezTo>
                    <a:pt x="65" y="154"/>
                    <a:pt x="65" y="154"/>
                    <a:pt x="65" y="154"/>
                  </a:cubicBezTo>
                  <a:cubicBezTo>
                    <a:pt x="65" y="154"/>
                    <a:pt x="65" y="154"/>
                    <a:pt x="65" y="154"/>
                  </a:cubicBezTo>
                  <a:cubicBezTo>
                    <a:pt x="65" y="154"/>
                    <a:pt x="65" y="154"/>
                    <a:pt x="65" y="154"/>
                  </a:cubicBezTo>
                  <a:cubicBezTo>
                    <a:pt x="65" y="154"/>
                    <a:pt x="65" y="155"/>
                    <a:pt x="65" y="155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65" y="155"/>
                    <a:pt x="65" y="155"/>
                    <a:pt x="65" y="155"/>
                  </a:cubicBezTo>
                  <a:cubicBezTo>
                    <a:pt x="65" y="155"/>
                    <a:pt x="65" y="156"/>
                    <a:pt x="65" y="156"/>
                  </a:cubicBezTo>
                  <a:cubicBezTo>
                    <a:pt x="65" y="156"/>
                    <a:pt x="65" y="156"/>
                    <a:pt x="65" y="156"/>
                  </a:cubicBezTo>
                  <a:cubicBezTo>
                    <a:pt x="65" y="156"/>
                    <a:pt x="65" y="156"/>
                    <a:pt x="65" y="156"/>
                  </a:cubicBezTo>
                  <a:cubicBezTo>
                    <a:pt x="65" y="156"/>
                    <a:pt x="65" y="156"/>
                    <a:pt x="66" y="156"/>
                  </a:cubicBezTo>
                  <a:cubicBezTo>
                    <a:pt x="66" y="156"/>
                    <a:pt x="66" y="156"/>
                    <a:pt x="66" y="156"/>
                  </a:cubicBezTo>
                  <a:cubicBezTo>
                    <a:pt x="66" y="156"/>
                    <a:pt x="66" y="157"/>
                    <a:pt x="66" y="157"/>
                  </a:cubicBezTo>
                  <a:cubicBezTo>
                    <a:pt x="66" y="157"/>
                    <a:pt x="66" y="157"/>
                    <a:pt x="66" y="157"/>
                  </a:cubicBezTo>
                  <a:cubicBezTo>
                    <a:pt x="66" y="157"/>
                    <a:pt x="65" y="158"/>
                    <a:pt x="65" y="158"/>
                  </a:cubicBezTo>
                  <a:cubicBezTo>
                    <a:pt x="65" y="158"/>
                    <a:pt x="65" y="158"/>
                    <a:pt x="65" y="158"/>
                  </a:cubicBezTo>
                  <a:cubicBezTo>
                    <a:pt x="65" y="158"/>
                    <a:pt x="65" y="158"/>
                    <a:pt x="65" y="158"/>
                  </a:cubicBezTo>
                  <a:cubicBezTo>
                    <a:pt x="65" y="159"/>
                    <a:pt x="65" y="159"/>
                    <a:pt x="65" y="159"/>
                  </a:cubicBezTo>
                  <a:cubicBezTo>
                    <a:pt x="65" y="159"/>
                    <a:pt x="64" y="159"/>
                    <a:pt x="65" y="159"/>
                  </a:cubicBezTo>
                  <a:cubicBezTo>
                    <a:pt x="65" y="159"/>
                    <a:pt x="65" y="159"/>
                    <a:pt x="65" y="159"/>
                  </a:cubicBezTo>
                  <a:cubicBezTo>
                    <a:pt x="65" y="159"/>
                    <a:pt x="65" y="159"/>
                    <a:pt x="65" y="160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0"/>
                    <a:pt x="65" y="160"/>
                    <a:pt x="66" y="160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66" y="159"/>
                    <a:pt x="66" y="159"/>
                    <a:pt x="66" y="159"/>
                  </a:cubicBezTo>
                  <a:cubicBezTo>
                    <a:pt x="66" y="159"/>
                    <a:pt x="67" y="159"/>
                    <a:pt x="67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158"/>
                    <a:pt x="67" y="158"/>
                    <a:pt x="67" y="158"/>
                  </a:cubicBezTo>
                  <a:cubicBezTo>
                    <a:pt x="67" y="158"/>
                    <a:pt x="67" y="158"/>
                    <a:pt x="67" y="157"/>
                  </a:cubicBezTo>
                  <a:cubicBezTo>
                    <a:pt x="67" y="157"/>
                    <a:pt x="67" y="157"/>
                    <a:pt x="67" y="157"/>
                  </a:cubicBezTo>
                  <a:cubicBezTo>
                    <a:pt x="68" y="157"/>
                    <a:pt x="68" y="157"/>
                    <a:pt x="68" y="157"/>
                  </a:cubicBezTo>
                  <a:cubicBezTo>
                    <a:pt x="68" y="157"/>
                    <a:pt x="68" y="157"/>
                    <a:pt x="68" y="158"/>
                  </a:cubicBezTo>
                  <a:cubicBezTo>
                    <a:pt x="68" y="158"/>
                    <a:pt x="68" y="158"/>
                    <a:pt x="68" y="158"/>
                  </a:cubicBezTo>
                  <a:cubicBezTo>
                    <a:pt x="68" y="158"/>
                    <a:pt x="68" y="158"/>
                    <a:pt x="68" y="158"/>
                  </a:cubicBezTo>
                  <a:cubicBezTo>
                    <a:pt x="68" y="158"/>
                    <a:pt x="68" y="158"/>
                    <a:pt x="68" y="159"/>
                  </a:cubicBezTo>
                  <a:cubicBezTo>
                    <a:pt x="68" y="159"/>
                    <a:pt x="68" y="159"/>
                    <a:pt x="68" y="159"/>
                  </a:cubicBezTo>
                  <a:cubicBezTo>
                    <a:pt x="68" y="159"/>
                    <a:pt x="68" y="159"/>
                    <a:pt x="68" y="159"/>
                  </a:cubicBezTo>
                  <a:cubicBezTo>
                    <a:pt x="69" y="159"/>
                    <a:pt x="69" y="159"/>
                    <a:pt x="69" y="159"/>
                  </a:cubicBezTo>
                  <a:cubicBezTo>
                    <a:pt x="69" y="159"/>
                    <a:pt x="69" y="159"/>
                    <a:pt x="69" y="159"/>
                  </a:cubicBezTo>
                  <a:cubicBezTo>
                    <a:pt x="69" y="159"/>
                    <a:pt x="69" y="159"/>
                    <a:pt x="69" y="159"/>
                  </a:cubicBezTo>
                  <a:cubicBezTo>
                    <a:pt x="69" y="159"/>
                    <a:pt x="70" y="159"/>
                    <a:pt x="70" y="159"/>
                  </a:cubicBezTo>
                  <a:cubicBezTo>
                    <a:pt x="70" y="159"/>
                    <a:pt x="70" y="159"/>
                    <a:pt x="70" y="159"/>
                  </a:cubicBezTo>
                  <a:cubicBezTo>
                    <a:pt x="70" y="159"/>
                    <a:pt x="70" y="159"/>
                    <a:pt x="71" y="159"/>
                  </a:cubicBezTo>
                  <a:cubicBezTo>
                    <a:pt x="71" y="159"/>
                    <a:pt x="71" y="159"/>
                    <a:pt x="71" y="159"/>
                  </a:cubicBezTo>
                  <a:cubicBezTo>
                    <a:pt x="71" y="159"/>
                    <a:pt x="71" y="159"/>
                    <a:pt x="71" y="159"/>
                  </a:cubicBezTo>
                  <a:cubicBezTo>
                    <a:pt x="72" y="159"/>
                    <a:pt x="72" y="159"/>
                    <a:pt x="72" y="159"/>
                  </a:cubicBezTo>
                  <a:cubicBezTo>
                    <a:pt x="72" y="159"/>
                    <a:pt x="72" y="159"/>
                    <a:pt x="72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59"/>
                    <a:pt x="73" y="159"/>
                    <a:pt x="73" y="159"/>
                  </a:cubicBezTo>
                  <a:cubicBezTo>
                    <a:pt x="73" y="158"/>
                    <a:pt x="73" y="158"/>
                    <a:pt x="73" y="158"/>
                  </a:cubicBezTo>
                  <a:cubicBezTo>
                    <a:pt x="73" y="158"/>
                    <a:pt x="73" y="158"/>
                    <a:pt x="73" y="158"/>
                  </a:cubicBezTo>
                  <a:cubicBezTo>
                    <a:pt x="73" y="157"/>
                    <a:pt x="73" y="157"/>
                    <a:pt x="73" y="156"/>
                  </a:cubicBezTo>
                  <a:cubicBezTo>
                    <a:pt x="73" y="156"/>
                    <a:pt x="73" y="156"/>
                    <a:pt x="73" y="156"/>
                  </a:cubicBezTo>
                  <a:cubicBezTo>
                    <a:pt x="74" y="156"/>
                    <a:pt x="73" y="156"/>
                    <a:pt x="73" y="156"/>
                  </a:cubicBezTo>
                  <a:cubicBezTo>
                    <a:pt x="73" y="156"/>
                    <a:pt x="73" y="156"/>
                    <a:pt x="73" y="156"/>
                  </a:cubicBezTo>
                  <a:cubicBezTo>
                    <a:pt x="72" y="156"/>
                    <a:pt x="72" y="156"/>
                    <a:pt x="72" y="156"/>
                  </a:cubicBezTo>
                  <a:cubicBezTo>
                    <a:pt x="72" y="156"/>
                    <a:pt x="71" y="156"/>
                    <a:pt x="71" y="156"/>
                  </a:cubicBezTo>
                  <a:cubicBezTo>
                    <a:pt x="71" y="156"/>
                    <a:pt x="71" y="156"/>
                    <a:pt x="71" y="155"/>
                  </a:cubicBezTo>
                  <a:cubicBezTo>
                    <a:pt x="71" y="155"/>
                    <a:pt x="71" y="155"/>
                    <a:pt x="71" y="155"/>
                  </a:cubicBezTo>
                  <a:cubicBezTo>
                    <a:pt x="71" y="155"/>
                    <a:pt x="71" y="155"/>
                    <a:pt x="72" y="155"/>
                  </a:cubicBezTo>
                  <a:cubicBezTo>
                    <a:pt x="72" y="155"/>
                    <a:pt x="72" y="155"/>
                    <a:pt x="72" y="155"/>
                  </a:cubicBezTo>
                  <a:cubicBezTo>
                    <a:pt x="72" y="155"/>
                    <a:pt x="72" y="154"/>
                    <a:pt x="73" y="154"/>
                  </a:cubicBezTo>
                  <a:cubicBezTo>
                    <a:pt x="73" y="154"/>
                    <a:pt x="73" y="154"/>
                    <a:pt x="73" y="154"/>
                  </a:cubicBezTo>
                  <a:cubicBezTo>
                    <a:pt x="73" y="154"/>
                    <a:pt x="73" y="154"/>
                    <a:pt x="73" y="154"/>
                  </a:cubicBezTo>
                  <a:cubicBezTo>
                    <a:pt x="73" y="154"/>
                    <a:pt x="74" y="154"/>
                    <a:pt x="74" y="154"/>
                  </a:cubicBezTo>
                  <a:cubicBezTo>
                    <a:pt x="74" y="154"/>
                    <a:pt x="74" y="154"/>
                    <a:pt x="74" y="154"/>
                  </a:cubicBezTo>
                  <a:close/>
                  <a:moveTo>
                    <a:pt x="97" y="158"/>
                  </a:moveTo>
                  <a:cubicBezTo>
                    <a:pt x="97" y="158"/>
                    <a:pt x="96" y="158"/>
                    <a:pt x="96" y="158"/>
                  </a:cubicBezTo>
                  <a:cubicBezTo>
                    <a:pt x="96" y="158"/>
                    <a:pt x="96" y="157"/>
                    <a:pt x="96" y="157"/>
                  </a:cubicBezTo>
                  <a:cubicBezTo>
                    <a:pt x="95" y="157"/>
                    <a:pt x="95" y="157"/>
                    <a:pt x="95" y="157"/>
                  </a:cubicBezTo>
                  <a:cubicBezTo>
                    <a:pt x="95" y="157"/>
                    <a:pt x="95" y="156"/>
                    <a:pt x="95" y="156"/>
                  </a:cubicBezTo>
                  <a:cubicBezTo>
                    <a:pt x="95" y="156"/>
                    <a:pt x="95" y="156"/>
                    <a:pt x="95" y="156"/>
                  </a:cubicBezTo>
                  <a:cubicBezTo>
                    <a:pt x="95" y="156"/>
                    <a:pt x="95" y="156"/>
                    <a:pt x="95" y="156"/>
                  </a:cubicBezTo>
                  <a:cubicBezTo>
                    <a:pt x="95" y="156"/>
                    <a:pt x="95" y="156"/>
                    <a:pt x="95" y="156"/>
                  </a:cubicBezTo>
                  <a:cubicBezTo>
                    <a:pt x="95" y="155"/>
                    <a:pt x="95" y="155"/>
                    <a:pt x="95" y="155"/>
                  </a:cubicBezTo>
                  <a:cubicBezTo>
                    <a:pt x="95" y="155"/>
                    <a:pt x="95" y="155"/>
                    <a:pt x="95" y="155"/>
                  </a:cubicBezTo>
                  <a:cubicBezTo>
                    <a:pt x="95" y="155"/>
                    <a:pt x="95" y="154"/>
                    <a:pt x="95" y="154"/>
                  </a:cubicBezTo>
                  <a:cubicBezTo>
                    <a:pt x="95" y="154"/>
                    <a:pt x="95" y="154"/>
                    <a:pt x="95" y="154"/>
                  </a:cubicBezTo>
                  <a:cubicBezTo>
                    <a:pt x="95" y="154"/>
                    <a:pt x="95" y="154"/>
                    <a:pt x="95" y="154"/>
                  </a:cubicBezTo>
                  <a:cubicBezTo>
                    <a:pt x="95" y="153"/>
                    <a:pt x="96" y="153"/>
                    <a:pt x="96" y="153"/>
                  </a:cubicBezTo>
                  <a:cubicBezTo>
                    <a:pt x="96" y="153"/>
                    <a:pt x="96" y="153"/>
                    <a:pt x="96" y="153"/>
                  </a:cubicBezTo>
                  <a:cubicBezTo>
                    <a:pt x="96" y="152"/>
                    <a:pt x="96" y="152"/>
                    <a:pt x="96" y="152"/>
                  </a:cubicBezTo>
                  <a:cubicBezTo>
                    <a:pt x="96" y="152"/>
                    <a:pt x="96" y="152"/>
                    <a:pt x="95" y="152"/>
                  </a:cubicBezTo>
                  <a:cubicBezTo>
                    <a:pt x="95" y="152"/>
                    <a:pt x="95" y="152"/>
                    <a:pt x="95" y="152"/>
                  </a:cubicBezTo>
                  <a:cubicBezTo>
                    <a:pt x="95" y="152"/>
                    <a:pt x="95" y="152"/>
                    <a:pt x="95" y="152"/>
                  </a:cubicBezTo>
                  <a:cubicBezTo>
                    <a:pt x="95" y="152"/>
                    <a:pt x="95" y="151"/>
                    <a:pt x="95" y="151"/>
                  </a:cubicBezTo>
                  <a:cubicBezTo>
                    <a:pt x="95" y="151"/>
                    <a:pt x="95" y="151"/>
                    <a:pt x="95" y="151"/>
                  </a:cubicBezTo>
                  <a:cubicBezTo>
                    <a:pt x="95" y="151"/>
                    <a:pt x="95" y="150"/>
                    <a:pt x="95" y="150"/>
                  </a:cubicBezTo>
                  <a:cubicBezTo>
                    <a:pt x="95" y="150"/>
                    <a:pt x="95" y="150"/>
                    <a:pt x="95" y="149"/>
                  </a:cubicBezTo>
                  <a:cubicBezTo>
                    <a:pt x="95" y="149"/>
                    <a:pt x="95" y="149"/>
                    <a:pt x="95" y="149"/>
                  </a:cubicBezTo>
                  <a:cubicBezTo>
                    <a:pt x="95" y="149"/>
                    <a:pt x="95" y="148"/>
                    <a:pt x="95" y="148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8"/>
                    <a:pt x="95" y="148"/>
                    <a:pt x="95" y="148"/>
                  </a:cubicBezTo>
                  <a:cubicBezTo>
                    <a:pt x="95" y="148"/>
                    <a:pt x="94" y="148"/>
                    <a:pt x="94" y="148"/>
                  </a:cubicBezTo>
                  <a:cubicBezTo>
                    <a:pt x="94" y="148"/>
                    <a:pt x="94" y="148"/>
                    <a:pt x="94" y="149"/>
                  </a:cubicBezTo>
                  <a:cubicBezTo>
                    <a:pt x="94" y="149"/>
                    <a:pt x="94" y="149"/>
                    <a:pt x="94" y="149"/>
                  </a:cubicBezTo>
                  <a:cubicBezTo>
                    <a:pt x="94" y="149"/>
                    <a:pt x="94" y="149"/>
                    <a:pt x="94" y="149"/>
                  </a:cubicBezTo>
                  <a:cubicBezTo>
                    <a:pt x="94" y="149"/>
                    <a:pt x="94" y="149"/>
                    <a:pt x="94" y="149"/>
                  </a:cubicBezTo>
                  <a:cubicBezTo>
                    <a:pt x="94" y="150"/>
                    <a:pt x="94" y="150"/>
                    <a:pt x="94" y="150"/>
                  </a:cubicBezTo>
                  <a:cubicBezTo>
                    <a:pt x="94" y="150"/>
                    <a:pt x="94" y="150"/>
                    <a:pt x="94" y="150"/>
                  </a:cubicBezTo>
                  <a:cubicBezTo>
                    <a:pt x="94" y="150"/>
                    <a:pt x="94" y="150"/>
                    <a:pt x="94" y="151"/>
                  </a:cubicBezTo>
                  <a:cubicBezTo>
                    <a:pt x="94" y="151"/>
                    <a:pt x="94" y="151"/>
                    <a:pt x="94" y="151"/>
                  </a:cubicBezTo>
                  <a:cubicBezTo>
                    <a:pt x="94" y="151"/>
                    <a:pt x="94" y="151"/>
                    <a:pt x="94" y="151"/>
                  </a:cubicBezTo>
                  <a:cubicBezTo>
                    <a:pt x="94" y="152"/>
                    <a:pt x="94" y="152"/>
                    <a:pt x="94" y="152"/>
                  </a:cubicBezTo>
                  <a:cubicBezTo>
                    <a:pt x="94" y="152"/>
                    <a:pt x="94" y="153"/>
                    <a:pt x="94" y="153"/>
                  </a:cubicBezTo>
                  <a:cubicBezTo>
                    <a:pt x="94" y="153"/>
                    <a:pt x="94" y="153"/>
                    <a:pt x="93" y="153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3" y="153"/>
                    <a:pt x="93" y="153"/>
                    <a:pt x="93" y="153"/>
                  </a:cubicBezTo>
                  <a:cubicBezTo>
                    <a:pt x="92" y="153"/>
                    <a:pt x="92" y="153"/>
                    <a:pt x="92" y="153"/>
                  </a:cubicBezTo>
                  <a:cubicBezTo>
                    <a:pt x="92" y="153"/>
                    <a:pt x="92" y="153"/>
                    <a:pt x="92" y="153"/>
                  </a:cubicBezTo>
                  <a:cubicBezTo>
                    <a:pt x="92" y="153"/>
                    <a:pt x="92" y="154"/>
                    <a:pt x="92" y="154"/>
                  </a:cubicBezTo>
                  <a:cubicBezTo>
                    <a:pt x="92" y="154"/>
                    <a:pt x="92" y="154"/>
                    <a:pt x="92" y="154"/>
                  </a:cubicBezTo>
                  <a:cubicBezTo>
                    <a:pt x="92" y="154"/>
                    <a:pt x="92" y="154"/>
                    <a:pt x="92" y="154"/>
                  </a:cubicBezTo>
                  <a:cubicBezTo>
                    <a:pt x="92" y="154"/>
                    <a:pt x="92" y="154"/>
                    <a:pt x="92" y="154"/>
                  </a:cubicBezTo>
                  <a:cubicBezTo>
                    <a:pt x="92" y="154"/>
                    <a:pt x="93" y="154"/>
                    <a:pt x="93" y="155"/>
                  </a:cubicBezTo>
                  <a:cubicBezTo>
                    <a:pt x="93" y="155"/>
                    <a:pt x="93" y="154"/>
                    <a:pt x="93" y="155"/>
                  </a:cubicBezTo>
                  <a:cubicBezTo>
                    <a:pt x="93" y="155"/>
                    <a:pt x="93" y="155"/>
                    <a:pt x="93" y="155"/>
                  </a:cubicBezTo>
                  <a:cubicBezTo>
                    <a:pt x="94" y="155"/>
                    <a:pt x="94" y="155"/>
                    <a:pt x="94" y="155"/>
                  </a:cubicBezTo>
                  <a:cubicBezTo>
                    <a:pt x="94" y="155"/>
                    <a:pt x="94" y="155"/>
                    <a:pt x="94" y="155"/>
                  </a:cubicBezTo>
                  <a:cubicBezTo>
                    <a:pt x="94" y="155"/>
                    <a:pt x="94" y="155"/>
                    <a:pt x="94" y="155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3" y="156"/>
                    <a:pt x="93" y="156"/>
                    <a:pt x="93" y="156"/>
                  </a:cubicBezTo>
                  <a:cubicBezTo>
                    <a:pt x="93" y="155"/>
                    <a:pt x="92" y="155"/>
                    <a:pt x="92" y="155"/>
                  </a:cubicBezTo>
                  <a:cubicBezTo>
                    <a:pt x="92" y="155"/>
                    <a:pt x="92" y="155"/>
                    <a:pt x="92" y="155"/>
                  </a:cubicBezTo>
                  <a:cubicBezTo>
                    <a:pt x="92" y="155"/>
                    <a:pt x="92" y="155"/>
                    <a:pt x="91" y="155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1" y="155"/>
                    <a:pt x="91" y="155"/>
                    <a:pt x="91" y="155"/>
                  </a:cubicBezTo>
                  <a:cubicBezTo>
                    <a:pt x="90" y="155"/>
                    <a:pt x="90" y="155"/>
                    <a:pt x="90" y="155"/>
                  </a:cubicBezTo>
                  <a:cubicBezTo>
                    <a:pt x="90" y="155"/>
                    <a:pt x="90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89" y="155"/>
                    <a:pt x="89" y="155"/>
                    <a:pt x="89" y="155"/>
                  </a:cubicBezTo>
                  <a:cubicBezTo>
                    <a:pt x="90" y="155"/>
                    <a:pt x="90" y="155"/>
                    <a:pt x="90" y="155"/>
                  </a:cubicBezTo>
                  <a:cubicBezTo>
                    <a:pt x="90" y="155"/>
                    <a:pt x="90" y="155"/>
                    <a:pt x="90" y="155"/>
                  </a:cubicBezTo>
                  <a:cubicBezTo>
                    <a:pt x="90" y="155"/>
                    <a:pt x="91" y="155"/>
                    <a:pt x="91" y="155"/>
                  </a:cubicBezTo>
                  <a:cubicBezTo>
                    <a:pt x="91" y="154"/>
                    <a:pt x="91" y="154"/>
                    <a:pt x="91" y="154"/>
                  </a:cubicBezTo>
                  <a:cubicBezTo>
                    <a:pt x="91" y="154"/>
                    <a:pt x="91" y="154"/>
                    <a:pt x="91" y="154"/>
                  </a:cubicBezTo>
                  <a:cubicBezTo>
                    <a:pt x="91" y="154"/>
                    <a:pt x="91" y="154"/>
                    <a:pt x="91" y="154"/>
                  </a:cubicBezTo>
                  <a:cubicBezTo>
                    <a:pt x="91" y="154"/>
                    <a:pt x="91" y="154"/>
                    <a:pt x="91" y="154"/>
                  </a:cubicBezTo>
                  <a:cubicBezTo>
                    <a:pt x="90" y="154"/>
                    <a:pt x="90" y="153"/>
                    <a:pt x="90" y="153"/>
                  </a:cubicBezTo>
                  <a:cubicBezTo>
                    <a:pt x="90" y="153"/>
                    <a:pt x="90" y="153"/>
                    <a:pt x="90" y="153"/>
                  </a:cubicBezTo>
                  <a:cubicBezTo>
                    <a:pt x="90" y="153"/>
                    <a:pt x="90" y="153"/>
                    <a:pt x="91" y="153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1" y="153"/>
                    <a:pt x="91" y="153"/>
                    <a:pt x="91" y="152"/>
                  </a:cubicBezTo>
                  <a:cubicBezTo>
                    <a:pt x="91" y="152"/>
                    <a:pt x="91" y="152"/>
                    <a:pt x="91" y="152"/>
                  </a:cubicBezTo>
                  <a:cubicBezTo>
                    <a:pt x="91" y="152"/>
                    <a:pt x="91" y="152"/>
                    <a:pt x="90" y="152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0" y="152"/>
                    <a:pt x="90" y="152"/>
                    <a:pt x="90" y="152"/>
                  </a:cubicBezTo>
                  <a:cubicBezTo>
                    <a:pt x="90" y="152"/>
                    <a:pt x="90" y="152"/>
                    <a:pt x="91" y="151"/>
                  </a:cubicBezTo>
                  <a:cubicBezTo>
                    <a:pt x="91" y="151"/>
                    <a:pt x="91" y="151"/>
                    <a:pt x="91" y="151"/>
                  </a:cubicBezTo>
                  <a:cubicBezTo>
                    <a:pt x="91" y="151"/>
                    <a:pt x="91" y="151"/>
                    <a:pt x="92" y="151"/>
                  </a:cubicBezTo>
                  <a:cubicBezTo>
                    <a:pt x="92" y="151"/>
                    <a:pt x="92" y="151"/>
                    <a:pt x="92" y="151"/>
                  </a:cubicBezTo>
                  <a:cubicBezTo>
                    <a:pt x="92" y="151"/>
                    <a:pt x="92" y="151"/>
                    <a:pt x="93" y="151"/>
                  </a:cubicBezTo>
                  <a:cubicBezTo>
                    <a:pt x="93" y="151"/>
                    <a:pt x="93" y="151"/>
                    <a:pt x="93" y="151"/>
                  </a:cubicBezTo>
                  <a:cubicBezTo>
                    <a:pt x="93" y="151"/>
                    <a:pt x="93" y="152"/>
                    <a:pt x="93" y="152"/>
                  </a:cubicBezTo>
                  <a:cubicBezTo>
                    <a:pt x="93" y="152"/>
                    <a:pt x="93" y="152"/>
                    <a:pt x="93" y="152"/>
                  </a:cubicBezTo>
                  <a:cubicBezTo>
                    <a:pt x="92" y="152"/>
                    <a:pt x="92" y="152"/>
                    <a:pt x="92" y="152"/>
                  </a:cubicBezTo>
                  <a:cubicBezTo>
                    <a:pt x="92" y="152"/>
                    <a:pt x="92" y="152"/>
                    <a:pt x="91" y="152"/>
                  </a:cubicBezTo>
                  <a:cubicBezTo>
                    <a:pt x="91" y="152"/>
                    <a:pt x="91" y="153"/>
                    <a:pt x="91" y="153"/>
                  </a:cubicBezTo>
                  <a:cubicBezTo>
                    <a:pt x="91" y="153"/>
                    <a:pt x="91" y="153"/>
                    <a:pt x="91" y="153"/>
                  </a:cubicBezTo>
                  <a:cubicBezTo>
                    <a:pt x="91" y="153"/>
                    <a:pt x="91" y="153"/>
                    <a:pt x="92" y="153"/>
                  </a:cubicBezTo>
                  <a:cubicBezTo>
                    <a:pt x="92" y="153"/>
                    <a:pt x="92" y="153"/>
                    <a:pt x="92" y="153"/>
                  </a:cubicBezTo>
                  <a:cubicBezTo>
                    <a:pt x="92" y="153"/>
                    <a:pt x="92" y="153"/>
                    <a:pt x="92" y="153"/>
                  </a:cubicBezTo>
                  <a:cubicBezTo>
                    <a:pt x="93" y="152"/>
                    <a:pt x="93" y="152"/>
                    <a:pt x="93" y="152"/>
                  </a:cubicBezTo>
                  <a:cubicBezTo>
                    <a:pt x="93" y="152"/>
                    <a:pt x="93" y="152"/>
                    <a:pt x="93" y="152"/>
                  </a:cubicBezTo>
                  <a:cubicBezTo>
                    <a:pt x="93" y="152"/>
                    <a:pt x="93" y="151"/>
                    <a:pt x="93" y="151"/>
                  </a:cubicBezTo>
                  <a:cubicBezTo>
                    <a:pt x="93" y="151"/>
                    <a:pt x="93" y="151"/>
                    <a:pt x="93" y="151"/>
                  </a:cubicBezTo>
                  <a:cubicBezTo>
                    <a:pt x="93" y="151"/>
                    <a:pt x="93" y="150"/>
                    <a:pt x="93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2" y="150"/>
                    <a:pt x="92" y="150"/>
                    <a:pt x="92" y="150"/>
                  </a:cubicBezTo>
                  <a:cubicBezTo>
                    <a:pt x="92" y="150"/>
                    <a:pt x="91" y="150"/>
                    <a:pt x="91" y="150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0" y="150"/>
                    <a:pt x="90" y="150"/>
                    <a:pt x="90" y="150"/>
                  </a:cubicBezTo>
                  <a:cubicBezTo>
                    <a:pt x="90" y="150"/>
                    <a:pt x="90" y="150"/>
                    <a:pt x="90" y="150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1" y="150"/>
                    <a:pt x="91" y="150"/>
                    <a:pt x="91" y="150"/>
                  </a:cubicBezTo>
                  <a:cubicBezTo>
                    <a:pt x="91" y="150"/>
                    <a:pt x="91" y="149"/>
                    <a:pt x="91" y="149"/>
                  </a:cubicBezTo>
                  <a:cubicBezTo>
                    <a:pt x="91" y="149"/>
                    <a:pt x="91" y="149"/>
                    <a:pt x="91" y="149"/>
                  </a:cubicBezTo>
                  <a:cubicBezTo>
                    <a:pt x="91" y="149"/>
                    <a:pt x="91" y="149"/>
                    <a:pt x="91" y="149"/>
                  </a:cubicBezTo>
                  <a:cubicBezTo>
                    <a:pt x="91" y="149"/>
                    <a:pt x="91" y="149"/>
                    <a:pt x="91" y="149"/>
                  </a:cubicBezTo>
                  <a:cubicBezTo>
                    <a:pt x="91" y="149"/>
                    <a:pt x="91" y="149"/>
                    <a:pt x="91" y="149"/>
                  </a:cubicBezTo>
                  <a:cubicBezTo>
                    <a:pt x="91" y="149"/>
                    <a:pt x="91" y="149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1" y="148"/>
                    <a:pt x="91" y="148"/>
                    <a:pt x="91" y="148"/>
                  </a:cubicBezTo>
                  <a:cubicBezTo>
                    <a:pt x="90" y="148"/>
                    <a:pt x="90" y="148"/>
                    <a:pt x="90" y="149"/>
                  </a:cubicBezTo>
                  <a:cubicBezTo>
                    <a:pt x="90" y="149"/>
                    <a:pt x="90" y="149"/>
                    <a:pt x="90" y="149"/>
                  </a:cubicBezTo>
                  <a:cubicBezTo>
                    <a:pt x="90" y="148"/>
                    <a:pt x="89" y="148"/>
                    <a:pt x="89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89" y="148"/>
                    <a:pt x="89" y="148"/>
                    <a:pt x="89" y="148"/>
                  </a:cubicBezTo>
                  <a:cubicBezTo>
                    <a:pt x="88" y="148"/>
                    <a:pt x="88" y="148"/>
                    <a:pt x="88" y="148"/>
                  </a:cubicBezTo>
                  <a:cubicBezTo>
                    <a:pt x="88" y="148"/>
                    <a:pt x="88" y="148"/>
                    <a:pt x="88" y="149"/>
                  </a:cubicBezTo>
                  <a:cubicBezTo>
                    <a:pt x="88" y="149"/>
                    <a:pt x="88" y="149"/>
                    <a:pt x="88" y="149"/>
                  </a:cubicBezTo>
                  <a:cubicBezTo>
                    <a:pt x="88" y="149"/>
                    <a:pt x="89" y="150"/>
                    <a:pt x="89" y="150"/>
                  </a:cubicBezTo>
                  <a:cubicBezTo>
                    <a:pt x="89" y="150"/>
                    <a:pt x="89" y="150"/>
                    <a:pt x="89" y="150"/>
                  </a:cubicBezTo>
                  <a:cubicBezTo>
                    <a:pt x="89" y="150"/>
                    <a:pt x="89" y="150"/>
                    <a:pt x="90" y="150"/>
                  </a:cubicBezTo>
                  <a:cubicBezTo>
                    <a:pt x="90" y="150"/>
                    <a:pt x="90" y="150"/>
                    <a:pt x="90" y="150"/>
                  </a:cubicBezTo>
                  <a:cubicBezTo>
                    <a:pt x="90" y="150"/>
                    <a:pt x="90" y="151"/>
                    <a:pt x="90" y="151"/>
                  </a:cubicBezTo>
                  <a:cubicBezTo>
                    <a:pt x="90" y="151"/>
                    <a:pt x="90" y="151"/>
                    <a:pt x="89" y="15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89" y="151"/>
                    <a:pt x="89" y="151"/>
                    <a:pt x="89" y="151"/>
                  </a:cubicBezTo>
                  <a:cubicBezTo>
                    <a:pt x="89" y="151"/>
                    <a:pt x="88" y="151"/>
                    <a:pt x="88" y="151"/>
                  </a:cubicBezTo>
                  <a:cubicBezTo>
                    <a:pt x="88" y="151"/>
                    <a:pt x="88" y="151"/>
                    <a:pt x="88" y="151"/>
                  </a:cubicBezTo>
                  <a:cubicBezTo>
                    <a:pt x="88" y="151"/>
                    <a:pt x="88" y="151"/>
                    <a:pt x="88" y="151"/>
                  </a:cubicBezTo>
                  <a:cubicBezTo>
                    <a:pt x="87" y="152"/>
                    <a:pt x="87" y="152"/>
                    <a:pt x="87" y="152"/>
                  </a:cubicBezTo>
                  <a:cubicBezTo>
                    <a:pt x="87" y="152"/>
                    <a:pt x="87" y="152"/>
                    <a:pt x="86" y="152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6" y="152"/>
                    <a:pt x="86" y="152"/>
                    <a:pt x="86" y="152"/>
                  </a:cubicBezTo>
                  <a:cubicBezTo>
                    <a:pt x="86" y="152"/>
                    <a:pt x="87" y="153"/>
                    <a:pt x="87" y="152"/>
                  </a:cubicBezTo>
                  <a:cubicBezTo>
                    <a:pt x="87" y="152"/>
                    <a:pt x="87" y="152"/>
                    <a:pt x="87" y="152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8" y="153"/>
                    <a:pt x="88" y="153"/>
                    <a:pt x="88" y="153"/>
                  </a:cubicBezTo>
                  <a:cubicBezTo>
                    <a:pt x="87" y="153"/>
                    <a:pt x="87" y="153"/>
                    <a:pt x="87" y="153"/>
                  </a:cubicBezTo>
                  <a:cubicBezTo>
                    <a:pt x="87" y="154"/>
                    <a:pt x="87" y="154"/>
                    <a:pt x="87" y="154"/>
                  </a:cubicBezTo>
                  <a:cubicBezTo>
                    <a:pt x="87" y="154"/>
                    <a:pt x="87" y="155"/>
                    <a:pt x="87" y="155"/>
                  </a:cubicBezTo>
                  <a:cubicBezTo>
                    <a:pt x="87" y="155"/>
                    <a:pt x="87" y="155"/>
                    <a:pt x="87" y="155"/>
                  </a:cubicBezTo>
                  <a:cubicBezTo>
                    <a:pt x="87" y="155"/>
                    <a:pt x="87" y="155"/>
                    <a:pt x="87" y="155"/>
                  </a:cubicBezTo>
                  <a:cubicBezTo>
                    <a:pt x="87" y="156"/>
                    <a:pt x="87" y="156"/>
                    <a:pt x="87" y="156"/>
                  </a:cubicBezTo>
                  <a:cubicBezTo>
                    <a:pt x="87" y="156"/>
                    <a:pt x="87" y="157"/>
                    <a:pt x="87" y="157"/>
                  </a:cubicBezTo>
                  <a:cubicBezTo>
                    <a:pt x="86" y="157"/>
                    <a:pt x="86" y="157"/>
                    <a:pt x="86" y="157"/>
                  </a:cubicBezTo>
                  <a:cubicBezTo>
                    <a:pt x="86" y="157"/>
                    <a:pt x="86" y="158"/>
                    <a:pt x="86" y="158"/>
                  </a:cubicBezTo>
                  <a:cubicBezTo>
                    <a:pt x="86" y="158"/>
                    <a:pt x="86" y="158"/>
                    <a:pt x="86" y="158"/>
                  </a:cubicBezTo>
                  <a:cubicBezTo>
                    <a:pt x="86" y="158"/>
                    <a:pt x="86" y="158"/>
                    <a:pt x="86" y="158"/>
                  </a:cubicBezTo>
                  <a:cubicBezTo>
                    <a:pt x="86" y="158"/>
                    <a:pt x="86" y="159"/>
                    <a:pt x="86" y="159"/>
                  </a:cubicBezTo>
                  <a:cubicBezTo>
                    <a:pt x="86" y="159"/>
                    <a:pt x="86" y="159"/>
                    <a:pt x="86" y="159"/>
                  </a:cubicBezTo>
                  <a:cubicBezTo>
                    <a:pt x="86" y="159"/>
                    <a:pt x="86" y="159"/>
                    <a:pt x="86" y="159"/>
                  </a:cubicBezTo>
                  <a:cubicBezTo>
                    <a:pt x="86" y="159"/>
                    <a:pt x="87" y="159"/>
                    <a:pt x="87" y="159"/>
                  </a:cubicBezTo>
                  <a:cubicBezTo>
                    <a:pt x="87" y="159"/>
                    <a:pt x="87" y="158"/>
                    <a:pt x="87" y="158"/>
                  </a:cubicBezTo>
                  <a:cubicBezTo>
                    <a:pt x="87" y="158"/>
                    <a:pt x="87" y="158"/>
                    <a:pt x="87" y="157"/>
                  </a:cubicBezTo>
                  <a:cubicBezTo>
                    <a:pt x="87" y="157"/>
                    <a:pt x="87" y="157"/>
                    <a:pt x="87" y="157"/>
                  </a:cubicBezTo>
                  <a:cubicBezTo>
                    <a:pt x="87" y="157"/>
                    <a:pt x="88" y="157"/>
                    <a:pt x="88" y="157"/>
                  </a:cubicBezTo>
                  <a:cubicBezTo>
                    <a:pt x="88" y="157"/>
                    <a:pt x="88" y="157"/>
                    <a:pt x="88" y="157"/>
                  </a:cubicBezTo>
                  <a:cubicBezTo>
                    <a:pt x="88" y="157"/>
                    <a:pt x="88" y="158"/>
                    <a:pt x="88" y="158"/>
                  </a:cubicBezTo>
                  <a:cubicBezTo>
                    <a:pt x="88" y="158"/>
                    <a:pt x="88" y="158"/>
                    <a:pt x="88" y="158"/>
                  </a:cubicBezTo>
                  <a:cubicBezTo>
                    <a:pt x="88" y="158"/>
                    <a:pt x="88" y="159"/>
                    <a:pt x="88" y="159"/>
                  </a:cubicBezTo>
                  <a:cubicBezTo>
                    <a:pt x="88" y="159"/>
                    <a:pt x="88" y="159"/>
                    <a:pt x="88" y="159"/>
                  </a:cubicBezTo>
                  <a:cubicBezTo>
                    <a:pt x="88" y="159"/>
                    <a:pt x="88" y="159"/>
                    <a:pt x="88" y="159"/>
                  </a:cubicBezTo>
                  <a:cubicBezTo>
                    <a:pt x="88" y="159"/>
                    <a:pt x="88" y="159"/>
                    <a:pt x="88" y="159"/>
                  </a:cubicBezTo>
                  <a:cubicBezTo>
                    <a:pt x="88" y="159"/>
                    <a:pt x="88" y="159"/>
                    <a:pt x="89" y="159"/>
                  </a:cubicBezTo>
                  <a:cubicBezTo>
                    <a:pt x="89" y="159"/>
                    <a:pt x="89" y="159"/>
                    <a:pt x="89" y="159"/>
                  </a:cubicBezTo>
                  <a:cubicBezTo>
                    <a:pt x="89" y="159"/>
                    <a:pt x="89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0" y="159"/>
                    <a:pt x="90" y="159"/>
                    <a:pt x="90" y="159"/>
                  </a:cubicBezTo>
                  <a:cubicBezTo>
                    <a:pt x="90" y="159"/>
                    <a:pt x="91" y="159"/>
                    <a:pt x="90" y="159"/>
                  </a:cubicBezTo>
                  <a:cubicBezTo>
                    <a:pt x="90" y="158"/>
                    <a:pt x="91" y="158"/>
                    <a:pt x="91" y="158"/>
                  </a:cubicBezTo>
                  <a:cubicBezTo>
                    <a:pt x="91" y="158"/>
                    <a:pt x="91" y="158"/>
                    <a:pt x="91" y="158"/>
                  </a:cubicBezTo>
                  <a:cubicBezTo>
                    <a:pt x="91" y="158"/>
                    <a:pt x="92" y="158"/>
                    <a:pt x="92" y="158"/>
                  </a:cubicBezTo>
                  <a:cubicBezTo>
                    <a:pt x="92" y="158"/>
                    <a:pt x="92" y="158"/>
                    <a:pt x="92" y="159"/>
                  </a:cubicBezTo>
                  <a:cubicBezTo>
                    <a:pt x="92" y="159"/>
                    <a:pt x="92" y="159"/>
                    <a:pt x="92" y="159"/>
                  </a:cubicBezTo>
                  <a:cubicBezTo>
                    <a:pt x="92" y="159"/>
                    <a:pt x="92" y="159"/>
                    <a:pt x="92" y="159"/>
                  </a:cubicBezTo>
                  <a:cubicBezTo>
                    <a:pt x="92" y="159"/>
                    <a:pt x="92" y="159"/>
                    <a:pt x="92" y="159"/>
                  </a:cubicBezTo>
                  <a:cubicBezTo>
                    <a:pt x="92" y="159"/>
                    <a:pt x="92" y="159"/>
                    <a:pt x="92" y="159"/>
                  </a:cubicBezTo>
                  <a:cubicBezTo>
                    <a:pt x="92" y="159"/>
                    <a:pt x="92" y="159"/>
                    <a:pt x="92" y="159"/>
                  </a:cubicBezTo>
                  <a:cubicBezTo>
                    <a:pt x="92" y="158"/>
                    <a:pt x="92" y="158"/>
                    <a:pt x="92" y="158"/>
                  </a:cubicBezTo>
                  <a:cubicBezTo>
                    <a:pt x="92" y="158"/>
                    <a:pt x="92" y="158"/>
                    <a:pt x="92" y="158"/>
                  </a:cubicBezTo>
                  <a:cubicBezTo>
                    <a:pt x="92" y="158"/>
                    <a:pt x="92" y="158"/>
                    <a:pt x="93" y="158"/>
                  </a:cubicBezTo>
                  <a:cubicBezTo>
                    <a:pt x="93" y="158"/>
                    <a:pt x="93" y="158"/>
                    <a:pt x="93" y="158"/>
                  </a:cubicBezTo>
                  <a:cubicBezTo>
                    <a:pt x="93" y="158"/>
                    <a:pt x="93" y="158"/>
                    <a:pt x="93" y="158"/>
                  </a:cubicBezTo>
                  <a:cubicBezTo>
                    <a:pt x="93" y="158"/>
                    <a:pt x="94" y="157"/>
                    <a:pt x="94" y="157"/>
                  </a:cubicBezTo>
                  <a:cubicBezTo>
                    <a:pt x="94" y="157"/>
                    <a:pt x="94" y="157"/>
                    <a:pt x="94" y="158"/>
                  </a:cubicBezTo>
                  <a:cubicBezTo>
                    <a:pt x="94" y="158"/>
                    <a:pt x="95" y="158"/>
                    <a:pt x="95" y="158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5" y="158"/>
                    <a:pt x="95" y="158"/>
                    <a:pt x="95" y="158"/>
                  </a:cubicBezTo>
                  <a:cubicBezTo>
                    <a:pt x="95" y="158"/>
                    <a:pt x="96" y="158"/>
                    <a:pt x="96" y="159"/>
                  </a:cubicBezTo>
                  <a:cubicBezTo>
                    <a:pt x="96" y="159"/>
                    <a:pt x="96" y="159"/>
                    <a:pt x="96" y="159"/>
                  </a:cubicBezTo>
                  <a:cubicBezTo>
                    <a:pt x="96" y="159"/>
                    <a:pt x="96" y="159"/>
                    <a:pt x="96" y="159"/>
                  </a:cubicBezTo>
                  <a:cubicBezTo>
                    <a:pt x="96" y="159"/>
                    <a:pt x="96" y="159"/>
                    <a:pt x="96" y="159"/>
                  </a:cubicBezTo>
                  <a:cubicBezTo>
                    <a:pt x="96" y="159"/>
                    <a:pt x="96" y="159"/>
                    <a:pt x="97" y="159"/>
                  </a:cubicBezTo>
                  <a:cubicBezTo>
                    <a:pt x="97" y="159"/>
                    <a:pt x="97" y="159"/>
                    <a:pt x="97" y="159"/>
                  </a:cubicBezTo>
                  <a:cubicBezTo>
                    <a:pt x="97" y="159"/>
                    <a:pt x="97" y="159"/>
                    <a:pt x="97" y="158"/>
                  </a:cubicBezTo>
                  <a:close/>
                  <a:moveTo>
                    <a:pt x="111" y="152"/>
                  </a:moveTo>
                  <a:cubicBezTo>
                    <a:pt x="111" y="152"/>
                    <a:pt x="111" y="151"/>
                    <a:pt x="111" y="151"/>
                  </a:cubicBezTo>
                  <a:cubicBezTo>
                    <a:pt x="111" y="151"/>
                    <a:pt x="111" y="151"/>
                    <a:pt x="111" y="151"/>
                  </a:cubicBezTo>
                  <a:cubicBezTo>
                    <a:pt x="110" y="151"/>
                    <a:pt x="110" y="151"/>
                    <a:pt x="110" y="151"/>
                  </a:cubicBezTo>
                  <a:cubicBezTo>
                    <a:pt x="110" y="151"/>
                    <a:pt x="110" y="152"/>
                    <a:pt x="110" y="152"/>
                  </a:cubicBezTo>
                  <a:cubicBezTo>
                    <a:pt x="110" y="152"/>
                    <a:pt x="110" y="152"/>
                    <a:pt x="110" y="152"/>
                  </a:cubicBezTo>
                  <a:cubicBezTo>
                    <a:pt x="109" y="153"/>
                    <a:pt x="109" y="153"/>
                    <a:pt x="109" y="153"/>
                  </a:cubicBezTo>
                  <a:cubicBezTo>
                    <a:pt x="109" y="153"/>
                    <a:pt x="109" y="153"/>
                    <a:pt x="109" y="153"/>
                  </a:cubicBezTo>
                  <a:cubicBezTo>
                    <a:pt x="108" y="153"/>
                    <a:pt x="108" y="153"/>
                    <a:pt x="108" y="153"/>
                  </a:cubicBezTo>
                  <a:cubicBezTo>
                    <a:pt x="108" y="152"/>
                    <a:pt x="108" y="152"/>
                    <a:pt x="108" y="152"/>
                  </a:cubicBezTo>
                  <a:cubicBezTo>
                    <a:pt x="108" y="152"/>
                    <a:pt x="108" y="152"/>
                    <a:pt x="108" y="152"/>
                  </a:cubicBezTo>
                  <a:cubicBezTo>
                    <a:pt x="108" y="151"/>
                    <a:pt x="108" y="151"/>
                    <a:pt x="108" y="151"/>
                  </a:cubicBezTo>
                  <a:cubicBezTo>
                    <a:pt x="108" y="151"/>
                    <a:pt x="109" y="151"/>
                    <a:pt x="109" y="150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9" y="150"/>
                    <a:pt x="109" y="150"/>
                    <a:pt x="109" y="150"/>
                  </a:cubicBezTo>
                  <a:cubicBezTo>
                    <a:pt x="109" y="150"/>
                    <a:pt x="109" y="150"/>
                    <a:pt x="108" y="150"/>
                  </a:cubicBezTo>
                  <a:cubicBezTo>
                    <a:pt x="108" y="149"/>
                    <a:pt x="108" y="149"/>
                    <a:pt x="108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7" y="149"/>
                    <a:pt x="107" y="149"/>
                    <a:pt x="107" y="149"/>
                  </a:cubicBezTo>
                  <a:cubicBezTo>
                    <a:pt x="106" y="149"/>
                    <a:pt x="106" y="149"/>
                    <a:pt x="106" y="149"/>
                  </a:cubicBezTo>
                  <a:cubicBezTo>
                    <a:pt x="106" y="149"/>
                    <a:pt x="105" y="150"/>
                    <a:pt x="105" y="149"/>
                  </a:cubicBezTo>
                  <a:cubicBezTo>
                    <a:pt x="105" y="149"/>
                    <a:pt x="105" y="149"/>
                    <a:pt x="105" y="149"/>
                  </a:cubicBezTo>
                  <a:cubicBezTo>
                    <a:pt x="105" y="149"/>
                    <a:pt x="105" y="149"/>
                    <a:pt x="105" y="150"/>
                  </a:cubicBezTo>
                  <a:cubicBezTo>
                    <a:pt x="104" y="150"/>
                    <a:pt x="104" y="150"/>
                    <a:pt x="104" y="150"/>
                  </a:cubicBezTo>
                  <a:cubicBezTo>
                    <a:pt x="104" y="150"/>
                    <a:pt x="104" y="150"/>
                    <a:pt x="104" y="150"/>
                  </a:cubicBezTo>
                  <a:cubicBezTo>
                    <a:pt x="104" y="150"/>
                    <a:pt x="104" y="150"/>
                    <a:pt x="104" y="150"/>
                  </a:cubicBezTo>
                  <a:cubicBezTo>
                    <a:pt x="104" y="150"/>
                    <a:pt x="103" y="150"/>
                    <a:pt x="103" y="151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3" y="151"/>
                    <a:pt x="103" y="151"/>
                    <a:pt x="103" y="151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4"/>
                    <a:pt x="104" y="154"/>
                    <a:pt x="103" y="154"/>
                  </a:cubicBezTo>
                  <a:cubicBezTo>
                    <a:pt x="103" y="154"/>
                    <a:pt x="103" y="154"/>
                    <a:pt x="103" y="154"/>
                  </a:cubicBezTo>
                  <a:cubicBezTo>
                    <a:pt x="103" y="155"/>
                    <a:pt x="103" y="155"/>
                    <a:pt x="103" y="155"/>
                  </a:cubicBezTo>
                  <a:cubicBezTo>
                    <a:pt x="103" y="155"/>
                    <a:pt x="103" y="155"/>
                    <a:pt x="103" y="155"/>
                  </a:cubicBezTo>
                  <a:cubicBezTo>
                    <a:pt x="103" y="156"/>
                    <a:pt x="103" y="156"/>
                    <a:pt x="103" y="156"/>
                  </a:cubicBezTo>
                  <a:cubicBezTo>
                    <a:pt x="103" y="156"/>
                    <a:pt x="103" y="156"/>
                    <a:pt x="103" y="156"/>
                  </a:cubicBezTo>
                  <a:cubicBezTo>
                    <a:pt x="104" y="156"/>
                    <a:pt x="104" y="156"/>
                    <a:pt x="104" y="155"/>
                  </a:cubicBezTo>
                  <a:cubicBezTo>
                    <a:pt x="104" y="155"/>
                    <a:pt x="104" y="155"/>
                    <a:pt x="105" y="155"/>
                  </a:cubicBezTo>
                  <a:cubicBezTo>
                    <a:pt x="105" y="155"/>
                    <a:pt x="105" y="155"/>
                    <a:pt x="105" y="155"/>
                  </a:cubicBezTo>
                  <a:cubicBezTo>
                    <a:pt x="105" y="155"/>
                    <a:pt x="105" y="155"/>
                    <a:pt x="105" y="155"/>
                  </a:cubicBezTo>
                  <a:cubicBezTo>
                    <a:pt x="106" y="155"/>
                    <a:pt x="106" y="155"/>
                    <a:pt x="106" y="155"/>
                  </a:cubicBezTo>
                  <a:cubicBezTo>
                    <a:pt x="106" y="155"/>
                    <a:pt x="106" y="155"/>
                    <a:pt x="106" y="155"/>
                  </a:cubicBezTo>
                  <a:cubicBezTo>
                    <a:pt x="106" y="155"/>
                    <a:pt x="106" y="155"/>
                    <a:pt x="106" y="155"/>
                  </a:cubicBezTo>
                  <a:cubicBezTo>
                    <a:pt x="106" y="155"/>
                    <a:pt x="106" y="155"/>
                    <a:pt x="106" y="156"/>
                  </a:cubicBezTo>
                  <a:cubicBezTo>
                    <a:pt x="106" y="156"/>
                    <a:pt x="106" y="156"/>
                    <a:pt x="105" y="156"/>
                  </a:cubicBezTo>
                  <a:cubicBezTo>
                    <a:pt x="105" y="156"/>
                    <a:pt x="105" y="156"/>
                    <a:pt x="105" y="156"/>
                  </a:cubicBezTo>
                  <a:cubicBezTo>
                    <a:pt x="105" y="156"/>
                    <a:pt x="105" y="156"/>
                    <a:pt x="105" y="156"/>
                  </a:cubicBezTo>
                  <a:cubicBezTo>
                    <a:pt x="105" y="156"/>
                    <a:pt x="105" y="157"/>
                    <a:pt x="105" y="157"/>
                  </a:cubicBezTo>
                  <a:cubicBezTo>
                    <a:pt x="104" y="157"/>
                    <a:pt x="104" y="157"/>
                    <a:pt x="104" y="157"/>
                  </a:cubicBezTo>
                  <a:cubicBezTo>
                    <a:pt x="104" y="157"/>
                    <a:pt x="104" y="157"/>
                    <a:pt x="104" y="157"/>
                  </a:cubicBezTo>
                  <a:cubicBezTo>
                    <a:pt x="104" y="157"/>
                    <a:pt x="104" y="157"/>
                    <a:pt x="103" y="158"/>
                  </a:cubicBezTo>
                  <a:cubicBezTo>
                    <a:pt x="103" y="158"/>
                    <a:pt x="103" y="158"/>
                    <a:pt x="103" y="158"/>
                  </a:cubicBezTo>
                  <a:cubicBezTo>
                    <a:pt x="103" y="158"/>
                    <a:pt x="103" y="158"/>
                    <a:pt x="103" y="158"/>
                  </a:cubicBezTo>
                  <a:cubicBezTo>
                    <a:pt x="103" y="158"/>
                    <a:pt x="102" y="159"/>
                    <a:pt x="102" y="159"/>
                  </a:cubicBezTo>
                  <a:cubicBezTo>
                    <a:pt x="102" y="159"/>
                    <a:pt x="102" y="159"/>
                    <a:pt x="102" y="159"/>
                  </a:cubicBezTo>
                  <a:cubicBezTo>
                    <a:pt x="102" y="159"/>
                    <a:pt x="102" y="159"/>
                    <a:pt x="102" y="159"/>
                  </a:cubicBezTo>
                  <a:cubicBezTo>
                    <a:pt x="102" y="159"/>
                    <a:pt x="102" y="159"/>
                    <a:pt x="102" y="159"/>
                  </a:cubicBezTo>
                  <a:cubicBezTo>
                    <a:pt x="102" y="159"/>
                    <a:pt x="103" y="159"/>
                    <a:pt x="103" y="159"/>
                  </a:cubicBezTo>
                  <a:cubicBezTo>
                    <a:pt x="103" y="159"/>
                    <a:pt x="103" y="159"/>
                    <a:pt x="103" y="159"/>
                  </a:cubicBezTo>
                  <a:cubicBezTo>
                    <a:pt x="103" y="159"/>
                    <a:pt x="103" y="159"/>
                    <a:pt x="103" y="159"/>
                  </a:cubicBezTo>
                  <a:cubicBezTo>
                    <a:pt x="104" y="159"/>
                    <a:pt x="104" y="159"/>
                    <a:pt x="104" y="159"/>
                  </a:cubicBezTo>
                  <a:cubicBezTo>
                    <a:pt x="104" y="159"/>
                    <a:pt x="104" y="159"/>
                    <a:pt x="104" y="159"/>
                  </a:cubicBezTo>
                  <a:cubicBezTo>
                    <a:pt x="104" y="159"/>
                    <a:pt x="104" y="158"/>
                    <a:pt x="104" y="158"/>
                  </a:cubicBezTo>
                  <a:cubicBezTo>
                    <a:pt x="104" y="158"/>
                    <a:pt x="105" y="158"/>
                    <a:pt x="105" y="158"/>
                  </a:cubicBezTo>
                  <a:cubicBezTo>
                    <a:pt x="105" y="158"/>
                    <a:pt x="106" y="157"/>
                    <a:pt x="106" y="157"/>
                  </a:cubicBezTo>
                  <a:cubicBezTo>
                    <a:pt x="106" y="157"/>
                    <a:pt x="106" y="157"/>
                    <a:pt x="106" y="157"/>
                  </a:cubicBezTo>
                  <a:cubicBezTo>
                    <a:pt x="106" y="157"/>
                    <a:pt x="106" y="157"/>
                    <a:pt x="106" y="157"/>
                  </a:cubicBezTo>
                  <a:cubicBezTo>
                    <a:pt x="106" y="157"/>
                    <a:pt x="106" y="157"/>
                    <a:pt x="106" y="157"/>
                  </a:cubicBezTo>
                  <a:cubicBezTo>
                    <a:pt x="106" y="157"/>
                    <a:pt x="107" y="157"/>
                    <a:pt x="107" y="157"/>
                  </a:cubicBezTo>
                  <a:cubicBezTo>
                    <a:pt x="107" y="157"/>
                    <a:pt x="107" y="157"/>
                    <a:pt x="107" y="156"/>
                  </a:cubicBezTo>
                  <a:cubicBezTo>
                    <a:pt x="107" y="156"/>
                    <a:pt x="107" y="157"/>
                    <a:pt x="107" y="157"/>
                  </a:cubicBezTo>
                  <a:cubicBezTo>
                    <a:pt x="107" y="157"/>
                    <a:pt x="107" y="157"/>
                    <a:pt x="107" y="157"/>
                  </a:cubicBezTo>
                  <a:cubicBezTo>
                    <a:pt x="107" y="157"/>
                    <a:pt x="107" y="157"/>
                    <a:pt x="107" y="157"/>
                  </a:cubicBezTo>
                  <a:cubicBezTo>
                    <a:pt x="107" y="157"/>
                    <a:pt x="107" y="158"/>
                    <a:pt x="107" y="158"/>
                  </a:cubicBezTo>
                  <a:cubicBezTo>
                    <a:pt x="107" y="158"/>
                    <a:pt x="107" y="158"/>
                    <a:pt x="107" y="158"/>
                  </a:cubicBezTo>
                  <a:cubicBezTo>
                    <a:pt x="107" y="158"/>
                    <a:pt x="107" y="159"/>
                    <a:pt x="107" y="159"/>
                  </a:cubicBezTo>
                  <a:cubicBezTo>
                    <a:pt x="107" y="159"/>
                    <a:pt x="107" y="159"/>
                    <a:pt x="107" y="159"/>
                  </a:cubicBezTo>
                  <a:cubicBezTo>
                    <a:pt x="107" y="159"/>
                    <a:pt x="107" y="159"/>
                    <a:pt x="107" y="159"/>
                  </a:cubicBezTo>
                  <a:cubicBezTo>
                    <a:pt x="107" y="160"/>
                    <a:pt x="107" y="160"/>
                    <a:pt x="107" y="160"/>
                  </a:cubicBezTo>
                  <a:cubicBezTo>
                    <a:pt x="107" y="160"/>
                    <a:pt x="107" y="160"/>
                    <a:pt x="107" y="160"/>
                  </a:cubicBezTo>
                  <a:cubicBezTo>
                    <a:pt x="107" y="159"/>
                    <a:pt x="106" y="159"/>
                    <a:pt x="106" y="159"/>
                  </a:cubicBezTo>
                  <a:cubicBezTo>
                    <a:pt x="106" y="159"/>
                    <a:pt x="106" y="159"/>
                    <a:pt x="106" y="159"/>
                  </a:cubicBezTo>
                  <a:cubicBezTo>
                    <a:pt x="106" y="159"/>
                    <a:pt x="106" y="159"/>
                    <a:pt x="106" y="159"/>
                  </a:cubicBezTo>
                  <a:cubicBezTo>
                    <a:pt x="106" y="159"/>
                    <a:pt x="106" y="159"/>
                    <a:pt x="106" y="159"/>
                  </a:cubicBezTo>
                  <a:cubicBezTo>
                    <a:pt x="106" y="159"/>
                    <a:pt x="106" y="160"/>
                    <a:pt x="106" y="160"/>
                  </a:cubicBezTo>
                  <a:cubicBezTo>
                    <a:pt x="106" y="160"/>
                    <a:pt x="106" y="160"/>
                    <a:pt x="106" y="160"/>
                  </a:cubicBezTo>
                  <a:cubicBezTo>
                    <a:pt x="106" y="160"/>
                    <a:pt x="106" y="160"/>
                    <a:pt x="106" y="160"/>
                  </a:cubicBezTo>
                  <a:cubicBezTo>
                    <a:pt x="106" y="160"/>
                    <a:pt x="107" y="160"/>
                    <a:pt x="107" y="161"/>
                  </a:cubicBezTo>
                  <a:cubicBezTo>
                    <a:pt x="107" y="161"/>
                    <a:pt x="107" y="161"/>
                    <a:pt x="107" y="161"/>
                  </a:cubicBezTo>
                  <a:cubicBezTo>
                    <a:pt x="107" y="161"/>
                    <a:pt x="107" y="161"/>
                    <a:pt x="107" y="161"/>
                  </a:cubicBezTo>
                  <a:cubicBezTo>
                    <a:pt x="107" y="161"/>
                    <a:pt x="107" y="161"/>
                    <a:pt x="107" y="161"/>
                  </a:cubicBezTo>
                  <a:cubicBezTo>
                    <a:pt x="107" y="161"/>
                    <a:pt x="108" y="161"/>
                    <a:pt x="108" y="161"/>
                  </a:cubicBezTo>
                  <a:cubicBezTo>
                    <a:pt x="108" y="161"/>
                    <a:pt x="108" y="160"/>
                    <a:pt x="108" y="160"/>
                  </a:cubicBezTo>
                  <a:cubicBezTo>
                    <a:pt x="108" y="160"/>
                    <a:pt x="108" y="160"/>
                    <a:pt x="108" y="160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08" y="159"/>
                    <a:pt x="108" y="159"/>
                    <a:pt x="108" y="159"/>
                  </a:cubicBezTo>
                  <a:cubicBezTo>
                    <a:pt x="108" y="159"/>
                    <a:pt x="108" y="158"/>
                    <a:pt x="108" y="158"/>
                  </a:cubicBezTo>
                  <a:cubicBezTo>
                    <a:pt x="108" y="158"/>
                    <a:pt x="108" y="158"/>
                    <a:pt x="108" y="157"/>
                  </a:cubicBezTo>
                  <a:cubicBezTo>
                    <a:pt x="108" y="157"/>
                    <a:pt x="108" y="157"/>
                    <a:pt x="108" y="157"/>
                  </a:cubicBezTo>
                  <a:cubicBezTo>
                    <a:pt x="108" y="157"/>
                    <a:pt x="108" y="157"/>
                    <a:pt x="108" y="157"/>
                  </a:cubicBezTo>
                  <a:cubicBezTo>
                    <a:pt x="108" y="157"/>
                    <a:pt x="108" y="157"/>
                    <a:pt x="108" y="156"/>
                  </a:cubicBezTo>
                  <a:cubicBezTo>
                    <a:pt x="108" y="156"/>
                    <a:pt x="108" y="156"/>
                    <a:pt x="108" y="155"/>
                  </a:cubicBezTo>
                  <a:cubicBezTo>
                    <a:pt x="108" y="155"/>
                    <a:pt x="108" y="155"/>
                    <a:pt x="108" y="155"/>
                  </a:cubicBezTo>
                  <a:cubicBezTo>
                    <a:pt x="108" y="155"/>
                    <a:pt x="108" y="155"/>
                    <a:pt x="108" y="155"/>
                  </a:cubicBezTo>
                  <a:cubicBezTo>
                    <a:pt x="109" y="154"/>
                    <a:pt x="109" y="154"/>
                    <a:pt x="109" y="154"/>
                  </a:cubicBezTo>
                  <a:cubicBezTo>
                    <a:pt x="109" y="154"/>
                    <a:pt x="109" y="154"/>
                    <a:pt x="109" y="154"/>
                  </a:cubicBezTo>
                  <a:cubicBezTo>
                    <a:pt x="110" y="154"/>
                    <a:pt x="110" y="153"/>
                    <a:pt x="110" y="153"/>
                  </a:cubicBezTo>
                  <a:cubicBezTo>
                    <a:pt x="110" y="153"/>
                    <a:pt x="110" y="153"/>
                    <a:pt x="110" y="152"/>
                  </a:cubicBezTo>
                  <a:cubicBezTo>
                    <a:pt x="110" y="152"/>
                    <a:pt x="111" y="152"/>
                    <a:pt x="111" y="152"/>
                  </a:cubicBezTo>
                  <a:cubicBezTo>
                    <a:pt x="111" y="152"/>
                    <a:pt x="111" y="152"/>
                    <a:pt x="111" y="152"/>
                  </a:cubicBezTo>
                  <a:cubicBezTo>
                    <a:pt x="111" y="152"/>
                    <a:pt x="111" y="152"/>
                    <a:pt x="111" y="152"/>
                  </a:cubicBezTo>
                  <a:close/>
                  <a:moveTo>
                    <a:pt x="131" y="157"/>
                  </a:moveTo>
                  <a:cubicBezTo>
                    <a:pt x="131" y="157"/>
                    <a:pt x="131" y="157"/>
                    <a:pt x="131" y="157"/>
                  </a:cubicBezTo>
                  <a:cubicBezTo>
                    <a:pt x="131" y="157"/>
                    <a:pt x="131" y="157"/>
                    <a:pt x="131" y="156"/>
                  </a:cubicBezTo>
                  <a:cubicBezTo>
                    <a:pt x="131" y="156"/>
                    <a:pt x="131" y="156"/>
                    <a:pt x="131" y="156"/>
                  </a:cubicBezTo>
                  <a:cubicBezTo>
                    <a:pt x="131" y="156"/>
                    <a:pt x="131" y="156"/>
                    <a:pt x="131" y="156"/>
                  </a:cubicBezTo>
                  <a:cubicBezTo>
                    <a:pt x="130" y="156"/>
                    <a:pt x="130" y="156"/>
                    <a:pt x="130" y="156"/>
                  </a:cubicBezTo>
                  <a:cubicBezTo>
                    <a:pt x="130" y="156"/>
                    <a:pt x="129" y="155"/>
                    <a:pt x="129" y="156"/>
                  </a:cubicBezTo>
                  <a:cubicBezTo>
                    <a:pt x="129" y="156"/>
                    <a:pt x="128" y="155"/>
                    <a:pt x="128" y="155"/>
                  </a:cubicBezTo>
                  <a:cubicBezTo>
                    <a:pt x="128" y="155"/>
                    <a:pt x="128" y="155"/>
                    <a:pt x="128" y="155"/>
                  </a:cubicBezTo>
                  <a:cubicBezTo>
                    <a:pt x="128" y="155"/>
                    <a:pt x="128" y="155"/>
                    <a:pt x="128" y="155"/>
                  </a:cubicBezTo>
                  <a:cubicBezTo>
                    <a:pt x="128" y="155"/>
                    <a:pt x="128" y="155"/>
                    <a:pt x="128" y="154"/>
                  </a:cubicBezTo>
                  <a:cubicBezTo>
                    <a:pt x="128" y="154"/>
                    <a:pt x="128" y="154"/>
                    <a:pt x="128" y="153"/>
                  </a:cubicBezTo>
                  <a:cubicBezTo>
                    <a:pt x="128" y="153"/>
                    <a:pt x="128" y="153"/>
                    <a:pt x="128" y="153"/>
                  </a:cubicBezTo>
                  <a:cubicBezTo>
                    <a:pt x="128" y="153"/>
                    <a:pt x="128" y="153"/>
                    <a:pt x="128" y="153"/>
                  </a:cubicBezTo>
                  <a:cubicBezTo>
                    <a:pt x="128" y="153"/>
                    <a:pt x="128" y="152"/>
                    <a:pt x="128" y="152"/>
                  </a:cubicBezTo>
                  <a:cubicBezTo>
                    <a:pt x="128" y="152"/>
                    <a:pt x="128" y="152"/>
                    <a:pt x="128" y="152"/>
                  </a:cubicBezTo>
                  <a:cubicBezTo>
                    <a:pt x="128" y="152"/>
                    <a:pt x="128" y="152"/>
                    <a:pt x="128" y="152"/>
                  </a:cubicBezTo>
                  <a:cubicBezTo>
                    <a:pt x="128" y="152"/>
                    <a:pt x="128" y="152"/>
                    <a:pt x="128" y="152"/>
                  </a:cubicBezTo>
                  <a:cubicBezTo>
                    <a:pt x="128" y="151"/>
                    <a:pt x="129" y="151"/>
                    <a:pt x="129" y="151"/>
                  </a:cubicBezTo>
                  <a:cubicBezTo>
                    <a:pt x="129" y="151"/>
                    <a:pt x="129" y="151"/>
                    <a:pt x="129" y="151"/>
                  </a:cubicBezTo>
                  <a:cubicBezTo>
                    <a:pt x="129" y="151"/>
                    <a:pt x="130" y="150"/>
                    <a:pt x="130" y="150"/>
                  </a:cubicBezTo>
                  <a:cubicBezTo>
                    <a:pt x="130" y="150"/>
                    <a:pt x="130" y="150"/>
                    <a:pt x="130" y="150"/>
                  </a:cubicBezTo>
                  <a:cubicBezTo>
                    <a:pt x="130" y="150"/>
                    <a:pt x="130" y="149"/>
                    <a:pt x="129" y="149"/>
                  </a:cubicBezTo>
                  <a:cubicBezTo>
                    <a:pt x="129" y="149"/>
                    <a:pt x="129" y="149"/>
                    <a:pt x="129" y="149"/>
                  </a:cubicBezTo>
                  <a:cubicBezTo>
                    <a:pt x="129" y="149"/>
                    <a:pt x="129" y="149"/>
                    <a:pt x="129" y="149"/>
                  </a:cubicBezTo>
                  <a:cubicBezTo>
                    <a:pt x="129" y="149"/>
                    <a:pt x="129" y="149"/>
                    <a:pt x="128" y="149"/>
                  </a:cubicBezTo>
                  <a:cubicBezTo>
                    <a:pt x="128" y="149"/>
                    <a:pt x="128" y="149"/>
                    <a:pt x="128" y="149"/>
                  </a:cubicBezTo>
                  <a:cubicBezTo>
                    <a:pt x="128" y="149"/>
                    <a:pt x="128" y="149"/>
                    <a:pt x="128" y="149"/>
                  </a:cubicBezTo>
                  <a:cubicBezTo>
                    <a:pt x="128" y="149"/>
                    <a:pt x="128" y="149"/>
                    <a:pt x="128" y="149"/>
                  </a:cubicBezTo>
                  <a:cubicBezTo>
                    <a:pt x="128" y="149"/>
                    <a:pt x="127" y="149"/>
                    <a:pt x="128" y="149"/>
                  </a:cubicBezTo>
                  <a:cubicBezTo>
                    <a:pt x="128" y="149"/>
                    <a:pt x="127" y="149"/>
                    <a:pt x="127" y="149"/>
                  </a:cubicBezTo>
                  <a:cubicBezTo>
                    <a:pt x="127" y="149"/>
                    <a:pt x="127" y="149"/>
                    <a:pt x="127" y="149"/>
                  </a:cubicBezTo>
                  <a:cubicBezTo>
                    <a:pt x="127" y="149"/>
                    <a:pt x="127" y="148"/>
                    <a:pt x="127" y="148"/>
                  </a:cubicBezTo>
                  <a:cubicBezTo>
                    <a:pt x="127" y="148"/>
                    <a:pt x="127" y="148"/>
                    <a:pt x="127" y="148"/>
                  </a:cubicBezTo>
                  <a:cubicBezTo>
                    <a:pt x="127" y="148"/>
                    <a:pt x="127" y="148"/>
                    <a:pt x="127" y="147"/>
                  </a:cubicBezTo>
                  <a:cubicBezTo>
                    <a:pt x="126" y="147"/>
                    <a:pt x="126" y="147"/>
                    <a:pt x="126" y="147"/>
                  </a:cubicBezTo>
                  <a:cubicBezTo>
                    <a:pt x="126" y="147"/>
                    <a:pt x="126" y="147"/>
                    <a:pt x="126" y="147"/>
                  </a:cubicBezTo>
                  <a:cubicBezTo>
                    <a:pt x="126" y="147"/>
                    <a:pt x="126" y="147"/>
                    <a:pt x="126" y="147"/>
                  </a:cubicBezTo>
                  <a:cubicBezTo>
                    <a:pt x="125" y="147"/>
                    <a:pt x="125" y="147"/>
                    <a:pt x="125" y="147"/>
                  </a:cubicBezTo>
                  <a:cubicBezTo>
                    <a:pt x="125" y="147"/>
                    <a:pt x="125" y="147"/>
                    <a:pt x="125" y="147"/>
                  </a:cubicBezTo>
                  <a:cubicBezTo>
                    <a:pt x="125" y="147"/>
                    <a:pt x="126" y="148"/>
                    <a:pt x="126" y="148"/>
                  </a:cubicBezTo>
                  <a:cubicBezTo>
                    <a:pt x="126" y="148"/>
                    <a:pt x="126" y="148"/>
                    <a:pt x="126" y="148"/>
                  </a:cubicBezTo>
                  <a:cubicBezTo>
                    <a:pt x="126" y="148"/>
                    <a:pt x="126" y="148"/>
                    <a:pt x="126" y="148"/>
                  </a:cubicBezTo>
                  <a:cubicBezTo>
                    <a:pt x="126" y="149"/>
                    <a:pt x="126" y="149"/>
                    <a:pt x="126" y="149"/>
                  </a:cubicBezTo>
                  <a:cubicBezTo>
                    <a:pt x="126" y="150"/>
                    <a:pt x="126" y="150"/>
                    <a:pt x="126" y="150"/>
                  </a:cubicBezTo>
                  <a:cubicBezTo>
                    <a:pt x="126" y="150"/>
                    <a:pt x="126" y="150"/>
                    <a:pt x="126" y="150"/>
                  </a:cubicBezTo>
                  <a:cubicBezTo>
                    <a:pt x="126" y="150"/>
                    <a:pt x="126" y="150"/>
                    <a:pt x="126" y="150"/>
                  </a:cubicBezTo>
                  <a:cubicBezTo>
                    <a:pt x="125" y="150"/>
                    <a:pt x="125" y="150"/>
                    <a:pt x="125" y="150"/>
                  </a:cubicBezTo>
                  <a:cubicBezTo>
                    <a:pt x="125" y="150"/>
                    <a:pt x="125" y="150"/>
                    <a:pt x="125" y="150"/>
                  </a:cubicBezTo>
                  <a:cubicBezTo>
                    <a:pt x="125" y="150"/>
                    <a:pt x="125" y="150"/>
                    <a:pt x="124" y="150"/>
                  </a:cubicBezTo>
                  <a:cubicBezTo>
                    <a:pt x="124" y="150"/>
                    <a:pt x="124" y="150"/>
                    <a:pt x="124" y="150"/>
                  </a:cubicBezTo>
                  <a:cubicBezTo>
                    <a:pt x="124" y="150"/>
                    <a:pt x="123" y="150"/>
                    <a:pt x="123" y="150"/>
                  </a:cubicBezTo>
                  <a:cubicBezTo>
                    <a:pt x="123" y="150"/>
                    <a:pt x="123" y="150"/>
                    <a:pt x="123" y="150"/>
                  </a:cubicBezTo>
                  <a:cubicBezTo>
                    <a:pt x="123" y="150"/>
                    <a:pt x="123" y="150"/>
                    <a:pt x="123" y="150"/>
                  </a:cubicBezTo>
                  <a:cubicBezTo>
                    <a:pt x="123" y="150"/>
                    <a:pt x="122" y="150"/>
                    <a:pt x="122" y="150"/>
                  </a:cubicBezTo>
                  <a:cubicBezTo>
                    <a:pt x="122" y="151"/>
                    <a:pt x="122" y="151"/>
                    <a:pt x="122" y="151"/>
                  </a:cubicBezTo>
                  <a:cubicBezTo>
                    <a:pt x="123" y="151"/>
                    <a:pt x="123" y="151"/>
                    <a:pt x="123" y="151"/>
                  </a:cubicBezTo>
                  <a:cubicBezTo>
                    <a:pt x="123" y="151"/>
                    <a:pt x="123" y="151"/>
                    <a:pt x="123" y="151"/>
                  </a:cubicBezTo>
                  <a:cubicBezTo>
                    <a:pt x="124" y="151"/>
                    <a:pt x="124" y="151"/>
                    <a:pt x="124" y="152"/>
                  </a:cubicBezTo>
                  <a:cubicBezTo>
                    <a:pt x="124" y="152"/>
                    <a:pt x="124" y="152"/>
                    <a:pt x="124" y="152"/>
                  </a:cubicBezTo>
                  <a:cubicBezTo>
                    <a:pt x="124" y="152"/>
                    <a:pt x="124" y="152"/>
                    <a:pt x="124" y="152"/>
                  </a:cubicBezTo>
                  <a:cubicBezTo>
                    <a:pt x="125" y="152"/>
                    <a:pt x="125" y="152"/>
                    <a:pt x="125" y="152"/>
                  </a:cubicBezTo>
                  <a:cubicBezTo>
                    <a:pt x="125" y="152"/>
                    <a:pt x="125" y="152"/>
                    <a:pt x="125" y="152"/>
                  </a:cubicBezTo>
                  <a:cubicBezTo>
                    <a:pt x="126" y="152"/>
                    <a:pt x="126" y="152"/>
                    <a:pt x="126" y="152"/>
                  </a:cubicBezTo>
                  <a:cubicBezTo>
                    <a:pt x="126" y="152"/>
                    <a:pt x="126" y="152"/>
                    <a:pt x="126" y="152"/>
                  </a:cubicBezTo>
                  <a:cubicBezTo>
                    <a:pt x="126" y="152"/>
                    <a:pt x="126" y="153"/>
                    <a:pt x="126" y="153"/>
                  </a:cubicBezTo>
                  <a:cubicBezTo>
                    <a:pt x="126" y="153"/>
                    <a:pt x="126" y="153"/>
                    <a:pt x="126" y="153"/>
                  </a:cubicBezTo>
                  <a:cubicBezTo>
                    <a:pt x="126" y="153"/>
                    <a:pt x="126" y="153"/>
                    <a:pt x="126" y="154"/>
                  </a:cubicBezTo>
                  <a:cubicBezTo>
                    <a:pt x="126" y="154"/>
                    <a:pt x="126" y="154"/>
                    <a:pt x="126" y="154"/>
                  </a:cubicBezTo>
                  <a:cubicBezTo>
                    <a:pt x="126" y="154"/>
                    <a:pt x="126" y="154"/>
                    <a:pt x="126" y="154"/>
                  </a:cubicBezTo>
                  <a:cubicBezTo>
                    <a:pt x="126" y="154"/>
                    <a:pt x="126" y="154"/>
                    <a:pt x="126" y="154"/>
                  </a:cubicBezTo>
                  <a:cubicBezTo>
                    <a:pt x="126" y="154"/>
                    <a:pt x="125" y="154"/>
                    <a:pt x="125" y="155"/>
                  </a:cubicBezTo>
                  <a:cubicBezTo>
                    <a:pt x="125" y="155"/>
                    <a:pt x="125" y="155"/>
                    <a:pt x="125" y="156"/>
                  </a:cubicBezTo>
                  <a:cubicBezTo>
                    <a:pt x="125" y="156"/>
                    <a:pt x="125" y="156"/>
                    <a:pt x="125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4" y="156"/>
                    <a:pt x="124" y="156"/>
                    <a:pt x="124" y="156"/>
                  </a:cubicBezTo>
                  <a:cubicBezTo>
                    <a:pt x="124" y="156"/>
                    <a:pt x="124" y="155"/>
                    <a:pt x="124" y="155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4" y="155"/>
                    <a:pt x="124" y="155"/>
                    <a:pt x="124" y="154"/>
                  </a:cubicBezTo>
                  <a:cubicBezTo>
                    <a:pt x="124" y="154"/>
                    <a:pt x="124" y="154"/>
                    <a:pt x="125" y="154"/>
                  </a:cubicBezTo>
                  <a:cubicBezTo>
                    <a:pt x="125" y="154"/>
                    <a:pt x="125" y="154"/>
                    <a:pt x="125" y="154"/>
                  </a:cubicBezTo>
                  <a:cubicBezTo>
                    <a:pt x="125" y="154"/>
                    <a:pt x="125" y="154"/>
                    <a:pt x="124" y="153"/>
                  </a:cubicBezTo>
                  <a:cubicBezTo>
                    <a:pt x="124" y="153"/>
                    <a:pt x="124" y="153"/>
                    <a:pt x="124" y="153"/>
                  </a:cubicBezTo>
                  <a:cubicBezTo>
                    <a:pt x="124" y="153"/>
                    <a:pt x="124" y="153"/>
                    <a:pt x="124" y="153"/>
                  </a:cubicBezTo>
                  <a:cubicBezTo>
                    <a:pt x="124" y="153"/>
                    <a:pt x="124" y="153"/>
                    <a:pt x="124" y="153"/>
                  </a:cubicBezTo>
                  <a:cubicBezTo>
                    <a:pt x="123" y="153"/>
                    <a:pt x="123" y="153"/>
                    <a:pt x="123" y="153"/>
                  </a:cubicBezTo>
                  <a:cubicBezTo>
                    <a:pt x="123" y="153"/>
                    <a:pt x="123" y="153"/>
                    <a:pt x="123" y="153"/>
                  </a:cubicBezTo>
                  <a:cubicBezTo>
                    <a:pt x="123" y="153"/>
                    <a:pt x="123" y="153"/>
                    <a:pt x="123" y="153"/>
                  </a:cubicBezTo>
                  <a:cubicBezTo>
                    <a:pt x="123" y="153"/>
                    <a:pt x="123" y="153"/>
                    <a:pt x="123" y="153"/>
                  </a:cubicBezTo>
                  <a:cubicBezTo>
                    <a:pt x="123" y="152"/>
                    <a:pt x="123" y="152"/>
                    <a:pt x="123" y="152"/>
                  </a:cubicBezTo>
                  <a:cubicBezTo>
                    <a:pt x="123" y="152"/>
                    <a:pt x="123" y="152"/>
                    <a:pt x="123" y="152"/>
                  </a:cubicBezTo>
                  <a:cubicBezTo>
                    <a:pt x="122" y="152"/>
                    <a:pt x="122" y="153"/>
                    <a:pt x="122" y="153"/>
                  </a:cubicBezTo>
                  <a:cubicBezTo>
                    <a:pt x="122" y="153"/>
                    <a:pt x="122" y="153"/>
                    <a:pt x="122" y="153"/>
                  </a:cubicBezTo>
                  <a:cubicBezTo>
                    <a:pt x="123" y="153"/>
                    <a:pt x="123" y="154"/>
                    <a:pt x="123" y="154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3" y="154"/>
                    <a:pt x="123" y="154"/>
                    <a:pt x="123" y="154"/>
                  </a:cubicBezTo>
                  <a:cubicBezTo>
                    <a:pt x="124" y="154"/>
                    <a:pt x="124" y="154"/>
                    <a:pt x="124" y="154"/>
                  </a:cubicBezTo>
                  <a:cubicBezTo>
                    <a:pt x="124" y="154"/>
                    <a:pt x="124" y="154"/>
                    <a:pt x="124" y="154"/>
                  </a:cubicBezTo>
                  <a:cubicBezTo>
                    <a:pt x="124" y="155"/>
                    <a:pt x="124" y="155"/>
                    <a:pt x="124" y="155"/>
                  </a:cubicBezTo>
                  <a:cubicBezTo>
                    <a:pt x="124" y="155"/>
                    <a:pt x="124" y="155"/>
                    <a:pt x="124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6"/>
                    <a:pt x="123" y="156"/>
                    <a:pt x="123" y="156"/>
                  </a:cubicBezTo>
                  <a:cubicBezTo>
                    <a:pt x="123" y="157"/>
                    <a:pt x="123" y="157"/>
                    <a:pt x="123" y="157"/>
                  </a:cubicBezTo>
                  <a:cubicBezTo>
                    <a:pt x="123" y="157"/>
                    <a:pt x="123" y="157"/>
                    <a:pt x="123" y="157"/>
                  </a:cubicBezTo>
                  <a:cubicBezTo>
                    <a:pt x="123" y="157"/>
                    <a:pt x="123" y="157"/>
                    <a:pt x="123" y="158"/>
                  </a:cubicBezTo>
                  <a:cubicBezTo>
                    <a:pt x="123" y="158"/>
                    <a:pt x="123" y="158"/>
                    <a:pt x="123" y="158"/>
                  </a:cubicBezTo>
                  <a:cubicBezTo>
                    <a:pt x="123" y="158"/>
                    <a:pt x="123" y="158"/>
                    <a:pt x="123" y="158"/>
                  </a:cubicBezTo>
                  <a:cubicBezTo>
                    <a:pt x="123" y="158"/>
                    <a:pt x="123" y="158"/>
                    <a:pt x="124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4" y="158"/>
                    <a:pt x="124" y="158"/>
                    <a:pt x="124" y="158"/>
                  </a:cubicBezTo>
                  <a:cubicBezTo>
                    <a:pt x="124" y="158"/>
                    <a:pt x="125" y="157"/>
                    <a:pt x="125" y="157"/>
                  </a:cubicBezTo>
                  <a:cubicBezTo>
                    <a:pt x="125" y="157"/>
                    <a:pt x="125" y="157"/>
                    <a:pt x="125" y="156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6"/>
                    <a:pt x="126" y="156"/>
                    <a:pt x="126" y="156"/>
                  </a:cubicBezTo>
                  <a:cubicBezTo>
                    <a:pt x="126" y="156"/>
                    <a:pt x="126" y="157"/>
                    <a:pt x="126" y="157"/>
                  </a:cubicBezTo>
                  <a:cubicBezTo>
                    <a:pt x="126" y="157"/>
                    <a:pt x="126" y="157"/>
                    <a:pt x="126" y="157"/>
                  </a:cubicBezTo>
                  <a:cubicBezTo>
                    <a:pt x="126" y="157"/>
                    <a:pt x="126" y="157"/>
                    <a:pt x="126" y="157"/>
                  </a:cubicBezTo>
                  <a:cubicBezTo>
                    <a:pt x="126" y="157"/>
                    <a:pt x="126" y="158"/>
                    <a:pt x="126" y="158"/>
                  </a:cubicBezTo>
                  <a:cubicBezTo>
                    <a:pt x="126" y="158"/>
                    <a:pt x="126" y="158"/>
                    <a:pt x="126" y="158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126" y="159"/>
                    <a:pt x="126" y="159"/>
                    <a:pt x="126" y="159"/>
                  </a:cubicBezTo>
                  <a:cubicBezTo>
                    <a:pt x="126" y="159"/>
                    <a:pt x="126" y="160"/>
                    <a:pt x="126" y="160"/>
                  </a:cubicBezTo>
                  <a:cubicBezTo>
                    <a:pt x="126" y="160"/>
                    <a:pt x="126" y="160"/>
                    <a:pt x="126" y="160"/>
                  </a:cubicBezTo>
                  <a:cubicBezTo>
                    <a:pt x="126" y="160"/>
                    <a:pt x="126" y="160"/>
                    <a:pt x="126" y="160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7" y="160"/>
                    <a:pt x="127" y="160"/>
                    <a:pt x="127" y="159"/>
                  </a:cubicBezTo>
                  <a:cubicBezTo>
                    <a:pt x="128" y="159"/>
                    <a:pt x="128" y="159"/>
                    <a:pt x="128" y="159"/>
                  </a:cubicBezTo>
                  <a:cubicBezTo>
                    <a:pt x="128" y="159"/>
                    <a:pt x="128" y="159"/>
                    <a:pt x="128" y="158"/>
                  </a:cubicBezTo>
                  <a:cubicBezTo>
                    <a:pt x="128" y="158"/>
                    <a:pt x="128" y="158"/>
                    <a:pt x="128" y="158"/>
                  </a:cubicBezTo>
                  <a:cubicBezTo>
                    <a:pt x="127" y="158"/>
                    <a:pt x="127" y="158"/>
                    <a:pt x="128" y="158"/>
                  </a:cubicBezTo>
                  <a:cubicBezTo>
                    <a:pt x="128" y="158"/>
                    <a:pt x="128" y="157"/>
                    <a:pt x="128" y="157"/>
                  </a:cubicBezTo>
                  <a:cubicBezTo>
                    <a:pt x="128" y="157"/>
                    <a:pt x="128" y="157"/>
                    <a:pt x="128" y="157"/>
                  </a:cubicBezTo>
                  <a:cubicBezTo>
                    <a:pt x="128" y="157"/>
                    <a:pt x="128" y="157"/>
                    <a:pt x="128" y="157"/>
                  </a:cubicBezTo>
                  <a:cubicBezTo>
                    <a:pt x="128" y="157"/>
                    <a:pt x="128" y="157"/>
                    <a:pt x="128" y="157"/>
                  </a:cubicBezTo>
                  <a:cubicBezTo>
                    <a:pt x="128" y="157"/>
                    <a:pt x="129" y="157"/>
                    <a:pt x="129" y="157"/>
                  </a:cubicBezTo>
                  <a:cubicBezTo>
                    <a:pt x="129" y="157"/>
                    <a:pt x="129" y="157"/>
                    <a:pt x="130" y="157"/>
                  </a:cubicBezTo>
                  <a:cubicBezTo>
                    <a:pt x="130" y="157"/>
                    <a:pt x="130" y="157"/>
                    <a:pt x="130" y="157"/>
                  </a:cubicBezTo>
                  <a:cubicBezTo>
                    <a:pt x="130" y="157"/>
                    <a:pt x="130" y="158"/>
                    <a:pt x="131" y="158"/>
                  </a:cubicBezTo>
                  <a:cubicBezTo>
                    <a:pt x="131" y="158"/>
                    <a:pt x="131" y="158"/>
                    <a:pt x="131" y="158"/>
                  </a:cubicBezTo>
                  <a:cubicBezTo>
                    <a:pt x="131" y="158"/>
                    <a:pt x="131" y="158"/>
                    <a:pt x="131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1" y="157"/>
                    <a:pt x="131" y="157"/>
                    <a:pt x="131" y="157"/>
                  </a:cubicBezTo>
                  <a:cubicBezTo>
                    <a:pt x="132" y="157"/>
                    <a:pt x="132" y="157"/>
                    <a:pt x="131" y="157"/>
                  </a:cubicBezTo>
                  <a:close/>
                  <a:moveTo>
                    <a:pt x="148" y="158"/>
                  </a:moveTo>
                  <a:cubicBezTo>
                    <a:pt x="148" y="158"/>
                    <a:pt x="148" y="158"/>
                    <a:pt x="147" y="158"/>
                  </a:cubicBezTo>
                  <a:cubicBezTo>
                    <a:pt x="147" y="158"/>
                    <a:pt x="147" y="158"/>
                    <a:pt x="147" y="158"/>
                  </a:cubicBezTo>
                  <a:cubicBezTo>
                    <a:pt x="147" y="158"/>
                    <a:pt x="147" y="158"/>
                    <a:pt x="146" y="158"/>
                  </a:cubicBezTo>
                  <a:cubicBezTo>
                    <a:pt x="146" y="158"/>
                    <a:pt x="146" y="158"/>
                    <a:pt x="146" y="158"/>
                  </a:cubicBezTo>
                  <a:cubicBezTo>
                    <a:pt x="145" y="158"/>
                    <a:pt x="145" y="157"/>
                    <a:pt x="145" y="157"/>
                  </a:cubicBezTo>
                  <a:cubicBezTo>
                    <a:pt x="145" y="157"/>
                    <a:pt x="145" y="157"/>
                    <a:pt x="145" y="157"/>
                  </a:cubicBezTo>
                  <a:cubicBezTo>
                    <a:pt x="144" y="157"/>
                    <a:pt x="144" y="157"/>
                    <a:pt x="144" y="157"/>
                  </a:cubicBezTo>
                  <a:cubicBezTo>
                    <a:pt x="144" y="157"/>
                    <a:pt x="144" y="157"/>
                    <a:pt x="143" y="156"/>
                  </a:cubicBezTo>
                  <a:cubicBezTo>
                    <a:pt x="143" y="156"/>
                    <a:pt x="143" y="156"/>
                    <a:pt x="143" y="156"/>
                  </a:cubicBezTo>
                  <a:cubicBezTo>
                    <a:pt x="143" y="156"/>
                    <a:pt x="143" y="156"/>
                    <a:pt x="143" y="155"/>
                  </a:cubicBezTo>
                  <a:cubicBezTo>
                    <a:pt x="143" y="155"/>
                    <a:pt x="143" y="155"/>
                    <a:pt x="143" y="155"/>
                  </a:cubicBezTo>
                  <a:cubicBezTo>
                    <a:pt x="143" y="155"/>
                    <a:pt x="144" y="155"/>
                    <a:pt x="144" y="154"/>
                  </a:cubicBezTo>
                  <a:cubicBezTo>
                    <a:pt x="144" y="154"/>
                    <a:pt x="144" y="154"/>
                    <a:pt x="144" y="154"/>
                  </a:cubicBezTo>
                  <a:cubicBezTo>
                    <a:pt x="144" y="154"/>
                    <a:pt x="144" y="154"/>
                    <a:pt x="144" y="154"/>
                  </a:cubicBezTo>
                  <a:cubicBezTo>
                    <a:pt x="144" y="154"/>
                    <a:pt x="144" y="154"/>
                    <a:pt x="144" y="153"/>
                  </a:cubicBezTo>
                  <a:cubicBezTo>
                    <a:pt x="145" y="153"/>
                    <a:pt x="145" y="153"/>
                    <a:pt x="145" y="153"/>
                  </a:cubicBezTo>
                  <a:cubicBezTo>
                    <a:pt x="145" y="153"/>
                    <a:pt x="145" y="153"/>
                    <a:pt x="145" y="153"/>
                  </a:cubicBezTo>
                  <a:cubicBezTo>
                    <a:pt x="145" y="153"/>
                    <a:pt x="145" y="153"/>
                    <a:pt x="145" y="153"/>
                  </a:cubicBezTo>
                  <a:cubicBezTo>
                    <a:pt x="145" y="152"/>
                    <a:pt x="145" y="152"/>
                    <a:pt x="144" y="152"/>
                  </a:cubicBezTo>
                  <a:cubicBezTo>
                    <a:pt x="144" y="152"/>
                    <a:pt x="144" y="152"/>
                    <a:pt x="144" y="152"/>
                  </a:cubicBezTo>
                  <a:cubicBezTo>
                    <a:pt x="144" y="152"/>
                    <a:pt x="143" y="152"/>
                    <a:pt x="143" y="152"/>
                  </a:cubicBezTo>
                  <a:cubicBezTo>
                    <a:pt x="143" y="152"/>
                    <a:pt x="143" y="153"/>
                    <a:pt x="142" y="153"/>
                  </a:cubicBezTo>
                  <a:cubicBezTo>
                    <a:pt x="142" y="153"/>
                    <a:pt x="142" y="153"/>
                    <a:pt x="142" y="153"/>
                  </a:cubicBezTo>
                  <a:cubicBezTo>
                    <a:pt x="142" y="153"/>
                    <a:pt x="142" y="153"/>
                    <a:pt x="142" y="153"/>
                  </a:cubicBezTo>
                  <a:cubicBezTo>
                    <a:pt x="142" y="153"/>
                    <a:pt x="142" y="153"/>
                    <a:pt x="141" y="153"/>
                  </a:cubicBezTo>
                  <a:cubicBezTo>
                    <a:pt x="141" y="153"/>
                    <a:pt x="141" y="153"/>
                    <a:pt x="141" y="153"/>
                  </a:cubicBezTo>
                  <a:cubicBezTo>
                    <a:pt x="141" y="153"/>
                    <a:pt x="141" y="153"/>
                    <a:pt x="140" y="153"/>
                  </a:cubicBezTo>
                  <a:cubicBezTo>
                    <a:pt x="140" y="153"/>
                    <a:pt x="140" y="153"/>
                    <a:pt x="140" y="153"/>
                  </a:cubicBezTo>
                  <a:cubicBezTo>
                    <a:pt x="140" y="153"/>
                    <a:pt x="140" y="153"/>
                    <a:pt x="140" y="153"/>
                  </a:cubicBezTo>
                  <a:cubicBezTo>
                    <a:pt x="140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9" y="153"/>
                    <a:pt x="139" y="153"/>
                  </a:cubicBezTo>
                  <a:cubicBezTo>
                    <a:pt x="139" y="153"/>
                    <a:pt x="138" y="153"/>
                    <a:pt x="138" y="153"/>
                  </a:cubicBezTo>
                  <a:cubicBezTo>
                    <a:pt x="138" y="153"/>
                    <a:pt x="138" y="153"/>
                    <a:pt x="138" y="154"/>
                  </a:cubicBezTo>
                  <a:cubicBezTo>
                    <a:pt x="138" y="154"/>
                    <a:pt x="137" y="154"/>
                    <a:pt x="137" y="154"/>
                  </a:cubicBezTo>
                  <a:cubicBezTo>
                    <a:pt x="137" y="154"/>
                    <a:pt x="137" y="154"/>
                    <a:pt x="137" y="154"/>
                  </a:cubicBezTo>
                  <a:cubicBezTo>
                    <a:pt x="137" y="154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7" y="155"/>
                    <a:pt x="137" y="155"/>
                  </a:cubicBezTo>
                  <a:cubicBezTo>
                    <a:pt x="137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8" y="155"/>
                    <a:pt x="138" y="155"/>
                  </a:cubicBezTo>
                  <a:cubicBezTo>
                    <a:pt x="138" y="155"/>
                    <a:pt x="139" y="155"/>
                    <a:pt x="139" y="155"/>
                  </a:cubicBezTo>
                  <a:cubicBezTo>
                    <a:pt x="139" y="154"/>
                    <a:pt x="139" y="154"/>
                    <a:pt x="139" y="154"/>
                  </a:cubicBezTo>
                  <a:cubicBezTo>
                    <a:pt x="139" y="155"/>
                    <a:pt x="139" y="155"/>
                    <a:pt x="139" y="155"/>
                  </a:cubicBezTo>
                  <a:cubicBezTo>
                    <a:pt x="139" y="155"/>
                    <a:pt x="139" y="155"/>
                    <a:pt x="139" y="155"/>
                  </a:cubicBezTo>
                  <a:cubicBezTo>
                    <a:pt x="139" y="155"/>
                    <a:pt x="139" y="155"/>
                    <a:pt x="139" y="155"/>
                  </a:cubicBezTo>
                  <a:cubicBezTo>
                    <a:pt x="139" y="155"/>
                    <a:pt x="139" y="155"/>
                    <a:pt x="139" y="155"/>
                  </a:cubicBezTo>
                  <a:cubicBezTo>
                    <a:pt x="139" y="155"/>
                    <a:pt x="139" y="155"/>
                    <a:pt x="138" y="155"/>
                  </a:cubicBezTo>
                  <a:cubicBezTo>
                    <a:pt x="138" y="155"/>
                    <a:pt x="138" y="155"/>
                    <a:pt x="138" y="156"/>
                  </a:cubicBezTo>
                  <a:cubicBezTo>
                    <a:pt x="138" y="156"/>
                    <a:pt x="138" y="156"/>
                    <a:pt x="138" y="156"/>
                  </a:cubicBezTo>
                  <a:cubicBezTo>
                    <a:pt x="138" y="156"/>
                    <a:pt x="138" y="156"/>
                    <a:pt x="138" y="156"/>
                  </a:cubicBezTo>
                  <a:cubicBezTo>
                    <a:pt x="138" y="156"/>
                    <a:pt x="138" y="156"/>
                    <a:pt x="138" y="156"/>
                  </a:cubicBezTo>
                  <a:cubicBezTo>
                    <a:pt x="138" y="156"/>
                    <a:pt x="139" y="156"/>
                    <a:pt x="139" y="156"/>
                  </a:cubicBezTo>
                  <a:cubicBezTo>
                    <a:pt x="139" y="156"/>
                    <a:pt x="139" y="156"/>
                    <a:pt x="139" y="156"/>
                  </a:cubicBezTo>
                  <a:cubicBezTo>
                    <a:pt x="139" y="157"/>
                    <a:pt x="139" y="157"/>
                    <a:pt x="139" y="157"/>
                  </a:cubicBezTo>
                  <a:cubicBezTo>
                    <a:pt x="139" y="157"/>
                    <a:pt x="139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7"/>
                    <a:pt x="138" y="157"/>
                    <a:pt x="138" y="157"/>
                  </a:cubicBezTo>
                  <a:cubicBezTo>
                    <a:pt x="138" y="158"/>
                    <a:pt x="138" y="158"/>
                    <a:pt x="138" y="158"/>
                  </a:cubicBezTo>
                  <a:cubicBezTo>
                    <a:pt x="138" y="158"/>
                    <a:pt x="138" y="158"/>
                    <a:pt x="137" y="158"/>
                  </a:cubicBezTo>
                  <a:cubicBezTo>
                    <a:pt x="137" y="158"/>
                    <a:pt x="137" y="158"/>
                    <a:pt x="137" y="158"/>
                  </a:cubicBezTo>
                  <a:cubicBezTo>
                    <a:pt x="137" y="158"/>
                    <a:pt x="137" y="158"/>
                    <a:pt x="137" y="158"/>
                  </a:cubicBezTo>
                  <a:cubicBezTo>
                    <a:pt x="137" y="159"/>
                    <a:pt x="137" y="159"/>
                    <a:pt x="137" y="159"/>
                  </a:cubicBezTo>
                  <a:cubicBezTo>
                    <a:pt x="137" y="159"/>
                    <a:pt x="137" y="159"/>
                    <a:pt x="138" y="159"/>
                  </a:cubicBezTo>
                  <a:cubicBezTo>
                    <a:pt x="138" y="159"/>
                    <a:pt x="138" y="159"/>
                    <a:pt x="138" y="159"/>
                  </a:cubicBezTo>
                  <a:cubicBezTo>
                    <a:pt x="138" y="159"/>
                    <a:pt x="138" y="159"/>
                    <a:pt x="139" y="159"/>
                  </a:cubicBezTo>
                  <a:cubicBezTo>
                    <a:pt x="139" y="159"/>
                    <a:pt x="139" y="159"/>
                    <a:pt x="139" y="159"/>
                  </a:cubicBezTo>
                  <a:cubicBezTo>
                    <a:pt x="139" y="158"/>
                    <a:pt x="139" y="158"/>
                    <a:pt x="140" y="158"/>
                  </a:cubicBezTo>
                  <a:cubicBezTo>
                    <a:pt x="140" y="158"/>
                    <a:pt x="140" y="157"/>
                    <a:pt x="140" y="157"/>
                  </a:cubicBezTo>
                  <a:cubicBezTo>
                    <a:pt x="140" y="157"/>
                    <a:pt x="140" y="157"/>
                    <a:pt x="140" y="157"/>
                  </a:cubicBezTo>
                  <a:cubicBezTo>
                    <a:pt x="141" y="157"/>
                    <a:pt x="141" y="157"/>
                    <a:pt x="141" y="157"/>
                  </a:cubicBezTo>
                  <a:cubicBezTo>
                    <a:pt x="141" y="157"/>
                    <a:pt x="141" y="157"/>
                    <a:pt x="141" y="157"/>
                  </a:cubicBezTo>
                  <a:cubicBezTo>
                    <a:pt x="141" y="157"/>
                    <a:pt x="142" y="157"/>
                    <a:pt x="142" y="157"/>
                  </a:cubicBezTo>
                  <a:cubicBezTo>
                    <a:pt x="142" y="157"/>
                    <a:pt x="142" y="157"/>
                    <a:pt x="142" y="157"/>
                  </a:cubicBezTo>
                  <a:cubicBezTo>
                    <a:pt x="142" y="157"/>
                    <a:pt x="142" y="158"/>
                    <a:pt x="142" y="158"/>
                  </a:cubicBezTo>
                  <a:cubicBezTo>
                    <a:pt x="142" y="158"/>
                    <a:pt x="142" y="158"/>
                    <a:pt x="143" y="158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44" y="158"/>
                    <a:pt x="144" y="158"/>
                    <a:pt x="144" y="158"/>
                  </a:cubicBezTo>
                  <a:cubicBezTo>
                    <a:pt x="144" y="158"/>
                    <a:pt x="144" y="158"/>
                    <a:pt x="145" y="158"/>
                  </a:cubicBezTo>
                  <a:cubicBezTo>
                    <a:pt x="145" y="158"/>
                    <a:pt x="145" y="159"/>
                    <a:pt x="145" y="159"/>
                  </a:cubicBezTo>
                  <a:cubicBezTo>
                    <a:pt x="145" y="159"/>
                    <a:pt x="145" y="159"/>
                    <a:pt x="145" y="159"/>
                  </a:cubicBezTo>
                  <a:cubicBezTo>
                    <a:pt x="146" y="159"/>
                    <a:pt x="146" y="159"/>
                    <a:pt x="146" y="159"/>
                  </a:cubicBezTo>
                  <a:cubicBezTo>
                    <a:pt x="146" y="159"/>
                    <a:pt x="146" y="159"/>
                    <a:pt x="146" y="159"/>
                  </a:cubicBezTo>
                  <a:cubicBezTo>
                    <a:pt x="146" y="159"/>
                    <a:pt x="147" y="159"/>
                    <a:pt x="147" y="159"/>
                  </a:cubicBezTo>
                  <a:cubicBezTo>
                    <a:pt x="147" y="159"/>
                    <a:pt x="147" y="159"/>
                    <a:pt x="147" y="159"/>
                  </a:cubicBezTo>
                  <a:cubicBezTo>
                    <a:pt x="147" y="159"/>
                    <a:pt x="147" y="158"/>
                    <a:pt x="148" y="158"/>
                  </a:cubicBezTo>
                  <a:cubicBezTo>
                    <a:pt x="148" y="158"/>
                    <a:pt x="148" y="158"/>
                    <a:pt x="148" y="158"/>
                  </a:cubicBezTo>
                  <a:cubicBezTo>
                    <a:pt x="148" y="158"/>
                    <a:pt x="148" y="158"/>
                    <a:pt x="148" y="158"/>
                  </a:cubicBezTo>
                  <a:close/>
                  <a:moveTo>
                    <a:pt x="167" y="154"/>
                  </a:moveTo>
                  <a:cubicBezTo>
                    <a:pt x="167" y="154"/>
                    <a:pt x="167" y="154"/>
                    <a:pt x="167" y="154"/>
                  </a:cubicBezTo>
                  <a:cubicBezTo>
                    <a:pt x="167" y="154"/>
                    <a:pt x="167" y="154"/>
                    <a:pt x="167" y="154"/>
                  </a:cubicBezTo>
                  <a:cubicBezTo>
                    <a:pt x="167" y="154"/>
                    <a:pt x="167" y="154"/>
                    <a:pt x="167" y="154"/>
                  </a:cubicBezTo>
                  <a:cubicBezTo>
                    <a:pt x="167" y="154"/>
                    <a:pt x="167" y="153"/>
                    <a:pt x="167" y="153"/>
                  </a:cubicBezTo>
                  <a:cubicBezTo>
                    <a:pt x="167" y="153"/>
                    <a:pt x="167" y="153"/>
                    <a:pt x="167" y="153"/>
                  </a:cubicBezTo>
                  <a:cubicBezTo>
                    <a:pt x="167" y="153"/>
                    <a:pt x="167" y="153"/>
                    <a:pt x="167" y="153"/>
                  </a:cubicBezTo>
                  <a:cubicBezTo>
                    <a:pt x="167" y="153"/>
                    <a:pt x="167" y="154"/>
                    <a:pt x="167" y="154"/>
                  </a:cubicBezTo>
                  <a:cubicBezTo>
                    <a:pt x="166" y="154"/>
                    <a:pt x="166" y="154"/>
                    <a:pt x="166" y="154"/>
                  </a:cubicBezTo>
                  <a:cubicBezTo>
                    <a:pt x="166" y="154"/>
                    <a:pt x="166" y="154"/>
                    <a:pt x="166" y="154"/>
                  </a:cubicBezTo>
                  <a:cubicBezTo>
                    <a:pt x="166" y="154"/>
                    <a:pt x="166" y="154"/>
                    <a:pt x="166" y="154"/>
                  </a:cubicBezTo>
                  <a:cubicBezTo>
                    <a:pt x="165" y="154"/>
                    <a:pt x="165" y="154"/>
                    <a:pt x="166" y="153"/>
                  </a:cubicBezTo>
                  <a:cubicBezTo>
                    <a:pt x="166" y="153"/>
                    <a:pt x="166" y="153"/>
                    <a:pt x="166" y="153"/>
                  </a:cubicBezTo>
                  <a:cubicBezTo>
                    <a:pt x="166" y="153"/>
                    <a:pt x="166" y="153"/>
                    <a:pt x="166" y="153"/>
                  </a:cubicBezTo>
                  <a:cubicBezTo>
                    <a:pt x="166" y="153"/>
                    <a:pt x="166" y="153"/>
                    <a:pt x="166" y="153"/>
                  </a:cubicBezTo>
                  <a:cubicBezTo>
                    <a:pt x="166" y="153"/>
                    <a:pt x="167" y="153"/>
                    <a:pt x="167" y="152"/>
                  </a:cubicBezTo>
                  <a:cubicBezTo>
                    <a:pt x="167" y="152"/>
                    <a:pt x="167" y="152"/>
                    <a:pt x="167" y="152"/>
                  </a:cubicBezTo>
                  <a:cubicBezTo>
                    <a:pt x="167" y="152"/>
                    <a:pt x="167" y="152"/>
                    <a:pt x="167" y="152"/>
                  </a:cubicBezTo>
                  <a:cubicBezTo>
                    <a:pt x="167" y="152"/>
                    <a:pt x="167" y="152"/>
                    <a:pt x="167" y="152"/>
                  </a:cubicBezTo>
                  <a:cubicBezTo>
                    <a:pt x="166" y="151"/>
                    <a:pt x="166" y="151"/>
                    <a:pt x="166" y="151"/>
                  </a:cubicBezTo>
                  <a:cubicBezTo>
                    <a:pt x="166" y="151"/>
                    <a:pt x="166" y="151"/>
                    <a:pt x="166" y="151"/>
                  </a:cubicBezTo>
                  <a:cubicBezTo>
                    <a:pt x="166" y="151"/>
                    <a:pt x="166" y="151"/>
                    <a:pt x="165" y="151"/>
                  </a:cubicBezTo>
                  <a:cubicBezTo>
                    <a:pt x="165" y="151"/>
                    <a:pt x="165" y="151"/>
                    <a:pt x="165" y="151"/>
                  </a:cubicBezTo>
                  <a:cubicBezTo>
                    <a:pt x="165" y="151"/>
                    <a:pt x="165" y="151"/>
                    <a:pt x="165" y="151"/>
                  </a:cubicBezTo>
                  <a:cubicBezTo>
                    <a:pt x="165" y="151"/>
                    <a:pt x="165" y="151"/>
                    <a:pt x="165" y="151"/>
                  </a:cubicBezTo>
                  <a:cubicBezTo>
                    <a:pt x="165" y="151"/>
                    <a:pt x="165" y="151"/>
                    <a:pt x="165" y="151"/>
                  </a:cubicBezTo>
                  <a:cubicBezTo>
                    <a:pt x="165" y="151"/>
                    <a:pt x="165" y="151"/>
                    <a:pt x="165" y="150"/>
                  </a:cubicBezTo>
                  <a:cubicBezTo>
                    <a:pt x="165" y="150"/>
                    <a:pt x="165" y="150"/>
                    <a:pt x="165" y="150"/>
                  </a:cubicBezTo>
                  <a:cubicBezTo>
                    <a:pt x="164" y="150"/>
                    <a:pt x="164" y="150"/>
                    <a:pt x="164" y="150"/>
                  </a:cubicBezTo>
                  <a:cubicBezTo>
                    <a:pt x="164" y="150"/>
                    <a:pt x="164" y="150"/>
                    <a:pt x="164" y="150"/>
                  </a:cubicBezTo>
                  <a:cubicBezTo>
                    <a:pt x="164" y="150"/>
                    <a:pt x="164" y="150"/>
                    <a:pt x="164" y="150"/>
                  </a:cubicBezTo>
                  <a:cubicBezTo>
                    <a:pt x="164" y="149"/>
                    <a:pt x="164" y="149"/>
                    <a:pt x="164" y="149"/>
                  </a:cubicBezTo>
                  <a:cubicBezTo>
                    <a:pt x="165" y="149"/>
                    <a:pt x="165" y="149"/>
                    <a:pt x="165" y="149"/>
                  </a:cubicBezTo>
                  <a:cubicBezTo>
                    <a:pt x="164" y="148"/>
                    <a:pt x="164" y="148"/>
                    <a:pt x="164" y="148"/>
                  </a:cubicBezTo>
                  <a:cubicBezTo>
                    <a:pt x="164" y="148"/>
                    <a:pt x="164" y="148"/>
                    <a:pt x="164" y="148"/>
                  </a:cubicBezTo>
                  <a:cubicBezTo>
                    <a:pt x="164" y="148"/>
                    <a:pt x="164" y="148"/>
                    <a:pt x="164" y="148"/>
                  </a:cubicBezTo>
                  <a:cubicBezTo>
                    <a:pt x="164" y="148"/>
                    <a:pt x="164" y="148"/>
                    <a:pt x="164" y="148"/>
                  </a:cubicBezTo>
                  <a:cubicBezTo>
                    <a:pt x="164" y="148"/>
                    <a:pt x="164" y="147"/>
                    <a:pt x="163" y="147"/>
                  </a:cubicBezTo>
                  <a:cubicBezTo>
                    <a:pt x="163" y="147"/>
                    <a:pt x="163" y="147"/>
                    <a:pt x="163" y="147"/>
                  </a:cubicBezTo>
                  <a:cubicBezTo>
                    <a:pt x="163" y="148"/>
                    <a:pt x="163" y="148"/>
                    <a:pt x="163" y="148"/>
                  </a:cubicBezTo>
                  <a:cubicBezTo>
                    <a:pt x="163" y="148"/>
                    <a:pt x="163" y="148"/>
                    <a:pt x="163" y="148"/>
                  </a:cubicBezTo>
                  <a:cubicBezTo>
                    <a:pt x="163" y="148"/>
                    <a:pt x="163" y="148"/>
                    <a:pt x="163" y="148"/>
                  </a:cubicBezTo>
                  <a:cubicBezTo>
                    <a:pt x="163" y="148"/>
                    <a:pt x="163" y="148"/>
                    <a:pt x="163" y="149"/>
                  </a:cubicBezTo>
                  <a:cubicBezTo>
                    <a:pt x="163" y="149"/>
                    <a:pt x="163" y="149"/>
                    <a:pt x="163" y="149"/>
                  </a:cubicBezTo>
                  <a:cubicBezTo>
                    <a:pt x="162" y="149"/>
                    <a:pt x="162" y="149"/>
                    <a:pt x="162" y="149"/>
                  </a:cubicBezTo>
                  <a:cubicBezTo>
                    <a:pt x="162" y="149"/>
                    <a:pt x="162" y="150"/>
                    <a:pt x="162" y="150"/>
                  </a:cubicBezTo>
                  <a:cubicBezTo>
                    <a:pt x="162" y="150"/>
                    <a:pt x="162" y="150"/>
                    <a:pt x="162" y="150"/>
                  </a:cubicBezTo>
                  <a:cubicBezTo>
                    <a:pt x="162" y="150"/>
                    <a:pt x="162" y="150"/>
                    <a:pt x="161" y="150"/>
                  </a:cubicBezTo>
                  <a:cubicBezTo>
                    <a:pt x="161" y="150"/>
                    <a:pt x="161" y="151"/>
                    <a:pt x="161" y="151"/>
                  </a:cubicBezTo>
                  <a:cubicBezTo>
                    <a:pt x="161" y="151"/>
                    <a:pt x="161" y="151"/>
                    <a:pt x="161" y="151"/>
                  </a:cubicBezTo>
                  <a:cubicBezTo>
                    <a:pt x="161" y="151"/>
                    <a:pt x="161" y="151"/>
                    <a:pt x="161" y="151"/>
                  </a:cubicBezTo>
                  <a:cubicBezTo>
                    <a:pt x="161" y="151"/>
                    <a:pt x="162" y="151"/>
                    <a:pt x="162" y="151"/>
                  </a:cubicBezTo>
                  <a:cubicBezTo>
                    <a:pt x="162" y="151"/>
                    <a:pt x="162" y="151"/>
                    <a:pt x="162" y="151"/>
                  </a:cubicBezTo>
                  <a:cubicBezTo>
                    <a:pt x="162" y="151"/>
                    <a:pt x="162" y="151"/>
                    <a:pt x="163" y="151"/>
                  </a:cubicBezTo>
                  <a:cubicBezTo>
                    <a:pt x="163" y="151"/>
                    <a:pt x="163" y="151"/>
                    <a:pt x="163" y="151"/>
                  </a:cubicBezTo>
                  <a:cubicBezTo>
                    <a:pt x="163" y="151"/>
                    <a:pt x="163" y="151"/>
                    <a:pt x="163" y="151"/>
                  </a:cubicBezTo>
                  <a:cubicBezTo>
                    <a:pt x="163" y="150"/>
                    <a:pt x="163" y="150"/>
                    <a:pt x="163" y="151"/>
                  </a:cubicBezTo>
                  <a:cubicBezTo>
                    <a:pt x="164" y="151"/>
                    <a:pt x="164" y="151"/>
                    <a:pt x="164" y="151"/>
                  </a:cubicBezTo>
                  <a:cubicBezTo>
                    <a:pt x="164" y="151"/>
                    <a:pt x="164" y="151"/>
                    <a:pt x="164" y="151"/>
                  </a:cubicBezTo>
                  <a:cubicBezTo>
                    <a:pt x="164" y="151"/>
                    <a:pt x="164" y="151"/>
                    <a:pt x="164" y="151"/>
                  </a:cubicBezTo>
                  <a:cubicBezTo>
                    <a:pt x="164" y="151"/>
                    <a:pt x="164" y="151"/>
                    <a:pt x="164" y="151"/>
                  </a:cubicBezTo>
                  <a:cubicBezTo>
                    <a:pt x="164" y="151"/>
                    <a:pt x="164" y="151"/>
                    <a:pt x="164" y="151"/>
                  </a:cubicBezTo>
                  <a:cubicBezTo>
                    <a:pt x="164" y="151"/>
                    <a:pt x="164" y="152"/>
                    <a:pt x="164" y="152"/>
                  </a:cubicBezTo>
                  <a:cubicBezTo>
                    <a:pt x="163" y="152"/>
                    <a:pt x="163" y="152"/>
                    <a:pt x="163" y="152"/>
                  </a:cubicBezTo>
                  <a:cubicBezTo>
                    <a:pt x="163" y="152"/>
                    <a:pt x="162" y="152"/>
                    <a:pt x="162" y="152"/>
                  </a:cubicBezTo>
                  <a:cubicBezTo>
                    <a:pt x="162" y="152"/>
                    <a:pt x="162" y="152"/>
                    <a:pt x="162" y="152"/>
                  </a:cubicBezTo>
                  <a:cubicBezTo>
                    <a:pt x="162" y="152"/>
                    <a:pt x="162" y="152"/>
                    <a:pt x="162" y="152"/>
                  </a:cubicBezTo>
                  <a:cubicBezTo>
                    <a:pt x="161" y="152"/>
                    <a:pt x="161" y="152"/>
                    <a:pt x="161" y="153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1" y="153"/>
                    <a:pt x="161" y="153"/>
                    <a:pt x="161" y="153"/>
                  </a:cubicBezTo>
                  <a:cubicBezTo>
                    <a:pt x="161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3"/>
                  </a:cubicBezTo>
                  <a:cubicBezTo>
                    <a:pt x="162" y="153"/>
                    <a:pt x="162" y="153"/>
                    <a:pt x="162" y="154"/>
                  </a:cubicBezTo>
                  <a:cubicBezTo>
                    <a:pt x="162" y="154"/>
                    <a:pt x="162" y="154"/>
                    <a:pt x="162" y="154"/>
                  </a:cubicBezTo>
                  <a:cubicBezTo>
                    <a:pt x="162" y="154"/>
                    <a:pt x="162" y="154"/>
                    <a:pt x="162" y="154"/>
                  </a:cubicBezTo>
                  <a:cubicBezTo>
                    <a:pt x="161" y="154"/>
                    <a:pt x="161" y="154"/>
                    <a:pt x="161" y="154"/>
                  </a:cubicBezTo>
                  <a:cubicBezTo>
                    <a:pt x="161" y="154"/>
                    <a:pt x="161" y="154"/>
                    <a:pt x="161" y="154"/>
                  </a:cubicBezTo>
                  <a:cubicBezTo>
                    <a:pt x="161" y="154"/>
                    <a:pt x="161" y="154"/>
                    <a:pt x="161" y="155"/>
                  </a:cubicBezTo>
                  <a:cubicBezTo>
                    <a:pt x="161" y="155"/>
                    <a:pt x="161" y="155"/>
                    <a:pt x="161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2" y="155"/>
                    <a:pt x="162" y="155"/>
                    <a:pt x="162" y="155"/>
                  </a:cubicBezTo>
                  <a:cubicBezTo>
                    <a:pt x="161" y="155"/>
                    <a:pt x="161" y="155"/>
                    <a:pt x="161" y="156"/>
                  </a:cubicBezTo>
                  <a:cubicBezTo>
                    <a:pt x="161" y="156"/>
                    <a:pt x="161" y="156"/>
                    <a:pt x="160" y="156"/>
                  </a:cubicBezTo>
                  <a:cubicBezTo>
                    <a:pt x="160" y="156"/>
                    <a:pt x="160" y="156"/>
                    <a:pt x="160" y="156"/>
                  </a:cubicBezTo>
                  <a:cubicBezTo>
                    <a:pt x="160" y="156"/>
                    <a:pt x="160" y="156"/>
                    <a:pt x="160" y="156"/>
                  </a:cubicBezTo>
                  <a:cubicBezTo>
                    <a:pt x="160" y="156"/>
                    <a:pt x="160" y="157"/>
                    <a:pt x="161" y="157"/>
                  </a:cubicBezTo>
                  <a:cubicBezTo>
                    <a:pt x="161" y="157"/>
                    <a:pt x="161" y="157"/>
                    <a:pt x="161" y="157"/>
                  </a:cubicBezTo>
                  <a:cubicBezTo>
                    <a:pt x="161" y="157"/>
                    <a:pt x="161" y="157"/>
                    <a:pt x="161" y="157"/>
                  </a:cubicBezTo>
                  <a:cubicBezTo>
                    <a:pt x="161" y="157"/>
                    <a:pt x="161" y="157"/>
                    <a:pt x="161" y="157"/>
                  </a:cubicBezTo>
                  <a:cubicBezTo>
                    <a:pt x="161" y="157"/>
                    <a:pt x="161" y="157"/>
                    <a:pt x="161" y="157"/>
                  </a:cubicBezTo>
                  <a:cubicBezTo>
                    <a:pt x="161" y="158"/>
                    <a:pt x="160" y="158"/>
                    <a:pt x="160" y="158"/>
                  </a:cubicBezTo>
                  <a:cubicBezTo>
                    <a:pt x="160" y="158"/>
                    <a:pt x="160" y="158"/>
                    <a:pt x="160" y="158"/>
                  </a:cubicBezTo>
                  <a:cubicBezTo>
                    <a:pt x="160" y="158"/>
                    <a:pt x="160" y="158"/>
                    <a:pt x="160" y="158"/>
                  </a:cubicBezTo>
                  <a:cubicBezTo>
                    <a:pt x="160" y="158"/>
                    <a:pt x="160" y="158"/>
                    <a:pt x="159" y="158"/>
                  </a:cubicBezTo>
                  <a:cubicBezTo>
                    <a:pt x="159" y="158"/>
                    <a:pt x="159" y="158"/>
                    <a:pt x="159" y="158"/>
                  </a:cubicBezTo>
                  <a:cubicBezTo>
                    <a:pt x="159" y="158"/>
                    <a:pt x="159" y="159"/>
                    <a:pt x="159" y="159"/>
                  </a:cubicBezTo>
                  <a:cubicBezTo>
                    <a:pt x="159" y="159"/>
                    <a:pt x="159" y="159"/>
                    <a:pt x="159" y="159"/>
                  </a:cubicBezTo>
                  <a:cubicBezTo>
                    <a:pt x="159" y="159"/>
                    <a:pt x="159" y="159"/>
                    <a:pt x="159" y="159"/>
                  </a:cubicBezTo>
                  <a:cubicBezTo>
                    <a:pt x="159" y="159"/>
                    <a:pt x="159" y="159"/>
                    <a:pt x="159" y="159"/>
                  </a:cubicBezTo>
                  <a:cubicBezTo>
                    <a:pt x="160" y="159"/>
                    <a:pt x="160" y="159"/>
                    <a:pt x="160" y="159"/>
                  </a:cubicBezTo>
                  <a:cubicBezTo>
                    <a:pt x="160" y="159"/>
                    <a:pt x="160" y="159"/>
                    <a:pt x="160" y="159"/>
                  </a:cubicBezTo>
                  <a:cubicBezTo>
                    <a:pt x="161" y="159"/>
                    <a:pt x="161" y="159"/>
                    <a:pt x="161" y="159"/>
                  </a:cubicBezTo>
                  <a:cubicBezTo>
                    <a:pt x="161" y="158"/>
                    <a:pt x="161" y="158"/>
                    <a:pt x="161" y="158"/>
                  </a:cubicBezTo>
                  <a:cubicBezTo>
                    <a:pt x="161" y="158"/>
                    <a:pt x="161" y="158"/>
                    <a:pt x="161" y="158"/>
                  </a:cubicBezTo>
                  <a:cubicBezTo>
                    <a:pt x="161" y="158"/>
                    <a:pt x="162" y="158"/>
                    <a:pt x="162" y="158"/>
                  </a:cubicBezTo>
                  <a:cubicBezTo>
                    <a:pt x="162" y="158"/>
                    <a:pt x="162" y="158"/>
                    <a:pt x="162" y="158"/>
                  </a:cubicBezTo>
                  <a:cubicBezTo>
                    <a:pt x="162" y="158"/>
                    <a:pt x="162" y="158"/>
                    <a:pt x="162" y="158"/>
                  </a:cubicBezTo>
                  <a:cubicBezTo>
                    <a:pt x="162" y="159"/>
                    <a:pt x="162" y="159"/>
                    <a:pt x="162" y="159"/>
                  </a:cubicBezTo>
                  <a:cubicBezTo>
                    <a:pt x="162" y="159"/>
                    <a:pt x="162" y="159"/>
                    <a:pt x="162" y="159"/>
                  </a:cubicBezTo>
                  <a:cubicBezTo>
                    <a:pt x="162" y="159"/>
                    <a:pt x="163" y="159"/>
                    <a:pt x="163" y="159"/>
                  </a:cubicBezTo>
                  <a:cubicBezTo>
                    <a:pt x="163" y="159"/>
                    <a:pt x="163" y="159"/>
                    <a:pt x="163" y="159"/>
                  </a:cubicBezTo>
                  <a:cubicBezTo>
                    <a:pt x="163" y="159"/>
                    <a:pt x="163" y="159"/>
                    <a:pt x="163" y="159"/>
                  </a:cubicBezTo>
                  <a:cubicBezTo>
                    <a:pt x="164" y="159"/>
                    <a:pt x="164" y="159"/>
                    <a:pt x="164" y="159"/>
                  </a:cubicBezTo>
                  <a:cubicBezTo>
                    <a:pt x="164" y="159"/>
                    <a:pt x="164" y="159"/>
                    <a:pt x="164" y="159"/>
                  </a:cubicBezTo>
                  <a:cubicBezTo>
                    <a:pt x="164" y="158"/>
                    <a:pt x="164" y="158"/>
                    <a:pt x="165" y="158"/>
                  </a:cubicBezTo>
                  <a:cubicBezTo>
                    <a:pt x="165" y="158"/>
                    <a:pt x="165" y="158"/>
                    <a:pt x="165" y="158"/>
                  </a:cubicBezTo>
                  <a:cubicBezTo>
                    <a:pt x="166" y="158"/>
                    <a:pt x="166" y="158"/>
                    <a:pt x="166" y="158"/>
                  </a:cubicBezTo>
                  <a:cubicBezTo>
                    <a:pt x="166" y="158"/>
                    <a:pt x="166" y="158"/>
                    <a:pt x="166" y="158"/>
                  </a:cubicBezTo>
                  <a:cubicBezTo>
                    <a:pt x="166" y="158"/>
                    <a:pt x="166" y="157"/>
                    <a:pt x="166" y="157"/>
                  </a:cubicBezTo>
                  <a:cubicBezTo>
                    <a:pt x="166" y="157"/>
                    <a:pt x="166" y="157"/>
                    <a:pt x="166" y="157"/>
                  </a:cubicBezTo>
                  <a:cubicBezTo>
                    <a:pt x="166" y="157"/>
                    <a:pt x="166" y="157"/>
                    <a:pt x="166" y="157"/>
                  </a:cubicBezTo>
                  <a:cubicBezTo>
                    <a:pt x="166" y="157"/>
                    <a:pt x="166" y="157"/>
                    <a:pt x="166" y="156"/>
                  </a:cubicBezTo>
                  <a:cubicBezTo>
                    <a:pt x="166" y="156"/>
                    <a:pt x="166" y="156"/>
                    <a:pt x="166" y="156"/>
                  </a:cubicBezTo>
                  <a:cubicBezTo>
                    <a:pt x="166" y="156"/>
                    <a:pt x="166" y="156"/>
                    <a:pt x="166" y="156"/>
                  </a:cubicBezTo>
                  <a:cubicBezTo>
                    <a:pt x="166" y="156"/>
                    <a:pt x="166" y="156"/>
                    <a:pt x="165" y="156"/>
                  </a:cubicBezTo>
                  <a:cubicBezTo>
                    <a:pt x="165" y="156"/>
                    <a:pt x="165" y="156"/>
                    <a:pt x="165" y="156"/>
                  </a:cubicBezTo>
                  <a:cubicBezTo>
                    <a:pt x="165" y="156"/>
                    <a:pt x="164" y="156"/>
                    <a:pt x="164" y="156"/>
                  </a:cubicBezTo>
                  <a:cubicBezTo>
                    <a:pt x="164" y="156"/>
                    <a:pt x="164" y="156"/>
                    <a:pt x="163" y="156"/>
                  </a:cubicBezTo>
                  <a:cubicBezTo>
                    <a:pt x="163" y="156"/>
                    <a:pt x="163" y="156"/>
                    <a:pt x="163" y="156"/>
                  </a:cubicBezTo>
                  <a:cubicBezTo>
                    <a:pt x="163" y="157"/>
                    <a:pt x="162" y="157"/>
                    <a:pt x="162" y="156"/>
                  </a:cubicBezTo>
                  <a:cubicBezTo>
                    <a:pt x="162" y="156"/>
                    <a:pt x="162" y="156"/>
                    <a:pt x="162" y="156"/>
                  </a:cubicBezTo>
                  <a:cubicBezTo>
                    <a:pt x="162" y="156"/>
                    <a:pt x="162" y="156"/>
                    <a:pt x="163" y="156"/>
                  </a:cubicBezTo>
                  <a:cubicBezTo>
                    <a:pt x="163" y="156"/>
                    <a:pt x="163" y="156"/>
                    <a:pt x="163" y="156"/>
                  </a:cubicBezTo>
                  <a:cubicBezTo>
                    <a:pt x="163" y="156"/>
                    <a:pt x="163" y="156"/>
                    <a:pt x="163" y="156"/>
                  </a:cubicBezTo>
                  <a:cubicBezTo>
                    <a:pt x="163" y="156"/>
                    <a:pt x="164" y="156"/>
                    <a:pt x="164" y="156"/>
                  </a:cubicBezTo>
                  <a:cubicBezTo>
                    <a:pt x="164" y="156"/>
                    <a:pt x="164" y="156"/>
                    <a:pt x="164" y="156"/>
                  </a:cubicBezTo>
                  <a:cubicBezTo>
                    <a:pt x="165" y="156"/>
                    <a:pt x="165" y="155"/>
                    <a:pt x="165" y="155"/>
                  </a:cubicBezTo>
                  <a:cubicBezTo>
                    <a:pt x="165" y="155"/>
                    <a:pt x="165" y="155"/>
                    <a:pt x="165" y="155"/>
                  </a:cubicBezTo>
                  <a:cubicBezTo>
                    <a:pt x="165" y="155"/>
                    <a:pt x="165" y="155"/>
                    <a:pt x="165" y="155"/>
                  </a:cubicBezTo>
                  <a:cubicBezTo>
                    <a:pt x="165" y="155"/>
                    <a:pt x="165" y="155"/>
                    <a:pt x="165" y="155"/>
                  </a:cubicBezTo>
                  <a:cubicBezTo>
                    <a:pt x="165" y="154"/>
                    <a:pt x="166" y="154"/>
                    <a:pt x="166" y="155"/>
                  </a:cubicBezTo>
                  <a:cubicBezTo>
                    <a:pt x="166" y="155"/>
                    <a:pt x="166" y="155"/>
                    <a:pt x="166" y="155"/>
                  </a:cubicBezTo>
                  <a:cubicBezTo>
                    <a:pt x="166" y="155"/>
                    <a:pt x="166" y="155"/>
                    <a:pt x="166" y="155"/>
                  </a:cubicBezTo>
                  <a:cubicBezTo>
                    <a:pt x="166" y="155"/>
                    <a:pt x="167" y="155"/>
                    <a:pt x="167" y="155"/>
                  </a:cubicBezTo>
                  <a:cubicBezTo>
                    <a:pt x="167" y="155"/>
                    <a:pt x="167" y="155"/>
                    <a:pt x="167" y="155"/>
                  </a:cubicBezTo>
                  <a:cubicBezTo>
                    <a:pt x="167" y="155"/>
                    <a:pt x="167" y="155"/>
                    <a:pt x="167" y="155"/>
                  </a:cubicBezTo>
                  <a:cubicBezTo>
                    <a:pt x="167" y="155"/>
                    <a:pt x="167" y="154"/>
                    <a:pt x="167" y="154"/>
                  </a:cubicBezTo>
                  <a:close/>
                  <a:moveTo>
                    <a:pt x="169" y="150"/>
                  </a:moveTo>
                  <a:cubicBezTo>
                    <a:pt x="169" y="150"/>
                    <a:pt x="168" y="149"/>
                    <a:pt x="168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48"/>
                    <a:pt x="168" y="148"/>
                    <a:pt x="168" y="148"/>
                  </a:cubicBezTo>
                  <a:cubicBezTo>
                    <a:pt x="168" y="148"/>
                    <a:pt x="168" y="149"/>
                    <a:pt x="168" y="149"/>
                  </a:cubicBezTo>
                  <a:cubicBezTo>
                    <a:pt x="168" y="149"/>
                    <a:pt x="168" y="149"/>
                    <a:pt x="168" y="149"/>
                  </a:cubicBezTo>
                  <a:cubicBezTo>
                    <a:pt x="168" y="150"/>
                    <a:pt x="168" y="150"/>
                    <a:pt x="168" y="150"/>
                  </a:cubicBezTo>
                  <a:cubicBezTo>
                    <a:pt x="168" y="150"/>
                    <a:pt x="168" y="151"/>
                    <a:pt x="168" y="151"/>
                  </a:cubicBezTo>
                  <a:cubicBezTo>
                    <a:pt x="168" y="151"/>
                    <a:pt x="168" y="151"/>
                    <a:pt x="168" y="151"/>
                  </a:cubicBezTo>
                  <a:cubicBezTo>
                    <a:pt x="167" y="151"/>
                    <a:pt x="167" y="152"/>
                    <a:pt x="167" y="152"/>
                  </a:cubicBezTo>
                  <a:cubicBezTo>
                    <a:pt x="168" y="152"/>
                    <a:pt x="168" y="152"/>
                    <a:pt x="168" y="153"/>
                  </a:cubicBezTo>
                  <a:cubicBezTo>
                    <a:pt x="168" y="153"/>
                    <a:pt x="168" y="153"/>
                    <a:pt x="168" y="153"/>
                  </a:cubicBezTo>
                  <a:cubicBezTo>
                    <a:pt x="168" y="154"/>
                    <a:pt x="168" y="154"/>
                    <a:pt x="168" y="154"/>
                  </a:cubicBezTo>
                  <a:cubicBezTo>
                    <a:pt x="168" y="154"/>
                    <a:pt x="168" y="155"/>
                    <a:pt x="168" y="155"/>
                  </a:cubicBezTo>
                  <a:cubicBezTo>
                    <a:pt x="168" y="155"/>
                    <a:pt x="168" y="155"/>
                    <a:pt x="168" y="155"/>
                  </a:cubicBezTo>
                  <a:cubicBezTo>
                    <a:pt x="168" y="155"/>
                    <a:pt x="168" y="156"/>
                    <a:pt x="168" y="156"/>
                  </a:cubicBezTo>
                  <a:cubicBezTo>
                    <a:pt x="168" y="156"/>
                    <a:pt x="168" y="156"/>
                    <a:pt x="168" y="156"/>
                  </a:cubicBezTo>
                  <a:cubicBezTo>
                    <a:pt x="168" y="156"/>
                    <a:pt x="168" y="157"/>
                    <a:pt x="168" y="157"/>
                  </a:cubicBezTo>
                  <a:cubicBezTo>
                    <a:pt x="168" y="157"/>
                    <a:pt x="168" y="157"/>
                    <a:pt x="168" y="157"/>
                  </a:cubicBezTo>
                  <a:cubicBezTo>
                    <a:pt x="168" y="157"/>
                    <a:pt x="168" y="157"/>
                    <a:pt x="168" y="157"/>
                  </a:cubicBezTo>
                  <a:cubicBezTo>
                    <a:pt x="168" y="158"/>
                    <a:pt x="168" y="158"/>
                    <a:pt x="168" y="158"/>
                  </a:cubicBezTo>
                  <a:cubicBezTo>
                    <a:pt x="168" y="158"/>
                    <a:pt x="168" y="158"/>
                    <a:pt x="168" y="158"/>
                  </a:cubicBezTo>
                  <a:cubicBezTo>
                    <a:pt x="168" y="158"/>
                    <a:pt x="168" y="158"/>
                    <a:pt x="168" y="158"/>
                  </a:cubicBezTo>
                  <a:cubicBezTo>
                    <a:pt x="168" y="158"/>
                    <a:pt x="168" y="158"/>
                    <a:pt x="168" y="158"/>
                  </a:cubicBezTo>
                  <a:cubicBezTo>
                    <a:pt x="168" y="157"/>
                    <a:pt x="168" y="157"/>
                    <a:pt x="168" y="157"/>
                  </a:cubicBezTo>
                  <a:cubicBezTo>
                    <a:pt x="168" y="157"/>
                    <a:pt x="168" y="157"/>
                    <a:pt x="168" y="157"/>
                  </a:cubicBezTo>
                  <a:cubicBezTo>
                    <a:pt x="168" y="156"/>
                    <a:pt x="168" y="156"/>
                    <a:pt x="168" y="156"/>
                  </a:cubicBezTo>
                  <a:cubicBezTo>
                    <a:pt x="168" y="156"/>
                    <a:pt x="168" y="155"/>
                    <a:pt x="168" y="155"/>
                  </a:cubicBezTo>
                  <a:cubicBezTo>
                    <a:pt x="168" y="155"/>
                    <a:pt x="168" y="155"/>
                    <a:pt x="168" y="155"/>
                  </a:cubicBezTo>
                  <a:cubicBezTo>
                    <a:pt x="168" y="155"/>
                    <a:pt x="168" y="155"/>
                    <a:pt x="168" y="154"/>
                  </a:cubicBezTo>
                  <a:cubicBezTo>
                    <a:pt x="168" y="154"/>
                    <a:pt x="168" y="154"/>
                    <a:pt x="168" y="154"/>
                  </a:cubicBezTo>
                  <a:cubicBezTo>
                    <a:pt x="168" y="154"/>
                    <a:pt x="168" y="154"/>
                    <a:pt x="168" y="154"/>
                  </a:cubicBezTo>
                  <a:cubicBezTo>
                    <a:pt x="168" y="154"/>
                    <a:pt x="168" y="153"/>
                    <a:pt x="168" y="153"/>
                  </a:cubicBezTo>
                  <a:cubicBezTo>
                    <a:pt x="168" y="153"/>
                    <a:pt x="168" y="153"/>
                    <a:pt x="168" y="153"/>
                  </a:cubicBezTo>
                  <a:cubicBezTo>
                    <a:pt x="168" y="153"/>
                    <a:pt x="168" y="153"/>
                    <a:pt x="168" y="152"/>
                  </a:cubicBezTo>
                  <a:cubicBezTo>
                    <a:pt x="168" y="152"/>
                    <a:pt x="168" y="152"/>
                    <a:pt x="168" y="152"/>
                  </a:cubicBezTo>
                  <a:cubicBezTo>
                    <a:pt x="168" y="151"/>
                    <a:pt x="168" y="151"/>
                    <a:pt x="168" y="151"/>
                  </a:cubicBezTo>
                  <a:cubicBezTo>
                    <a:pt x="168" y="151"/>
                    <a:pt x="168" y="151"/>
                    <a:pt x="168" y="151"/>
                  </a:cubicBezTo>
                  <a:cubicBezTo>
                    <a:pt x="169" y="151"/>
                    <a:pt x="169" y="151"/>
                    <a:pt x="169" y="150"/>
                  </a:cubicBezTo>
                  <a:cubicBezTo>
                    <a:pt x="169" y="150"/>
                    <a:pt x="169" y="150"/>
                    <a:pt x="169" y="150"/>
                  </a:cubicBezTo>
                  <a:close/>
                  <a:moveTo>
                    <a:pt x="179" y="157"/>
                  </a:moveTo>
                  <a:cubicBezTo>
                    <a:pt x="179" y="157"/>
                    <a:pt x="179" y="157"/>
                    <a:pt x="179" y="157"/>
                  </a:cubicBezTo>
                  <a:cubicBezTo>
                    <a:pt x="179" y="157"/>
                    <a:pt x="179" y="156"/>
                    <a:pt x="179" y="156"/>
                  </a:cubicBezTo>
                  <a:cubicBezTo>
                    <a:pt x="179" y="156"/>
                    <a:pt x="179" y="156"/>
                    <a:pt x="179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9" y="156"/>
                    <a:pt x="179" y="157"/>
                    <a:pt x="179" y="157"/>
                  </a:cubicBezTo>
                  <a:cubicBezTo>
                    <a:pt x="179" y="157"/>
                    <a:pt x="179" y="157"/>
                    <a:pt x="179" y="157"/>
                  </a:cubicBezTo>
                  <a:cubicBezTo>
                    <a:pt x="179" y="157"/>
                    <a:pt x="179" y="157"/>
                    <a:pt x="179" y="157"/>
                  </a:cubicBezTo>
                  <a:cubicBezTo>
                    <a:pt x="179" y="157"/>
                    <a:pt x="179" y="157"/>
                    <a:pt x="179" y="157"/>
                  </a:cubicBezTo>
                  <a:cubicBezTo>
                    <a:pt x="180" y="157"/>
                    <a:pt x="180" y="157"/>
                    <a:pt x="179" y="157"/>
                  </a:cubicBezTo>
                  <a:close/>
                  <a:moveTo>
                    <a:pt x="183" y="152"/>
                  </a:moveTo>
                  <a:cubicBezTo>
                    <a:pt x="183" y="152"/>
                    <a:pt x="183" y="151"/>
                    <a:pt x="183" y="151"/>
                  </a:cubicBezTo>
                  <a:cubicBezTo>
                    <a:pt x="183" y="151"/>
                    <a:pt x="183" y="151"/>
                    <a:pt x="182" y="151"/>
                  </a:cubicBezTo>
                  <a:cubicBezTo>
                    <a:pt x="182" y="152"/>
                    <a:pt x="182" y="151"/>
                    <a:pt x="182" y="151"/>
                  </a:cubicBezTo>
                  <a:cubicBezTo>
                    <a:pt x="182" y="151"/>
                    <a:pt x="182" y="151"/>
                    <a:pt x="182" y="151"/>
                  </a:cubicBezTo>
                  <a:cubicBezTo>
                    <a:pt x="182" y="151"/>
                    <a:pt x="182" y="151"/>
                    <a:pt x="182" y="151"/>
                  </a:cubicBezTo>
                  <a:cubicBezTo>
                    <a:pt x="182" y="151"/>
                    <a:pt x="182" y="151"/>
                    <a:pt x="182" y="151"/>
                  </a:cubicBezTo>
                  <a:cubicBezTo>
                    <a:pt x="182" y="151"/>
                    <a:pt x="181" y="151"/>
                    <a:pt x="181" y="152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2"/>
                    <a:pt x="181" y="152"/>
                    <a:pt x="181" y="152"/>
                  </a:cubicBezTo>
                  <a:cubicBezTo>
                    <a:pt x="181" y="152"/>
                    <a:pt x="180" y="152"/>
                    <a:pt x="181" y="152"/>
                  </a:cubicBezTo>
                  <a:cubicBezTo>
                    <a:pt x="181" y="151"/>
                    <a:pt x="180" y="151"/>
                    <a:pt x="180" y="151"/>
                  </a:cubicBezTo>
                  <a:cubicBezTo>
                    <a:pt x="180" y="152"/>
                    <a:pt x="180" y="152"/>
                    <a:pt x="180" y="152"/>
                  </a:cubicBezTo>
                  <a:cubicBezTo>
                    <a:pt x="180" y="152"/>
                    <a:pt x="180" y="152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80" y="153"/>
                    <a:pt x="180" y="153"/>
                    <a:pt x="180" y="153"/>
                  </a:cubicBezTo>
                  <a:cubicBezTo>
                    <a:pt x="179" y="153"/>
                    <a:pt x="179" y="153"/>
                    <a:pt x="179" y="153"/>
                  </a:cubicBezTo>
                  <a:cubicBezTo>
                    <a:pt x="179" y="153"/>
                    <a:pt x="179" y="152"/>
                    <a:pt x="179" y="152"/>
                  </a:cubicBezTo>
                  <a:cubicBezTo>
                    <a:pt x="179" y="152"/>
                    <a:pt x="179" y="152"/>
                    <a:pt x="179" y="152"/>
                  </a:cubicBezTo>
                  <a:cubicBezTo>
                    <a:pt x="179" y="152"/>
                    <a:pt x="179" y="152"/>
                    <a:pt x="179" y="152"/>
                  </a:cubicBezTo>
                  <a:cubicBezTo>
                    <a:pt x="179" y="152"/>
                    <a:pt x="179" y="151"/>
                    <a:pt x="179" y="151"/>
                  </a:cubicBezTo>
                  <a:cubicBezTo>
                    <a:pt x="179" y="151"/>
                    <a:pt x="179" y="151"/>
                    <a:pt x="179" y="151"/>
                  </a:cubicBezTo>
                  <a:cubicBezTo>
                    <a:pt x="179" y="151"/>
                    <a:pt x="179" y="151"/>
                    <a:pt x="179" y="151"/>
                  </a:cubicBezTo>
                  <a:cubicBezTo>
                    <a:pt x="179" y="151"/>
                    <a:pt x="179" y="151"/>
                    <a:pt x="179" y="151"/>
                  </a:cubicBezTo>
                  <a:cubicBezTo>
                    <a:pt x="179" y="151"/>
                    <a:pt x="178" y="151"/>
                    <a:pt x="178" y="151"/>
                  </a:cubicBezTo>
                  <a:cubicBezTo>
                    <a:pt x="178" y="151"/>
                    <a:pt x="178" y="151"/>
                    <a:pt x="178" y="151"/>
                  </a:cubicBezTo>
                  <a:cubicBezTo>
                    <a:pt x="178" y="151"/>
                    <a:pt x="179" y="151"/>
                    <a:pt x="179" y="150"/>
                  </a:cubicBezTo>
                  <a:cubicBezTo>
                    <a:pt x="179" y="150"/>
                    <a:pt x="179" y="150"/>
                    <a:pt x="179" y="150"/>
                  </a:cubicBezTo>
                  <a:cubicBezTo>
                    <a:pt x="179" y="150"/>
                    <a:pt x="179" y="150"/>
                    <a:pt x="179" y="150"/>
                  </a:cubicBezTo>
                  <a:cubicBezTo>
                    <a:pt x="180" y="150"/>
                    <a:pt x="180" y="150"/>
                    <a:pt x="180" y="150"/>
                  </a:cubicBezTo>
                  <a:cubicBezTo>
                    <a:pt x="180" y="150"/>
                    <a:pt x="180" y="150"/>
                    <a:pt x="180" y="149"/>
                  </a:cubicBezTo>
                  <a:cubicBezTo>
                    <a:pt x="180" y="149"/>
                    <a:pt x="180" y="149"/>
                    <a:pt x="180" y="149"/>
                  </a:cubicBezTo>
                  <a:cubicBezTo>
                    <a:pt x="180" y="148"/>
                    <a:pt x="179" y="148"/>
                    <a:pt x="179" y="148"/>
                  </a:cubicBezTo>
                  <a:cubicBezTo>
                    <a:pt x="179" y="148"/>
                    <a:pt x="179" y="149"/>
                    <a:pt x="179" y="149"/>
                  </a:cubicBezTo>
                  <a:cubicBezTo>
                    <a:pt x="179" y="149"/>
                    <a:pt x="179" y="149"/>
                    <a:pt x="179" y="149"/>
                  </a:cubicBezTo>
                  <a:cubicBezTo>
                    <a:pt x="179" y="149"/>
                    <a:pt x="179" y="149"/>
                    <a:pt x="179" y="149"/>
                  </a:cubicBezTo>
                  <a:cubicBezTo>
                    <a:pt x="179" y="149"/>
                    <a:pt x="179" y="149"/>
                    <a:pt x="179" y="149"/>
                  </a:cubicBezTo>
                  <a:cubicBezTo>
                    <a:pt x="179" y="149"/>
                    <a:pt x="179" y="149"/>
                    <a:pt x="179" y="149"/>
                  </a:cubicBezTo>
                  <a:cubicBezTo>
                    <a:pt x="178" y="149"/>
                    <a:pt x="178" y="150"/>
                    <a:pt x="178" y="150"/>
                  </a:cubicBezTo>
                  <a:cubicBezTo>
                    <a:pt x="178" y="150"/>
                    <a:pt x="177" y="150"/>
                    <a:pt x="177" y="150"/>
                  </a:cubicBezTo>
                  <a:cubicBezTo>
                    <a:pt x="177" y="150"/>
                    <a:pt x="177" y="150"/>
                    <a:pt x="177" y="150"/>
                  </a:cubicBezTo>
                  <a:cubicBezTo>
                    <a:pt x="177" y="150"/>
                    <a:pt x="177" y="150"/>
                    <a:pt x="177" y="150"/>
                  </a:cubicBezTo>
                  <a:cubicBezTo>
                    <a:pt x="177" y="150"/>
                    <a:pt x="177" y="150"/>
                    <a:pt x="176" y="150"/>
                  </a:cubicBezTo>
                  <a:cubicBezTo>
                    <a:pt x="176" y="150"/>
                    <a:pt x="176" y="150"/>
                    <a:pt x="176" y="150"/>
                  </a:cubicBezTo>
                  <a:cubicBezTo>
                    <a:pt x="176" y="150"/>
                    <a:pt x="176" y="150"/>
                    <a:pt x="176" y="150"/>
                  </a:cubicBezTo>
                  <a:cubicBezTo>
                    <a:pt x="176" y="150"/>
                    <a:pt x="176" y="150"/>
                    <a:pt x="176" y="150"/>
                  </a:cubicBezTo>
                  <a:cubicBezTo>
                    <a:pt x="175" y="150"/>
                    <a:pt x="175" y="150"/>
                    <a:pt x="175" y="150"/>
                  </a:cubicBezTo>
                  <a:cubicBezTo>
                    <a:pt x="175" y="150"/>
                    <a:pt x="175" y="150"/>
                    <a:pt x="175" y="150"/>
                  </a:cubicBezTo>
                  <a:cubicBezTo>
                    <a:pt x="175" y="150"/>
                    <a:pt x="175" y="150"/>
                    <a:pt x="175" y="150"/>
                  </a:cubicBezTo>
                  <a:cubicBezTo>
                    <a:pt x="175" y="150"/>
                    <a:pt x="175" y="150"/>
                    <a:pt x="175" y="150"/>
                  </a:cubicBezTo>
                  <a:cubicBezTo>
                    <a:pt x="175" y="150"/>
                    <a:pt x="175" y="150"/>
                    <a:pt x="175" y="150"/>
                  </a:cubicBezTo>
                  <a:cubicBezTo>
                    <a:pt x="175" y="150"/>
                    <a:pt x="175" y="150"/>
                    <a:pt x="175" y="151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175" y="151"/>
                    <a:pt x="175" y="151"/>
                    <a:pt x="176" y="151"/>
                  </a:cubicBezTo>
                  <a:cubicBezTo>
                    <a:pt x="176" y="151"/>
                    <a:pt x="176" y="151"/>
                    <a:pt x="176" y="151"/>
                  </a:cubicBezTo>
                  <a:cubicBezTo>
                    <a:pt x="176" y="151"/>
                    <a:pt x="176" y="151"/>
                    <a:pt x="176" y="152"/>
                  </a:cubicBezTo>
                  <a:cubicBezTo>
                    <a:pt x="176" y="152"/>
                    <a:pt x="176" y="152"/>
                    <a:pt x="176" y="152"/>
                  </a:cubicBezTo>
                  <a:cubicBezTo>
                    <a:pt x="176" y="152"/>
                    <a:pt x="176" y="152"/>
                    <a:pt x="176" y="152"/>
                  </a:cubicBezTo>
                  <a:cubicBezTo>
                    <a:pt x="176" y="152"/>
                    <a:pt x="176" y="152"/>
                    <a:pt x="176" y="152"/>
                  </a:cubicBezTo>
                  <a:cubicBezTo>
                    <a:pt x="176" y="152"/>
                    <a:pt x="176" y="152"/>
                    <a:pt x="176" y="153"/>
                  </a:cubicBezTo>
                  <a:cubicBezTo>
                    <a:pt x="176" y="153"/>
                    <a:pt x="176" y="153"/>
                    <a:pt x="176" y="153"/>
                  </a:cubicBezTo>
                  <a:cubicBezTo>
                    <a:pt x="176" y="153"/>
                    <a:pt x="176" y="153"/>
                    <a:pt x="176" y="153"/>
                  </a:cubicBezTo>
                  <a:cubicBezTo>
                    <a:pt x="176" y="153"/>
                    <a:pt x="176" y="153"/>
                    <a:pt x="176" y="153"/>
                  </a:cubicBezTo>
                  <a:cubicBezTo>
                    <a:pt x="176" y="153"/>
                    <a:pt x="177" y="153"/>
                    <a:pt x="177" y="153"/>
                  </a:cubicBezTo>
                  <a:cubicBezTo>
                    <a:pt x="177" y="153"/>
                    <a:pt x="177" y="153"/>
                    <a:pt x="177" y="153"/>
                  </a:cubicBezTo>
                  <a:cubicBezTo>
                    <a:pt x="177" y="153"/>
                    <a:pt x="177" y="153"/>
                    <a:pt x="177" y="153"/>
                  </a:cubicBezTo>
                  <a:cubicBezTo>
                    <a:pt x="177" y="153"/>
                    <a:pt x="177" y="153"/>
                    <a:pt x="177" y="153"/>
                  </a:cubicBezTo>
                  <a:cubicBezTo>
                    <a:pt x="177" y="153"/>
                    <a:pt x="177" y="153"/>
                    <a:pt x="177" y="153"/>
                  </a:cubicBezTo>
                  <a:cubicBezTo>
                    <a:pt x="177" y="153"/>
                    <a:pt x="177" y="153"/>
                    <a:pt x="177" y="153"/>
                  </a:cubicBezTo>
                  <a:cubicBezTo>
                    <a:pt x="176" y="154"/>
                    <a:pt x="176" y="154"/>
                    <a:pt x="176" y="154"/>
                  </a:cubicBezTo>
                  <a:cubicBezTo>
                    <a:pt x="176" y="154"/>
                    <a:pt x="176" y="154"/>
                    <a:pt x="176" y="154"/>
                  </a:cubicBezTo>
                  <a:cubicBezTo>
                    <a:pt x="175" y="154"/>
                    <a:pt x="175" y="154"/>
                    <a:pt x="175" y="154"/>
                  </a:cubicBezTo>
                  <a:cubicBezTo>
                    <a:pt x="174" y="154"/>
                    <a:pt x="174" y="154"/>
                    <a:pt x="174" y="154"/>
                  </a:cubicBezTo>
                  <a:cubicBezTo>
                    <a:pt x="174" y="154"/>
                    <a:pt x="174" y="154"/>
                    <a:pt x="174" y="155"/>
                  </a:cubicBezTo>
                  <a:cubicBezTo>
                    <a:pt x="174" y="155"/>
                    <a:pt x="174" y="155"/>
                    <a:pt x="174" y="155"/>
                  </a:cubicBezTo>
                  <a:cubicBezTo>
                    <a:pt x="174" y="155"/>
                    <a:pt x="174" y="155"/>
                    <a:pt x="174" y="155"/>
                  </a:cubicBezTo>
                  <a:cubicBezTo>
                    <a:pt x="174" y="155"/>
                    <a:pt x="174" y="155"/>
                    <a:pt x="174" y="155"/>
                  </a:cubicBezTo>
                  <a:cubicBezTo>
                    <a:pt x="174" y="155"/>
                    <a:pt x="175" y="155"/>
                    <a:pt x="175" y="155"/>
                  </a:cubicBezTo>
                  <a:cubicBezTo>
                    <a:pt x="175" y="155"/>
                    <a:pt x="175" y="155"/>
                    <a:pt x="175" y="155"/>
                  </a:cubicBezTo>
                  <a:cubicBezTo>
                    <a:pt x="176" y="155"/>
                    <a:pt x="176" y="155"/>
                    <a:pt x="176" y="155"/>
                  </a:cubicBezTo>
                  <a:cubicBezTo>
                    <a:pt x="176" y="155"/>
                    <a:pt x="176" y="155"/>
                    <a:pt x="177" y="155"/>
                  </a:cubicBezTo>
                  <a:cubicBezTo>
                    <a:pt x="177" y="155"/>
                    <a:pt x="177" y="155"/>
                    <a:pt x="177" y="155"/>
                  </a:cubicBezTo>
                  <a:cubicBezTo>
                    <a:pt x="176" y="155"/>
                    <a:pt x="176" y="155"/>
                    <a:pt x="176" y="155"/>
                  </a:cubicBezTo>
                  <a:cubicBezTo>
                    <a:pt x="176" y="156"/>
                    <a:pt x="175" y="156"/>
                    <a:pt x="175" y="156"/>
                  </a:cubicBezTo>
                  <a:cubicBezTo>
                    <a:pt x="174" y="156"/>
                    <a:pt x="174" y="156"/>
                    <a:pt x="173" y="156"/>
                  </a:cubicBezTo>
                  <a:cubicBezTo>
                    <a:pt x="173" y="156"/>
                    <a:pt x="173" y="156"/>
                    <a:pt x="173" y="157"/>
                  </a:cubicBezTo>
                  <a:cubicBezTo>
                    <a:pt x="173" y="157"/>
                    <a:pt x="173" y="157"/>
                    <a:pt x="173" y="157"/>
                  </a:cubicBezTo>
                  <a:cubicBezTo>
                    <a:pt x="174" y="157"/>
                    <a:pt x="174" y="157"/>
                    <a:pt x="174" y="157"/>
                  </a:cubicBezTo>
                  <a:cubicBezTo>
                    <a:pt x="174" y="157"/>
                    <a:pt x="174" y="157"/>
                    <a:pt x="174" y="157"/>
                  </a:cubicBezTo>
                  <a:cubicBezTo>
                    <a:pt x="174" y="157"/>
                    <a:pt x="174" y="157"/>
                    <a:pt x="174" y="157"/>
                  </a:cubicBezTo>
                  <a:cubicBezTo>
                    <a:pt x="175" y="157"/>
                    <a:pt x="175" y="157"/>
                    <a:pt x="175" y="157"/>
                  </a:cubicBezTo>
                  <a:cubicBezTo>
                    <a:pt x="175" y="157"/>
                    <a:pt x="175" y="157"/>
                    <a:pt x="175" y="157"/>
                  </a:cubicBezTo>
                  <a:cubicBezTo>
                    <a:pt x="175" y="157"/>
                    <a:pt x="175" y="157"/>
                    <a:pt x="175" y="157"/>
                  </a:cubicBezTo>
                  <a:cubicBezTo>
                    <a:pt x="175" y="158"/>
                    <a:pt x="175" y="158"/>
                    <a:pt x="175" y="158"/>
                  </a:cubicBezTo>
                  <a:cubicBezTo>
                    <a:pt x="175" y="158"/>
                    <a:pt x="175" y="158"/>
                    <a:pt x="175" y="158"/>
                  </a:cubicBezTo>
                  <a:cubicBezTo>
                    <a:pt x="175" y="158"/>
                    <a:pt x="176" y="158"/>
                    <a:pt x="176" y="158"/>
                  </a:cubicBezTo>
                  <a:cubicBezTo>
                    <a:pt x="176" y="158"/>
                    <a:pt x="176" y="158"/>
                    <a:pt x="176" y="158"/>
                  </a:cubicBezTo>
                  <a:cubicBezTo>
                    <a:pt x="176" y="158"/>
                    <a:pt x="176" y="157"/>
                    <a:pt x="176" y="157"/>
                  </a:cubicBezTo>
                  <a:cubicBezTo>
                    <a:pt x="176" y="157"/>
                    <a:pt x="176" y="157"/>
                    <a:pt x="176" y="157"/>
                  </a:cubicBezTo>
                  <a:cubicBezTo>
                    <a:pt x="176" y="157"/>
                    <a:pt x="176" y="157"/>
                    <a:pt x="176" y="157"/>
                  </a:cubicBezTo>
                  <a:cubicBezTo>
                    <a:pt x="176" y="157"/>
                    <a:pt x="176" y="157"/>
                    <a:pt x="176" y="157"/>
                  </a:cubicBezTo>
                  <a:cubicBezTo>
                    <a:pt x="176" y="156"/>
                    <a:pt x="176" y="156"/>
                    <a:pt x="177" y="156"/>
                  </a:cubicBezTo>
                  <a:cubicBezTo>
                    <a:pt x="177" y="156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7"/>
                    <a:pt x="177" y="157"/>
                    <a:pt x="177" y="157"/>
                  </a:cubicBezTo>
                  <a:cubicBezTo>
                    <a:pt x="177" y="158"/>
                    <a:pt x="177" y="158"/>
                    <a:pt x="176" y="158"/>
                  </a:cubicBezTo>
                  <a:cubicBezTo>
                    <a:pt x="176" y="158"/>
                    <a:pt x="176" y="158"/>
                    <a:pt x="176" y="158"/>
                  </a:cubicBezTo>
                  <a:cubicBezTo>
                    <a:pt x="177" y="158"/>
                    <a:pt x="177" y="158"/>
                    <a:pt x="177" y="158"/>
                  </a:cubicBezTo>
                  <a:cubicBezTo>
                    <a:pt x="177" y="158"/>
                    <a:pt x="177" y="158"/>
                    <a:pt x="177" y="158"/>
                  </a:cubicBezTo>
                  <a:cubicBezTo>
                    <a:pt x="177" y="158"/>
                    <a:pt x="177" y="158"/>
                    <a:pt x="177" y="158"/>
                  </a:cubicBezTo>
                  <a:cubicBezTo>
                    <a:pt x="177" y="158"/>
                    <a:pt x="177" y="158"/>
                    <a:pt x="177" y="157"/>
                  </a:cubicBezTo>
                  <a:cubicBezTo>
                    <a:pt x="177" y="157"/>
                    <a:pt x="177" y="157"/>
                    <a:pt x="178" y="157"/>
                  </a:cubicBezTo>
                  <a:cubicBezTo>
                    <a:pt x="178" y="157"/>
                    <a:pt x="178" y="157"/>
                    <a:pt x="178" y="157"/>
                  </a:cubicBezTo>
                  <a:cubicBezTo>
                    <a:pt x="178" y="157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8" y="156"/>
                    <a:pt x="178" y="156"/>
                    <a:pt x="178" y="156"/>
                  </a:cubicBezTo>
                  <a:cubicBezTo>
                    <a:pt x="179" y="155"/>
                    <a:pt x="179" y="155"/>
                    <a:pt x="179" y="155"/>
                  </a:cubicBezTo>
                  <a:cubicBezTo>
                    <a:pt x="179" y="155"/>
                    <a:pt x="179" y="155"/>
                    <a:pt x="179" y="155"/>
                  </a:cubicBezTo>
                  <a:cubicBezTo>
                    <a:pt x="179" y="155"/>
                    <a:pt x="179" y="155"/>
                    <a:pt x="179" y="155"/>
                  </a:cubicBezTo>
                  <a:cubicBezTo>
                    <a:pt x="179" y="155"/>
                    <a:pt x="179" y="155"/>
                    <a:pt x="179" y="155"/>
                  </a:cubicBezTo>
                  <a:cubicBezTo>
                    <a:pt x="179" y="154"/>
                    <a:pt x="179" y="154"/>
                    <a:pt x="179" y="154"/>
                  </a:cubicBezTo>
                  <a:cubicBezTo>
                    <a:pt x="179" y="154"/>
                    <a:pt x="178" y="155"/>
                    <a:pt x="178" y="155"/>
                  </a:cubicBezTo>
                  <a:cubicBezTo>
                    <a:pt x="178" y="155"/>
                    <a:pt x="178" y="155"/>
                    <a:pt x="178" y="155"/>
                  </a:cubicBezTo>
                  <a:cubicBezTo>
                    <a:pt x="178" y="155"/>
                    <a:pt x="178" y="155"/>
                    <a:pt x="178" y="155"/>
                  </a:cubicBezTo>
                  <a:cubicBezTo>
                    <a:pt x="178" y="155"/>
                    <a:pt x="178" y="154"/>
                    <a:pt x="178" y="154"/>
                  </a:cubicBezTo>
                  <a:cubicBezTo>
                    <a:pt x="178" y="154"/>
                    <a:pt x="178" y="154"/>
                    <a:pt x="178" y="154"/>
                  </a:cubicBezTo>
                  <a:cubicBezTo>
                    <a:pt x="178" y="154"/>
                    <a:pt x="178" y="154"/>
                    <a:pt x="178" y="154"/>
                  </a:cubicBezTo>
                  <a:cubicBezTo>
                    <a:pt x="178" y="154"/>
                    <a:pt x="178" y="154"/>
                    <a:pt x="178" y="154"/>
                  </a:cubicBezTo>
                  <a:cubicBezTo>
                    <a:pt x="178" y="154"/>
                    <a:pt x="179" y="154"/>
                    <a:pt x="179" y="154"/>
                  </a:cubicBezTo>
                  <a:cubicBezTo>
                    <a:pt x="179" y="154"/>
                    <a:pt x="179" y="154"/>
                    <a:pt x="179" y="153"/>
                  </a:cubicBezTo>
                  <a:cubicBezTo>
                    <a:pt x="180" y="153"/>
                    <a:pt x="180" y="153"/>
                    <a:pt x="180" y="154"/>
                  </a:cubicBezTo>
                  <a:cubicBezTo>
                    <a:pt x="180" y="154"/>
                    <a:pt x="180" y="154"/>
                    <a:pt x="180" y="154"/>
                  </a:cubicBezTo>
                  <a:cubicBezTo>
                    <a:pt x="180" y="155"/>
                    <a:pt x="180" y="155"/>
                    <a:pt x="180" y="155"/>
                  </a:cubicBezTo>
                  <a:cubicBezTo>
                    <a:pt x="180" y="155"/>
                    <a:pt x="180" y="155"/>
                    <a:pt x="180" y="156"/>
                  </a:cubicBezTo>
                  <a:cubicBezTo>
                    <a:pt x="180" y="156"/>
                    <a:pt x="180" y="156"/>
                    <a:pt x="180" y="156"/>
                  </a:cubicBezTo>
                  <a:cubicBezTo>
                    <a:pt x="180" y="156"/>
                    <a:pt x="180" y="156"/>
                    <a:pt x="180" y="156"/>
                  </a:cubicBezTo>
                  <a:cubicBezTo>
                    <a:pt x="180" y="156"/>
                    <a:pt x="180" y="156"/>
                    <a:pt x="180" y="156"/>
                  </a:cubicBezTo>
                  <a:cubicBezTo>
                    <a:pt x="180" y="155"/>
                    <a:pt x="180" y="155"/>
                    <a:pt x="180" y="155"/>
                  </a:cubicBezTo>
                  <a:cubicBezTo>
                    <a:pt x="180" y="155"/>
                    <a:pt x="180" y="154"/>
                    <a:pt x="181" y="154"/>
                  </a:cubicBezTo>
                  <a:cubicBezTo>
                    <a:pt x="181" y="154"/>
                    <a:pt x="181" y="154"/>
                    <a:pt x="181" y="153"/>
                  </a:cubicBezTo>
                  <a:cubicBezTo>
                    <a:pt x="181" y="153"/>
                    <a:pt x="181" y="153"/>
                    <a:pt x="181" y="153"/>
                  </a:cubicBezTo>
                  <a:cubicBezTo>
                    <a:pt x="181" y="153"/>
                    <a:pt x="181" y="153"/>
                    <a:pt x="181" y="153"/>
                  </a:cubicBezTo>
                  <a:cubicBezTo>
                    <a:pt x="181" y="153"/>
                    <a:pt x="182" y="154"/>
                    <a:pt x="182" y="154"/>
                  </a:cubicBezTo>
                  <a:cubicBezTo>
                    <a:pt x="182" y="154"/>
                    <a:pt x="182" y="154"/>
                    <a:pt x="182" y="154"/>
                  </a:cubicBezTo>
                  <a:cubicBezTo>
                    <a:pt x="182" y="154"/>
                    <a:pt x="182" y="154"/>
                    <a:pt x="182" y="155"/>
                  </a:cubicBezTo>
                  <a:cubicBezTo>
                    <a:pt x="181" y="155"/>
                    <a:pt x="181" y="155"/>
                    <a:pt x="182" y="155"/>
                  </a:cubicBezTo>
                  <a:cubicBezTo>
                    <a:pt x="182" y="155"/>
                    <a:pt x="182" y="155"/>
                    <a:pt x="182" y="156"/>
                  </a:cubicBezTo>
                  <a:cubicBezTo>
                    <a:pt x="182" y="156"/>
                    <a:pt x="182" y="156"/>
                    <a:pt x="182" y="156"/>
                  </a:cubicBezTo>
                  <a:cubicBezTo>
                    <a:pt x="182" y="156"/>
                    <a:pt x="182" y="156"/>
                    <a:pt x="182" y="156"/>
                  </a:cubicBezTo>
                  <a:cubicBezTo>
                    <a:pt x="182" y="157"/>
                    <a:pt x="182" y="157"/>
                    <a:pt x="182" y="157"/>
                  </a:cubicBezTo>
                  <a:cubicBezTo>
                    <a:pt x="182" y="157"/>
                    <a:pt x="182" y="157"/>
                    <a:pt x="182" y="157"/>
                  </a:cubicBezTo>
                  <a:cubicBezTo>
                    <a:pt x="182" y="158"/>
                    <a:pt x="182" y="158"/>
                    <a:pt x="182" y="158"/>
                  </a:cubicBezTo>
                  <a:cubicBezTo>
                    <a:pt x="182" y="158"/>
                    <a:pt x="182" y="158"/>
                    <a:pt x="182" y="158"/>
                  </a:cubicBezTo>
                  <a:cubicBezTo>
                    <a:pt x="182" y="158"/>
                    <a:pt x="182" y="159"/>
                    <a:pt x="182" y="159"/>
                  </a:cubicBezTo>
                  <a:cubicBezTo>
                    <a:pt x="182" y="159"/>
                    <a:pt x="182" y="159"/>
                    <a:pt x="181" y="160"/>
                  </a:cubicBezTo>
                  <a:cubicBezTo>
                    <a:pt x="181" y="160"/>
                    <a:pt x="181" y="160"/>
                    <a:pt x="181" y="160"/>
                  </a:cubicBezTo>
                  <a:cubicBezTo>
                    <a:pt x="181" y="160"/>
                    <a:pt x="181" y="160"/>
                    <a:pt x="182" y="160"/>
                  </a:cubicBezTo>
                  <a:cubicBezTo>
                    <a:pt x="182" y="160"/>
                    <a:pt x="182" y="160"/>
                    <a:pt x="182" y="160"/>
                  </a:cubicBezTo>
                  <a:cubicBezTo>
                    <a:pt x="182" y="160"/>
                    <a:pt x="182" y="160"/>
                    <a:pt x="182" y="160"/>
                  </a:cubicBezTo>
                  <a:cubicBezTo>
                    <a:pt x="182" y="160"/>
                    <a:pt x="182" y="160"/>
                    <a:pt x="182" y="160"/>
                  </a:cubicBezTo>
                  <a:cubicBezTo>
                    <a:pt x="182" y="160"/>
                    <a:pt x="182" y="160"/>
                    <a:pt x="182" y="159"/>
                  </a:cubicBezTo>
                  <a:cubicBezTo>
                    <a:pt x="182" y="159"/>
                    <a:pt x="182" y="159"/>
                    <a:pt x="182" y="159"/>
                  </a:cubicBezTo>
                  <a:cubicBezTo>
                    <a:pt x="182" y="159"/>
                    <a:pt x="182" y="159"/>
                    <a:pt x="182" y="158"/>
                  </a:cubicBezTo>
                  <a:cubicBezTo>
                    <a:pt x="182" y="158"/>
                    <a:pt x="182" y="158"/>
                    <a:pt x="182" y="158"/>
                  </a:cubicBezTo>
                  <a:cubicBezTo>
                    <a:pt x="182" y="158"/>
                    <a:pt x="182" y="158"/>
                    <a:pt x="182" y="158"/>
                  </a:cubicBezTo>
                  <a:cubicBezTo>
                    <a:pt x="182" y="158"/>
                    <a:pt x="182" y="158"/>
                    <a:pt x="182" y="158"/>
                  </a:cubicBezTo>
                  <a:cubicBezTo>
                    <a:pt x="182" y="158"/>
                    <a:pt x="182" y="158"/>
                    <a:pt x="182" y="158"/>
                  </a:cubicBezTo>
                  <a:cubicBezTo>
                    <a:pt x="182" y="157"/>
                    <a:pt x="182" y="157"/>
                    <a:pt x="182" y="157"/>
                  </a:cubicBezTo>
                  <a:cubicBezTo>
                    <a:pt x="183" y="157"/>
                    <a:pt x="182" y="156"/>
                    <a:pt x="182" y="156"/>
                  </a:cubicBezTo>
                  <a:cubicBezTo>
                    <a:pt x="182" y="155"/>
                    <a:pt x="182" y="155"/>
                    <a:pt x="183" y="154"/>
                  </a:cubicBezTo>
                  <a:cubicBezTo>
                    <a:pt x="183" y="154"/>
                    <a:pt x="183" y="154"/>
                    <a:pt x="183" y="154"/>
                  </a:cubicBezTo>
                  <a:cubicBezTo>
                    <a:pt x="183" y="154"/>
                    <a:pt x="183" y="153"/>
                    <a:pt x="183" y="153"/>
                  </a:cubicBezTo>
                  <a:cubicBezTo>
                    <a:pt x="183" y="153"/>
                    <a:pt x="183" y="153"/>
                    <a:pt x="183" y="152"/>
                  </a:cubicBezTo>
                  <a:cubicBezTo>
                    <a:pt x="183" y="152"/>
                    <a:pt x="183" y="152"/>
                    <a:pt x="183" y="152"/>
                  </a:cubicBezTo>
                  <a:cubicBezTo>
                    <a:pt x="183" y="152"/>
                    <a:pt x="183" y="152"/>
                    <a:pt x="183" y="152"/>
                  </a:cubicBezTo>
                  <a:close/>
                  <a:moveTo>
                    <a:pt x="178" y="153"/>
                  </a:moveTo>
                  <a:cubicBezTo>
                    <a:pt x="178" y="153"/>
                    <a:pt x="178" y="153"/>
                    <a:pt x="178" y="153"/>
                  </a:cubicBezTo>
                  <a:cubicBezTo>
                    <a:pt x="178" y="153"/>
                    <a:pt x="178" y="153"/>
                    <a:pt x="178" y="153"/>
                  </a:cubicBezTo>
                  <a:cubicBezTo>
                    <a:pt x="178" y="153"/>
                    <a:pt x="179" y="153"/>
                    <a:pt x="179" y="153"/>
                  </a:cubicBezTo>
                  <a:cubicBezTo>
                    <a:pt x="179" y="153"/>
                    <a:pt x="179" y="153"/>
                    <a:pt x="179" y="153"/>
                  </a:cubicBezTo>
                  <a:cubicBezTo>
                    <a:pt x="179" y="153"/>
                    <a:pt x="179" y="153"/>
                    <a:pt x="179" y="153"/>
                  </a:cubicBezTo>
                  <a:cubicBezTo>
                    <a:pt x="178" y="153"/>
                    <a:pt x="178" y="153"/>
                    <a:pt x="178" y="153"/>
                  </a:cubicBezTo>
                  <a:close/>
                  <a:moveTo>
                    <a:pt x="142" y="154"/>
                  </a:moveTo>
                  <a:cubicBezTo>
                    <a:pt x="142" y="154"/>
                    <a:pt x="142" y="154"/>
                    <a:pt x="142" y="154"/>
                  </a:cubicBezTo>
                  <a:cubicBezTo>
                    <a:pt x="142" y="155"/>
                    <a:pt x="142" y="155"/>
                    <a:pt x="142" y="155"/>
                  </a:cubicBezTo>
                  <a:cubicBezTo>
                    <a:pt x="141" y="155"/>
                    <a:pt x="141" y="155"/>
                    <a:pt x="141" y="156"/>
                  </a:cubicBezTo>
                  <a:cubicBezTo>
                    <a:pt x="141" y="156"/>
                    <a:pt x="141" y="156"/>
                    <a:pt x="141" y="156"/>
                  </a:cubicBezTo>
                  <a:cubicBezTo>
                    <a:pt x="141" y="156"/>
                    <a:pt x="141" y="156"/>
                    <a:pt x="141" y="156"/>
                  </a:cubicBezTo>
                  <a:cubicBezTo>
                    <a:pt x="141" y="156"/>
                    <a:pt x="141" y="156"/>
                    <a:pt x="141" y="156"/>
                  </a:cubicBezTo>
                  <a:cubicBezTo>
                    <a:pt x="141" y="156"/>
                    <a:pt x="142" y="156"/>
                    <a:pt x="142" y="156"/>
                  </a:cubicBezTo>
                  <a:cubicBezTo>
                    <a:pt x="142" y="156"/>
                    <a:pt x="142" y="156"/>
                    <a:pt x="142" y="156"/>
                  </a:cubicBezTo>
                  <a:cubicBezTo>
                    <a:pt x="142" y="156"/>
                    <a:pt x="142" y="156"/>
                    <a:pt x="142" y="155"/>
                  </a:cubicBezTo>
                  <a:cubicBezTo>
                    <a:pt x="142" y="155"/>
                    <a:pt x="142" y="155"/>
                    <a:pt x="142" y="155"/>
                  </a:cubicBezTo>
                  <a:cubicBezTo>
                    <a:pt x="142" y="155"/>
                    <a:pt x="142" y="155"/>
                    <a:pt x="142" y="154"/>
                  </a:cubicBezTo>
                  <a:cubicBezTo>
                    <a:pt x="142" y="154"/>
                    <a:pt x="142" y="154"/>
                    <a:pt x="142" y="154"/>
                  </a:cubicBezTo>
                  <a:cubicBezTo>
                    <a:pt x="142" y="154"/>
                    <a:pt x="142" y="154"/>
                    <a:pt x="142" y="154"/>
                  </a:cubicBezTo>
                  <a:close/>
                  <a:moveTo>
                    <a:pt x="107" y="151"/>
                  </a:moveTo>
                  <a:cubicBezTo>
                    <a:pt x="106" y="151"/>
                    <a:pt x="106" y="151"/>
                    <a:pt x="106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5" y="151"/>
                    <a:pt x="105" y="151"/>
                    <a:pt x="105" y="151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6" y="151"/>
                    <a:pt x="106" y="151"/>
                    <a:pt x="106" y="151"/>
                  </a:cubicBezTo>
                  <a:cubicBezTo>
                    <a:pt x="107" y="151"/>
                    <a:pt x="107" y="151"/>
                    <a:pt x="107" y="152"/>
                  </a:cubicBezTo>
                  <a:cubicBezTo>
                    <a:pt x="107" y="152"/>
                    <a:pt x="106" y="152"/>
                    <a:pt x="106" y="152"/>
                  </a:cubicBezTo>
                  <a:cubicBezTo>
                    <a:pt x="106" y="152"/>
                    <a:pt x="106" y="152"/>
                    <a:pt x="106" y="152"/>
                  </a:cubicBezTo>
                  <a:cubicBezTo>
                    <a:pt x="106" y="152"/>
                    <a:pt x="105" y="152"/>
                    <a:pt x="105" y="152"/>
                  </a:cubicBezTo>
                  <a:cubicBezTo>
                    <a:pt x="105" y="152"/>
                    <a:pt x="105" y="152"/>
                    <a:pt x="105" y="152"/>
                  </a:cubicBezTo>
                  <a:cubicBezTo>
                    <a:pt x="105" y="152"/>
                    <a:pt x="105" y="152"/>
                    <a:pt x="105" y="153"/>
                  </a:cubicBezTo>
                  <a:cubicBezTo>
                    <a:pt x="105" y="153"/>
                    <a:pt x="105" y="153"/>
                    <a:pt x="105" y="153"/>
                  </a:cubicBezTo>
                  <a:cubicBezTo>
                    <a:pt x="105" y="153"/>
                    <a:pt x="105" y="153"/>
                    <a:pt x="106" y="153"/>
                  </a:cubicBezTo>
                  <a:cubicBezTo>
                    <a:pt x="106" y="153"/>
                    <a:pt x="106" y="153"/>
                    <a:pt x="106" y="153"/>
                  </a:cubicBezTo>
                  <a:cubicBezTo>
                    <a:pt x="106" y="153"/>
                    <a:pt x="107" y="153"/>
                    <a:pt x="107" y="153"/>
                  </a:cubicBezTo>
                  <a:cubicBezTo>
                    <a:pt x="107" y="153"/>
                    <a:pt x="107" y="153"/>
                    <a:pt x="106" y="153"/>
                  </a:cubicBezTo>
                  <a:cubicBezTo>
                    <a:pt x="106" y="153"/>
                    <a:pt x="106" y="153"/>
                    <a:pt x="106" y="153"/>
                  </a:cubicBezTo>
                  <a:cubicBezTo>
                    <a:pt x="106" y="153"/>
                    <a:pt x="106" y="153"/>
                    <a:pt x="105" y="154"/>
                  </a:cubicBezTo>
                  <a:cubicBezTo>
                    <a:pt x="105" y="154"/>
                    <a:pt x="105" y="154"/>
                    <a:pt x="105" y="154"/>
                  </a:cubicBezTo>
                  <a:cubicBezTo>
                    <a:pt x="105" y="154"/>
                    <a:pt x="105" y="154"/>
                    <a:pt x="105" y="154"/>
                  </a:cubicBezTo>
                  <a:cubicBezTo>
                    <a:pt x="105" y="154"/>
                    <a:pt x="106" y="154"/>
                    <a:pt x="106" y="154"/>
                  </a:cubicBezTo>
                  <a:cubicBezTo>
                    <a:pt x="106" y="154"/>
                    <a:pt x="106" y="154"/>
                    <a:pt x="106" y="154"/>
                  </a:cubicBezTo>
                  <a:cubicBezTo>
                    <a:pt x="107" y="154"/>
                    <a:pt x="107" y="154"/>
                    <a:pt x="107" y="153"/>
                  </a:cubicBezTo>
                  <a:cubicBezTo>
                    <a:pt x="107" y="153"/>
                    <a:pt x="107" y="153"/>
                    <a:pt x="107" y="153"/>
                  </a:cubicBezTo>
                  <a:cubicBezTo>
                    <a:pt x="107" y="152"/>
                    <a:pt x="107" y="152"/>
                    <a:pt x="107" y="151"/>
                  </a:cubicBezTo>
                  <a:cubicBezTo>
                    <a:pt x="107" y="151"/>
                    <a:pt x="107" y="151"/>
                    <a:pt x="107" y="151"/>
                  </a:cubicBezTo>
                  <a:cubicBezTo>
                    <a:pt x="107" y="151"/>
                    <a:pt x="107" y="151"/>
                    <a:pt x="107" y="151"/>
                  </a:cubicBezTo>
                  <a:close/>
                  <a:moveTo>
                    <a:pt x="0" y="0"/>
                  </a:moveTo>
                  <a:cubicBezTo>
                    <a:pt x="52" y="0"/>
                    <a:pt x="95" y="0"/>
                    <a:pt x="117" y="22"/>
                  </a:cubicBezTo>
                  <a:cubicBezTo>
                    <a:pt x="139" y="0"/>
                    <a:pt x="182" y="0"/>
                    <a:pt x="234" y="0"/>
                  </a:cubicBezTo>
                  <a:cubicBezTo>
                    <a:pt x="234" y="7"/>
                    <a:pt x="234" y="7"/>
                    <a:pt x="234" y="7"/>
                  </a:cubicBezTo>
                  <a:cubicBezTo>
                    <a:pt x="234" y="21"/>
                    <a:pt x="234" y="21"/>
                    <a:pt x="234" y="21"/>
                  </a:cubicBezTo>
                  <a:cubicBezTo>
                    <a:pt x="234" y="30"/>
                    <a:pt x="234" y="30"/>
                    <a:pt x="234" y="30"/>
                  </a:cubicBezTo>
                  <a:cubicBezTo>
                    <a:pt x="234" y="42"/>
                    <a:pt x="234" y="42"/>
                    <a:pt x="234" y="42"/>
                  </a:cubicBezTo>
                  <a:cubicBezTo>
                    <a:pt x="234" y="53"/>
                    <a:pt x="234" y="53"/>
                    <a:pt x="234" y="53"/>
                  </a:cubicBezTo>
                  <a:cubicBezTo>
                    <a:pt x="234" y="63"/>
                    <a:pt x="234" y="63"/>
                    <a:pt x="234" y="63"/>
                  </a:cubicBezTo>
                  <a:cubicBezTo>
                    <a:pt x="234" y="76"/>
                    <a:pt x="234" y="76"/>
                    <a:pt x="234" y="76"/>
                  </a:cubicBezTo>
                  <a:cubicBezTo>
                    <a:pt x="234" y="184"/>
                    <a:pt x="234" y="184"/>
                    <a:pt x="234" y="184"/>
                  </a:cubicBezTo>
                  <a:cubicBezTo>
                    <a:pt x="234" y="192"/>
                    <a:pt x="234" y="200"/>
                    <a:pt x="231" y="211"/>
                  </a:cubicBezTo>
                  <a:cubicBezTo>
                    <a:pt x="230" y="218"/>
                    <a:pt x="227" y="226"/>
                    <a:pt x="223" y="234"/>
                  </a:cubicBezTo>
                  <a:cubicBezTo>
                    <a:pt x="223" y="234"/>
                    <a:pt x="223" y="234"/>
                    <a:pt x="222" y="235"/>
                  </a:cubicBezTo>
                  <a:cubicBezTo>
                    <a:pt x="222" y="236"/>
                    <a:pt x="221" y="238"/>
                    <a:pt x="220" y="239"/>
                  </a:cubicBezTo>
                  <a:cubicBezTo>
                    <a:pt x="220" y="239"/>
                    <a:pt x="220" y="240"/>
                    <a:pt x="220" y="240"/>
                  </a:cubicBezTo>
                  <a:cubicBezTo>
                    <a:pt x="219" y="242"/>
                    <a:pt x="218" y="243"/>
                    <a:pt x="217" y="245"/>
                  </a:cubicBezTo>
                  <a:cubicBezTo>
                    <a:pt x="217" y="245"/>
                    <a:pt x="217" y="245"/>
                    <a:pt x="217" y="246"/>
                  </a:cubicBezTo>
                  <a:cubicBezTo>
                    <a:pt x="216" y="247"/>
                    <a:pt x="215" y="248"/>
                    <a:pt x="214" y="250"/>
                  </a:cubicBezTo>
                  <a:cubicBezTo>
                    <a:pt x="214" y="250"/>
                    <a:pt x="214" y="250"/>
                    <a:pt x="213" y="251"/>
                  </a:cubicBezTo>
                  <a:cubicBezTo>
                    <a:pt x="212" y="252"/>
                    <a:pt x="212" y="254"/>
                    <a:pt x="211" y="255"/>
                  </a:cubicBezTo>
                  <a:cubicBezTo>
                    <a:pt x="210" y="255"/>
                    <a:pt x="210" y="255"/>
                    <a:pt x="210" y="256"/>
                  </a:cubicBezTo>
                  <a:cubicBezTo>
                    <a:pt x="209" y="257"/>
                    <a:pt x="208" y="259"/>
                    <a:pt x="207" y="260"/>
                  </a:cubicBezTo>
                  <a:cubicBezTo>
                    <a:pt x="207" y="260"/>
                    <a:pt x="206" y="261"/>
                    <a:pt x="206" y="261"/>
                  </a:cubicBezTo>
                  <a:cubicBezTo>
                    <a:pt x="205" y="262"/>
                    <a:pt x="204" y="263"/>
                    <a:pt x="204" y="264"/>
                  </a:cubicBezTo>
                  <a:cubicBezTo>
                    <a:pt x="203" y="265"/>
                    <a:pt x="203" y="265"/>
                    <a:pt x="203" y="266"/>
                  </a:cubicBezTo>
                  <a:cubicBezTo>
                    <a:pt x="201" y="267"/>
                    <a:pt x="200" y="268"/>
                    <a:pt x="199" y="270"/>
                  </a:cubicBezTo>
                  <a:cubicBezTo>
                    <a:pt x="175" y="296"/>
                    <a:pt x="140" y="308"/>
                    <a:pt x="117" y="315"/>
                  </a:cubicBezTo>
                  <a:cubicBezTo>
                    <a:pt x="94" y="308"/>
                    <a:pt x="59" y="296"/>
                    <a:pt x="35" y="270"/>
                  </a:cubicBezTo>
                  <a:cubicBezTo>
                    <a:pt x="34" y="268"/>
                    <a:pt x="33" y="267"/>
                    <a:pt x="31" y="266"/>
                  </a:cubicBezTo>
                  <a:cubicBezTo>
                    <a:pt x="31" y="265"/>
                    <a:pt x="31" y="265"/>
                    <a:pt x="31" y="264"/>
                  </a:cubicBezTo>
                  <a:cubicBezTo>
                    <a:pt x="30" y="263"/>
                    <a:pt x="29" y="262"/>
                    <a:pt x="28" y="261"/>
                  </a:cubicBezTo>
                  <a:cubicBezTo>
                    <a:pt x="28" y="261"/>
                    <a:pt x="27" y="260"/>
                    <a:pt x="27" y="260"/>
                  </a:cubicBezTo>
                  <a:cubicBezTo>
                    <a:pt x="26" y="259"/>
                    <a:pt x="25" y="257"/>
                    <a:pt x="24" y="256"/>
                  </a:cubicBezTo>
                  <a:cubicBezTo>
                    <a:pt x="24" y="255"/>
                    <a:pt x="24" y="255"/>
                    <a:pt x="23" y="255"/>
                  </a:cubicBezTo>
                  <a:cubicBezTo>
                    <a:pt x="22" y="254"/>
                    <a:pt x="22" y="252"/>
                    <a:pt x="21" y="251"/>
                  </a:cubicBezTo>
                  <a:cubicBezTo>
                    <a:pt x="20" y="250"/>
                    <a:pt x="20" y="250"/>
                    <a:pt x="20" y="250"/>
                  </a:cubicBezTo>
                  <a:cubicBezTo>
                    <a:pt x="19" y="248"/>
                    <a:pt x="18" y="247"/>
                    <a:pt x="17" y="246"/>
                  </a:cubicBezTo>
                  <a:cubicBezTo>
                    <a:pt x="17" y="245"/>
                    <a:pt x="17" y="245"/>
                    <a:pt x="17" y="245"/>
                  </a:cubicBezTo>
                  <a:cubicBezTo>
                    <a:pt x="16" y="243"/>
                    <a:pt x="15" y="242"/>
                    <a:pt x="14" y="240"/>
                  </a:cubicBezTo>
                  <a:cubicBezTo>
                    <a:pt x="14" y="240"/>
                    <a:pt x="14" y="239"/>
                    <a:pt x="14" y="239"/>
                  </a:cubicBezTo>
                  <a:cubicBezTo>
                    <a:pt x="13" y="238"/>
                    <a:pt x="12" y="236"/>
                    <a:pt x="12" y="235"/>
                  </a:cubicBezTo>
                  <a:cubicBezTo>
                    <a:pt x="11" y="235"/>
                    <a:pt x="11" y="234"/>
                    <a:pt x="11" y="234"/>
                  </a:cubicBezTo>
                  <a:cubicBezTo>
                    <a:pt x="10" y="232"/>
                    <a:pt x="10" y="231"/>
                    <a:pt x="9" y="229"/>
                  </a:cubicBezTo>
                  <a:cubicBezTo>
                    <a:pt x="9" y="229"/>
                    <a:pt x="9" y="229"/>
                    <a:pt x="9" y="229"/>
                  </a:cubicBezTo>
                  <a:cubicBezTo>
                    <a:pt x="6" y="222"/>
                    <a:pt x="4" y="216"/>
                    <a:pt x="3" y="211"/>
                  </a:cubicBezTo>
                  <a:cubicBezTo>
                    <a:pt x="0" y="200"/>
                    <a:pt x="0" y="192"/>
                    <a:pt x="0" y="184"/>
                  </a:cubicBezTo>
                  <a:cubicBezTo>
                    <a:pt x="0" y="181"/>
                    <a:pt x="0" y="126"/>
                    <a:pt x="0" y="76"/>
                  </a:cubicBezTo>
                  <a:cubicBezTo>
                    <a:pt x="0" y="72"/>
                    <a:pt x="0" y="67"/>
                    <a:pt x="0" y="63"/>
                  </a:cubicBezTo>
                  <a:cubicBezTo>
                    <a:pt x="0" y="60"/>
                    <a:pt x="0" y="56"/>
                    <a:pt x="0" y="53"/>
                  </a:cubicBezTo>
                  <a:cubicBezTo>
                    <a:pt x="0" y="49"/>
                    <a:pt x="0" y="46"/>
                    <a:pt x="0" y="42"/>
                  </a:cubicBezTo>
                  <a:cubicBezTo>
                    <a:pt x="0" y="38"/>
                    <a:pt x="0" y="34"/>
                    <a:pt x="0" y="30"/>
                  </a:cubicBezTo>
                  <a:cubicBezTo>
                    <a:pt x="0" y="27"/>
                    <a:pt x="0" y="24"/>
                    <a:pt x="0" y="21"/>
                  </a:cubicBezTo>
                  <a:cubicBezTo>
                    <a:pt x="0" y="15"/>
                    <a:pt x="0" y="11"/>
                    <a:pt x="0" y="7"/>
                  </a:cubicBezTo>
                  <a:cubicBezTo>
                    <a:pt x="0" y="3"/>
                    <a:pt x="0" y="0"/>
                    <a:pt x="0" y="0"/>
                  </a:cubicBezTo>
                  <a:close/>
                  <a:moveTo>
                    <a:pt x="79" y="248"/>
                  </a:moveTo>
                  <a:cubicBezTo>
                    <a:pt x="75" y="248"/>
                    <a:pt x="75" y="248"/>
                    <a:pt x="75" y="248"/>
                  </a:cubicBezTo>
                  <a:cubicBezTo>
                    <a:pt x="68" y="251"/>
                    <a:pt x="68" y="251"/>
                    <a:pt x="68" y="251"/>
                  </a:cubicBezTo>
                  <a:cubicBezTo>
                    <a:pt x="69" y="254"/>
                    <a:pt x="69" y="254"/>
                    <a:pt x="69" y="254"/>
                  </a:cubicBezTo>
                  <a:cubicBezTo>
                    <a:pt x="74" y="252"/>
                    <a:pt x="74" y="252"/>
                    <a:pt x="74" y="252"/>
                  </a:cubicBezTo>
                  <a:cubicBezTo>
                    <a:pt x="74" y="252"/>
                    <a:pt x="74" y="252"/>
                    <a:pt x="74" y="252"/>
                  </a:cubicBezTo>
                  <a:cubicBezTo>
                    <a:pt x="74" y="271"/>
                    <a:pt x="74" y="271"/>
                    <a:pt x="74" y="271"/>
                  </a:cubicBezTo>
                  <a:cubicBezTo>
                    <a:pt x="79" y="271"/>
                    <a:pt x="79" y="271"/>
                    <a:pt x="79" y="271"/>
                  </a:cubicBezTo>
                  <a:lnTo>
                    <a:pt x="79" y="248"/>
                  </a:lnTo>
                  <a:close/>
                  <a:moveTo>
                    <a:pt x="111" y="257"/>
                  </a:moveTo>
                  <a:cubicBezTo>
                    <a:pt x="111" y="252"/>
                    <a:pt x="108" y="247"/>
                    <a:pt x="102" y="247"/>
                  </a:cubicBezTo>
                  <a:cubicBezTo>
                    <a:pt x="97" y="247"/>
                    <a:pt x="94" y="251"/>
                    <a:pt x="94" y="256"/>
                  </a:cubicBezTo>
                  <a:cubicBezTo>
                    <a:pt x="94" y="260"/>
                    <a:pt x="97" y="263"/>
                    <a:pt x="101" y="263"/>
                  </a:cubicBezTo>
                  <a:cubicBezTo>
                    <a:pt x="103" y="263"/>
                    <a:pt x="105" y="262"/>
                    <a:pt x="106" y="261"/>
                  </a:cubicBezTo>
                  <a:cubicBezTo>
                    <a:pt x="106" y="261"/>
                    <a:pt x="106" y="261"/>
                    <a:pt x="106" y="261"/>
                  </a:cubicBezTo>
                  <a:cubicBezTo>
                    <a:pt x="105" y="265"/>
                    <a:pt x="103" y="268"/>
                    <a:pt x="98" y="268"/>
                  </a:cubicBezTo>
                  <a:cubicBezTo>
                    <a:pt x="97" y="268"/>
                    <a:pt x="96" y="268"/>
                    <a:pt x="96" y="268"/>
                  </a:cubicBezTo>
                  <a:cubicBezTo>
                    <a:pt x="96" y="272"/>
                    <a:pt x="96" y="272"/>
                    <a:pt x="96" y="272"/>
                  </a:cubicBezTo>
                  <a:cubicBezTo>
                    <a:pt x="106" y="272"/>
                    <a:pt x="111" y="265"/>
                    <a:pt x="111" y="257"/>
                  </a:cubicBezTo>
                  <a:close/>
                  <a:moveTo>
                    <a:pt x="139" y="263"/>
                  </a:moveTo>
                  <a:cubicBezTo>
                    <a:pt x="139" y="258"/>
                    <a:pt x="135" y="256"/>
                    <a:pt x="130" y="256"/>
                  </a:cubicBezTo>
                  <a:cubicBezTo>
                    <a:pt x="129" y="256"/>
                    <a:pt x="129" y="256"/>
                    <a:pt x="129" y="256"/>
                  </a:cubicBezTo>
                  <a:cubicBezTo>
                    <a:pt x="129" y="251"/>
                    <a:pt x="129" y="251"/>
                    <a:pt x="129" y="251"/>
                  </a:cubicBezTo>
                  <a:cubicBezTo>
                    <a:pt x="138" y="251"/>
                    <a:pt x="138" y="251"/>
                    <a:pt x="138" y="251"/>
                  </a:cubicBezTo>
                  <a:cubicBezTo>
                    <a:pt x="138" y="247"/>
                    <a:pt x="138" y="247"/>
                    <a:pt x="138" y="247"/>
                  </a:cubicBezTo>
                  <a:cubicBezTo>
                    <a:pt x="126" y="247"/>
                    <a:pt x="126" y="247"/>
                    <a:pt x="126" y="247"/>
                  </a:cubicBezTo>
                  <a:cubicBezTo>
                    <a:pt x="124" y="259"/>
                    <a:pt x="124" y="259"/>
                    <a:pt x="124" y="259"/>
                  </a:cubicBezTo>
                  <a:cubicBezTo>
                    <a:pt x="125" y="259"/>
                    <a:pt x="126" y="259"/>
                    <a:pt x="127" y="259"/>
                  </a:cubicBezTo>
                  <a:cubicBezTo>
                    <a:pt x="131" y="259"/>
                    <a:pt x="134" y="261"/>
                    <a:pt x="134" y="264"/>
                  </a:cubicBezTo>
                  <a:cubicBezTo>
                    <a:pt x="134" y="267"/>
                    <a:pt x="131" y="268"/>
                    <a:pt x="129" y="268"/>
                  </a:cubicBezTo>
                  <a:cubicBezTo>
                    <a:pt x="127" y="268"/>
                    <a:pt x="125" y="267"/>
                    <a:pt x="124" y="267"/>
                  </a:cubicBezTo>
                  <a:cubicBezTo>
                    <a:pt x="123" y="270"/>
                    <a:pt x="123" y="270"/>
                    <a:pt x="123" y="270"/>
                  </a:cubicBezTo>
                  <a:cubicBezTo>
                    <a:pt x="124" y="271"/>
                    <a:pt x="126" y="272"/>
                    <a:pt x="129" y="272"/>
                  </a:cubicBezTo>
                  <a:cubicBezTo>
                    <a:pt x="135" y="272"/>
                    <a:pt x="139" y="268"/>
                    <a:pt x="139" y="263"/>
                  </a:cubicBezTo>
                  <a:close/>
                  <a:moveTo>
                    <a:pt x="166" y="264"/>
                  </a:moveTo>
                  <a:cubicBezTo>
                    <a:pt x="166" y="261"/>
                    <a:pt x="163" y="259"/>
                    <a:pt x="161" y="259"/>
                  </a:cubicBezTo>
                  <a:cubicBezTo>
                    <a:pt x="161" y="258"/>
                    <a:pt x="161" y="258"/>
                    <a:pt x="161" y="258"/>
                  </a:cubicBezTo>
                  <a:cubicBezTo>
                    <a:pt x="163" y="258"/>
                    <a:pt x="165" y="255"/>
                    <a:pt x="165" y="253"/>
                  </a:cubicBezTo>
                  <a:cubicBezTo>
                    <a:pt x="165" y="250"/>
                    <a:pt x="162" y="247"/>
                    <a:pt x="157" y="247"/>
                  </a:cubicBezTo>
                  <a:cubicBezTo>
                    <a:pt x="155" y="247"/>
                    <a:pt x="152" y="248"/>
                    <a:pt x="151" y="249"/>
                  </a:cubicBezTo>
                  <a:cubicBezTo>
                    <a:pt x="152" y="252"/>
                    <a:pt x="152" y="252"/>
                    <a:pt x="152" y="252"/>
                  </a:cubicBezTo>
                  <a:cubicBezTo>
                    <a:pt x="153" y="252"/>
                    <a:pt x="154" y="251"/>
                    <a:pt x="156" y="251"/>
                  </a:cubicBezTo>
                  <a:cubicBezTo>
                    <a:pt x="159" y="251"/>
                    <a:pt x="160" y="252"/>
                    <a:pt x="160" y="254"/>
                  </a:cubicBezTo>
                  <a:cubicBezTo>
                    <a:pt x="160" y="256"/>
                    <a:pt x="157" y="257"/>
                    <a:pt x="155" y="257"/>
                  </a:cubicBezTo>
                  <a:cubicBezTo>
                    <a:pt x="153" y="257"/>
                    <a:pt x="153" y="257"/>
                    <a:pt x="153" y="257"/>
                  </a:cubicBezTo>
                  <a:cubicBezTo>
                    <a:pt x="153" y="260"/>
                    <a:pt x="153" y="260"/>
                    <a:pt x="153" y="260"/>
                  </a:cubicBezTo>
                  <a:cubicBezTo>
                    <a:pt x="155" y="260"/>
                    <a:pt x="155" y="260"/>
                    <a:pt x="155" y="260"/>
                  </a:cubicBezTo>
                  <a:cubicBezTo>
                    <a:pt x="158" y="260"/>
                    <a:pt x="161" y="262"/>
                    <a:pt x="161" y="264"/>
                  </a:cubicBezTo>
                  <a:cubicBezTo>
                    <a:pt x="161" y="266"/>
                    <a:pt x="159" y="268"/>
                    <a:pt x="156" y="268"/>
                  </a:cubicBezTo>
                  <a:cubicBezTo>
                    <a:pt x="154" y="268"/>
                    <a:pt x="152" y="267"/>
                    <a:pt x="151" y="267"/>
                  </a:cubicBezTo>
                  <a:cubicBezTo>
                    <a:pt x="150" y="270"/>
                    <a:pt x="150" y="270"/>
                    <a:pt x="150" y="270"/>
                  </a:cubicBezTo>
                  <a:cubicBezTo>
                    <a:pt x="151" y="271"/>
                    <a:pt x="153" y="272"/>
                    <a:pt x="156" y="272"/>
                  </a:cubicBezTo>
                  <a:cubicBezTo>
                    <a:pt x="162" y="272"/>
                    <a:pt x="166" y="268"/>
                    <a:pt x="166" y="264"/>
                  </a:cubicBezTo>
                  <a:close/>
                  <a:moveTo>
                    <a:pt x="9" y="21"/>
                  </a:moveTo>
                  <a:cubicBezTo>
                    <a:pt x="57" y="21"/>
                    <a:pt x="96" y="22"/>
                    <a:pt x="117" y="43"/>
                  </a:cubicBezTo>
                  <a:cubicBezTo>
                    <a:pt x="138" y="22"/>
                    <a:pt x="177" y="21"/>
                    <a:pt x="225" y="21"/>
                  </a:cubicBezTo>
                  <a:cubicBezTo>
                    <a:pt x="225" y="16"/>
                    <a:pt x="225" y="11"/>
                    <a:pt x="225" y="7"/>
                  </a:cubicBezTo>
                  <a:cubicBezTo>
                    <a:pt x="177" y="7"/>
                    <a:pt x="138" y="8"/>
                    <a:pt x="117" y="29"/>
                  </a:cubicBezTo>
                  <a:cubicBezTo>
                    <a:pt x="96" y="8"/>
                    <a:pt x="57" y="7"/>
                    <a:pt x="9" y="7"/>
                  </a:cubicBezTo>
                  <a:cubicBezTo>
                    <a:pt x="9" y="11"/>
                    <a:pt x="9" y="16"/>
                    <a:pt x="9" y="21"/>
                  </a:cubicBezTo>
                  <a:close/>
                  <a:moveTo>
                    <a:pt x="9" y="42"/>
                  </a:moveTo>
                  <a:cubicBezTo>
                    <a:pt x="57" y="42"/>
                    <a:pt x="96" y="43"/>
                    <a:pt x="117" y="64"/>
                  </a:cubicBezTo>
                  <a:cubicBezTo>
                    <a:pt x="138" y="43"/>
                    <a:pt x="177" y="42"/>
                    <a:pt x="225" y="42"/>
                  </a:cubicBezTo>
                  <a:cubicBezTo>
                    <a:pt x="225" y="38"/>
                    <a:pt x="225" y="34"/>
                    <a:pt x="225" y="30"/>
                  </a:cubicBezTo>
                  <a:cubicBezTo>
                    <a:pt x="177" y="30"/>
                    <a:pt x="138" y="31"/>
                    <a:pt x="117" y="52"/>
                  </a:cubicBezTo>
                  <a:cubicBezTo>
                    <a:pt x="96" y="31"/>
                    <a:pt x="57" y="30"/>
                    <a:pt x="9" y="30"/>
                  </a:cubicBezTo>
                  <a:cubicBezTo>
                    <a:pt x="9" y="34"/>
                    <a:pt x="9" y="38"/>
                    <a:pt x="9" y="42"/>
                  </a:cubicBezTo>
                  <a:close/>
                  <a:moveTo>
                    <a:pt x="9" y="63"/>
                  </a:moveTo>
                  <a:cubicBezTo>
                    <a:pt x="57" y="63"/>
                    <a:pt x="96" y="64"/>
                    <a:pt x="117" y="85"/>
                  </a:cubicBezTo>
                  <a:cubicBezTo>
                    <a:pt x="138" y="64"/>
                    <a:pt x="177" y="63"/>
                    <a:pt x="225" y="63"/>
                  </a:cubicBezTo>
                  <a:cubicBezTo>
                    <a:pt x="225" y="60"/>
                    <a:pt x="225" y="56"/>
                    <a:pt x="225" y="53"/>
                  </a:cubicBezTo>
                  <a:cubicBezTo>
                    <a:pt x="177" y="53"/>
                    <a:pt x="138" y="54"/>
                    <a:pt x="117" y="75"/>
                  </a:cubicBezTo>
                  <a:cubicBezTo>
                    <a:pt x="96" y="54"/>
                    <a:pt x="57" y="53"/>
                    <a:pt x="9" y="53"/>
                  </a:cubicBezTo>
                  <a:cubicBezTo>
                    <a:pt x="9" y="56"/>
                    <a:pt x="9" y="60"/>
                    <a:pt x="9" y="63"/>
                  </a:cubicBezTo>
                  <a:close/>
                  <a:moveTo>
                    <a:pt x="9" y="187"/>
                  </a:moveTo>
                  <a:cubicBezTo>
                    <a:pt x="9" y="193"/>
                    <a:pt x="9" y="202"/>
                    <a:pt x="13" y="215"/>
                  </a:cubicBezTo>
                  <a:cubicBezTo>
                    <a:pt x="15" y="219"/>
                    <a:pt x="17" y="224"/>
                    <a:pt x="19" y="229"/>
                  </a:cubicBezTo>
                  <a:cubicBezTo>
                    <a:pt x="215" y="229"/>
                    <a:pt x="215" y="229"/>
                    <a:pt x="215" y="229"/>
                  </a:cubicBezTo>
                  <a:cubicBezTo>
                    <a:pt x="217" y="224"/>
                    <a:pt x="219" y="219"/>
                    <a:pt x="221" y="215"/>
                  </a:cubicBezTo>
                  <a:cubicBezTo>
                    <a:pt x="225" y="202"/>
                    <a:pt x="225" y="193"/>
                    <a:pt x="225" y="187"/>
                  </a:cubicBezTo>
                  <a:cubicBezTo>
                    <a:pt x="225" y="185"/>
                    <a:pt x="225" y="129"/>
                    <a:pt x="225" y="76"/>
                  </a:cubicBezTo>
                  <a:cubicBezTo>
                    <a:pt x="177" y="76"/>
                    <a:pt x="138" y="77"/>
                    <a:pt x="117" y="99"/>
                  </a:cubicBezTo>
                  <a:cubicBezTo>
                    <a:pt x="96" y="77"/>
                    <a:pt x="57" y="76"/>
                    <a:pt x="9" y="76"/>
                  </a:cubicBezTo>
                  <a:cubicBezTo>
                    <a:pt x="9" y="129"/>
                    <a:pt x="9" y="185"/>
                    <a:pt x="9" y="18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58"/>
            <p:cNvSpPr>
              <a:spLocks noEditPoints="1"/>
            </p:cNvSpPr>
            <p:nvPr/>
          </p:nvSpPr>
          <p:spPr bwMode="auto">
            <a:xfrm>
              <a:off x="-906463" y="58738"/>
              <a:ext cx="163512" cy="119063"/>
            </a:xfrm>
            <a:custGeom>
              <a:avLst/>
              <a:gdLst>
                <a:gd name="T0" fmla="*/ 1 w 106"/>
                <a:gd name="T1" fmla="*/ 53 h 77"/>
                <a:gd name="T2" fmla="*/ 8 w 106"/>
                <a:gd name="T3" fmla="*/ 45 h 77"/>
                <a:gd name="T4" fmla="*/ 10 w 106"/>
                <a:gd name="T5" fmla="*/ 58 h 77"/>
                <a:gd name="T6" fmla="*/ 26 w 106"/>
                <a:gd name="T7" fmla="*/ 48 h 77"/>
                <a:gd name="T8" fmla="*/ 10 w 106"/>
                <a:gd name="T9" fmla="*/ 27 h 77"/>
                <a:gd name="T10" fmla="*/ 18 w 106"/>
                <a:gd name="T11" fmla="*/ 30 h 77"/>
                <a:gd name="T12" fmla="*/ 37 w 106"/>
                <a:gd name="T13" fmla="*/ 43 h 77"/>
                <a:gd name="T14" fmla="*/ 49 w 106"/>
                <a:gd name="T15" fmla="*/ 41 h 77"/>
                <a:gd name="T16" fmla="*/ 51 w 106"/>
                <a:gd name="T17" fmla="*/ 33 h 77"/>
                <a:gd name="T18" fmla="*/ 60 w 106"/>
                <a:gd name="T19" fmla="*/ 45 h 77"/>
                <a:gd name="T20" fmla="*/ 52 w 106"/>
                <a:gd name="T21" fmla="*/ 48 h 77"/>
                <a:gd name="T22" fmla="*/ 43 w 106"/>
                <a:gd name="T23" fmla="*/ 48 h 77"/>
                <a:gd name="T24" fmla="*/ 54 w 106"/>
                <a:gd name="T25" fmla="*/ 61 h 77"/>
                <a:gd name="T26" fmla="*/ 52 w 106"/>
                <a:gd name="T27" fmla="*/ 77 h 77"/>
                <a:gd name="T28" fmla="*/ 41 w 106"/>
                <a:gd name="T29" fmla="*/ 64 h 77"/>
                <a:gd name="T30" fmla="*/ 22 w 106"/>
                <a:gd name="T31" fmla="*/ 66 h 77"/>
                <a:gd name="T32" fmla="*/ 59 w 106"/>
                <a:gd name="T33" fmla="*/ 19 h 77"/>
                <a:gd name="T34" fmla="*/ 71 w 106"/>
                <a:gd name="T35" fmla="*/ 12 h 77"/>
                <a:gd name="T36" fmla="*/ 71 w 106"/>
                <a:gd name="T37" fmla="*/ 21 h 77"/>
                <a:gd name="T38" fmla="*/ 63 w 106"/>
                <a:gd name="T39" fmla="*/ 21 h 77"/>
                <a:gd name="T40" fmla="*/ 90 w 106"/>
                <a:gd name="T41" fmla="*/ 35 h 77"/>
                <a:gd name="T42" fmla="*/ 96 w 106"/>
                <a:gd name="T43" fmla="*/ 39 h 77"/>
                <a:gd name="T44" fmla="*/ 104 w 106"/>
                <a:gd name="T45" fmla="*/ 37 h 77"/>
                <a:gd name="T46" fmla="*/ 104 w 106"/>
                <a:gd name="T47" fmla="*/ 28 h 77"/>
                <a:gd name="T48" fmla="*/ 99 w 106"/>
                <a:gd name="T49" fmla="*/ 25 h 77"/>
                <a:gd name="T50" fmla="*/ 92 w 106"/>
                <a:gd name="T51" fmla="*/ 27 h 77"/>
                <a:gd name="T52" fmla="*/ 86 w 106"/>
                <a:gd name="T53" fmla="*/ 17 h 77"/>
                <a:gd name="T54" fmla="*/ 85 w 106"/>
                <a:gd name="T55" fmla="*/ 11 h 77"/>
                <a:gd name="T56" fmla="*/ 71 w 106"/>
                <a:gd name="T57" fmla="*/ 10 h 77"/>
                <a:gd name="T58" fmla="*/ 74 w 106"/>
                <a:gd name="T59" fmla="*/ 2 h 77"/>
                <a:gd name="T60" fmla="*/ 56 w 106"/>
                <a:gd name="T61" fmla="*/ 6 h 77"/>
                <a:gd name="T62" fmla="*/ 56 w 106"/>
                <a:gd name="T63" fmla="*/ 18 h 77"/>
                <a:gd name="T64" fmla="*/ 58 w 106"/>
                <a:gd name="T65" fmla="*/ 29 h 77"/>
                <a:gd name="T66" fmla="*/ 83 w 106"/>
                <a:gd name="T67" fmla="*/ 53 h 77"/>
                <a:gd name="T68" fmla="*/ 61 w 106"/>
                <a:gd name="T69" fmla="*/ 48 h 77"/>
                <a:gd name="T70" fmla="*/ 60 w 106"/>
                <a:gd name="T71" fmla="*/ 48 h 77"/>
                <a:gd name="T72" fmla="*/ 74 w 106"/>
                <a:gd name="T73" fmla="*/ 61 h 77"/>
                <a:gd name="T74" fmla="*/ 87 w 106"/>
                <a:gd name="T75" fmla="*/ 51 h 77"/>
                <a:gd name="T76" fmla="*/ 54 w 106"/>
                <a:gd name="T77" fmla="*/ 21 h 77"/>
                <a:gd name="T78" fmla="*/ 47 w 106"/>
                <a:gd name="T79" fmla="*/ 21 h 77"/>
                <a:gd name="T80" fmla="*/ 28 w 106"/>
                <a:gd name="T81" fmla="*/ 19 h 77"/>
                <a:gd name="T82" fmla="*/ 39 w 106"/>
                <a:gd name="T83" fmla="*/ 12 h 77"/>
                <a:gd name="T84" fmla="*/ 31 w 106"/>
                <a:gd name="T85" fmla="*/ 7 h 77"/>
                <a:gd name="T86" fmla="*/ 21 w 106"/>
                <a:gd name="T87" fmla="*/ 2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6" h="77">
                  <a:moveTo>
                    <a:pt x="3" y="64"/>
                  </a:moveTo>
                  <a:cubicBezTo>
                    <a:pt x="1" y="63"/>
                    <a:pt x="0" y="60"/>
                    <a:pt x="0" y="58"/>
                  </a:cubicBezTo>
                  <a:cubicBezTo>
                    <a:pt x="0" y="57"/>
                    <a:pt x="0" y="55"/>
                    <a:pt x="1" y="53"/>
                  </a:cubicBezTo>
                  <a:cubicBezTo>
                    <a:pt x="2" y="52"/>
                    <a:pt x="3" y="52"/>
                    <a:pt x="4" y="51"/>
                  </a:cubicBezTo>
                  <a:cubicBezTo>
                    <a:pt x="4" y="48"/>
                    <a:pt x="6" y="45"/>
                    <a:pt x="7" y="45"/>
                  </a:cubicBezTo>
                  <a:cubicBezTo>
                    <a:pt x="7" y="45"/>
                    <a:pt x="7" y="45"/>
                    <a:pt x="8" y="45"/>
                  </a:cubicBezTo>
                  <a:cubicBezTo>
                    <a:pt x="8" y="45"/>
                    <a:pt x="8" y="47"/>
                    <a:pt x="8" y="48"/>
                  </a:cubicBezTo>
                  <a:cubicBezTo>
                    <a:pt x="7" y="49"/>
                    <a:pt x="6" y="52"/>
                    <a:pt x="7" y="55"/>
                  </a:cubicBezTo>
                  <a:cubicBezTo>
                    <a:pt x="8" y="58"/>
                    <a:pt x="10" y="58"/>
                    <a:pt x="10" y="58"/>
                  </a:cubicBezTo>
                  <a:cubicBezTo>
                    <a:pt x="11" y="59"/>
                    <a:pt x="16" y="59"/>
                    <a:pt x="19" y="58"/>
                  </a:cubicBezTo>
                  <a:cubicBezTo>
                    <a:pt x="24" y="58"/>
                    <a:pt x="33" y="55"/>
                    <a:pt x="30" y="52"/>
                  </a:cubicBezTo>
                  <a:cubicBezTo>
                    <a:pt x="29" y="51"/>
                    <a:pt x="28" y="50"/>
                    <a:pt x="26" y="48"/>
                  </a:cubicBezTo>
                  <a:cubicBezTo>
                    <a:pt x="22" y="45"/>
                    <a:pt x="16" y="42"/>
                    <a:pt x="12" y="38"/>
                  </a:cubicBezTo>
                  <a:cubicBezTo>
                    <a:pt x="11" y="37"/>
                    <a:pt x="11" y="37"/>
                    <a:pt x="10" y="36"/>
                  </a:cubicBezTo>
                  <a:cubicBezTo>
                    <a:pt x="8" y="34"/>
                    <a:pt x="8" y="30"/>
                    <a:pt x="10" y="27"/>
                  </a:cubicBezTo>
                  <a:cubicBezTo>
                    <a:pt x="10" y="27"/>
                    <a:pt x="11" y="27"/>
                    <a:pt x="11" y="26"/>
                  </a:cubicBezTo>
                  <a:cubicBezTo>
                    <a:pt x="11" y="25"/>
                    <a:pt x="12" y="25"/>
                    <a:pt x="13" y="26"/>
                  </a:cubicBezTo>
                  <a:cubicBezTo>
                    <a:pt x="14" y="28"/>
                    <a:pt x="17" y="29"/>
                    <a:pt x="18" y="30"/>
                  </a:cubicBezTo>
                  <a:cubicBezTo>
                    <a:pt x="21" y="32"/>
                    <a:pt x="24" y="33"/>
                    <a:pt x="26" y="35"/>
                  </a:cubicBezTo>
                  <a:cubicBezTo>
                    <a:pt x="29" y="38"/>
                    <a:pt x="33" y="40"/>
                    <a:pt x="36" y="42"/>
                  </a:cubicBezTo>
                  <a:cubicBezTo>
                    <a:pt x="36" y="43"/>
                    <a:pt x="37" y="43"/>
                    <a:pt x="37" y="43"/>
                  </a:cubicBezTo>
                  <a:cubicBezTo>
                    <a:pt x="39" y="42"/>
                    <a:pt x="40" y="41"/>
                    <a:pt x="41" y="41"/>
                  </a:cubicBezTo>
                  <a:cubicBezTo>
                    <a:pt x="42" y="41"/>
                    <a:pt x="44" y="41"/>
                    <a:pt x="45" y="41"/>
                  </a:cubicBezTo>
                  <a:cubicBezTo>
                    <a:pt x="47" y="41"/>
                    <a:pt x="48" y="41"/>
                    <a:pt x="49" y="41"/>
                  </a:cubicBezTo>
                  <a:cubicBezTo>
                    <a:pt x="50" y="41"/>
                    <a:pt x="50" y="40"/>
                    <a:pt x="50" y="39"/>
                  </a:cubicBezTo>
                  <a:cubicBezTo>
                    <a:pt x="49" y="38"/>
                    <a:pt x="49" y="36"/>
                    <a:pt x="49" y="35"/>
                  </a:cubicBezTo>
                  <a:cubicBezTo>
                    <a:pt x="50" y="34"/>
                    <a:pt x="50" y="33"/>
                    <a:pt x="51" y="33"/>
                  </a:cubicBezTo>
                  <a:cubicBezTo>
                    <a:pt x="52" y="32"/>
                    <a:pt x="53" y="32"/>
                    <a:pt x="53" y="33"/>
                  </a:cubicBezTo>
                  <a:cubicBezTo>
                    <a:pt x="55" y="34"/>
                    <a:pt x="57" y="36"/>
                    <a:pt x="59" y="37"/>
                  </a:cubicBezTo>
                  <a:cubicBezTo>
                    <a:pt x="61" y="39"/>
                    <a:pt x="62" y="43"/>
                    <a:pt x="60" y="45"/>
                  </a:cubicBezTo>
                  <a:cubicBezTo>
                    <a:pt x="60" y="46"/>
                    <a:pt x="60" y="46"/>
                    <a:pt x="60" y="46"/>
                  </a:cubicBezTo>
                  <a:cubicBezTo>
                    <a:pt x="60" y="48"/>
                    <a:pt x="59" y="48"/>
                    <a:pt x="57" y="48"/>
                  </a:cubicBezTo>
                  <a:cubicBezTo>
                    <a:pt x="55" y="48"/>
                    <a:pt x="54" y="48"/>
                    <a:pt x="52" y="48"/>
                  </a:cubicBezTo>
                  <a:cubicBezTo>
                    <a:pt x="50" y="48"/>
                    <a:pt x="49" y="48"/>
                    <a:pt x="48" y="48"/>
                  </a:cubicBezTo>
                  <a:cubicBezTo>
                    <a:pt x="46" y="48"/>
                    <a:pt x="45" y="47"/>
                    <a:pt x="44" y="47"/>
                  </a:cubicBezTo>
                  <a:cubicBezTo>
                    <a:pt x="43" y="47"/>
                    <a:pt x="43" y="48"/>
                    <a:pt x="43" y="48"/>
                  </a:cubicBezTo>
                  <a:cubicBezTo>
                    <a:pt x="42" y="48"/>
                    <a:pt x="43" y="49"/>
                    <a:pt x="43" y="49"/>
                  </a:cubicBezTo>
                  <a:cubicBezTo>
                    <a:pt x="44" y="50"/>
                    <a:pt x="45" y="51"/>
                    <a:pt x="46" y="52"/>
                  </a:cubicBezTo>
                  <a:cubicBezTo>
                    <a:pt x="49" y="55"/>
                    <a:pt x="52" y="59"/>
                    <a:pt x="54" y="61"/>
                  </a:cubicBezTo>
                  <a:cubicBezTo>
                    <a:pt x="57" y="64"/>
                    <a:pt x="58" y="66"/>
                    <a:pt x="58" y="67"/>
                  </a:cubicBezTo>
                  <a:cubicBezTo>
                    <a:pt x="58" y="70"/>
                    <a:pt x="58" y="72"/>
                    <a:pt x="57" y="73"/>
                  </a:cubicBezTo>
                  <a:cubicBezTo>
                    <a:pt x="57" y="75"/>
                    <a:pt x="55" y="77"/>
                    <a:pt x="52" y="77"/>
                  </a:cubicBezTo>
                  <a:cubicBezTo>
                    <a:pt x="49" y="77"/>
                    <a:pt x="48" y="77"/>
                    <a:pt x="47" y="76"/>
                  </a:cubicBezTo>
                  <a:cubicBezTo>
                    <a:pt x="46" y="75"/>
                    <a:pt x="46" y="72"/>
                    <a:pt x="45" y="72"/>
                  </a:cubicBezTo>
                  <a:cubicBezTo>
                    <a:pt x="45" y="68"/>
                    <a:pt x="43" y="66"/>
                    <a:pt x="41" y="64"/>
                  </a:cubicBezTo>
                  <a:cubicBezTo>
                    <a:pt x="40" y="62"/>
                    <a:pt x="39" y="61"/>
                    <a:pt x="37" y="60"/>
                  </a:cubicBezTo>
                  <a:cubicBezTo>
                    <a:pt x="37" y="60"/>
                    <a:pt x="36" y="59"/>
                    <a:pt x="36" y="59"/>
                  </a:cubicBezTo>
                  <a:cubicBezTo>
                    <a:pt x="33" y="61"/>
                    <a:pt x="28" y="64"/>
                    <a:pt x="22" y="66"/>
                  </a:cubicBezTo>
                  <a:cubicBezTo>
                    <a:pt x="14" y="68"/>
                    <a:pt x="6" y="66"/>
                    <a:pt x="3" y="64"/>
                  </a:cubicBezTo>
                  <a:close/>
                  <a:moveTo>
                    <a:pt x="56" y="18"/>
                  </a:moveTo>
                  <a:cubicBezTo>
                    <a:pt x="57" y="19"/>
                    <a:pt x="58" y="19"/>
                    <a:pt x="59" y="19"/>
                  </a:cubicBezTo>
                  <a:cubicBezTo>
                    <a:pt x="60" y="18"/>
                    <a:pt x="62" y="18"/>
                    <a:pt x="63" y="17"/>
                  </a:cubicBezTo>
                  <a:cubicBezTo>
                    <a:pt x="64" y="16"/>
                    <a:pt x="65" y="16"/>
                    <a:pt x="66" y="15"/>
                  </a:cubicBezTo>
                  <a:cubicBezTo>
                    <a:pt x="67" y="13"/>
                    <a:pt x="69" y="12"/>
                    <a:pt x="71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3"/>
                    <a:pt x="72" y="13"/>
                  </a:cubicBezTo>
                  <a:cubicBezTo>
                    <a:pt x="71" y="16"/>
                    <a:pt x="70" y="18"/>
                    <a:pt x="71" y="21"/>
                  </a:cubicBezTo>
                  <a:cubicBezTo>
                    <a:pt x="71" y="23"/>
                    <a:pt x="69" y="22"/>
                    <a:pt x="69" y="22"/>
                  </a:cubicBezTo>
                  <a:cubicBezTo>
                    <a:pt x="69" y="22"/>
                    <a:pt x="66" y="21"/>
                    <a:pt x="66" y="21"/>
                  </a:cubicBezTo>
                  <a:cubicBezTo>
                    <a:pt x="65" y="21"/>
                    <a:pt x="63" y="21"/>
                    <a:pt x="63" y="21"/>
                  </a:cubicBezTo>
                  <a:cubicBezTo>
                    <a:pt x="63" y="22"/>
                    <a:pt x="60" y="22"/>
                    <a:pt x="60" y="23"/>
                  </a:cubicBezTo>
                  <a:cubicBezTo>
                    <a:pt x="60" y="24"/>
                    <a:pt x="63" y="25"/>
                    <a:pt x="63" y="25"/>
                  </a:cubicBezTo>
                  <a:cubicBezTo>
                    <a:pt x="63" y="25"/>
                    <a:pt x="86" y="34"/>
                    <a:pt x="90" y="35"/>
                  </a:cubicBezTo>
                  <a:cubicBezTo>
                    <a:pt x="90" y="35"/>
                    <a:pt x="92" y="36"/>
                    <a:pt x="93" y="37"/>
                  </a:cubicBezTo>
                  <a:cubicBezTo>
                    <a:pt x="93" y="37"/>
                    <a:pt x="93" y="37"/>
                    <a:pt x="94" y="37"/>
                  </a:cubicBezTo>
                  <a:cubicBezTo>
                    <a:pt x="94" y="38"/>
                    <a:pt x="95" y="39"/>
                    <a:pt x="96" y="39"/>
                  </a:cubicBezTo>
                  <a:cubicBezTo>
                    <a:pt x="97" y="39"/>
                    <a:pt x="99" y="39"/>
                    <a:pt x="99" y="39"/>
                  </a:cubicBezTo>
                  <a:cubicBezTo>
                    <a:pt x="101" y="39"/>
                    <a:pt x="102" y="38"/>
                    <a:pt x="102" y="38"/>
                  </a:cubicBezTo>
                  <a:cubicBezTo>
                    <a:pt x="103" y="38"/>
                    <a:pt x="103" y="37"/>
                    <a:pt x="104" y="37"/>
                  </a:cubicBezTo>
                  <a:cubicBezTo>
                    <a:pt x="105" y="36"/>
                    <a:pt x="105" y="35"/>
                    <a:pt x="105" y="35"/>
                  </a:cubicBezTo>
                  <a:cubicBezTo>
                    <a:pt x="105" y="34"/>
                    <a:pt x="106" y="32"/>
                    <a:pt x="105" y="31"/>
                  </a:cubicBezTo>
                  <a:cubicBezTo>
                    <a:pt x="105" y="31"/>
                    <a:pt x="105" y="29"/>
                    <a:pt x="104" y="28"/>
                  </a:cubicBezTo>
                  <a:cubicBezTo>
                    <a:pt x="103" y="27"/>
                    <a:pt x="102" y="26"/>
                    <a:pt x="101" y="26"/>
                  </a:cubicBezTo>
                  <a:cubicBezTo>
                    <a:pt x="100" y="25"/>
                    <a:pt x="100" y="25"/>
                    <a:pt x="100" y="25"/>
                  </a:cubicBezTo>
                  <a:cubicBezTo>
                    <a:pt x="99" y="25"/>
                    <a:pt x="99" y="24"/>
                    <a:pt x="99" y="25"/>
                  </a:cubicBezTo>
                  <a:cubicBezTo>
                    <a:pt x="99" y="25"/>
                    <a:pt x="99" y="26"/>
                    <a:pt x="99" y="26"/>
                  </a:cubicBezTo>
                  <a:cubicBezTo>
                    <a:pt x="99" y="27"/>
                    <a:pt x="98" y="27"/>
                    <a:pt x="97" y="27"/>
                  </a:cubicBezTo>
                  <a:cubicBezTo>
                    <a:pt x="96" y="27"/>
                    <a:pt x="95" y="27"/>
                    <a:pt x="92" y="27"/>
                  </a:cubicBezTo>
                  <a:cubicBezTo>
                    <a:pt x="90" y="27"/>
                    <a:pt x="78" y="25"/>
                    <a:pt x="77" y="24"/>
                  </a:cubicBezTo>
                  <a:cubicBezTo>
                    <a:pt x="77" y="24"/>
                    <a:pt x="79" y="23"/>
                    <a:pt x="80" y="22"/>
                  </a:cubicBezTo>
                  <a:cubicBezTo>
                    <a:pt x="83" y="21"/>
                    <a:pt x="85" y="20"/>
                    <a:pt x="86" y="17"/>
                  </a:cubicBezTo>
                  <a:cubicBezTo>
                    <a:pt x="87" y="16"/>
                    <a:pt x="87" y="14"/>
                    <a:pt x="87" y="13"/>
                  </a:cubicBezTo>
                  <a:cubicBezTo>
                    <a:pt x="87" y="13"/>
                    <a:pt x="86" y="12"/>
                    <a:pt x="85" y="12"/>
                  </a:cubicBezTo>
                  <a:cubicBezTo>
                    <a:pt x="85" y="12"/>
                    <a:pt x="85" y="12"/>
                    <a:pt x="85" y="11"/>
                  </a:cubicBezTo>
                  <a:cubicBezTo>
                    <a:pt x="83" y="10"/>
                    <a:pt x="81" y="10"/>
                    <a:pt x="79" y="10"/>
                  </a:cubicBezTo>
                  <a:cubicBezTo>
                    <a:pt x="76" y="11"/>
                    <a:pt x="74" y="11"/>
                    <a:pt x="72" y="11"/>
                  </a:cubicBezTo>
                  <a:cubicBezTo>
                    <a:pt x="71" y="11"/>
                    <a:pt x="71" y="10"/>
                    <a:pt x="71" y="10"/>
                  </a:cubicBezTo>
                  <a:cubicBezTo>
                    <a:pt x="71" y="10"/>
                    <a:pt x="71" y="10"/>
                    <a:pt x="71" y="9"/>
                  </a:cubicBezTo>
                  <a:cubicBezTo>
                    <a:pt x="72" y="8"/>
                    <a:pt x="74" y="7"/>
                    <a:pt x="75" y="5"/>
                  </a:cubicBezTo>
                  <a:cubicBezTo>
                    <a:pt x="76" y="4"/>
                    <a:pt x="75" y="3"/>
                    <a:pt x="74" y="2"/>
                  </a:cubicBezTo>
                  <a:cubicBezTo>
                    <a:pt x="73" y="1"/>
                    <a:pt x="71" y="0"/>
                    <a:pt x="69" y="0"/>
                  </a:cubicBezTo>
                  <a:cubicBezTo>
                    <a:pt x="65" y="1"/>
                    <a:pt x="62" y="2"/>
                    <a:pt x="60" y="4"/>
                  </a:cubicBezTo>
                  <a:cubicBezTo>
                    <a:pt x="58" y="4"/>
                    <a:pt x="57" y="5"/>
                    <a:pt x="56" y="6"/>
                  </a:cubicBezTo>
                  <a:cubicBezTo>
                    <a:pt x="55" y="7"/>
                    <a:pt x="54" y="9"/>
                    <a:pt x="54" y="11"/>
                  </a:cubicBezTo>
                  <a:cubicBezTo>
                    <a:pt x="54" y="12"/>
                    <a:pt x="54" y="13"/>
                    <a:pt x="54" y="13"/>
                  </a:cubicBezTo>
                  <a:cubicBezTo>
                    <a:pt x="54" y="15"/>
                    <a:pt x="55" y="17"/>
                    <a:pt x="56" y="18"/>
                  </a:cubicBezTo>
                  <a:close/>
                  <a:moveTo>
                    <a:pt x="47" y="21"/>
                  </a:moveTo>
                  <a:cubicBezTo>
                    <a:pt x="48" y="23"/>
                    <a:pt x="50" y="25"/>
                    <a:pt x="52" y="26"/>
                  </a:cubicBezTo>
                  <a:cubicBezTo>
                    <a:pt x="54" y="27"/>
                    <a:pt x="56" y="28"/>
                    <a:pt x="58" y="29"/>
                  </a:cubicBezTo>
                  <a:cubicBezTo>
                    <a:pt x="63" y="30"/>
                    <a:pt x="69" y="35"/>
                    <a:pt x="71" y="36"/>
                  </a:cubicBezTo>
                  <a:cubicBezTo>
                    <a:pt x="76" y="40"/>
                    <a:pt x="81" y="46"/>
                    <a:pt x="83" y="49"/>
                  </a:cubicBezTo>
                  <a:cubicBezTo>
                    <a:pt x="84" y="50"/>
                    <a:pt x="84" y="52"/>
                    <a:pt x="83" y="53"/>
                  </a:cubicBezTo>
                  <a:cubicBezTo>
                    <a:pt x="82" y="55"/>
                    <a:pt x="78" y="55"/>
                    <a:pt x="76" y="54"/>
                  </a:cubicBezTo>
                  <a:cubicBezTo>
                    <a:pt x="75" y="54"/>
                    <a:pt x="72" y="53"/>
                    <a:pt x="69" y="52"/>
                  </a:cubicBezTo>
                  <a:cubicBezTo>
                    <a:pt x="66" y="50"/>
                    <a:pt x="61" y="48"/>
                    <a:pt x="61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1" y="48"/>
                    <a:pt x="61" y="48"/>
                    <a:pt x="61" y="48"/>
                  </a:cubicBezTo>
                  <a:cubicBezTo>
                    <a:pt x="60" y="48"/>
                    <a:pt x="60" y="48"/>
                    <a:pt x="60" y="48"/>
                  </a:cubicBezTo>
                  <a:cubicBezTo>
                    <a:pt x="60" y="48"/>
                    <a:pt x="60" y="49"/>
                    <a:pt x="61" y="50"/>
                  </a:cubicBezTo>
                  <a:cubicBezTo>
                    <a:pt x="61" y="50"/>
                    <a:pt x="63" y="53"/>
                    <a:pt x="63" y="53"/>
                  </a:cubicBezTo>
                  <a:cubicBezTo>
                    <a:pt x="65" y="55"/>
                    <a:pt x="68" y="59"/>
                    <a:pt x="74" y="61"/>
                  </a:cubicBezTo>
                  <a:cubicBezTo>
                    <a:pt x="77" y="62"/>
                    <a:pt x="80" y="63"/>
                    <a:pt x="83" y="61"/>
                  </a:cubicBezTo>
                  <a:cubicBezTo>
                    <a:pt x="84" y="61"/>
                    <a:pt x="85" y="60"/>
                    <a:pt x="86" y="58"/>
                  </a:cubicBezTo>
                  <a:cubicBezTo>
                    <a:pt x="88" y="56"/>
                    <a:pt x="87" y="53"/>
                    <a:pt x="87" y="51"/>
                  </a:cubicBezTo>
                  <a:cubicBezTo>
                    <a:pt x="86" y="47"/>
                    <a:pt x="83" y="42"/>
                    <a:pt x="80" y="39"/>
                  </a:cubicBezTo>
                  <a:cubicBezTo>
                    <a:pt x="76" y="36"/>
                    <a:pt x="76" y="34"/>
                    <a:pt x="70" y="30"/>
                  </a:cubicBezTo>
                  <a:cubicBezTo>
                    <a:pt x="64" y="26"/>
                    <a:pt x="57" y="22"/>
                    <a:pt x="54" y="21"/>
                  </a:cubicBezTo>
                  <a:cubicBezTo>
                    <a:pt x="52" y="20"/>
                    <a:pt x="44" y="16"/>
                    <a:pt x="43" y="16"/>
                  </a:cubicBezTo>
                  <a:cubicBezTo>
                    <a:pt x="43" y="16"/>
                    <a:pt x="43" y="16"/>
                    <a:pt x="43" y="17"/>
                  </a:cubicBezTo>
                  <a:cubicBezTo>
                    <a:pt x="43" y="17"/>
                    <a:pt x="46" y="20"/>
                    <a:pt x="47" y="21"/>
                  </a:cubicBezTo>
                  <a:close/>
                  <a:moveTo>
                    <a:pt x="21" y="20"/>
                  </a:moveTo>
                  <a:cubicBezTo>
                    <a:pt x="22" y="21"/>
                    <a:pt x="23" y="22"/>
                    <a:pt x="24" y="21"/>
                  </a:cubicBezTo>
                  <a:cubicBezTo>
                    <a:pt x="26" y="20"/>
                    <a:pt x="27" y="19"/>
                    <a:pt x="28" y="19"/>
                  </a:cubicBezTo>
                  <a:cubicBezTo>
                    <a:pt x="31" y="17"/>
                    <a:pt x="35" y="16"/>
                    <a:pt x="38" y="14"/>
                  </a:cubicBezTo>
                  <a:cubicBezTo>
                    <a:pt x="39" y="14"/>
                    <a:pt x="39" y="13"/>
                    <a:pt x="39" y="12"/>
                  </a:cubicBezTo>
                  <a:cubicBezTo>
                    <a:pt x="39" y="12"/>
                    <a:pt x="39" y="12"/>
                    <a:pt x="39" y="12"/>
                  </a:cubicBezTo>
                  <a:cubicBezTo>
                    <a:pt x="38" y="10"/>
                    <a:pt x="38" y="9"/>
                    <a:pt x="37" y="8"/>
                  </a:cubicBezTo>
                  <a:cubicBezTo>
                    <a:pt x="37" y="8"/>
                    <a:pt x="36" y="7"/>
                    <a:pt x="36" y="7"/>
                  </a:cubicBezTo>
                  <a:cubicBezTo>
                    <a:pt x="34" y="7"/>
                    <a:pt x="33" y="7"/>
                    <a:pt x="31" y="7"/>
                  </a:cubicBezTo>
                  <a:cubicBezTo>
                    <a:pt x="28" y="8"/>
                    <a:pt x="25" y="9"/>
                    <a:pt x="22" y="10"/>
                  </a:cubicBezTo>
                  <a:cubicBezTo>
                    <a:pt x="19" y="12"/>
                    <a:pt x="19" y="14"/>
                    <a:pt x="20" y="17"/>
                  </a:cubicBezTo>
                  <a:cubicBezTo>
                    <a:pt x="20" y="18"/>
                    <a:pt x="21" y="19"/>
                    <a:pt x="21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59"/>
            <p:cNvSpPr>
              <a:spLocks/>
            </p:cNvSpPr>
            <p:nvPr/>
          </p:nvSpPr>
          <p:spPr bwMode="auto">
            <a:xfrm>
              <a:off x="-1828800" y="50800"/>
              <a:ext cx="155575" cy="136525"/>
            </a:xfrm>
            <a:custGeom>
              <a:avLst/>
              <a:gdLst>
                <a:gd name="T0" fmla="*/ 13 w 100"/>
                <a:gd name="T1" fmla="*/ 4 h 88"/>
                <a:gd name="T2" fmla="*/ 20 w 100"/>
                <a:gd name="T3" fmla="*/ 8 h 88"/>
                <a:gd name="T4" fmla="*/ 23 w 100"/>
                <a:gd name="T5" fmla="*/ 3 h 88"/>
                <a:gd name="T6" fmla="*/ 28 w 100"/>
                <a:gd name="T7" fmla="*/ 3 h 88"/>
                <a:gd name="T8" fmla="*/ 31 w 100"/>
                <a:gd name="T9" fmla="*/ 12 h 88"/>
                <a:gd name="T10" fmla="*/ 28 w 100"/>
                <a:gd name="T11" fmla="*/ 20 h 88"/>
                <a:gd name="T12" fmla="*/ 35 w 100"/>
                <a:gd name="T13" fmla="*/ 32 h 88"/>
                <a:gd name="T14" fmla="*/ 38 w 100"/>
                <a:gd name="T15" fmla="*/ 24 h 88"/>
                <a:gd name="T16" fmla="*/ 60 w 100"/>
                <a:gd name="T17" fmla="*/ 1 h 88"/>
                <a:gd name="T18" fmla="*/ 73 w 100"/>
                <a:gd name="T19" fmla="*/ 7 h 88"/>
                <a:gd name="T20" fmla="*/ 84 w 100"/>
                <a:gd name="T21" fmla="*/ 19 h 88"/>
                <a:gd name="T22" fmla="*/ 96 w 100"/>
                <a:gd name="T23" fmla="*/ 36 h 88"/>
                <a:gd name="T24" fmla="*/ 95 w 100"/>
                <a:gd name="T25" fmla="*/ 50 h 88"/>
                <a:gd name="T26" fmla="*/ 88 w 100"/>
                <a:gd name="T27" fmla="*/ 51 h 88"/>
                <a:gd name="T28" fmla="*/ 86 w 100"/>
                <a:gd name="T29" fmla="*/ 50 h 88"/>
                <a:gd name="T30" fmla="*/ 82 w 100"/>
                <a:gd name="T31" fmla="*/ 51 h 88"/>
                <a:gd name="T32" fmla="*/ 86 w 100"/>
                <a:gd name="T33" fmla="*/ 55 h 88"/>
                <a:gd name="T34" fmla="*/ 98 w 100"/>
                <a:gd name="T35" fmla="*/ 65 h 88"/>
                <a:gd name="T36" fmla="*/ 99 w 100"/>
                <a:gd name="T37" fmla="*/ 68 h 88"/>
                <a:gd name="T38" fmla="*/ 96 w 100"/>
                <a:gd name="T39" fmla="*/ 66 h 88"/>
                <a:gd name="T40" fmla="*/ 76 w 100"/>
                <a:gd name="T41" fmla="*/ 54 h 88"/>
                <a:gd name="T42" fmla="*/ 73 w 100"/>
                <a:gd name="T43" fmla="*/ 61 h 88"/>
                <a:gd name="T44" fmla="*/ 69 w 100"/>
                <a:gd name="T45" fmla="*/ 65 h 88"/>
                <a:gd name="T46" fmla="*/ 66 w 100"/>
                <a:gd name="T47" fmla="*/ 63 h 88"/>
                <a:gd name="T48" fmla="*/ 63 w 100"/>
                <a:gd name="T49" fmla="*/ 54 h 88"/>
                <a:gd name="T50" fmla="*/ 58 w 100"/>
                <a:gd name="T51" fmla="*/ 58 h 88"/>
                <a:gd name="T52" fmla="*/ 52 w 100"/>
                <a:gd name="T53" fmla="*/ 47 h 88"/>
                <a:gd name="T54" fmla="*/ 47 w 100"/>
                <a:gd name="T55" fmla="*/ 46 h 88"/>
                <a:gd name="T56" fmla="*/ 43 w 100"/>
                <a:gd name="T57" fmla="*/ 41 h 88"/>
                <a:gd name="T58" fmla="*/ 43 w 100"/>
                <a:gd name="T59" fmla="*/ 41 h 88"/>
                <a:gd name="T60" fmla="*/ 46 w 100"/>
                <a:gd name="T61" fmla="*/ 38 h 88"/>
                <a:gd name="T62" fmla="*/ 49 w 100"/>
                <a:gd name="T63" fmla="*/ 38 h 88"/>
                <a:gd name="T64" fmla="*/ 46 w 100"/>
                <a:gd name="T65" fmla="*/ 30 h 88"/>
                <a:gd name="T66" fmla="*/ 45 w 100"/>
                <a:gd name="T67" fmla="*/ 26 h 88"/>
                <a:gd name="T68" fmla="*/ 56 w 100"/>
                <a:gd name="T69" fmla="*/ 31 h 88"/>
                <a:gd name="T70" fmla="*/ 63 w 100"/>
                <a:gd name="T71" fmla="*/ 32 h 88"/>
                <a:gd name="T72" fmla="*/ 66 w 100"/>
                <a:gd name="T73" fmla="*/ 46 h 88"/>
                <a:gd name="T74" fmla="*/ 67 w 100"/>
                <a:gd name="T75" fmla="*/ 46 h 88"/>
                <a:gd name="T76" fmla="*/ 69 w 100"/>
                <a:gd name="T77" fmla="*/ 41 h 88"/>
                <a:gd name="T78" fmla="*/ 75 w 100"/>
                <a:gd name="T79" fmla="*/ 43 h 88"/>
                <a:gd name="T80" fmla="*/ 79 w 100"/>
                <a:gd name="T81" fmla="*/ 50 h 88"/>
                <a:gd name="T82" fmla="*/ 89 w 100"/>
                <a:gd name="T83" fmla="*/ 43 h 88"/>
                <a:gd name="T84" fmla="*/ 85 w 100"/>
                <a:gd name="T85" fmla="*/ 31 h 88"/>
                <a:gd name="T86" fmla="*/ 72 w 100"/>
                <a:gd name="T87" fmla="*/ 16 h 88"/>
                <a:gd name="T88" fmla="*/ 52 w 100"/>
                <a:gd name="T89" fmla="*/ 10 h 88"/>
                <a:gd name="T90" fmla="*/ 42 w 100"/>
                <a:gd name="T91" fmla="*/ 35 h 88"/>
                <a:gd name="T92" fmla="*/ 43 w 100"/>
                <a:gd name="T93" fmla="*/ 41 h 88"/>
                <a:gd name="T94" fmla="*/ 43 w 100"/>
                <a:gd name="T95" fmla="*/ 41 h 88"/>
                <a:gd name="T96" fmla="*/ 45 w 100"/>
                <a:gd name="T97" fmla="*/ 54 h 88"/>
                <a:gd name="T98" fmla="*/ 44 w 100"/>
                <a:gd name="T99" fmla="*/ 60 h 88"/>
                <a:gd name="T100" fmla="*/ 51 w 100"/>
                <a:gd name="T101" fmla="*/ 68 h 88"/>
                <a:gd name="T102" fmla="*/ 67 w 100"/>
                <a:gd name="T103" fmla="*/ 76 h 88"/>
                <a:gd name="T104" fmla="*/ 74 w 100"/>
                <a:gd name="T105" fmla="*/ 84 h 88"/>
                <a:gd name="T106" fmla="*/ 71 w 100"/>
                <a:gd name="T107" fmla="*/ 87 h 88"/>
                <a:gd name="T108" fmla="*/ 64 w 100"/>
                <a:gd name="T109" fmla="*/ 88 h 88"/>
                <a:gd name="T110" fmla="*/ 42 w 100"/>
                <a:gd name="T111" fmla="*/ 75 h 88"/>
                <a:gd name="T112" fmla="*/ 33 w 100"/>
                <a:gd name="T113" fmla="*/ 60 h 88"/>
                <a:gd name="T114" fmla="*/ 34 w 100"/>
                <a:gd name="T115" fmla="*/ 57 h 88"/>
                <a:gd name="T116" fmla="*/ 27 w 100"/>
                <a:gd name="T117" fmla="*/ 40 h 88"/>
                <a:gd name="T118" fmla="*/ 16 w 100"/>
                <a:gd name="T119" fmla="*/ 39 h 88"/>
                <a:gd name="T120" fmla="*/ 16 w 100"/>
                <a:gd name="T121" fmla="*/ 29 h 88"/>
                <a:gd name="T122" fmla="*/ 15 w 100"/>
                <a:gd name="T123" fmla="*/ 24 h 88"/>
                <a:gd name="T124" fmla="*/ 4 w 100"/>
                <a:gd name="T125" fmla="*/ 15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0" h="88">
                  <a:moveTo>
                    <a:pt x="2" y="9"/>
                  </a:moveTo>
                  <a:cubicBezTo>
                    <a:pt x="5" y="5"/>
                    <a:pt x="9" y="4"/>
                    <a:pt x="13" y="4"/>
                  </a:cubicBezTo>
                  <a:cubicBezTo>
                    <a:pt x="15" y="4"/>
                    <a:pt x="16" y="5"/>
                    <a:pt x="18" y="6"/>
                  </a:cubicBezTo>
                  <a:cubicBezTo>
                    <a:pt x="19" y="7"/>
                    <a:pt x="19" y="9"/>
                    <a:pt x="20" y="8"/>
                  </a:cubicBezTo>
                  <a:cubicBezTo>
                    <a:pt x="21" y="8"/>
                    <a:pt x="21" y="7"/>
                    <a:pt x="21" y="6"/>
                  </a:cubicBezTo>
                  <a:cubicBezTo>
                    <a:pt x="22" y="5"/>
                    <a:pt x="22" y="4"/>
                    <a:pt x="23" y="3"/>
                  </a:cubicBezTo>
                  <a:cubicBezTo>
                    <a:pt x="24" y="3"/>
                    <a:pt x="24" y="3"/>
                    <a:pt x="25" y="3"/>
                  </a:cubicBezTo>
                  <a:cubicBezTo>
                    <a:pt x="26" y="3"/>
                    <a:pt x="27" y="3"/>
                    <a:pt x="28" y="3"/>
                  </a:cubicBezTo>
                  <a:cubicBezTo>
                    <a:pt x="29" y="4"/>
                    <a:pt x="30" y="5"/>
                    <a:pt x="31" y="6"/>
                  </a:cubicBezTo>
                  <a:cubicBezTo>
                    <a:pt x="32" y="8"/>
                    <a:pt x="31" y="10"/>
                    <a:pt x="31" y="12"/>
                  </a:cubicBezTo>
                  <a:cubicBezTo>
                    <a:pt x="30" y="13"/>
                    <a:pt x="29" y="14"/>
                    <a:pt x="29" y="15"/>
                  </a:cubicBezTo>
                  <a:cubicBezTo>
                    <a:pt x="29" y="17"/>
                    <a:pt x="28" y="18"/>
                    <a:pt x="28" y="20"/>
                  </a:cubicBezTo>
                  <a:cubicBezTo>
                    <a:pt x="29" y="23"/>
                    <a:pt x="30" y="27"/>
                    <a:pt x="33" y="29"/>
                  </a:cubicBezTo>
                  <a:cubicBezTo>
                    <a:pt x="33" y="30"/>
                    <a:pt x="34" y="31"/>
                    <a:pt x="35" y="32"/>
                  </a:cubicBezTo>
                  <a:cubicBezTo>
                    <a:pt x="35" y="32"/>
                    <a:pt x="36" y="32"/>
                    <a:pt x="36" y="31"/>
                  </a:cubicBezTo>
                  <a:cubicBezTo>
                    <a:pt x="37" y="29"/>
                    <a:pt x="37" y="26"/>
                    <a:pt x="38" y="24"/>
                  </a:cubicBezTo>
                  <a:cubicBezTo>
                    <a:pt x="40" y="16"/>
                    <a:pt x="43" y="9"/>
                    <a:pt x="49" y="4"/>
                  </a:cubicBezTo>
                  <a:cubicBezTo>
                    <a:pt x="52" y="1"/>
                    <a:pt x="56" y="0"/>
                    <a:pt x="60" y="1"/>
                  </a:cubicBezTo>
                  <a:cubicBezTo>
                    <a:pt x="64" y="1"/>
                    <a:pt x="67" y="3"/>
                    <a:pt x="70" y="5"/>
                  </a:cubicBezTo>
                  <a:cubicBezTo>
                    <a:pt x="71" y="6"/>
                    <a:pt x="72" y="7"/>
                    <a:pt x="73" y="7"/>
                  </a:cubicBezTo>
                  <a:cubicBezTo>
                    <a:pt x="75" y="9"/>
                    <a:pt x="77" y="11"/>
                    <a:pt x="79" y="13"/>
                  </a:cubicBezTo>
                  <a:cubicBezTo>
                    <a:pt x="81" y="15"/>
                    <a:pt x="83" y="17"/>
                    <a:pt x="84" y="19"/>
                  </a:cubicBezTo>
                  <a:cubicBezTo>
                    <a:pt x="87" y="22"/>
                    <a:pt x="90" y="26"/>
                    <a:pt x="92" y="29"/>
                  </a:cubicBezTo>
                  <a:cubicBezTo>
                    <a:pt x="93" y="32"/>
                    <a:pt x="95" y="34"/>
                    <a:pt x="96" y="36"/>
                  </a:cubicBezTo>
                  <a:cubicBezTo>
                    <a:pt x="96" y="38"/>
                    <a:pt x="97" y="41"/>
                    <a:pt x="97" y="43"/>
                  </a:cubicBezTo>
                  <a:cubicBezTo>
                    <a:pt x="97" y="46"/>
                    <a:pt x="97" y="48"/>
                    <a:pt x="95" y="50"/>
                  </a:cubicBezTo>
                  <a:cubicBezTo>
                    <a:pt x="93" y="51"/>
                    <a:pt x="91" y="52"/>
                    <a:pt x="88" y="52"/>
                  </a:cubicBezTo>
                  <a:cubicBezTo>
                    <a:pt x="88" y="52"/>
                    <a:pt x="87" y="52"/>
                    <a:pt x="88" y="51"/>
                  </a:cubicBezTo>
                  <a:cubicBezTo>
                    <a:pt x="88" y="51"/>
                    <a:pt x="86" y="51"/>
                    <a:pt x="86" y="50"/>
                  </a:cubicBezTo>
                  <a:cubicBezTo>
                    <a:pt x="86" y="50"/>
                    <a:pt x="86" y="50"/>
                    <a:pt x="86" y="50"/>
                  </a:cubicBezTo>
                  <a:cubicBezTo>
                    <a:pt x="85" y="49"/>
                    <a:pt x="86" y="49"/>
                    <a:pt x="85" y="50"/>
                  </a:cubicBezTo>
                  <a:cubicBezTo>
                    <a:pt x="84" y="50"/>
                    <a:pt x="84" y="50"/>
                    <a:pt x="82" y="51"/>
                  </a:cubicBezTo>
                  <a:cubicBezTo>
                    <a:pt x="82" y="51"/>
                    <a:pt x="81" y="51"/>
                    <a:pt x="82" y="52"/>
                  </a:cubicBezTo>
                  <a:cubicBezTo>
                    <a:pt x="83" y="53"/>
                    <a:pt x="84" y="54"/>
                    <a:pt x="86" y="55"/>
                  </a:cubicBezTo>
                  <a:cubicBezTo>
                    <a:pt x="86" y="56"/>
                    <a:pt x="87" y="56"/>
                    <a:pt x="87" y="57"/>
                  </a:cubicBezTo>
                  <a:cubicBezTo>
                    <a:pt x="89" y="58"/>
                    <a:pt x="96" y="63"/>
                    <a:pt x="98" y="65"/>
                  </a:cubicBezTo>
                  <a:cubicBezTo>
                    <a:pt x="99" y="65"/>
                    <a:pt x="99" y="66"/>
                    <a:pt x="100" y="67"/>
                  </a:cubicBezTo>
                  <a:cubicBezTo>
                    <a:pt x="100" y="67"/>
                    <a:pt x="100" y="68"/>
                    <a:pt x="99" y="68"/>
                  </a:cubicBezTo>
                  <a:cubicBezTo>
                    <a:pt x="99" y="68"/>
                    <a:pt x="99" y="68"/>
                    <a:pt x="98" y="68"/>
                  </a:cubicBezTo>
                  <a:cubicBezTo>
                    <a:pt x="97" y="68"/>
                    <a:pt x="96" y="67"/>
                    <a:pt x="96" y="66"/>
                  </a:cubicBezTo>
                  <a:cubicBezTo>
                    <a:pt x="91" y="64"/>
                    <a:pt x="87" y="61"/>
                    <a:pt x="82" y="58"/>
                  </a:cubicBezTo>
                  <a:cubicBezTo>
                    <a:pt x="80" y="57"/>
                    <a:pt x="78" y="56"/>
                    <a:pt x="76" y="54"/>
                  </a:cubicBezTo>
                  <a:cubicBezTo>
                    <a:pt x="75" y="53"/>
                    <a:pt x="75" y="53"/>
                    <a:pt x="74" y="55"/>
                  </a:cubicBezTo>
                  <a:cubicBezTo>
                    <a:pt x="73" y="57"/>
                    <a:pt x="73" y="58"/>
                    <a:pt x="73" y="61"/>
                  </a:cubicBezTo>
                  <a:cubicBezTo>
                    <a:pt x="72" y="62"/>
                    <a:pt x="72" y="63"/>
                    <a:pt x="71" y="64"/>
                  </a:cubicBezTo>
                  <a:cubicBezTo>
                    <a:pt x="71" y="64"/>
                    <a:pt x="70" y="64"/>
                    <a:pt x="69" y="65"/>
                  </a:cubicBezTo>
                  <a:cubicBezTo>
                    <a:pt x="69" y="65"/>
                    <a:pt x="68" y="65"/>
                    <a:pt x="67" y="64"/>
                  </a:cubicBezTo>
                  <a:cubicBezTo>
                    <a:pt x="67" y="64"/>
                    <a:pt x="66" y="64"/>
                    <a:pt x="66" y="63"/>
                  </a:cubicBezTo>
                  <a:cubicBezTo>
                    <a:pt x="65" y="61"/>
                    <a:pt x="64" y="58"/>
                    <a:pt x="63" y="56"/>
                  </a:cubicBezTo>
                  <a:cubicBezTo>
                    <a:pt x="63" y="55"/>
                    <a:pt x="63" y="55"/>
                    <a:pt x="63" y="54"/>
                  </a:cubicBezTo>
                  <a:cubicBezTo>
                    <a:pt x="62" y="55"/>
                    <a:pt x="62" y="55"/>
                    <a:pt x="62" y="55"/>
                  </a:cubicBezTo>
                  <a:cubicBezTo>
                    <a:pt x="61" y="57"/>
                    <a:pt x="60" y="57"/>
                    <a:pt x="58" y="58"/>
                  </a:cubicBezTo>
                  <a:cubicBezTo>
                    <a:pt x="57" y="58"/>
                    <a:pt x="56" y="57"/>
                    <a:pt x="56" y="56"/>
                  </a:cubicBezTo>
                  <a:cubicBezTo>
                    <a:pt x="54" y="53"/>
                    <a:pt x="53" y="50"/>
                    <a:pt x="52" y="47"/>
                  </a:cubicBezTo>
                  <a:cubicBezTo>
                    <a:pt x="52" y="46"/>
                    <a:pt x="51" y="46"/>
                    <a:pt x="50" y="46"/>
                  </a:cubicBezTo>
                  <a:cubicBezTo>
                    <a:pt x="49" y="46"/>
                    <a:pt x="48" y="46"/>
                    <a:pt x="47" y="46"/>
                  </a:cubicBezTo>
                  <a:cubicBezTo>
                    <a:pt x="46" y="46"/>
                    <a:pt x="45" y="45"/>
                    <a:pt x="45" y="44"/>
                  </a:cubicBezTo>
                  <a:cubicBezTo>
                    <a:pt x="44" y="43"/>
                    <a:pt x="44" y="42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0"/>
                    <a:pt x="44" y="40"/>
                    <a:pt x="44" y="39"/>
                  </a:cubicBezTo>
                  <a:cubicBezTo>
                    <a:pt x="44" y="38"/>
                    <a:pt x="45" y="38"/>
                    <a:pt x="46" y="38"/>
                  </a:cubicBezTo>
                  <a:cubicBezTo>
                    <a:pt x="46" y="38"/>
                    <a:pt x="46" y="38"/>
                    <a:pt x="46" y="38"/>
                  </a:cubicBezTo>
                  <a:cubicBezTo>
                    <a:pt x="47" y="38"/>
                    <a:pt x="48" y="38"/>
                    <a:pt x="49" y="38"/>
                  </a:cubicBezTo>
                  <a:cubicBezTo>
                    <a:pt x="49" y="38"/>
                    <a:pt x="49" y="37"/>
                    <a:pt x="49" y="36"/>
                  </a:cubicBezTo>
                  <a:cubicBezTo>
                    <a:pt x="48" y="34"/>
                    <a:pt x="47" y="32"/>
                    <a:pt x="46" y="30"/>
                  </a:cubicBezTo>
                  <a:cubicBezTo>
                    <a:pt x="45" y="29"/>
                    <a:pt x="45" y="28"/>
                    <a:pt x="45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7" y="24"/>
                    <a:pt x="51" y="24"/>
                    <a:pt x="53" y="25"/>
                  </a:cubicBezTo>
                  <a:cubicBezTo>
                    <a:pt x="54" y="27"/>
                    <a:pt x="55" y="29"/>
                    <a:pt x="56" y="31"/>
                  </a:cubicBezTo>
                  <a:cubicBezTo>
                    <a:pt x="56" y="31"/>
                    <a:pt x="57" y="32"/>
                    <a:pt x="57" y="32"/>
                  </a:cubicBezTo>
                  <a:cubicBezTo>
                    <a:pt x="59" y="30"/>
                    <a:pt x="61" y="31"/>
                    <a:pt x="63" y="32"/>
                  </a:cubicBezTo>
                  <a:cubicBezTo>
                    <a:pt x="64" y="33"/>
                    <a:pt x="64" y="34"/>
                    <a:pt x="64" y="36"/>
                  </a:cubicBezTo>
                  <a:cubicBezTo>
                    <a:pt x="64" y="39"/>
                    <a:pt x="65" y="43"/>
                    <a:pt x="66" y="46"/>
                  </a:cubicBezTo>
                  <a:cubicBezTo>
                    <a:pt x="66" y="46"/>
                    <a:pt x="66" y="47"/>
                    <a:pt x="67" y="47"/>
                  </a:cubicBezTo>
                  <a:cubicBezTo>
                    <a:pt x="67" y="46"/>
                    <a:pt x="67" y="46"/>
                    <a:pt x="67" y="46"/>
                  </a:cubicBezTo>
                  <a:cubicBezTo>
                    <a:pt x="67" y="45"/>
                    <a:pt x="66" y="44"/>
                    <a:pt x="66" y="44"/>
                  </a:cubicBezTo>
                  <a:cubicBezTo>
                    <a:pt x="66" y="42"/>
                    <a:pt x="68" y="40"/>
                    <a:pt x="69" y="41"/>
                  </a:cubicBezTo>
                  <a:cubicBezTo>
                    <a:pt x="70" y="41"/>
                    <a:pt x="72" y="41"/>
                    <a:pt x="73" y="41"/>
                  </a:cubicBezTo>
                  <a:cubicBezTo>
                    <a:pt x="74" y="41"/>
                    <a:pt x="74" y="42"/>
                    <a:pt x="75" y="43"/>
                  </a:cubicBezTo>
                  <a:cubicBezTo>
                    <a:pt x="75" y="44"/>
                    <a:pt x="76" y="45"/>
                    <a:pt x="76" y="46"/>
                  </a:cubicBezTo>
                  <a:cubicBezTo>
                    <a:pt x="77" y="47"/>
                    <a:pt x="78" y="49"/>
                    <a:pt x="79" y="50"/>
                  </a:cubicBezTo>
                  <a:cubicBezTo>
                    <a:pt x="80" y="50"/>
                    <a:pt x="80" y="51"/>
                    <a:pt x="81" y="50"/>
                  </a:cubicBezTo>
                  <a:cubicBezTo>
                    <a:pt x="84" y="48"/>
                    <a:pt x="87" y="46"/>
                    <a:pt x="89" y="43"/>
                  </a:cubicBezTo>
                  <a:cubicBezTo>
                    <a:pt x="89" y="42"/>
                    <a:pt x="89" y="41"/>
                    <a:pt x="89" y="40"/>
                  </a:cubicBezTo>
                  <a:cubicBezTo>
                    <a:pt x="88" y="37"/>
                    <a:pt x="87" y="34"/>
                    <a:pt x="85" y="31"/>
                  </a:cubicBezTo>
                  <a:cubicBezTo>
                    <a:pt x="82" y="27"/>
                    <a:pt x="79" y="23"/>
                    <a:pt x="75" y="19"/>
                  </a:cubicBezTo>
                  <a:cubicBezTo>
                    <a:pt x="74" y="18"/>
                    <a:pt x="73" y="17"/>
                    <a:pt x="72" y="16"/>
                  </a:cubicBezTo>
                  <a:cubicBezTo>
                    <a:pt x="70" y="14"/>
                    <a:pt x="68" y="12"/>
                    <a:pt x="65" y="10"/>
                  </a:cubicBezTo>
                  <a:cubicBezTo>
                    <a:pt x="61" y="7"/>
                    <a:pt x="57" y="7"/>
                    <a:pt x="52" y="10"/>
                  </a:cubicBezTo>
                  <a:cubicBezTo>
                    <a:pt x="47" y="14"/>
                    <a:pt x="45" y="20"/>
                    <a:pt x="44" y="27"/>
                  </a:cubicBezTo>
                  <a:cubicBezTo>
                    <a:pt x="43" y="29"/>
                    <a:pt x="43" y="32"/>
                    <a:pt x="42" y="35"/>
                  </a:cubicBezTo>
                  <a:cubicBezTo>
                    <a:pt x="42" y="36"/>
                    <a:pt x="42" y="37"/>
                    <a:pt x="43" y="38"/>
                  </a:cubicBezTo>
                  <a:cubicBezTo>
                    <a:pt x="43" y="39"/>
                    <a:pt x="43" y="40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1"/>
                    <a:pt x="43" y="41"/>
                    <a:pt x="43" y="41"/>
                  </a:cubicBezTo>
                  <a:cubicBezTo>
                    <a:pt x="43" y="43"/>
                    <a:pt x="43" y="44"/>
                    <a:pt x="44" y="46"/>
                  </a:cubicBezTo>
                  <a:cubicBezTo>
                    <a:pt x="44" y="49"/>
                    <a:pt x="45" y="51"/>
                    <a:pt x="45" y="54"/>
                  </a:cubicBezTo>
                  <a:cubicBezTo>
                    <a:pt x="45" y="55"/>
                    <a:pt x="45" y="57"/>
                    <a:pt x="45" y="59"/>
                  </a:cubicBezTo>
                  <a:cubicBezTo>
                    <a:pt x="45" y="59"/>
                    <a:pt x="44" y="60"/>
                    <a:pt x="44" y="60"/>
                  </a:cubicBezTo>
                  <a:cubicBezTo>
                    <a:pt x="43" y="62"/>
                    <a:pt x="42" y="63"/>
                    <a:pt x="44" y="64"/>
                  </a:cubicBezTo>
                  <a:cubicBezTo>
                    <a:pt x="46" y="66"/>
                    <a:pt x="48" y="67"/>
                    <a:pt x="51" y="68"/>
                  </a:cubicBezTo>
                  <a:cubicBezTo>
                    <a:pt x="54" y="70"/>
                    <a:pt x="58" y="72"/>
                    <a:pt x="62" y="74"/>
                  </a:cubicBezTo>
                  <a:cubicBezTo>
                    <a:pt x="63" y="75"/>
                    <a:pt x="65" y="75"/>
                    <a:pt x="67" y="76"/>
                  </a:cubicBezTo>
                  <a:cubicBezTo>
                    <a:pt x="70" y="77"/>
                    <a:pt x="72" y="79"/>
                    <a:pt x="74" y="81"/>
                  </a:cubicBezTo>
                  <a:cubicBezTo>
                    <a:pt x="75" y="82"/>
                    <a:pt x="75" y="83"/>
                    <a:pt x="74" y="84"/>
                  </a:cubicBezTo>
                  <a:cubicBezTo>
                    <a:pt x="74" y="85"/>
                    <a:pt x="73" y="86"/>
                    <a:pt x="72" y="87"/>
                  </a:cubicBezTo>
                  <a:cubicBezTo>
                    <a:pt x="72" y="87"/>
                    <a:pt x="71" y="87"/>
                    <a:pt x="71" y="87"/>
                  </a:cubicBezTo>
                  <a:cubicBezTo>
                    <a:pt x="69" y="88"/>
                    <a:pt x="67" y="88"/>
                    <a:pt x="65" y="88"/>
                  </a:cubicBezTo>
                  <a:cubicBezTo>
                    <a:pt x="65" y="88"/>
                    <a:pt x="64" y="88"/>
                    <a:pt x="64" y="88"/>
                  </a:cubicBezTo>
                  <a:cubicBezTo>
                    <a:pt x="60" y="86"/>
                    <a:pt x="56" y="84"/>
                    <a:pt x="53" y="82"/>
                  </a:cubicBezTo>
                  <a:cubicBezTo>
                    <a:pt x="49" y="80"/>
                    <a:pt x="45" y="78"/>
                    <a:pt x="42" y="75"/>
                  </a:cubicBezTo>
                  <a:cubicBezTo>
                    <a:pt x="39" y="74"/>
                    <a:pt x="37" y="72"/>
                    <a:pt x="36" y="70"/>
                  </a:cubicBezTo>
                  <a:cubicBezTo>
                    <a:pt x="34" y="67"/>
                    <a:pt x="33" y="64"/>
                    <a:pt x="33" y="60"/>
                  </a:cubicBezTo>
                  <a:cubicBezTo>
                    <a:pt x="33" y="59"/>
                    <a:pt x="33" y="59"/>
                    <a:pt x="34" y="58"/>
                  </a:cubicBezTo>
                  <a:cubicBezTo>
                    <a:pt x="34" y="58"/>
                    <a:pt x="34" y="57"/>
                    <a:pt x="34" y="57"/>
                  </a:cubicBezTo>
                  <a:cubicBezTo>
                    <a:pt x="33" y="54"/>
                    <a:pt x="33" y="51"/>
                    <a:pt x="32" y="48"/>
                  </a:cubicBezTo>
                  <a:cubicBezTo>
                    <a:pt x="30" y="45"/>
                    <a:pt x="28" y="43"/>
                    <a:pt x="27" y="40"/>
                  </a:cubicBezTo>
                  <a:cubicBezTo>
                    <a:pt x="26" y="39"/>
                    <a:pt x="26" y="39"/>
                    <a:pt x="25" y="40"/>
                  </a:cubicBezTo>
                  <a:cubicBezTo>
                    <a:pt x="23" y="41"/>
                    <a:pt x="18" y="41"/>
                    <a:pt x="16" y="39"/>
                  </a:cubicBezTo>
                  <a:cubicBezTo>
                    <a:pt x="15" y="37"/>
                    <a:pt x="15" y="35"/>
                    <a:pt x="16" y="34"/>
                  </a:cubicBezTo>
                  <a:cubicBezTo>
                    <a:pt x="16" y="32"/>
                    <a:pt x="16" y="30"/>
                    <a:pt x="16" y="29"/>
                  </a:cubicBezTo>
                  <a:cubicBezTo>
                    <a:pt x="16" y="28"/>
                    <a:pt x="16" y="27"/>
                    <a:pt x="16" y="27"/>
                  </a:cubicBezTo>
                  <a:cubicBezTo>
                    <a:pt x="16" y="25"/>
                    <a:pt x="15" y="25"/>
                    <a:pt x="15" y="24"/>
                  </a:cubicBezTo>
                  <a:cubicBezTo>
                    <a:pt x="13" y="22"/>
                    <a:pt x="11" y="19"/>
                    <a:pt x="9" y="18"/>
                  </a:cubicBezTo>
                  <a:cubicBezTo>
                    <a:pt x="8" y="16"/>
                    <a:pt x="6" y="16"/>
                    <a:pt x="4" y="15"/>
                  </a:cubicBezTo>
                  <a:cubicBezTo>
                    <a:pt x="2" y="15"/>
                    <a:pt x="0" y="11"/>
                    <a:pt x="2" y="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8" name="Freeform 60"/>
            <p:cNvSpPr>
              <a:spLocks noEditPoints="1"/>
            </p:cNvSpPr>
            <p:nvPr/>
          </p:nvSpPr>
          <p:spPr bwMode="auto">
            <a:xfrm>
              <a:off x="-1660525" y="-114300"/>
              <a:ext cx="112712" cy="142875"/>
            </a:xfrm>
            <a:custGeom>
              <a:avLst/>
              <a:gdLst>
                <a:gd name="T0" fmla="*/ 1 w 72"/>
                <a:gd name="T1" fmla="*/ 65 h 92"/>
                <a:gd name="T2" fmla="*/ 7 w 72"/>
                <a:gd name="T3" fmla="*/ 52 h 92"/>
                <a:gd name="T4" fmla="*/ 26 w 72"/>
                <a:gd name="T5" fmla="*/ 20 h 92"/>
                <a:gd name="T6" fmla="*/ 40 w 72"/>
                <a:gd name="T7" fmla="*/ 3 h 92"/>
                <a:gd name="T8" fmla="*/ 48 w 72"/>
                <a:gd name="T9" fmla="*/ 1 h 92"/>
                <a:gd name="T10" fmla="*/ 51 w 72"/>
                <a:gd name="T11" fmla="*/ 8 h 92"/>
                <a:gd name="T12" fmla="*/ 42 w 72"/>
                <a:gd name="T13" fmla="*/ 17 h 92"/>
                <a:gd name="T14" fmla="*/ 33 w 72"/>
                <a:gd name="T15" fmla="*/ 28 h 92"/>
                <a:gd name="T16" fmla="*/ 27 w 72"/>
                <a:gd name="T17" fmla="*/ 43 h 92"/>
                <a:gd name="T18" fmla="*/ 28 w 72"/>
                <a:gd name="T19" fmla="*/ 53 h 92"/>
                <a:gd name="T20" fmla="*/ 29 w 72"/>
                <a:gd name="T21" fmla="*/ 52 h 92"/>
                <a:gd name="T22" fmla="*/ 31 w 72"/>
                <a:gd name="T23" fmla="*/ 45 h 92"/>
                <a:gd name="T24" fmla="*/ 38 w 72"/>
                <a:gd name="T25" fmla="*/ 32 h 92"/>
                <a:gd name="T26" fmla="*/ 46 w 72"/>
                <a:gd name="T27" fmla="*/ 34 h 92"/>
                <a:gd name="T28" fmla="*/ 46 w 72"/>
                <a:gd name="T29" fmla="*/ 44 h 92"/>
                <a:gd name="T30" fmla="*/ 51 w 72"/>
                <a:gd name="T31" fmla="*/ 51 h 92"/>
                <a:gd name="T32" fmla="*/ 49 w 72"/>
                <a:gd name="T33" fmla="*/ 58 h 92"/>
                <a:gd name="T34" fmla="*/ 54 w 72"/>
                <a:gd name="T35" fmla="*/ 65 h 92"/>
                <a:gd name="T36" fmla="*/ 66 w 72"/>
                <a:gd name="T37" fmla="*/ 56 h 92"/>
                <a:gd name="T38" fmla="*/ 68 w 72"/>
                <a:gd name="T39" fmla="*/ 68 h 92"/>
                <a:gd name="T40" fmla="*/ 65 w 72"/>
                <a:gd name="T41" fmla="*/ 71 h 92"/>
                <a:gd name="T42" fmla="*/ 64 w 72"/>
                <a:gd name="T43" fmla="*/ 71 h 92"/>
                <a:gd name="T44" fmla="*/ 66 w 72"/>
                <a:gd name="T45" fmla="*/ 65 h 92"/>
                <a:gd name="T46" fmla="*/ 58 w 72"/>
                <a:gd name="T47" fmla="*/ 70 h 92"/>
                <a:gd name="T48" fmla="*/ 63 w 72"/>
                <a:gd name="T49" fmla="*/ 79 h 92"/>
                <a:gd name="T50" fmla="*/ 64 w 72"/>
                <a:gd name="T51" fmla="*/ 83 h 92"/>
                <a:gd name="T52" fmla="*/ 62 w 72"/>
                <a:gd name="T53" fmla="*/ 86 h 92"/>
                <a:gd name="T54" fmla="*/ 57 w 72"/>
                <a:gd name="T55" fmla="*/ 86 h 92"/>
                <a:gd name="T56" fmla="*/ 53 w 72"/>
                <a:gd name="T57" fmla="*/ 83 h 92"/>
                <a:gd name="T58" fmla="*/ 51 w 72"/>
                <a:gd name="T59" fmla="*/ 82 h 92"/>
                <a:gd name="T60" fmla="*/ 45 w 72"/>
                <a:gd name="T61" fmla="*/ 92 h 92"/>
                <a:gd name="T62" fmla="*/ 40 w 72"/>
                <a:gd name="T63" fmla="*/ 87 h 92"/>
                <a:gd name="T64" fmla="*/ 41 w 72"/>
                <a:gd name="T65" fmla="*/ 83 h 92"/>
                <a:gd name="T66" fmla="*/ 48 w 72"/>
                <a:gd name="T67" fmla="*/ 73 h 92"/>
                <a:gd name="T68" fmla="*/ 44 w 72"/>
                <a:gd name="T69" fmla="*/ 64 h 92"/>
                <a:gd name="T70" fmla="*/ 42 w 72"/>
                <a:gd name="T71" fmla="*/ 65 h 92"/>
                <a:gd name="T72" fmla="*/ 37 w 72"/>
                <a:gd name="T73" fmla="*/ 56 h 92"/>
                <a:gd name="T74" fmla="*/ 44 w 72"/>
                <a:gd name="T75" fmla="*/ 37 h 92"/>
                <a:gd name="T76" fmla="*/ 42 w 72"/>
                <a:gd name="T77" fmla="*/ 36 h 92"/>
                <a:gd name="T78" fmla="*/ 34 w 72"/>
                <a:gd name="T79" fmla="*/ 54 h 92"/>
                <a:gd name="T80" fmla="*/ 35 w 72"/>
                <a:gd name="T81" fmla="*/ 59 h 92"/>
                <a:gd name="T82" fmla="*/ 36 w 72"/>
                <a:gd name="T83" fmla="*/ 63 h 92"/>
                <a:gd name="T84" fmla="*/ 35 w 72"/>
                <a:gd name="T85" fmla="*/ 70 h 92"/>
                <a:gd name="T86" fmla="*/ 27 w 72"/>
                <a:gd name="T87" fmla="*/ 65 h 92"/>
                <a:gd name="T88" fmla="*/ 27 w 72"/>
                <a:gd name="T89" fmla="*/ 35 h 92"/>
                <a:gd name="T90" fmla="*/ 27 w 72"/>
                <a:gd name="T91" fmla="*/ 33 h 92"/>
                <a:gd name="T92" fmla="*/ 19 w 72"/>
                <a:gd name="T93" fmla="*/ 45 h 92"/>
                <a:gd name="T94" fmla="*/ 8 w 72"/>
                <a:gd name="T95" fmla="*/ 67 h 92"/>
                <a:gd name="T96" fmla="*/ 1 w 72"/>
                <a:gd name="T97" fmla="*/ 66 h 92"/>
                <a:gd name="T98" fmla="*/ 10 w 72"/>
                <a:gd name="T99" fmla="*/ 16 h 92"/>
                <a:gd name="T100" fmla="*/ 13 w 72"/>
                <a:gd name="T101" fmla="*/ 18 h 92"/>
                <a:gd name="T102" fmla="*/ 13 w 72"/>
                <a:gd name="T103" fmla="*/ 25 h 92"/>
                <a:gd name="T104" fmla="*/ 17 w 72"/>
                <a:gd name="T105" fmla="*/ 19 h 92"/>
                <a:gd name="T106" fmla="*/ 25 w 72"/>
                <a:gd name="T107" fmla="*/ 10 h 92"/>
                <a:gd name="T108" fmla="*/ 14 w 72"/>
                <a:gd name="T109" fmla="*/ 3 h 92"/>
                <a:gd name="T110" fmla="*/ 5 w 72"/>
                <a:gd name="T111" fmla="*/ 5 h 92"/>
                <a:gd name="T112" fmla="*/ 7 w 72"/>
                <a:gd name="T113" fmla="*/ 15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72" h="92">
                  <a:moveTo>
                    <a:pt x="1" y="66"/>
                  </a:moveTo>
                  <a:cubicBezTo>
                    <a:pt x="0" y="66"/>
                    <a:pt x="0" y="65"/>
                    <a:pt x="1" y="65"/>
                  </a:cubicBezTo>
                  <a:cubicBezTo>
                    <a:pt x="1" y="62"/>
                    <a:pt x="2" y="60"/>
                    <a:pt x="3" y="57"/>
                  </a:cubicBezTo>
                  <a:cubicBezTo>
                    <a:pt x="5" y="56"/>
                    <a:pt x="6" y="54"/>
                    <a:pt x="7" y="52"/>
                  </a:cubicBezTo>
                  <a:cubicBezTo>
                    <a:pt x="8" y="49"/>
                    <a:pt x="10" y="46"/>
                    <a:pt x="12" y="43"/>
                  </a:cubicBezTo>
                  <a:cubicBezTo>
                    <a:pt x="12" y="42"/>
                    <a:pt x="24" y="23"/>
                    <a:pt x="26" y="20"/>
                  </a:cubicBezTo>
                  <a:cubicBezTo>
                    <a:pt x="28" y="17"/>
                    <a:pt x="30" y="14"/>
                    <a:pt x="33" y="11"/>
                  </a:cubicBezTo>
                  <a:cubicBezTo>
                    <a:pt x="35" y="9"/>
                    <a:pt x="37" y="6"/>
                    <a:pt x="40" y="3"/>
                  </a:cubicBezTo>
                  <a:cubicBezTo>
                    <a:pt x="40" y="3"/>
                    <a:pt x="41" y="2"/>
                    <a:pt x="41" y="1"/>
                  </a:cubicBezTo>
                  <a:cubicBezTo>
                    <a:pt x="43" y="0"/>
                    <a:pt x="46" y="0"/>
                    <a:pt x="48" y="1"/>
                  </a:cubicBezTo>
                  <a:cubicBezTo>
                    <a:pt x="50" y="2"/>
                    <a:pt x="51" y="4"/>
                    <a:pt x="52" y="6"/>
                  </a:cubicBezTo>
                  <a:cubicBezTo>
                    <a:pt x="52" y="7"/>
                    <a:pt x="52" y="8"/>
                    <a:pt x="51" y="8"/>
                  </a:cubicBezTo>
                  <a:cubicBezTo>
                    <a:pt x="51" y="10"/>
                    <a:pt x="49" y="11"/>
                    <a:pt x="48" y="12"/>
                  </a:cubicBezTo>
                  <a:cubicBezTo>
                    <a:pt x="46" y="14"/>
                    <a:pt x="44" y="15"/>
                    <a:pt x="42" y="17"/>
                  </a:cubicBezTo>
                  <a:cubicBezTo>
                    <a:pt x="40" y="19"/>
                    <a:pt x="38" y="22"/>
                    <a:pt x="35" y="24"/>
                  </a:cubicBezTo>
                  <a:cubicBezTo>
                    <a:pt x="34" y="25"/>
                    <a:pt x="33" y="26"/>
                    <a:pt x="33" y="28"/>
                  </a:cubicBezTo>
                  <a:cubicBezTo>
                    <a:pt x="31" y="30"/>
                    <a:pt x="30" y="32"/>
                    <a:pt x="29" y="34"/>
                  </a:cubicBezTo>
                  <a:cubicBezTo>
                    <a:pt x="28" y="37"/>
                    <a:pt x="28" y="40"/>
                    <a:pt x="27" y="43"/>
                  </a:cubicBezTo>
                  <a:cubicBezTo>
                    <a:pt x="27" y="45"/>
                    <a:pt x="27" y="47"/>
                    <a:pt x="27" y="49"/>
                  </a:cubicBezTo>
                  <a:cubicBezTo>
                    <a:pt x="27" y="50"/>
                    <a:pt x="27" y="52"/>
                    <a:pt x="28" y="53"/>
                  </a:cubicBezTo>
                  <a:cubicBezTo>
                    <a:pt x="28" y="53"/>
                    <a:pt x="28" y="53"/>
                    <a:pt x="28" y="53"/>
                  </a:cubicBezTo>
                  <a:cubicBezTo>
                    <a:pt x="28" y="53"/>
                    <a:pt x="29" y="53"/>
                    <a:pt x="29" y="52"/>
                  </a:cubicBezTo>
                  <a:cubicBezTo>
                    <a:pt x="29" y="51"/>
                    <a:pt x="29" y="50"/>
                    <a:pt x="29" y="48"/>
                  </a:cubicBezTo>
                  <a:cubicBezTo>
                    <a:pt x="30" y="47"/>
                    <a:pt x="30" y="46"/>
                    <a:pt x="31" y="45"/>
                  </a:cubicBezTo>
                  <a:cubicBezTo>
                    <a:pt x="32" y="43"/>
                    <a:pt x="32" y="40"/>
                    <a:pt x="33" y="38"/>
                  </a:cubicBezTo>
                  <a:cubicBezTo>
                    <a:pt x="35" y="36"/>
                    <a:pt x="35" y="34"/>
                    <a:pt x="38" y="32"/>
                  </a:cubicBezTo>
                  <a:cubicBezTo>
                    <a:pt x="39" y="32"/>
                    <a:pt x="41" y="31"/>
                    <a:pt x="42" y="31"/>
                  </a:cubicBezTo>
                  <a:cubicBezTo>
                    <a:pt x="44" y="31"/>
                    <a:pt x="45" y="32"/>
                    <a:pt x="46" y="34"/>
                  </a:cubicBezTo>
                  <a:cubicBezTo>
                    <a:pt x="46" y="36"/>
                    <a:pt x="46" y="37"/>
                    <a:pt x="46" y="39"/>
                  </a:cubicBezTo>
                  <a:cubicBezTo>
                    <a:pt x="46" y="40"/>
                    <a:pt x="46" y="42"/>
                    <a:pt x="46" y="44"/>
                  </a:cubicBezTo>
                  <a:cubicBezTo>
                    <a:pt x="46" y="45"/>
                    <a:pt x="48" y="46"/>
                    <a:pt x="49" y="47"/>
                  </a:cubicBezTo>
                  <a:cubicBezTo>
                    <a:pt x="50" y="48"/>
                    <a:pt x="51" y="49"/>
                    <a:pt x="51" y="51"/>
                  </a:cubicBezTo>
                  <a:cubicBezTo>
                    <a:pt x="51" y="53"/>
                    <a:pt x="51" y="55"/>
                    <a:pt x="50" y="57"/>
                  </a:cubicBezTo>
                  <a:cubicBezTo>
                    <a:pt x="49" y="57"/>
                    <a:pt x="49" y="57"/>
                    <a:pt x="49" y="58"/>
                  </a:cubicBezTo>
                  <a:cubicBezTo>
                    <a:pt x="50" y="60"/>
                    <a:pt x="51" y="62"/>
                    <a:pt x="52" y="64"/>
                  </a:cubicBezTo>
                  <a:cubicBezTo>
                    <a:pt x="52" y="65"/>
                    <a:pt x="53" y="65"/>
                    <a:pt x="54" y="65"/>
                  </a:cubicBezTo>
                  <a:cubicBezTo>
                    <a:pt x="55" y="63"/>
                    <a:pt x="57" y="61"/>
                    <a:pt x="58" y="60"/>
                  </a:cubicBezTo>
                  <a:cubicBezTo>
                    <a:pt x="60" y="58"/>
                    <a:pt x="63" y="57"/>
                    <a:pt x="66" y="56"/>
                  </a:cubicBezTo>
                  <a:cubicBezTo>
                    <a:pt x="69" y="56"/>
                    <a:pt x="72" y="58"/>
                    <a:pt x="71" y="62"/>
                  </a:cubicBezTo>
                  <a:cubicBezTo>
                    <a:pt x="71" y="64"/>
                    <a:pt x="69" y="66"/>
                    <a:pt x="68" y="68"/>
                  </a:cubicBezTo>
                  <a:cubicBezTo>
                    <a:pt x="67" y="69"/>
                    <a:pt x="67" y="69"/>
                    <a:pt x="66" y="70"/>
                  </a:cubicBezTo>
                  <a:cubicBezTo>
                    <a:pt x="66" y="70"/>
                    <a:pt x="65" y="71"/>
                    <a:pt x="65" y="71"/>
                  </a:cubicBezTo>
                  <a:cubicBezTo>
                    <a:pt x="65" y="71"/>
                    <a:pt x="65" y="71"/>
                    <a:pt x="64" y="71"/>
                  </a:cubicBezTo>
                  <a:cubicBezTo>
                    <a:pt x="64" y="71"/>
                    <a:pt x="64" y="71"/>
                    <a:pt x="64" y="71"/>
                  </a:cubicBezTo>
                  <a:cubicBezTo>
                    <a:pt x="65" y="71"/>
                    <a:pt x="66" y="68"/>
                    <a:pt x="66" y="67"/>
                  </a:cubicBezTo>
                  <a:cubicBezTo>
                    <a:pt x="66" y="66"/>
                    <a:pt x="66" y="65"/>
                    <a:pt x="66" y="65"/>
                  </a:cubicBezTo>
                  <a:cubicBezTo>
                    <a:pt x="65" y="64"/>
                    <a:pt x="64" y="65"/>
                    <a:pt x="63" y="65"/>
                  </a:cubicBezTo>
                  <a:cubicBezTo>
                    <a:pt x="62" y="66"/>
                    <a:pt x="60" y="68"/>
                    <a:pt x="58" y="70"/>
                  </a:cubicBezTo>
                  <a:cubicBezTo>
                    <a:pt x="57" y="71"/>
                    <a:pt x="57" y="72"/>
                    <a:pt x="58" y="73"/>
                  </a:cubicBezTo>
                  <a:cubicBezTo>
                    <a:pt x="59" y="75"/>
                    <a:pt x="61" y="78"/>
                    <a:pt x="63" y="79"/>
                  </a:cubicBezTo>
                  <a:cubicBezTo>
                    <a:pt x="64" y="80"/>
                    <a:pt x="64" y="80"/>
                    <a:pt x="64" y="81"/>
                  </a:cubicBezTo>
                  <a:cubicBezTo>
                    <a:pt x="64" y="82"/>
                    <a:pt x="64" y="83"/>
                    <a:pt x="64" y="83"/>
                  </a:cubicBezTo>
                  <a:cubicBezTo>
                    <a:pt x="64" y="84"/>
                    <a:pt x="64" y="85"/>
                    <a:pt x="63" y="86"/>
                  </a:cubicBezTo>
                  <a:cubicBezTo>
                    <a:pt x="62" y="86"/>
                    <a:pt x="62" y="86"/>
                    <a:pt x="62" y="86"/>
                  </a:cubicBezTo>
                  <a:cubicBezTo>
                    <a:pt x="62" y="87"/>
                    <a:pt x="61" y="87"/>
                    <a:pt x="60" y="87"/>
                  </a:cubicBezTo>
                  <a:cubicBezTo>
                    <a:pt x="59" y="87"/>
                    <a:pt x="58" y="87"/>
                    <a:pt x="57" y="86"/>
                  </a:cubicBezTo>
                  <a:cubicBezTo>
                    <a:pt x="57" y="86"/>
                    <a:pt x="56" y="86"/>
                    <a:pt x="56" y="86"/>
                  </a:cubicBezTo>
                  <a:cubicBezTo>
                    <a:pt x="55" y="85"/>
                    <a:pt x="54" y="84"/>
                    <a:pt x="53" y="83"/>
                  </a:cubicBezTo>
                  <a:cubicBezTo>
                    <a:pt x="53" y="82"/>
                    <a:pt x="52" y="80"/>
                    <a:pt x="52" y="80"/>
                  </a:cubicBezTo>
                  <a:cubicBezTo>
                    <a:pt x="52" y="80"/>
                    <a:pt x="51" y="82"/>
                    <a:pt x="51" y="82"/>
                  </a:cubicBezTo>
                  <a:cubicBezTo>
                    <a:pt x="50" y="84"/>
                    <a:pt x="50" y="87"/>
                    <a:pt x="48" y="89"/>
                  </a:cubicBezTo>
                  <a:cubicBezTo>
                    <a:pt x="47" y="91"/>
                    <a:pt x="47" y="92"/>
                    <a:pt x="45" y="92"/>
                  </a:cubicBezTo>
                  <a:cubicBezTo>
                    <a:pt x="43" y="92"/>
                    <a:pt x="40" y="90"/>
                    <a:pt x="40" y="88"/>
                  </a:cubicBezTo>
                  <a:cubicBezTo>
                    <a:pt x="40" y="88"/>
                    <a:pt x="40" y="87"/>
                    <a:pt x="40" y="87"/>
                  </a:cubicBezTo>
                  <a:cubicBezTo>
                    <a:pt x="39" y="85"/>
                    <a:pt x="39" y="84"/>
                    <a:pt x="40" y="83"/>
                  </a:cubicBezTo>
                  <a:cubicBezTo>
                    <a:pt x="41" y="82"/>
                    <a:pt x="41" y="82"/>
                    <a:pt x="41" y="83"/>
                  </a:cubicBezTo>
                  <a:cubicBezTo>
                    <a:pt x="42" y="84"/>
                    <a:pt x="43" y="83"/>
                    <a:pt x="44" y="82"/>
                  </a:cubicBezTo>
                  <a:cubicBezTo>
                    <a:pt x="46" y="79"/>
                    <a:pt x="47" y="76"/>
                    <a:pt x="48" y="73"/>
                  </a:cubicBezTo>
                  <a:cubicBezTo>
                    <a:pt x="48" y="72"/>
                    <a:pt x="48" y="72"/>
                    <a:pt x="48" y="71"/>
                  </a:cubicBezTo>
                  <a:cubicBezTo>
                    <a:pt x="47" y="69"/>
                    <a:pt x="46" y="66"/>
                    <a:pt x="44" y="64"/>
                  </a:cubicBezTo>
                  <a:cubicBezTo>
                    <a:pt x="44" y="63"/>
                    <a:pt x="43" y="63"/>
                    <a:pt x="43" y="64"/>
                  </a:cubicBezTo>
                  <a:cubicBezTo>
                    <a:pt x="43" y="64"/>
                    <a:pt x="43" y="64"/>
                    <a:pt x="42" y="65"/>
                  </a:cubicBezTo>
                  <a:cubicBezTo>
                    <a:pt x="41" y="66"/>
                    <a:pt x="40" y="66"/>
                    <a:pt x="39" y="64"/>
                  </a:cubicBezTo>
                  <a:cubicBezTo>
                    <a:pt x="37" y="62"/>
                    <a:pt x="36" y="59"/>
                    <a:pt x="37" y="56"/>
                  </a:cubicBezTo>
                  <a:cubicBezTo>
                    <a:pt x="38" y="53"/>
                    <a:pt x="40" y="51"/>
                    <a:pt x="41" y="49"/>
                  </a:cubicBezTo>
                  <a:cubicBezTo>
                    <a:pt x="42" y="45"/>
                    <a:pt x="44" y="41"/>
                    <a:pt x="44" y="37"/>
                  </a:cubicBezTo>
                  <a:cubicBezTo>
                    <a:pt x="44" y="36"/>
                    <a:pt x="44" y="36"/>
                    <a:pt x="43" y="36"/>
                  </a:cubicBezTo>
                  <a:cubicBezTo>
                    <a:pt x="43" y="36"/>
                    <a:pt x="42" y="36"/>
                    <a:pt x="42" y="36"/>
                  </a:cubicBezTo>
                  <a:cubicBezTo>
                    <a:pt x="40" y="37"/>
                    <a:pt x="39" y="39"/>
                    <a:pt x="38" y="42"/>
                  </a:cubicBezTo>
                  <a:cubicBezTo>
                    <a:pt x="36" y="45"/>
                    <a:pt x="35" y="49"/>
                    <a:pt x="34" y="54"/>
                  </a:cubicBezTo>
                  <a:cubicBezTo>
                    <a:pt x="34" y="55"/>
                    <a:pt x="35" y="56"/>
                    <a:pt x="35" y="57"/>
                  </a:cubicBezTo>
                  <a:cubicBezTo>
                    <a:pt x="35" y="58"/>
                    <a:pt x="35" y="59"/>
                    <a:pt x="35" y="59"/>
                  </a:cubicBezTo>
                  <a:cubicBezTo>
                    <a:pt x="36" y="60"/>
                    <a:pt x="36" y="61"/>
                    <a:pt x="36" y="62"/>
                  </a:cubicBezTo>
                  <a:cubicBezTo>
                    <a:pt x="36" y="62"/>
                    <a:pt x="36" y="63"/>
                    <a:pt x="36" y="63"/>
                  </a:cubicBezTo>
                  <a:cubicBezTo>
                    <a:pt x="36" y="65"/>
                    <a:pt x="36" y="66"/>
                    <a:pt x="36" y="68"/>
                  </a:cubicBezTo>
                  <a:cubicBezTo>
                    <a:pt x="36" y="68"/>
                    <a:pt x="36" y="69"/>
                    <a:pt x="35" y="70"/>
                  </a:cubicBezTo>
                  <a:cubicBezTo>
                    <a:pt x="34" y="71"/>
                    <a:pt x="33" y="70"/>
                    <a:pt x="32" y="70"/>
                  </a:cubicBezTo>
                  <a:cubicBezTo>
                    <a:pt x="30" y="69"/>
                    <a:pt x="28" y="67"/>
                    <a:pt x="27" y="65"/>
                  </a:cubicBezTo>
                  <a:cubicBezTo>
                    <a:pt x="26" y="62"/>
                    <a:pt x="25" y="58"/>
                    <a:pt x="25" y="55"/>
                  </a:cubicBezTo>
                  <a:cubicBezTo>
                    <a:pt x="25" y="48"/>
                    <a:pt x="26" y="42"/>
                    <a:pt x="27" y="35"/>
                  </a:cubicBezTo>
                  <a:cubicBezTo>
                    <a:pt x="27" y="34"/>
                    <a:pt x="28" y="33"/>
                    <a:pt x="28" y="33"/>
                  </a:cubicBezTo>
                  <a:cubicBezTo>
                    <a:pt x="27" y="33"/>
                    <a:pt x="27" y="33"/>
                    <a:pt x="27" y="33"/>
                  </a:cubicBezTo>
                  <a:cubicBezTo>
                    <a:pt x="24" y="37"/>
                    <a:pt x="22" y="40"/>
                    <a:pt x="20" y="43"/>
                  </a:cubicBezTo>
                  <a:cubicBezTo>
                    <a:pt x="20" y="44"/>
                    <a:pt x="20" y="44"/>
                    <a:pt x="19" y="45"/>
                  </a:cubicBezTo>
                  <a:cubicBezTo>
                    <a:pt x="17" y="49"/>
                    <a:pt x="15" y="54"/>
                    <a:pt x="13" y="58"/>
                  </a:cubicBezTo>
                  <a:cubicBezTo>
                    <a:pt x="11" y="61"/>
                    <a:pt x="10" y="64"/>
                    <a:pt x="8" y="67"/>
                  </a:cubicBezTo>
                  <a:cubicBezTo>
                    <a:pt x="7" y="69"/>
                    <a:pt x="6" y="69"/>
                    <a:pt x="4" y="69"/>
                  </a:cubicBezTo>
                  <a:cubicBezTo>
                    <a:pt x="2" y="69"/>
                    <a:pt x="1" y="68"/>
                    <a:pt x="1" y="66"/>
                  </a:cubicBezTo>
                  <a:close/>
                  <a:moveTo>
                    <a:pt x="7" y="15"/>
                  </a:moveTo>
                  <a:cubicBezTo>
                    <a:pt x="8" y="15"/>
                    <a:pt x="9" y="16"/>
                    <a:pt x="10" y="16"/>
                  </a:cubicBezTo>
                  <a:cubicBezTo>
                    <a:pt x="10" y="16"/>
                    <a:pt x="11" y="17"/>
                    <a:pt x="11" y="17"/>
                  </a:cubicBezTo>
                  <a:cubicBezTo>
                    <a:pt x="12" y="17"/>
                    <a:pt x="13" y="17"/>
                    <a:pt x="13" y="18"/>
                  </a:cubicBezTo>
                  <a:cubicBezTo>
                    <a:pt x="13" y="19"/>
                    <a:pt x="13" y="20"/>
                    <a:pt x="13" y="21"/>
                  </a:cubicBezTo>
                  <a:cubicBezTo>
                    <a:pt x="13" y="22"/>
                    <a:pt x="12" y="25"/>
                    <a:pt x="13" y="25"/>
                  </a:cubicBezTo>
                  <a:cubicBezTo>
                    <a:pt x="13" y="25"/>
                    <a:pt x="14" y="23"/>
                    <a:pt x="14" y="22"/>
                  </a:cubicBezTo>
                  <a:cubicBezTo>
                    <a:pt x="15" y="20"/>
                    <a:pt x="15" y="19"/>
                    <a:pt x="17" y="19"/>
                  </a:cubicBezTo>
                  <a:cubicBezTo>
                    <a:pt x="20" y="18"/>
                    <a:pt x="22" y="17"/>
                    <a:pt x="23" y="15"/>
                  </a:cubicBezTo>
                  <a:cubicBezTo>
                    <a:pt x="25" y="14"/>
                    <a:pt x="26" y="12"/>
                    <a:pt x="25" y="10"/>
                  </a:cubicBezTo>
                  <a:cubicBezTo>
                    <a:pt x="24" y="7"/>
                    <a:pt x="22" y="5"/>
                    <a:pt x="19" y="4"/>
                  </a:cubicBezTo>
                  <a:cubicBezTo>
                    <a:pt x="18" y="3"/>
                    <a:pt x="16" y="3"/>
                    <a:pt x="14" y="3"/>
                  </a:cubicBezTo>
                  <a:cubicBezTo>
                    <a:pt x="12" y="2"/>
                    <a:pt x="10" y="3"/>
                    <a:pt x="8" y="3"/>
                  </a:cubicBezTo>
                  <a:cubicBezTo>
                    <a:pt x="7" y="3"/>
                    <a:pt x="6" y="3"/>
                    <a:pt x="5" y="5"/>
                  </a:cubicBezTo>
                  <a:cubicBezTo>
                    <a:pt x="5" y="6"/>
                    <a:pt x="4" y="7"/>
                    <a:pt x="4" y="8"/>
                  </a:cubicBezTo>
                  <a:cubicBezTo>
                    <a:pt x="3" y="11"/>
                    <a:pt x="4" y="15"/>
                    <a:pt x="7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29" name="Freeform 61"/>
            <p:cNvSpPr>
              <a:spLocks noEditPoints="1"/>
            </p:cNvSpPr>
            <p:nvPr/>
          </p:nvSpPr>
          <p:spPr bwMode="auto">
            <a:xfrm>
              <a:off x="-1474788" y="-207963"/>
              <a:ext cx="123825" cy="168275"/>
            </a:xfrm>
            <a:custGeom>
              <a:avLst/>
              <a:gdLst>
                <a:gd name="T0" fmla="*/ 39 w 79"/>
                <a:gd name="T1" fmla="*/ 58 h 108"/>
                <a:gd name="T2" fmla="*/ 46 w 79"/>
                <a:gd name="T3" fmla="*/ 62 h 108"/>
                <a:gd name="T4" fmla="*/ 39 w 79"/>
                <a:gd name="T5" fmla="*/ 79 h 108"/>
                <a:gd name="T6" fmla="*/ 47 w 79"/>
                <a:gd name="T7" fmla="*/ 83 h 108"/>
                <a:gd name="T8" fmla="*/ 41 w 79"/>
                <a:gd name="T9" fmla="*/ 92 h 108"/>
                <a:gd name="T10" fmla="*/ 40 w 79"/>
                <a:gd name="T11" fmla="*/ 102 h 108"/>
                <a:gd name="T12" fmla="*/ 53 w 79"/>
                <a:gd name="T13" fmla="*/ 99 h 108"/>
                <a:gd name="T14" fmla="*/ 71 w 79"/>
                <a:gd name="T15" fmla="*/ 95 h 108"/>
                <a:gd name="T16" fmla="*/ 77 w 79"/>
                <a:gd name="T17" fmla="*/ 93 h 108"/>
                <a:gd name="T18" fmla="*/ 77 w 79"/>
                <a:gd name="T19" fmla="*/ 83 h 108"/>
                <a:gd name="T20" fmla="*/ 59 w 79"/>
                <a:gd name="T21" fmla="*/ 85 h 108"/>
                <a:gd name="T22" fmla="*/ 57 w 79"/>
                <a:gd name="T23" fmla="*/ 75 h 108"/>
                <a:gd name="T24" fmla="*/ 65 w 79"/>
                <a:gd name="T25" fmla="*/ 61 h 108"/>
                <a:gd name="T26" fmla="*/ 54 w 79"/>
                <a:gd name="T27" fmla="*/ 63 h 108"/>
                <a:gd name="T28" fmla="*/ 56 w 79"/>
                <a:gd name="T29" fmla="*/ 53 h 108"/>
                <a:gd name="T30" fmla="*/ 65 w 79"/>
                <a:gd name="T31" fmla="*/ 40 h 108"/>
                <a:gd name="T32" fmla="*/ 70 w 79"/>
                <a:gd name="T33" fmla="*/ 12 h 108"/>
                <a:gd name="T34" fmla="*/ 53 w 79"/>
                <a:gd name="T35" fmla="*/ 1 h 108"/>
                <a:gd name="T36" fmla="*/ 46 w 79"/>
                <a:gd name="T37" fmla="*/ 3 h 108"/>
                <a:gd name="T38" fmla="*/ 31 w 79"/>
                <a:gd name="T39" fmla="*/ 22 h 108"/>
                <a:gd name="T40" fmla="*/ 40 w 79"/>
                <a:gd name="T41" fmla="*/ 25 h 108"/>
                <a:gd name="T42" fmla="*/ 55 w 79"/>
                <a:gd name="T43" fmla="*/ 10 h 108"/>
                <a:gd name="T44" fmla="*/ 62 w 79"/>
                <a:gd name="T45" fmla="*/ 22 h 108"/>
                <a:gd name="T46" fmla="*/ 55 w 79"/>
                <a:gd name="T47" fmla="*/ 42 h 108"/>
                <a:gd name="T48" fmla="*/ 53 w 79"/>
                <a:gd name="T49" fmla="*/ 36 h 108"/>
                <a:gd name="T50" fmla="*/ 58 w 79"/>
                <a:gd name="T51" fmla="*/ 25 h 108"/>
                <a:gd name="T52" fmla="*/ 49 w 79"/>
                <a:gd name="T53" fmla="*/ 23 h 108"/>
                <a:gd name="T54" fmla="*/ 42 w 79"/>
                <a:gd name="T55" fmla="*/ 28 h 108"/>
                <a:gd name="T56" fmla="*/ 39 w 79"/>
                <a:gd name="T57" fmla="*/ 38 h 108"/>
                <a:gd name="T58" fmla="*/ 38 w 79"/>
                <a:gd name="T59" fmla="*/ 39 h 108"/>
                <a:gd name="T60" fmla="*/ 28 w 79"/>
                <a:gd name="T61" fmla="*/ 48 h 108"/>
                <a:gd name="T62" fmla="*/ 40 w 79"/>
                <a:gd name="T63" fmla="*/ 41 h 108"/>
                <a:gd name="T64" fmla="*/ 43 w 79"/>
                <a:gd name="T65" fmla="*/ 49 h 108"/>
                <a:gd name="T66" fmla="*/ 39 w 79"/>
                <a:gd name="T67" fmla="*/ 42 h 108"/>
                <a:gd name="T68" fmla="*/ 4 w 79"/>
                <a:gd name="T69" fmla="*/ 49 h 108"/>
                <a:gd name="T70" fmla="*/ 16 w 79"/>
                <a:gd name="T71" fmla="*/ 47 h 108"/>
                <a:gd name="T72" fmla="*/ 19 w 79"/>
                <a:gd name="T73" fmla="*/ 58 h 108"/>
                <a:gd name="T74" fmla="*/ 5 w 79"/>
                <a:gd name="T75" fmla="*/ 74 h 108"/>
                <a:gd name="T76" fmla="*/ 16 w 79"/>
                <a:gd name="T77" fmla="*/ 88 h 108"/>
                <a:gd name="T78" fmla="*/ 20 w 79"/>
                <a:gd name="T79" fmla="*/ 107 h 108"/>
                <a:gd name="T80" fmla="*/ 29 w 79"/>
                <a:gd name="T81" fmla="*/ 88 h 108"/>
                <a:gd name="T82" fmla="*/ 32 w 79"/>
                <a:gd name="T83" fmla="*/ 68 h 108"/>
                <a:gd name="T84" fmla="*/ 31 w 79"/>
                <a:gd name="T85" fmla="*/ 66 h 108"/>
                <a:gd name="T86" fmla="*/ 23 w 79"/>
                <a:gd name="T87" fmla="*/ 93 h 108"/>
                <a:gd name="T88" fmla="*/ 22 w 79"/>
                <a:gd name="T89" fmla="*/ 90 h 108"/>
                <a:gd name="T90" fmla="*/ 26 w 79"/>
                <a:gd name="T91" fmla="*/ 65 h 108"/>
                <a:gd name="T92" fmla="*/ 22 w 79"/>
                <a:gd name="T93" fmla="*/ 52 h 108"/>
                <a:gd name="T94" fmla="*/ 25 w 79"/>
                <a:gd name="T95" fmla="*/ 32 h 108"/>
                <a:gd name="T96" fmla="*/ 11 w 79"/>
                <a:gd name="T97" fmla="*/ 34 h 108"/>
                <a:gd name="T98" fmla="*/ 1 w 79"/>
                <a:gd name="T99" fmla="*/ 45 h 108"/>
                <a:gd name="T100" fmla="*/ 16 w 79"/>
                <a:gd name="T101" fmla="*/ 77 h 108"/>
                <a:gd name="T102" fmla="*/ 16 w 79"/>
                <a:gd name="T103" fmla="*/ 69 h 108"/>
                <a:gd name="T104" fmla="*/ 17 w 79"/>
                <a:gd name="T105" fmla="*/ 76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79" h="108">
                  <a:moveTo>
                    <a:pt x="30" y="53"/>
                  </a:moveTo>
                  <a:cubicBezTo>
                    <a:pt x="31" y="56"/>
                    <a:pt x="33" y="58"/>
                    <a:pt x="36" y="58"/>
                  </a:cubicBezTo>
                  <a:cubicBezTo>
                    <a:pt x="37" y="58"/>
                    <a:pt x="38" y="58"/>
                    <a:pt x="39" y="58"/>
                  </a:cubicBezTo>
                  <a:cubicBezTo>
                    <a:pt x="39" y="57"/>
                    <a:pt x="40" y="58"/>
                    <a:pt x="40" y="58"/>
                  </a:cubicBezTo>
                  <a:cubicBezTo>
                    <a:pt x="41" y="60"/>
                    <a:pt x="42" y="61"/>
                    <a:pt x="44" y="61"/>
                  </a:cubicBezTo>
                  <a:cubicBezTo>
                    <a:pt x="45" y="60"/>
                    <a:pt x="46" y="61"/>
                    <a:pt x="46" y="62"/>
                  </a:cubicBezTo>
                  <a:cubicBezTo>
                    <a:pt x="46" y="63"/>
                    <a:pt x="46" y="65"/>
                    <a:pt x="46" y="66"/>
                  </a:cubicBezTo>
                  <a:cubicBezTo>
                    <a:pt x="46" y="69"/>
                    <a:pt x="46" y="70"/>
                    <a:pt x="44" y="72"/>
                  </a:cubicBezTo>
                  <a:cubicBezTo>
                    <a:pt x="42" y="74"/>
                    <a:pt x="41" y="76"/>
                    <a:pt x="39" y="79"/>
                  </a:cubicBezTo>
                  <a:cubicBezTo>
                    <a:pt x="39" y="80"/>
                    <a:pt x="39" y="81"/>
                    <a:pt x="40" y="81"/>
                  </a:cubicBezTo>
                  <a:cubicBezTo>
                    <a:pt x="42" y="82"/>
                    <a:pt x="44" y="83"/>
                    <a:pt x="46" y="82"/>
                  </a:cubicBezTo>
                  <a:cubicBezTo>
                    <a:pt x="47" y="82"/>
                    <a:pt x="47" y="82"/>
                    <a:pt x="47" y="83"/>
                  </a:cubicBezTo>
                  <a:cubicBezTo>
                    <a:pt x="47" y="84"/>
                    <a:pt x="47" y="86"/>
                    <a:pt x="47" y="87"/>
                  </a:cubicBezTo>
                  <a:cubicBezTo>
                    <a:pt x="48" y="88"/>
                    <a:pt x="47" y="89"/>
                    <a:pt x="47" y="89"/>
                  </a:cubicBezTo>
                  <a:cubicBezTo>
                    <a:pt x="45" y="90"/>
                    <a:pt x="43" y="91"/>
                    <a:pt x="41" y="92"/>
                  </a:cubicBezTo>
                  <a:cubicBezTo>
                    <a:pt x="41" y="93"/>
                    <a:pt x="40" y="93"/>
                    <a:pt x="40" y="94"/>
                  </a:cubicBezTo>
                  <a:cubicBezTo>
                    <a:pt x="38" y="96"/>
                    <a:pt x="38" y="99"/>
                    <a:pt x="39" y="100"/>
                  </a:cubicBezTo>
                  <a:cubicBezTo>
                    <a:pt x="39" y="101"/>
                    <a:pt x="40" y="102"/>
                    <a:pt x="40" y="102"/>
                  </a:cubicBezTo>
                  <a:cubicBezTo>
                    <a:pt x="41" y="104"/>
                    <a:pt x="42" y="105"/>
                    <a:pt x="43" y="104"/>
                  </a:cubicBezTo>
                  <a:cubicBezTo>
                    <a:pt x="45" y="104"/>
                    <a:pt x="46" y="103"/>
                    <a:pt x="47" y="103"/>
                  </a:cubicBezTo>
                  <a:cubicBezTo>
                    <a:pt x="49" y="102"/>
                    <a:pt x="51" y="100"/>
                    <a:pt x="53" y="99"/>
                  </a:cubicBezTo>
                  <a:cubicBezTo>
                    <a:pt x="54" y="99"/>
                    <a:pt x="55" y="98"/>
                    <a:pt x="57" y="97"/>
                  </a:cubicBezTo>
                  <a:cubicBezTo>
                    <a:pt x="60" y="96"/>
                    <a:pt x="64" y="94"/>
                    <a:pt x="67" y="95"/>
                  </a:cubicBezTo>
                  <a:cubicBezTo>
                    <a:pt x="69" y="95"/>
                    <a:pt x="70" y="95"/>
                    <a:pt x="71" y="95"/>
                  </a:cubicBezTo>
                  <a:cubicBezTo>
                    <a:pt x="72" y="95"/>
                    <a:pt x="72" y="96"/>
                    <a:pt x="73" y="95"/>
                  </a:cubicBezTo>
                  <a:cubicBezTo>
                    <a:pt x="74" y="95"/>
                    <a:pt x="75" y="94"/>
                    <a:pt x="76" y="94"/>
                  </a:cubicBezTo>
                  <a:cubicBezTo>
                    <a:pt x="76" y="94"/>
                    <a:pt x="76" y="94"/>
                    <a:pt x="77" y="93"/>
                  </a:cubicBezTo>
                  <a:cubicBezTo>
                    <a:pt x="77" y="92"/>
                    <a:pt x="78" y="91"/>
                    <a:pt x="78" y="90"/>
                  </a:cubicBezTo>
                  <a:cubicBezTo>
                    <a:pt x="78" y="88"/>
                    <a:pt x="78" y="87"/>
                    <a:pt x="79" y="85"/>
                  </a:cubicBezTo>
                  <a:cubicBezTo>
                    <a:pt x="79" y="84"/>
                    <a:pt x="79" y="83"/>
                    <a:pt x="77" y="83"/>
                  </a:cubicBezTo>
                  <a:cubicBezTo>
                    <a:pt x="76" y="82"/>
                    <a:pt x="75" y="82"/>
                    <a:pt x="74" y="82"/>
                  </a:cubicBezTo>
                  <a:cubicBezTo>
                    <a:pt x="72" y="82"/>
                    <a:pt x="70" y="82"/>
                    <a:pt x="68" y="82"/>
                  </a:cubicBezTo>
                  <a:cubicBezTo>
                    <a:pt x="65" y="83"/>
                    <a:pt x="62" y="84"/>
                    <a:pt x="59" y="85"/>
                  </a:cubicBezTo>
                  <a:cubicBezTo>
                    <a:pt x="59" y="85"/>
                    <a:pt x="58" y="84"/>
                    <a:pt x="58" y="84"/>
                  </a:cubicBezTo>
                  <a:cubicBezTo>
                    <a:pt x="57" y="83"/>
                    <a:pt x="57" y="82"/>
                    <a:pt x="57" y="81"/>
                  </a:cubicBezTo>
                  <a:cubicBezTo>
                    <a:pt x="56" y="79"/>
                    <a:pt x="56" y="77"/>
                    <a:pt x="57" y="75"/>
                  </a:cubicBezTo>
                  <a:cubicBezTo>
                    <a:pt x="59" y="74"/>
                    <a:pt x="61" y="72"/>
                    <a:pt x="63" y="70"/>
                  </a:cubicBezTo>
                  <a:cubicBezTo>
                    <a:pt x="66" y="68"/>
                    <a:pt x="67" y="65"/>
                    <a:pt x="66" y="62"/>
                  </a:cubicBezTo>
                  <a:cubicBezTo>
                    <a:pt x="66" y="61"/>
                    <a:pt x="66" y="61"/>
                    <a:pt x="65" y="61"/>
                  </a:cubicBezTo>
                  <a:cubicBezTo>
                    <a:pt x="65" y="59"/>
                    <a:pt x="64" y="59"/>
                    <a:pt x="63" y="59"/>
                  </a:cubicBezTo>
                  <a:cubicBezTo>
                    <a:pt x="61" y="60"/>
                    <a:pt x="60" y="60"/>
                    <a:pt x="58" y="61"/>
                  </a:cubicBezTo>
                  <a:cubicBezTo>
                    <a:pt x="57" y="61"/>
                    <a:pt x="56" y="62"/>
                    <a:pt x="54" y="63"/>
                  </a:cubicBezTo>
                  <a:cubicBezTo>
                    <a:pt x="54" y="64"/>
                    <a:pt x="53" y="63"/>
                    <a:pt x="53" y="63"/>
                  </a:cubicBezTo>
                  <a:cubicBezTo>
                    <a:pt x="53" y="61"/>
                    <a:pt x="53" y="60"/>
                    <a:pt x="53" y="59"/>
                  </a:cubicBezTo>
                  <a:cubicBezTo>
                    <a:pt x="52" y="56"/>
                    <a:pt x="54" y="54"/>
                    <a:pt x="56" y="53"/>
                  </a:cubicBezTo>
                  <a:cubicBezTo>
                    <a:pt x="59" y="53"/>
                    <a:pt x="61" y="51"/>
                    <a:pt x="62" y="48"/>
                  </a:cubicBezTo>
                  <a:cubicBezTo>
                    <a:pt x="62" y="47"/>
                    <a:pt x="62" y="46"/>
                    <a:pt x="62" y="46"/>
                  </a:cubicBezTo>
                  <a:cubicBezTo>
                    <a:pt x="63" y="44"/>
                    <a:pt x="64" y="42"/>
                    <a:pt x="65" y="40"/>
                  </a:cubicBezTo>
                  <a:cubicBezTo>
                    <a:pt x="66" y="38"/>
                    <a:pt x="67" y="36"/>
                    <a:pt x="67" y="33"/>
                  </a:cubicBezTo>
                  <a:cubicBezTo>
                    <a:pt x="69" y="29"/>
                    <a:pt x="70" y="24"/>
                    <a:pt x="70" y="19"/>
                  </a:cubicBezTo>
                  <a:cubicBezTo>
                    <a:pt x="71" y="17"/>
                    <a:pt x="70" y="14"/>
                    <a:pt x="70" y="12"/>
                  </a:cubicBezTo>
                  <a:cubicBezTo>
                    <a:pt x="69" y="10"/>
                    <a:pt x="68" y="9"/>
                    <a:pt x="67" y="7"/>
                  </a:cubicBezTo>
                  <a:cubicBezTo>
                    <a:pt x="66" y="4"/>
                    <a:pt x="64" y="2"/>
                    <a:pt x="61" y="1"/>
                  </a:cubicBezTo>
                  <a:cubicBezTo>
                    <a:pt x="58" y="0"/>
                    <a:pt x="56" y="0"/>
                    <a:pt x="53" y="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52" y="1"/>
                    <a:pt x="51" y="1"/>
                    <a:pt x="50" y="2"/>
                  </a:cubicBezTo>
                  <a:cubicBezTo>
                    <a:pt x="49" y="2"/>
                    <a:pt x="47" y="2"/>
                    <a:pt x="46" y="3"/>
                  </a:cubicBezTo>
                  <a:cubicBezTo>
                    <a:pt x="42" y="5"/>
                    <a:pt x="39" y="8"/>
                    <a:pt x="37" y="12"/>
                  </a:cubicBezTo>
                  <a:cubicBezTo>
                    <a:pt x="35" y="14"/>
                    <a:pt x="34" y="16"/>
                    <a:pt x="33" y="19"/>
                  </a:cubicBezTo>
                  <a:cubicBezTo>
                    <a:pt x="32" y="20"/>
                    <a:pt x="32" y="21"/>
                    <a:pt x="31" y="22"/>
                  </a:cubicBezTo>
                  <a:cubicBezTo>
                    <a:pt x="31" y="23"/>
                    <a:pt x="32" y="25"/>
                    <a:pt x="32" y="25"/>
                  </a:cubicBezTo>
                  <a:cubicBezTo>
                    <a:pt x="34" y="26"/>
                    <a:pt x="35" y="26"/>
                    <a:pt x="36" y="26"/>
                  </a:cubicBezTo>
                  <a:cubicBezTo>
                    <a:pt x="37" y="26"/>
                    <a:pt x="38" y="26"/>
                    <a:pt x="40" y="25"/>
                  </a:cubicBezTo>
                  <a:cubicBezTo>
                    <a:pt x="41" y="25"/>
                    <a:pt x="41" y="25"/>
                    <a:pt x="42" y="24"/>
                  </a:cubicBezTo>
                  <a:cubicBezTo>
                    <a:pt x="44" y="22"/>
                    <a:pt x="45" y="20"/>
                    <a:pt x="46" y="18"/>
                  </a:cubicBezTo>
                  <a:cubicBezTo>
                    <a:pt x="49" y="15"/>
                    <a:pt x="51" y="12"/>
                    <a:pt x="55" y="10"/>
                  </a:cubicBezTo>
                  <a:cubicBezTo>
                    <a:pt x="57" y="10"/>
                    <a:pt x="58" y="10"/>
                    <a:pt x="59" y="11"/>
                  </a:cubicBezTo>
                  <a:cubicBezTo>
                    <a:pt x="61" y="13"/>
                    <a:pt x="62" y="15"/>
                    <a:pt x="62" y="17"/>
                  </a:cubicBezTo>
                  <a:cubicBezTo>
                    <a:pt x="62" y="18"/>
                    <a:pt x="62" y="20"/>
                    <a:pt x="62" y="22"/>
                  </a:cubicBezTo>
                  <a:cubicBezTo>
                    <a:pt x="62" y="25"/>
                    <a:pt x="62" y="28"/>
                    <a:pt x="61" y="31"/>
                  </a:cubicBezTo>
                  <a:cubicBezTo>
                    <a:pt x="60" y="33"/>
                    <a:pt x="59" y="36"/>
                    <a:pt x="59" y="39"/>
                  </a:cubicBezTo>
                  <a:cubicBezTo>
                    <a:pt x="58" y="41"/>
                    <a:pt x="57" y="43"/>
                    <a:pt x="55" y="42"/>
                  </a:cubicBezTo>
                  <a:cubicBezTo>
                    <a:pt x="54" y="42"/>
                    <a:pt x="54" y="43"/>
                    <a:pt x="53" y="43"/>
                  </a:cubicBezTo>
                  <a:cubicBezTo>
                    <a:pt x="52" y="43"/>
                    <a:pt x="52" y="43"/>
                    <a:pt x="52" y="42"/>
                  </a:cubicBezTo>
                  <a:cubicBezTo>
                    <a:pt x="52" y="40"/>
                    <a:pt x="52" y="38"/>
                    <a:pt x="53" y="36"/>
                  </a:cubicBezTo>
                  <a:cubicBezTo>
                    <a:pt x="54" y="35"/>
                    <a:pt x="56" y="33"/>
                    <a:pt x="57" y="31"/>
                  </a:cubicBezTo>
                  <a:cubicBezTo>
                    <a:pt x="57" y="31"/>
                    <a:pt x="58" y="30"/>
                    <a:pt x="58" y="30"/>
                  </a:cubicBezTo>
                  <a:cubicBezTo>
                    <a:pt x="58" y="28"/>
                    <a:pt x="58" y="27"/>
                    <a:pt x="58" y="25"/>
                  </a:cubicBezTo>
                  <a:cubicBezTo>
                    <a:pt x="58" y="25"/>
                    <a:pt x="58" y="25"/>
                    <a:pt x="58" y="24"/>
                  </a:cubicBezTo>
                  <a:cubicBezTo>
                    <a:pt x="56" y="23"/>
                    <a:pt x="53" y="22"/>
                    <a:pt x="51" y="24"/>
                  </a:cubicBezTo>
                  <a:cubicBezTo>
                    <a:pt x="50" y="24"/>
                    <a:pt x="50" y="24"/>
                    <a:pt x="49" y="23"/>
                  </a:cubicBezTo>
                  <a:cubicBezTo>
                    <a:pt x="48" y="22"/>
                    <a:pt x="45" y="23"/>
                    <a:pt x="44" y="24"/>
                  </a:cubicBezTo>
                  <a:cubicBezTo>
                    <a:pt x="43" y="25"/>
                    <a:pt x="43" y="26"/>
                    <a:pt x="43" y="27"/>
                  </a:cubicBezTo>
                  <a:cubicBezTo>
                    <a:pt x="42" y="27"/>
                    <a:pt x="42" y="28"/>
                    <a:pt x="42" y="28"/>
                  </a:cubicBezTo>
                  <a:cubicBezTo>
                    <a:pt x="43" y="29"/>
                    <a:pt x="43" y="30"/>
                    <a:pt x="42" y="30"/>
                  </a:cubicBezTo>
                  <a:cubicBezTo>
                    <a:pt x="42" y="31"/>
                    <a:pt x="41" y="31"/>
                    <a:pt x="41" y="32"/>
                  </a:cubicBezTo>
                  <a:cubicBezTo>
                    <a:pt x="39" y="34"/>
                    <a:pt x="38" y="36"/>
                    <a:pt x="39" y="38"/>
                  </a:cubicBezTo>
                  <a:cubicBezTo>
                    <a:pt x="39" y="39"/>
                    <a:pt x="39" y="39"/>
                    <a:pt x="39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7" y="36"/>
                    <a:pt x="34" y="35"/>
                    <a:pt x="32" y="35"/>
                  </a:cubicBezTo>
                  <a:cubicBezTo>
                    <a:pt x="29" y="35"/>
                    <a:pt x="26" y="37"/>
                    <a:pt x="26" y="40"/>
                  </a:cubicBezTo>
                  <a:cubicBezTo>
                    <a:pt x="27" y="43"/>
                    <a:pt x="28" y="46"/>
                    <a:pt x="28" y="48"/>
                  </a:cubicBezTo>
                  <a:cubicBezTo>
                    <a:pt x="29" y="50"/>
                    <a:pt x="29" y="52"/>
                    <a:pt x="30" y="53"/>
                  </a:cubicBezTo>
                  <a:close/>
                  <a:moveTo>
                    <a:pt x="39" y="41"/>
                  </a:moveTo>
                  <a:cubicBezTo>
                    <a:pt x="40" y="41"/>
                    <a:pt x="40" y="41"/>
                    <a:pt x="40" y="41"/>
                  </a:cubicBezTo>
                  <a:cubicBezTo>
                    <a:pt x="41" y="42"/>
                    <a:pt x="42" y="43"/>
                    <a:pt x="43" y="43"/>
                  </a:cubicBezTo>
                  <a:cubicBezTo>
                    <a:pt x="44" y="43"/>
                    <a:pt x="44" y="44"/>
                    <a:pt x="44" y="44"/>
                  </a:cubicBezTo>
                  <a:cubicBezTo>
                    <a:pt x="44" y="46"/>
                    <a:pt x="43" y="47"/>
                    <a:pt x="43" y="49"/>
                  </a:cubicBezTo>
                  <a:cubicBezTo>
                    <a:pt x="43" y="49"/>
                    <a:pt x="42" y="49"/>
                    <a:pt x="42" y="49"/>
                  </a:cubicBezTo>
                  <a:cubicBezTo>
                    <a:pt x="42" y="49"/>
                    <a:pt x="42" y="49"/>
                    <a:pt x="42" y="48"/>
                  </a:cubicBezTo>
                  <a:cubicBezTo>
                    <a:pt x="41" y="46"/>
                    <a:pt x="40" y="44"/>
                    <a:pt x="39" y="42"/>
                  </a:cubicBezTo>
                  <a:cubicBezTo>
                    <a:pt x="39" y="42"/>
                    <a:pt x="39" y="42"/>
                    <a:pt x="39" y="42"/>
                  </a:cubicBezTo>
                  <a:cubicBezTo>
                    <a:pt x="39" y="42"/>
                    <a:pt x="39" y="41"/>
                    <a:pt x="39" y="41"/>
                  </a:cubicBezTo>
                  <a:close/>
                  <a:moveTo>
                    <a:pt x="4" y="49"/>
                  </a:moveTo>
                  <a:cubicBezTo>
                    <a:pt x="4" y="49"/>
                    <a:pt x="5" y="50"/>
                    <a:pt x="5" y="50"/>
                  </a:cubicBezTo>
                  <a:cubicBezTo>
                    <a:pt x="7" y="52"/>
                    <a:pt x="10" y="52"/>
                    <a:pt x="12" y="51"/>
                  </a:cubicBezTo>
                  <a:cubicBezTo>
                    <a:pt x="13" y="50"/>
                    <a:pt x="15" y="49"/>
                    <a:pt x="16" y="47"/>
                  </a:cubicBezTo>
                  <a:cubicBezTo>
                    <a:pt x="17" y="47"/>
                    <a:pt x="17" y="47"/>
                    <a:pt x="17" y="48"/>
                  </a:cubicBezTo>
                  <a:cubicBezTo>
                    <a:pt x="18" y="49"/>
                    <a:pt x="18" y="50"/>
                    <a:pt x="18" y="51"/>
                  </a:cubicBezTo>
                  <a:cubicBezTo>
                    <a:pt x="19" y="53"/>
                    <a:pt x="19" y="56"/>
                    <a:pt x="19" y="58"/>
                  </a:cubicBezTo>
                  <a:cubicBezTo>
                    <a:pt x="19" y="60"/>
                    <a:pt x="18" y="61"/>
                    <a:pt x="17" y="61"/>
                  </a:cubicBezTo>
                  <a:cubicBezTo>
                    <a:pt x="15" y="62"/>
                    <a:pt x="14" y="62"/>
                    <a:pt x="12" y="63"/>
                  </a:cubicBezTo>
                  <a:cubicBezTo>
                    <a:pt x="9" y="66"/>
                    <a:pt x="7" y="70"/>
                    <a:pt x="5" y="74"/>
                  </a:cubicBezTo>
                  <a:cubicBezTo>
                    <a:pt x="4" y="77"/>
                    <a:pt x="4" y="80"/>
                    <a:pt x="6" y="82"/>
                  </a:cubicBezTo>
                  <a:cubicBezTo>
                    <a:pt x="8" y="85"/>
                    <a:pt x="11" y="87"/>
                    <a:pt x="14" y="86"/>
                  </a:cubicBezTo>
                  <a:cubicBezTo>
                    <a:pt x="15" y="86"/>
                    <a:pt x="16" y="87"/>
                    <a:pt x="16" y="88"/>
                  </a:cubicBezTo>
                  <a:cubicBezTo>
                    <a:pt x="15" y="91"/>
                    <a:pt x="15" y="94"/>
                    <a:pt x="14" y="98"/>
                  </a:cubicBezTo>
                  <a:cubicBezTo>
                    <a:pt x="14" y="100"/>
                    <a:pt x="14" y="102"/>
                    <a:pt x="15" y="104"/>
                  </a:cubicBezTo>
                  <a:cubicBezTo>
                    <a:pt x="16" y="107"/>
                    <a:pt x="18" y="108"/>
                    <a:pt x="20" y="107"/>
                  </a:cubicBezTo>
                  <a:cubicBezTo>
                    <a:pt x="21" y="107"/>
                    <a:pt x="22" y="106"/>
                    <a:pt x="22" y="105"/>
                  </a:cubicBezTo>
                  <a:cubicBezTo>
                    <a:pt x="25" y="101"/>
                    <a:pt x="27" y="97"/>
                    <a:pt x="28" y="93"/>
                  </a:cubicBezTo>
                  <a:cubicBezTo>
                    <a:pt x="28" y="91"/>
                    <a:pt x="29" y="89"/>
                    <a:pt x="29" y="88"/>
                  </a:cubicBezTo>
                  <a:cubicBezTo>
                    <a:pt x="30" y="85"/>
                    <a:pt x="30" y="83"/>
                    <a:pt x="31" y="80"/>
                  </a:cubicBezTo>
                  <a:cubicBezTo>
                    <a:pt x="31" y="78"/>
                    <a:pt x="32" y="74"/>
                    <a:pt x="32" y="74"/>
                  </a:cubicBezTo>
                  <a:cubicBezTo>
                    <a:pt x="32" y="72"/>
                    <a:pt x="32" y="70"/>
                    <a:pt x="32" y="68"/>
                  </a:cubicBezTo>
                  <a:cubicBezTo>
                    <a:pt x="32" y="67"/>
                    <a:pt x="33" y="67"/>
                    <a:pt x="33" y="66"/>
                  </a:cubicBezTo>
                  <a:cubicBezTo>
                    <a:pt x="33" y="65"/>
                    <a:pt x="32" y="65"/>
                    <a:pt x="32" y="65"/>
                  </a:cubicBezTo>
                  <a:cubicBezTo>
                    <a:pt x="32" y="65"/>
                    <a:pt x="32" y="65"/>
                    <a:pt x="31" y="66"/>
                  </a:cubicBezTo>
                  <a:cubicBezTo>
                    <a:pt x="31" y="69"/>
                    <a:pt x="30" y="73"/>
                    <a:pt x="29" y="76"/>
                  </a:cubicBezTo>
                  <a:cubicBezTo>
                    <a:pt x="28" y="79"/>
                    <a:pt x="27" y="82"/>
                    <a:pt x="26" y="85"/>
                  </a:cubicBezTo>
                  <a:cubicBezTo>
                    <a:pt x="26" y="88"/>
                    <a:pt x="25" y="91"/>
                    <a:pt x="23" y="93"/>
                  </a:cubicBezTo>
                  <a:cubicBezTo>
                    <a:pt x="23" y="93"/>
                    <a:pt x="23" y="94"/>
                    <a:pt x="22" y="94"/>
                  </a:cubicBezTo>
                  <a:cubicBezTo>
                    <a:pt x="22" y="93"/>
                    <a:pt x="22" y="93"/>
                    <a:pt x="22" y="93"/>
                  </a:cubicBezTo>
                  <a:cubicBezTo>
                    <a:pt x="22" y="92"/>
                    <a:pt x="22" y="91"/>
                    <a:pt x="22" y="90"/>
                  </a:cubicBezTo>
                  <a:cubicBezTo>
                    <a:pt x="23" y="88"/>
                    <a:pt x="23" y="86"/>
                    <a:pt x="23" y="84"/>
                  </a:cubicBezTo>
                  <a:cubicBezTo>
                    <a:pt x="24" y="81"/>
                    <a:pt x="25" y="78"/>
                    <a:pt x="25" y="74"/>
                  </a:cubicBezTo>
                  <a:cubicBezTo>
                    <a:pt x="25" y="71"/>
                    <a:pt x="26" y="68"/>
                    <a:pt x="26" y="65"/>
                  </a:cubicBezTo>
                  <a:cubicBezTo>
                    <a:pt x="26" y="64"/>
                    <a:pt x="25" y="62"/>
                    <a:pt x="24" y="61"/>
                  </a:cubicBezTo>
                  <a:cubicBezTo>
                    <a:pt x="23" y="61"/>
                    <a:pt x="23" y="60"/>
                    <a:pt x="23" y="60"/>
                  </a:cubicBezTo>
                  <a:cubicBezTo>
                    <a:pt x="23" y="57"/>
                    <a:pt x="23" y="55"/>
                    <a:pt x="22" y="52"/>
                  </a:cubicBezTo>
                  <a:cubicBezTo>
                    <a:pt x="22" y="49"/>
                    <a:pt x="22" y="47"/>
                    <a:pt x="23" y="44"/>
                  </a:cubicBezTo>
                  <a:cubicBezTo>
                    <a:pt x="23" y="43"/>
                    <a:pt x="24" y="41"/>
                    <a:pt x="24" y="40"/>
                  </a:cubicBezTo>
                  <a:cubicBezTo>
                    <a:pt x="26" y="37"/>
                    <a:pt x="25" y="35"/>
                    <a:pt x="25" y="32"/>
                  </a:cubicBezTo>
                  <a:cubicBezTo>
                    <a:pt x="24" y="31"/>
                    <a:pt x="24" y="30"/>
                    <a:pt x="22" y="29"/>
                  </a:cubicBezTo>
                  <a:cubicBezTo>
                    <a:pt x="20" y="29"/>
                    <a:pt x="19" y="29"/>
                    <a:pt x="17" y="30"/>
                  </a:cubicBezTo>
                  <a:cubicBezTo>
                    <a:pt x="15" y="31"/>
                    <a:pt x="13" y="33"/>
                    <a:pt x="11" y="34"/>
                  </a:cubicBezTo>
                  <a:cubicBezTo>
                    <a:pt x="9" y="35"/>
                    <a:pt x="8" y="36"/>
                    <a:pt x="6" y="37"/>
                  </a:cubicBezTo>
                  <a:cubicBezTo>
                    <a:pt x="5" y="38"/>
                    <a:pt x="3" y="39"/>
                    <a:pt x="2" y="41"/>
                  </a:cubicBezTo>
                  <a:cubicBezTo>
                    <a:pt x="1" y="42"/>
                    <a:pt x="0" y="44"/>
                    <a:pt x="1" y="45"/>
                  </a:cubicBezTo>
                  <a:cubicBezTo>
                    <a:pt x="1" y="47"/>
                    <a:pt x="2" y="48"/>
                    <a:pt x="4" y="49"/>
                  </a:cubicBezTo>
                  <a:close/>
                  <a:moveTo>
                    <a:pt x="17" y="76"/>
                  </a:moveTo>
                  <a:cubicBezTo>
                    <a:pt x="17" y="76"/>
                    <a:pt x="17" y="77"/>
                    <a:pt x="16" y="77"/>
                  </a:cubicBezTo>
                  <a:cubicBezTo>
                    <a:pt x="16" y="78"/>
                    <a:pt x="16" y="78"/>
                    <a:pt x="15" y="78"/>
                  </a:cubicBezTo>
                  <a:cubicBezTo>
                    <a:pt x="14" y="78"/>
                    <a:pt x="13" y="77"/>
                    <a:pt x="13" y="76"/>
                  </a:cubicBezTo>
                  <a:cubicBezTo>
                    <a:pt x="13" y="73"/>
                    <a:pt x="14" y="71"/>
                    <a:pt x="16" y="69"/>
                  </a:cubicBezTo>
                  <a:cubicBezTo>
                    <a:pt x="16" y="69"/>
                    <a:pt x="17" y="69"/>
                    <a:pt x="17" y="69"/>
                  </a:cubicBezTo>
                  <a:cubicBezTo>
                    <a:pt x="17" y="70"/>
                    <a:pt x="17" y="71"/>
                    <a:pt x="17" y="71"/>
                  </a:cubicBezTo>
                  <a:cubicBezTo>
                    <a:pt x="17" y="73"/>
                    <a:pt x="17" y="74"/>
                    <a:pt x="17" y="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0" name="Freeform 62"/>
            <p:cNvSpPr>
              <a:spLocks/>
            </p:cNvSpPr>
            <p:nvPr/>
          </p:nvSpPr>
          <p:spPr bwMode="auto">
            <a:xfrm>
              <a:off x="-1246188" y="-158750"/>
              <a:ext cx="96837" cy="77788"/>
            </a:xfrm>
            <a:custGeom>
              <a:avLst/>
              <a:gdLst>
                <a:gd name="T0" fmla="*/ 3 w 62"/>
                <a:gd name="T1" fmla="*/ 40 h 51"/>
                <a:gd name="T2" fmla="*/ 5 w 62"/>
                <a:gd name="T3" fmla="*/ 37 h 51"/>
                <a:gd name="T4" fmla="*/ 9 w 62"/>
                <a:gd name="T5" fmla="*/ 35 h 51"/>
                <a:gd name="T6" fmla="*/ 20 w 62"/>
                <a:gd name="T7" fmla="*/ 34 h 51"/>
                <a:gd name="T8" fmla="*/ 26 w 62"/>
                <a:gd name="T9" fmla="*/ 33 h 51"/>
                <a:gd name="T10" fmla="*/ 34 w 62"/>
                <a:gd name="T11" fmla="*/ 31 h 51"/>
                <a:gd name="T12" fmla="*/ 41 w 62"/>
                <a:gd name="T13" fmla="*/ 24 h 51"/>
                <a:gd name="T14" fmla="*/ 46 w 62"/>
                <a:gd name="T15" fmla="*/ 17 h 51"/>
                <a:gd name="T16" fmla="*/ 43 w 62"/>
                <a:gd name="T17" fmla="*/ 17 h 51"/>
                <a:gd name="T18" fmla="*/ 36 w 62"/>
                <a:gd name="T19" fmla="*/ 19 h 51"/>
                <a:gd name="T20" fmla="*/ 29 w 62"/>
                <a:gd name="T21" fmla="*/ 19 h 51"/>
                <a:gd name="T22" fmla="*/ 24 w 62"/>
                <a:gd name="T23" fmla="*/ 11 h 51"/>
                <a:gd name="T24" fmla="*/ 28 w 62"/>
                <a:gd name="T25" fmla="*/ 7 h 51"/>
                <a:gd name="T26" fmla="*/ 36 w 62"/>
                <a:gd name="T27" fmla="*/ 3 h 51"/>
                <a:gd name="T28" fmla="*/ 49 w 62"/>
                <a:gd name="T29" fmla="*/ 0 h 51"/>
                <a:gd name="T30" fmla="*/ 56 w 62"/>
                <a:gd name="T31" fmla="*/ 4 h 51"/>
                <a:gd name="T32" fmla="*/ 58 w 62"/>
                <a:gd name="T33" fmla="*/ 10 h 51"/>
                <a:gd name="T34" fmla="*/ 59 w 62"/>
                <a:gd name="T35" fmla="*/ 12 h 51"/>
                <a:gd name="T36" fmla="*/ 58 w 62"/>
                <a:gd name="T37" fmla="*/ 17 h 51"/>
                <a:gd name="T38" fmla="*/ 53 w 62"/>
                <a:gd name="T39" fmla="*/ 25 h 51"/>
                <a:gd name="T40" fmla="*/ 46 w 62"/>
                <a:gd name="T41" fmla="*/ 33 h 51"/>
                <a:gd name="T42" fmla="*/ 45 w 62"/>
                <a:gd name="T43" fmla="*/ 34 h 51"/>
                <a:gd name="T44" fmla="*/ 47 w 62"/>
                <a:gd name="T45" fmla="*/ 34 h 51"/>
                <a:gd name="T46" fmla="*/ 53 w 62"/>
                <a:gd name="T47" fmla="*/ 35 h 51"/>
                <a:gd name="T48" fmla="*/ 56 w 62"/>
                <a:gd name="T49" fmla="*/ 34 h 51"/>
                <a:gd name="T50" fmla="*/ 60 w 62"/>
                <a:gd name="T51" fmla="*/ 36 h 51"/>
                <a:gd name="T52" fmla="*/ 62 w 62"/>
                <a:gd name="T53" fmla="*/ 43 h 51"/>
                <a:gd name="T54" fmla="*/ 59 w 62"/>
                <a:gd name="T55" fmla="*/ 48 h 51"/>
                <a:gd name="T56" fmla="*/ 55 w 62"/>
                <a:gd name="T57" fmla="*/ 51 h 51"/>
                <a:gd name="T58" fmla="*/ 51 w 62"/>
                <a:gd name="T59" fmla="*/ 49 h 51"/>
                <a:gd name="T60" fmla="*/ 48 w 62"/>
                <a:gd name="T61" fmla="*/ 48 h 51"/>
                <a:gd name="T62" fmla="*/ 21 w 62"/>
                <a:gd name="T63" fmla="*/ 49 h 51"/>
                <a:gd name="T64" fmla="*/ 10 w 62"/>
                <a:gd name="T65" fmla="*/ 50 h 51"/>
                <a:gd name="T66" fmla="*/ 6 w 62"/>
                <a:gd name="T67" fmla="*/ 49 h 51"/>
                <a:gd name="T68" fmla="*/ 3 w 62"/>
                <a:gd name="T69" fmla="*/ 4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51">
                  <a:moveTo>
                    <a:pt x="3" y="40"/>
                  </a:moveTo>
                  <a:cubicBezTo>
                    <a:pt x="4" y="39"/>
                    <a:pt x="5" y="38"/>
                    <a:pt x="5" y="37"/>
                  </a:cubicBezTo>
                  <a:cubicBezTo>
                    <a:pt x="6" y="36"/>
                    <a:pt x="7" y="36"/>
                    <a:pt x="9" y="35"/>
                  </a:cubicBezTo>
                  <a:cubicBezTo>
                    <a:pt x="13" y="35"/>
                    <a:pt x="16" y="34"/>
                    <a:pt x="20" y="34"/>
                  </a:cubicBezTo>
                  <a:cubicBezTo>
                    <a:pt x="22" y="33"/>
                    <a:pt x="24" y="33"/>
                    <a:pt x="26" y="33"/>
                  </a:cubicBezTo>
                  <a:cubicBezTo>
                    <a:pt x="29" y="33"/>
                    <a:pt x="32" y="33"/>
                    <a:pt x="34" y="31"/>
                  </a:cubicBezTo>
                  <a:cubicBezTo>
                    <a:pt x="37" y="29"/>
                    <a:pt x="39" y="27"/>
                    <a:pt x="41" y="24"/>
                  </a:cubicBezTo>
                  <a:cubicBezTo>
                    <a:pt x="43" y="22"/>
                    <a:pt x="47" y="18"/>
                    <a:pt x="46" y="17"/>
                  </a:cubicBezTo>
                  <a:cubicBezTo>
                    <a:pt x="46" y="17"/>
                    <a:pt x="44" y="17"/>
                    <a:pt x="43" y="17"/>
                  </a:cubicBezTo>
                  <a:cubicBezTo>
                    <a:pt x="41" y="18"/>
                    <a:pt x="39" y="19"/>
                    <a:pt x="36" y="19"/>
                  </a:cubicBezTo>
                  <a:cubicBezTo>
                    <a:pt x="34" y="20"/>
                    <a:pt x="31" y="21"/>
                    <a:pt x="29" y="19"/>
                  </a:cubicBezTo>
                  <a:cubicBezTo>
                    <a:pt x="26" y="17"/>
                    <a:pt x="25" y="14"/>
                    <a:pt x="24" y="11"/>
                  </a:cubicBezTo>
                  <a:cubicBezTo>
                    <a:pt x="24" y="10"/>
                    <a:pt x="26" y="8"/>
                    <a:pt x="28" y="7"/>
                  </a:cubicBezTo>
                  <a:cubicBezTo>
                    <a:pt x="31" y="6"/>
                    <a:pt x="33" y="4"/>
                    <a:pt x="36" y="3"/>
                  </a:cubicBezTo>
                  <a:cubicBezTo>
                    <a:pt x="41" y="1"/>
                    <a:pt x="45" y="0"/>
                    <a:pt x="49" y="0"/>
                  </a:cubicBezTo>
                  <a:cubicBezTo>
                    <a:pt x="52" y="1"/>
                    <a:pt x="54" y="2"/>
                    <a:pt x="56" y="4"/>
                  </a:cubicBezTo>
                  <a:cubicBezTo>
                    <a:pt x="58" y="6"/>
                    <a:pt x="58" y="8"/>
                    <a:pt x="58" y="10"/>
                  </a:cubicBezTo>
                  <a:cubicBezTo>
                    <a:pt x="58" y="11"/>
                    <a:pt x="59" y="12"/>
                    <a:pt x="59" y="12"/>
                  </a:cubicBezTo>
                  <a:cubicBezTo>
                    <a:pt x="59" y="14"/>
                    <a:pt x="58" y="15"/>
                    <a:pt x="58" y="17"/>
                  </a:cubicBezTo>
                  <a:cubicBezTo>
                    <a:pt x="57" y="17"/>
                    <a:pt x="55" y="22"/>
                    <a:pt x="53" y="25"/>
                  </a:cubicBezTo>
                  <a:cubicBezTo>
                    <a:pt x="51" y="27"/>
                    <a:pt x="48" y="31"/>
                    <a:pt x="46" y="33"/>
                  </a:cubicBezTo>
                  <a:cubicBezTo>
                    <a:pt x="46" y="33"/>
                    <a:pt x="45" y="34"/>
                    <a:pt x="45" y="34"/>
                  </a:cubicBezTo>
                  <a:cubicBezTo>
                    <a:pt x="45" y="34"/>
                    <a:pt x="46" y="34"/>
                    <a:pt x="47" y="34"/>
                  </a:cubicBezTo>
                  <a:cubicBezTo>
                    <a:pt x="49" y="35"/>
                    <a:pt x="51" y="35"/>
                    <a:pt x="53" y="35"/>
                  </a:cubicBezTo>
                  <a:cubicBezTo>
                    <a:pt x="54" y="35"/>
                    <a:pt x="55" y="34"/>
                    <a:pt x="56" y="34"/>
                  </a:cubicBezTo>
                  <a:cubicBezTo>
                    <a:pt x="58" y="34"/>
                    <a:pt x="59" y="34"/>
                    <a:pt x="60" y="36"/>
                  </a:cubicBezTo>
                  <a:cubicBezTo>
                    <a:pt x="62" y="38"/>
                    <a:pt x="62" y="40"/>
                    <a:pt x="62" y="43"/>
                  </a:cubicBezTo>
                  <a:cubicBezTo>
                    <a:pt x="62" y="45"/>
                    <a:pt x="61" y="47"/>
                    <a:pt x="59" y="48"/>
                  </a:cubicBezTo>
                  <a:cubicBezTo>
                    <a:pt x="58" y="50"/>
                    <a:pt x="56" y="51"/>
                    <a:pt x="55" y="51"/>
                  </a:cubicBezTo>
                  <a:cubicBezTo>
                    <a:pt x="54" y="50"/>
                    <a:pt x="53" y="49"/>
                    <a:pt x="51" y="49"/>
                  </a:cubicBezTo>
                  <a:cubicBezTo>
                    <a:pt x="50" y="48"/>
                    <a:pt x="49" y="48"/>
                    <a:pt x="48" y="48"/>
                  </a:cubicBezTo>
                  <a:cubicBezTo>
                    <a:pt x="42" y="47"/>
                    <a:pt x="24" y="49"/>
                    <a:pt x="21" y="49"/>
                  </a:cubicBezTo>
                  <a:cubicBezTo>
                    <a:pt x="20" y="49"/>
                    <a:pt x="14" y="50"/>
                    <a:pt x="10" y="50"/>
                  </a:cubicBezTo>
                  <a:cubicBezTo>
                    <a:pt x="9" y="50"/>
                    <a:pt x="7" y="50"/>
                    <a:pt x="6" y="49"/>
                  </a:cubicBezTo>
                  <a:cubicBezTo>
                    <a:pt x="2" y="48"/>
                    <a:pt x="0" y="43"/>
                    <a:pt x="3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31" name="Freeform 63"/>
            <p:cNvSpPr>
              <a:spLocks/>
            </p:cNvSpPr>
            <p:nvPr/>
          </p:nvSpPr>
          <p:spPr bwMode="auto">
            <a:xfrm>
              <a:off x="-1066800" y="-92075"/>
              <a:ext cx="130175" cy="138113"/>
            </a:xfrm>
            <a:custGeom>
              <a:avLst/>
              <a:gdLst>
                <a:gd name="T0" fmla="*/ 1 w 84"/>
                <a:gd name="T1" fmla="*/ 47 h 89"/>
                <a:gd name="T2" fmla="*/ 1 w 84"/>
                <a:gd name="T3" fmla="*/ 46 h 89"/>
                <a:gd name="T4" fmla="*/ 19 w 84"/>
                <a:gd name="T5" fmla="*/ 45 h 89"/>
                <a:gd name="T6" fmla="*/ 39 w 84"/>
                <a:gd name="T7" fmla="*/ 38 h 89"/>
                <a:gd name="T8" fmla="*/ 47 w 84"/>
                <a:gd name="T9" fmla="*/ 33 h 89"/>
                <a:gd name="T10" fmla="*/ 43 w 84"/>
                <a:gd name="T11" fmla="*/ 32 h 89"/>
                <a:gd name="T12" fmla="*/ 38 w 84"/>
                <a:gd name="T13" fmla="*/ 29 h 89"/>
                <a:gd name="T14" fmla="*/ 34 w 84"/>
                <a:gd name="T15" fmla="*/ 25 h 89"/>
                <a:gd name="T16" fmla="*/ 34 w 84"/>
                <a:gd name="T17" fmla="*/ 24 h 89"/>
                <a:gd name="T18" fmla="*/ 35 w 84"/>
                <a:gd name="T19" fmla="*/ 19 h 89"/>
                <a:gd name="T20" fmla="*/ 36 w 84"/>
                <a:gd name="T21" fmla="*/ 17 h 89"/>
                <a:gd name="T22" fmla="*/ 43 w 84"/>
                <a:gd name="T23" fmla="*/ 17 h 89"/>
                <a:gd name="T24" fmla="*/ 52 w 84"/>
                <a:gd name="T25" fmla="*/ 20 h 89"/>
                <a:gd name="T26" fmla="*/ 57 w 84"/>
                <a:gd name="T27" fmla="*/ 22 h 89"/>
                <a:gd name="T28" fmla="*/ 61 w 84"/>
                <a:gd name="T29" fmla="*/ 21 h 89"/>
                <a:gd name="T30" fmla="*/ 69 w 84"/>
                <a:gd name="T31" fmla="*/ 10 h 89"/>
                <a:gd name="T32" fmla="*/ 73 w 84"/>
                <a:gd name="T33" fmla="*/ 5 h 89"/>
                <a:gd name="T34" fmla="*/ 79 w 84"/>
                <a:gd name="T35" fmla="*/ 1 h 89"/>
                <a:gd name="T36" fmla="*/ 82 w 84"/>
                <a:gd name="T37" fmla="*/ 3 h 89"/>
                <a:gd name="T38" fmla="*/ 84 w 84"/>
                <a:gd name="T39" fmla="*/ 9 h 89"/>
                <a:gd name="T40" fmla="*/ 83 w 84"/>
                <a:gd name="T41" fmla="*/ 12 h 89"/>
                <a:gd name="T42" fmla="*/ 78 w 84"/>
                <a:gd name="T43" fmla="*/ 19 h 89"/>
                <a:gd name="T44" fmla="*/ 73 w 84"/>
                <a:gd name="T45" fmla="*/ 24 h 89"/>
                <a:gd name="T46" fmla="*/ 73 w 84"/>
                <a:gd name="T47" fmla="*/ 26 h 89"/>
                <a:gd name="T48" fmla="*/ 74 w 84"/>
                <a:gd name="T49" fmla="*/ 26 h 89"/>
                <a:gd name="T50" fmla="*/ 78 w 84"/>
                <a:gd name="T51" fmla="*/ 27 h 89"/>
                <a:gd name="T52" fmla="*/ 82 w 84"/>
                <a:gd name="T53" fmla="*/ 32 h 89"/>
                <a:gd name="T54" fmla="*/ 81 w 84"/>
                <a:gd name="T55" fmla="*/ 34 h 89"/>
                <a:gd name="T56" fmla="*/ 80 w 84"/>
                <a:gd name="T57" fmla="*/ 36 h 89"/>
                <a:gd name="T58" fmla="*/ 78 w 84"/>
                <a:gd name="T59" fmla="*/ 37 h 89"/>
                <a:gd name="T60" fmla="*/ 75 w 84"/>
                <a:gd name="T61" fmla="*/ 39 h 89"/>
                <a:gd name="T62" fmla="*/ 69 w 84"/>
                <a:gd name="T63" fmla="*/ 39 h 89"/>
                <a:gd name="T64" fmla="*/ 62 w 84"/>
                <a:gd name="T65" fmla="*/ 37 h 89"/>
                <a:gd name="T66" fmla="*/ 58 w 84"/>
                <a:gd name="T67" fmla="*/ 39 h 89"/>
                <a:gd name="T68" fmla="*/ 55 w 84"/>
                <a:gd name="T69" fmla="*/ 41 h 89"/>
                <a:gd name="T70" fmla="*/ 53 w 84"/>
                <a:gd name="T71" fmla="*/ 44 h 89"/>
                <a:gd name="T72" fmla="*/ 53 w 84"/>
                <a:gd name="T73" fmla="*/ 55 h 89"/>
                <a:gd name="T74" fmla="*/ 55 w 84"/>
                <a:gd name="T75" fmla="*/ 64 h 89"/>
                <a:gd name="T76" fmla="*/ 57 w 84"/>
                <a:gd name="T77" fmla="*/ 74 h 89"/>
                <a:gd name="T78" fmla="*/ 60 w 84"/>
                <a:gd name="T79" fmla="*/ 80 h 89"/>
                <a:gd name="T80" fmla="*/ 63 w 84"/>
                <a:gd name="T81" fmla="*/ 86 h 89"/>
                <a:gd name="T82" fmla="*/ 61 w 84"/>
                <a:gd name="T83" fmla="*/ 87 h 89"/>
                <a:gd name="T84" fmla="*/ 59 w 84"/>
                <a:gd name="T85" fmla="*/ 88 h 89"/>
                <a:gd name="T86" fmla="*/ 57 w 84"/>
                <a:gd name="T87" fmla="*/ 89 h 89"/>
                <a:gd name="T88" fmla="*/ 55 w 84"/>
                <a:gd name="T89" fmla="*/ 89 h 89"/>
                <a:gd name="T90" fmla="*/ 50 w 84"/>
                <a:gd name="T91" fmla="*/ 87 h 89"/>
                <a:gd name="T92" fmla="*/ 48 w 84"/>
                <a:gd name="T93" fmla="*/ 85 h 89"/>
                <a:gd name="T94" fmla="*/ 45 w 84"/>
                <a:gd name="T95" fmla="*/ 81 h 89"/>
                <a:gd name="T96" fmla="*/ 42 w 84"/>
                <a:gd name="T97" fmla="*/ 77 h 89"/>
                <a:gd name="T98" fmla="*/ 41 w 84"/>
                <a:gd name="T99" fmla="*/ 70 h 89"/>
                <a:gd name="T100" fmla="*/ 42 w 84"/>
                <a:gd name="T101" fmla="*/ 65 h 89"/>
                <a:gd name="T102" fmla="*/ 43 w 84"/>
                <a:gd name="T103" fmla="*/ 57 h 89"/>
                <a:gd name="T104" fmla="*/ 44 w 84"/>
                <a:gd name="T105" fmla="*/ 48 h 89"/>
                <a:gd name="T106" fmla="*/ 43 w 84"/>
                <a:gd name="T107" fmla="*/ 47 h 89"/>
                <a:gd name="T108" fmla="*/ 33 w 84"/>
                <a:gd name="T109" fmla="*/ 51 h 89"/>
                <a:gd name="T110" fmla="*/ 24 w 84"/>
                <a:gd name="T111" fmla="*/ 53 h 89"/>
                <a:gd name="T112" fmla="*/ 9 w 84"/>
                <a:gd name="T113" fmla="*/ 52 h 89"/>
                <a:gd name="T114" fmla="*/ 5 w 84"/>
                <a:gd name="T115" fmla="*/ 50 h 89"/>
                <a:gd name="T116" fmla="*/ 1 w 84"/>
                <a:gd name="T117" fmla="*/ 4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84" h="89">
                  <a:moveTo>
                    <a:pt x="1" y="47"/>
                  </a:moveTo>
                  <a:cubicBezTo>
                    <a:pt x="1" y="46"/>
                    <a:pt x="0" y="46"/>
                    <a:pt x="1" y="46"/>
                  </a:cubicBezTo>
                  <a:cubicBezTo>
                    <a:pt x="2" y="46"/>
                    <a:pt x="8" y="48"/>
                    <a:pt x="19" y="45"/>
                  </a:cubicBezTo>
                  <a:cubicBezTo>
                    <a:pt x="29" y="43"/>
                    <a:pt x="34" y="41"/>
                    <a:pt x="39" y="38"/>
                  </a:cubicBezTo>
                  <a:cubicBezTo>
                    <a:pt x="42" y="36"/>
                    <a:pt x="46" y="33"/>
                    <a:pt x="47" y="33"/>
                  </a:cubicBezTo>
                  <a:cubicBezTo>
                    <a:pt x="46" y="32"/>
                    <a:pt x="44" y="32"/>
                    <a:pt x="43" y="32"/>
                  </a:cubicBezTo>
                  <a:cubicBezTo>
                    <a:pt x="41" y="31"/>
                    <a:pt x="39" y="30"/>
                    <a:pt x="38" y="29"/>
                  </a:cubicBezTo>
                  <a:cubicBezTo>
                    <a:pt x="36" y="28"/>
                    <a:pt x="35" y="27"/>
                    <a:pt x="34" y="25"/>
                  </a:cubicBezTo>
                  <a:cubicBezTo>
                    <a:pt x="34" y="25"/>
                    <a:pt x="34" y="24"/>
                    <a:pt x="34" y="24"/>
                  </a:cubicBezTo>
                  <a:cubicBezTo>
                    <a:pt x="34" y="22"/>
                    <a:pt x="34" y="21"/>
                    <a:pt x="35" y="19"/>
                  </a:cubicBezTo>
                  <a:cubicBezTo>
                    <a:pt x="35" y="18"/>
                    <a:pt x="36" y="18"/>
                    <a:pt x="36" y="17"/>
                  </a:cubicBezTo>
                  <a:cubicBezTo>
                    <a:pt x="38" y="16"/>
                    <a:pt x="41" y="16"/>
                    <a:pt x="43" y="17"/>
                  </a:cubicBezTo>
                  <a:cubicBezTo>
                    <a:pt x="46" y="19"/>
                    <a:pt x="49" y="20"/>
                    <a:pt x="52" y="20"/>
                  </a:cubicBezTo>
                  <a:cubicBezTo>
                    <a:pt x="54" y="21"/>
                    <a:pt x="55" y="21"/>
                    <a:pt x="57" y="22"/>
                  </a:cubicBezTo>
                  <a:cubicBezTo>
                    <a:pt x="58" y="22"/>
                    <a:pt x="60" y="22"/>
                    <a:pt x="61" y="21"/>
                  </a:cubicBezTo>
                  <a:cubicBezTo>
                    <a:pt x="64" y="18"/>
                    <a:pt x="67" y="14"/>
                    <a:pt x="69" y="10"/>
                  </a:cubicBezTo>
                  <a:cubicBezTo>
                    <a:pt x="71" y="8"/>
                    <a:pt x="72" y="6"/>
                    <a:pt x="73" y="5"/>
                  </a:cubicBezTo>
                  <a:cubicBezTo>
                    <a:pt x="74" y="2"/>
                    <a:pt x="76" y="1"/>
                    <a:pt x="79" y="1"/>
                  </a:cubicBezTo>
                  <a:cubicBezTo>
                    <a:pt x="80" y="0"/>
                    <a:pt x="82" y="1"/>
                    <a:pt x="82" y="3"/>
                  </a:cubicBezTo>
                  <a:cubicBezTo>
                    <a:pt x="84" y="5"/>
                    <a:pt x="84" y="7"/>
                    <a:pt x="84" y="9"/>
                  </a:cubicBezTo>
                  <a:cubicBezTo>
                    <a:pt x="84" y="10"/>
                    <a:pt x="84" y="11"/>
                    <a:pt x="83" y="12"/>
                  </a:cubicBezTo>
                  <a:cubicBezTo>
                    <a:pt x="82" y="14"/>
                    <a:pt x="80" y="16"/>
                    <a:pt x="78" y="19"/>
                  </a:cubicBezTo>
                  <a:cubicBezTo>
                    <a:pt x="77" y="21"/>
                    <a:pt x="75" y="22"/>
                    <a:pt x="73" y="24"/>
                  </a:cubicBezTo>
                  <a:cubicBezTo>
                    <a:pt x="73" y="25"/>
                    <a:pt x="73" y="25"/>
                    <a:pt x="73" y="26"/>
                  </a:cubicBezTo>
                  <a:cubicBezTo>
                    <a:pt x="73" y="26"/>
                    <a:pt x="73" y="26"/>
                    <a:pt x="74" y="26"/>
                  </a:cubicBezTo>
                  <a:cubicBezTo>
                    <a:pt x="75" y="25"/>
                    <a:pt x="77" y="26"/>
                    <a:pt x="78" y="27"/>
                  </a:cubicBezTo>
                  <a:cubicBezTo>
                    <a:pt x="80" y="28"/>
                    <a:pt x="81" y="30"/>
                    <a:pt x="82" y="32"/>
                  </a:cubicBezTo>
                  <a:cubicBezTo>
                    <a:pt x="83" y="33"/>
                    <a:pt x="82" y="33"/>
                    <a:pt x="81" y="34"/>
                  </a:cubicBezTo>
                  <a:cubicBezTo>
                    <a:pt x="81" y="35"/>
                    <a:pt x="80" y="35"/>
                    <a:pt x="80" y="36"/>
                  </a:cubicBezTo>
                  <a:cubicBezTo>
                    <a:pt x="79" y="36"/>
                    <a:pt x="79" y="36"/>
                    <a:pt x="78" y="37"/>
                  </a:cubicBezTo>
                  <a:cubicBezTo>
                    <a:pt x="77" y="37"/>
                    <a:pt x="76" y="38"/>
                    <a:pt x="75" y="39"/>
                  </a:cubicBezTo>
                  <a:cubicBezTo>
                    <a:pt x="74" y="40"/>
                    <a:pt x="71" y="40"/>
                    <a:pt x="69" y="39"/>
                  </a:cubicBezTo>
                  <a:cubicBezTo>
                    <a:pt x="67" y="37"/>
                    <a:pt x="65" y="37"/>
                    <a:pt x="62" y="37"/>
                  </a:cubicBezTo>
                  <a:cubicBezTo>
                    <a:pt x="60" y="36"/>
                    <a:pt x="59" y="38"/>
                    <a:pt x="58" y="39"/>
                  </a:cubicBezTo>
                  <a:cubicBezTo>
                    <a:pt x="57" y="39"/>
                    <a:pt x="56" y="40"/>
                    <a:pt x="55" y="41"/>
                  </a:cubicBezTo>
                  <a:cubicBezTo>
                    <a:pt x="54" y="41"/>
                    <a:pt x="53" y="42"/>
                    <a:pt x="53" y="44"/>
                  </a:cubicBezTo>
                  <a:cubicBezTo>
                    <a:pt x="53" y="47"/>
                    <a:pt x="53" y="52"/>
                    <a:pt x="53" y="55"/>
                  </a:cubicBezTo>
                  <a:cubicBezTo>
                    <a:pt x="54" y="58"/>
                    <a:pt x="54" y="61"/>
                    <a:pt x="55" y="64"/>
                  </a:cubicBezTo>
                  <a:cubicBezTo>
                    <a:pt x="55" y="68"/>
                    <a:pt x="56" y="70"/>
                    <a:pt x="57" y="74"/>
                  </a:cubicBezTo>
                  <a:cubicBezTo>
                    <a:pt x="58" y="76"/>
                    <a:pt x="59" y="78"/>
                    <a:pt x="60" y="80"/>
                  </a:cubicBezTo>
                  <a:cubicBezTo>
                    <a:pt x="62" y="84"/>
                    <a:pt x="63" y="86"/>
                    <a:pt x="63" y="86"/>
                  </a:cubicBezTo>
                  <a:cubicBezTo>
                    <a:pt x="63" y="86"/>
                    <a:pt x="62" y="87"/>
                    <a:pt x="61" y="87"/>
                  </a:cubicBezTo>
                  <a:cubicBezTo>
                    <a:pt x="60" y="88"/>
                    <a:pt x="60" y="88"/>
                    <a:pt x="59" y="88"/>
                  </a:cubicBezTo>
                  <a:cubicBezTo>
                    <a:pt x="58" y="88"/>
                    <a:pt x="57" y="88"/>
                    <a:pt x="57" y="89"/>
                  </a:cubicBezTo>
                  <a:cubicBezTo>
                    <a:pt x="56" y="89"/>
                    <a:pt x="56" y="89"/>
                    <a:pt x="55" y="89"/>
                  </a:cubicBezTo>
                  <a:cubicBezTo>
                    <a:pt x="54" y="89"/>
                    <a:pt x="52" y="88"/>
                    <a:pt x="50" y="87"/>
                  </a:cubicBezTo>
                  <a:cubicBezTo>
                    <a:pt x="49" y="86"/>
                    <a:pt x="49" y="86"/>
                    <a:pt x="48" y="85"/>
                  </a:cubicBezTo>
                  <a:cubicBezTo>
                    <a:pt x="47" y="84"/>
                    <a:pt x="46" y="82"/>
                    <a:pt x="45" y="81"/>
                  </a:cubicBezTo>
                  <a:cubicBezTo>
                    <a:pt x="44" y="80"/>
                    <a:pt x="43" y="78"/>
                    <a:pt x="42" y="77"/>
                  </a:cubicBezTo>
                  <a:cubicBezTo>
                    <a:pt x="41" y="75"/>
                    <a:pt x="40" y="73"/>
                    <a:pt x="41" y="70"/>
                  </a:cubicBezTo>
                  <a:cubicBezTo>
                    <a:pt x="41" y="69"/>
                    <a:pt x="41" y="67"/>
                    <a:pt x="42" y="65"/>
                  </a:cubicBezTo>
                  <a:cubicBezTo>
                    <a:pt x="42" y="62"/>
                    <a:pt x="42" y="60"/>
                    <a:pt x="43" y="57"/>
                  </a:cubicBezTo>
                  <a:cubicBezTo>
                    <a:pt x="43" y="54"/>
                    <a:pt x="43" y="51"/>
                    <a:pt x="44" y="48"/>
                  </a:cubicBezTo>
                  <a:cubicBezTo>
                    <a:pt x="44" y="47"/>
                    <a:pt x="44" y="47"/>
                    <a:pt x="43" y="47"/>
                  </a:cubicBezTo>
                  <a:cubicBezTo>
                    <a:pt x="39" y="49"/>
                    <a:pt x="36" y="50"/>
                    <a:pt x="33" y="51"/>
                  </a:cubicBezTo>
                  <a:cubicBezTo>
                    <a:pt x="32" y="52"/>
                    <a:pt x="28" y="53"/>
                    <a:pt x="24" y="53"/>
                  </a:cubicBezTo>
                  <a:cubicBezTo>
                    <a:pt x="20" y="54"/>
                    <a:pt x="11" y="53"/>
                    <a:pt x="9" y="52"/>
                  </a:cubicBezTo>
                  <a:cubicBezTo>
                    <a:pt x="7" y="52"/>
                    <a:pt x="6" y="51"/>
                    <a:pt x="5" y="50"/>
                  </a:cubicBezTo>
                  <a:cubicBezTo>
                    <a:pt x="5" y="50"/>
                    <a:pt x="2" y="48"/>
                    <a:pt x="1" y="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620333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文本框 19"/>
          <p:cNvSpPr txBox="1"/>
          <p:nvPr/>
        </p:nvSpPr>
        <p:spPr>
          <a:xfrm>
            <a:off x="4038600" y="722813"/>
            <a:ext cx="7673975" cy="101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毕业论文答辩</a:t>
            </a:r>
            <a:r>
              <a:rPr lang="en-US" altLang="zh-CN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PPT</a:t>
            </a:r>
            <a:r>
              <a:rPr lang="zh-CN" altLang="en-US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模板</a:t>
            </a:r>
          </a:p>
        </p:txBody>
      </p:sp>
      <p:sp>
        <p:nvSpPr>
          <p:cNvPr id="156" name="文本框 155"/>
          <p:cNvSpPr txBox="1"/>
          <p:nvPr/>
        </p:nvSpPr>
        <p:spPr>
          <a:xfrm>
            <a:off x="4038600" y="1982488"/>
            <a:ext cx="7673975" cy="588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答辩人：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        </a:t>
            </a: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指导老师：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 </a:t>
            </a:r>
            <a:endParaRPr lang="zh-CN" altLang="en-US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38665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合 12"/>
          <p:cNvGrpSpPr/>
          <p:nvPr/>
        </p:nvGrpSpPr>
        <p:grpSpPr>
          <a:xfrm>
            <a:off x="-32169" y="-9656"/>
            <a:ext cx="12286893" cy="6867656"/>
            <a:chOff x="-32169" y="-9656"/>
            <a:chExt cx="12286893" cy="6867656"/>
          </a:xfrm>
        </p:grpSpPr>
        <p:sp>
          <p:nvSpPr>
            <p:cNvPr id="91" name="矩形 90"/>
            <p:cNvSpPr/>
            <p:nvPr/>
          </p:nvSpPr>
          <p:spPr>
            <a:xfrm flipH="1">
              <a:off x="6108111" y="-8202"/>
              <a:ext cx="6146613" cy="6866202"/>
            </a:xfrm>
            <a:prstGeom prst="rect">
              <a:avLst/>
            </a:prstGeom>
            <a:blipFill dpi="0" rotWithShape="1">
              <a:blip r:embed="rId3">
                <a:alphaModFix amt="81000"/>
              </a:blip>
              <a:srcRect/>
              <a:tile tx="0" ty="0" sx="100000" sy="100000" flip="none" algn="b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-32169" y="-9656"/>
              <a:ext cx="6140281" cy="6866202"/>
            </a:xfrm>
            <a:prstGeom prst="rect">
              <a:avLst/>
            </a:prstGeom>
            <a:blipFill dpi="0" rotWithShape="1">
              <a:blip r:embed="rId3">
                <a:alphaModFix amt="81000"/>
              </a:blip>
              <a:srcRect/>
              <a:tile tx="0" ty="0" sx="100000" sy="100000" flip="none" algn="b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-32169" y="1563110"/>
            <a:ext cx="12282171" cy="2622236"/>
          </a:xfrm>
          <a:prstGeom prst="rect">
            <a:avLst/>
          </a:prstGeom>
          <a:gradFill flip="none" rotWithShape="1">
            <a:gsLst>
              <a:gs pos="99000">
                <a:srgbClr val="891D86">
                  <a:alpha val="73000"/>
                </a:srgbClr>
              </a:gs>
              <a:gs pos="47720">
                <a:srgbClr val="891D86"/>
              </a:gs>
              <a:gs pos="0">
                <a:srgbClr val="891D86">
                  <a:alpha val="73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0" name="组合 99"/>
          <p:cNvGrpSpPr/>
          <p:nvPr/>
        </p:nvGrpSpPr>
        <p:grpSpPr>
          <a:xfrm>
            <a:off x="4823067" y="1633536"/>
            <a:ext cx="2545867" cy="2551810"/>
            <a:chOff x="-3807940" y="-1775188"/>
            <a:chExt cx="673864" cy="675437"/>
          </a:xfrm>
          <a:solidFill>
            <a:schemeClr val="bg1">
              <a:alpha val="19000"/>
            </a:schemeClr>
          </a:solidFill>
        </p:grpSpPr>
        <p:sp>
          <p:nvSpPr>
            <p:cNvPr id="67" name="Freeform 53"/>
            <p:cNvSpPr>
              <a:spLocks noEditPoints="1"/>
            </p:cNvSpPr>
            <p:nvPr/>
          </p:nvSpPr>
          <p:spPr bwMode="auto">
            <a:xfrm>
              <a:off x="-3807940" y="-1775188"/>
              <a:ext cx="673864" cy="675437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54"/>
            <p:cNvSpPr>
              <a:spLocks noEditPoints="1"/>
            </p:cNvSpPr>
            <p:nvPr/>
          </p:nvSpPr>
          <p:spPr bwMode="auto">
            <a:xfrm>
              <a:off x="-3765479" y="-1511775"/>
              <a:ext cx="588943" cy="36877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55"/>
            <p:cNvSpPr>
              <a:spLocks noEditPoints="1"/>
            </p:cNvSpPr>
            <p:nvPr/>
          </p:nvSpPr>
          <p:spPr bwMode="auto">
            <a:xfrm>
              <a:off x="-3701002" y="-1668250"/>
              <a:ext cx="459989" cy="4607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56"/>
            <p:cNvSpPr>
              <a:spLocks/>
            </p:cNvSpPr>
            <p:nvPr/>
          </p:nvSpPr>
          <p:spPr bwMode="auto">
            <a:xfrm>
              <a:off x="-3677413" y="-1622645"/>
              <a:ext cx="412024" cy="378213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57"/>
            <p:cNvSpPr>
              <a:spLocks noEditPoints="1"/>
            </p:cNvSpPr>
            <p:nvPr/>
          </p:nvSpPr>
          <p:spPr bwMode="auto">
            <a:xfrm>
              <a:off x="-3564971" y="-1556595"/>
              <a:ext cx="187927" cy="252404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58"/>
            <p:cNvSpPr>
              <a:spLocks noEditPoints="1"/>
            </p:cNvSpPr>
            <p:nvPr/>
          </p:nvSpPr>
          <p:spPr bwMode="auto">
            <a:xfrm>
              <a:off x="-3271679" y="-1615568"/>
              <a:ext cx="84921" cy="62904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59"/>
            <p:cNvSpPr>
              <a:spLocks/>
            </p:cNvSpPr>
            <p:nvPr/>
          </p:nvSpPr>
          <p:spPr bwMode="auto">
            <a:xfrm>
              <a:off x="-3746608" y="-1619499"/>
              <a:ext cx="79417" cy="70768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60"/>
            <p:cNvSpPr>
              <a:spLocks noEditPoints="1"/>
            </p:cNvSpPr>
            <p:nvPr/>
          </p:nvSpPr>
          <p:spPr bwMode="auto">
            <a:xfrm>
              <a:off x="-3659328" y="-1705993"/>
              <a:ext cx="56614" cy="74699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61"/>
            <p:cNvSpPr>
              <a:spLocks noEditPoints="1"/>
            </p:cNvSpPr>
            <p:nvPr/>
          </p:nvSpPr>
          <p:spPr bwMode="auto">
            <a:xfrm>
              <a:off x="-3563399" y="-1753170"/>
              <a:ext cx="62904" cy="86494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62"/>
            <p:cNvSpPr>
              <a:spLocks/>
            </p:cNvSpPr>
            <p:nvPr/>
          </p:nvSpPr>
          <p:spPr bwMode="auto">
            <a:xfrm>
              <a:off x="-3446238" y="-1728795"/>
              <a:ext cx="49538" cy="40888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63"/>
            <p:cNvSpPr>
              <a:spLocks/>
            </p:cNvSpPr>
            <p:nvPr/>
          </p:nvSpPr>
          <p:spPr bwMode="auto">
            <a:xfrm>
              <a:off x="-3353452" y="-1692625"/>
              <a:ext cx="66836" cy="70768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79" name="椭圆 78"/>
          <p:cNvSpPr/>
          <p:nvPr/>
        </p:nvSpPr>
        <p:spPr>
          <a:xfrm rot="5975941">
            <a:off x="11356318" y="2746580"/>
            <a:ext cx="840334" cy="840334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891D86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椭圆 82"/>
          <p:cNvSpPr/>
          <p:nvPr/>
        </p:nvSpPr>
        <p:spPr>
          <a:xfrm rot="5101617">
            <a:off x="552041" y="3183013"/>
            <a:ext cx="840334" cy="840334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1">
                    <a:lumMod val="5000"/>
                    <a:lumOff val="95000"/>
                    <a:alpha val="91000"/>
                  </a:schemeClr>
                </a:gs>
                <a:gs pos="100000">
                  <a:srgbClr val="891D86">
                    <a:alpha val="52000"/>
                  </a:srgbClr>
                </a:gs>
              </a:gsLst>
              <a:lin ang="2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椭圆 83"/>
          <p:cNvSpPr/>
          <p:nvPr/>
        </p:nvSpPr>
        <p:spPr>
          <a:xfrm rot="1324864">
            <a:off x="10692142" y="3323157"/>
            <a:ext cx="497117" cy="471453"/>
          </a:xfrm>
          <a:prstGeom prst="ellipse">
            <a:avLst/>
          </a:prstGeom>
          <a:noFill/>
          <a:ln w="63500">
            <a:gradFill>
              <a:gsLst>
                <a:gs pos="0">
                  <a:srgbClr val="891D86"/>
                </a:gs>
                <a:gs pos="100000">
                  <a:schemeClr val="bg1">
                    <a:alpha val="64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文本框 100"/>
          <p:cNvSpPr txBox="1"/>
          <p:nvPr/>
        </p:nvSpPr>
        <p:spPr>
          <a:xfrm>
            <a:off x="537884" y="1912058"/>
            <a:ext cx="1117469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毕业论文答辩</a:t>
            </a:r>
            <a:r>
              <a:rPr lang="en-US" altLang="zh-CN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PPT</a:t>
            </a:r>
            <a:r>
              <a:rPr lang="zh-CN" altLang="en-US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模板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1571871" y="3108383"/>
            <a:ext cx="9239249" cy="588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答辩人：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        </a:t>
            </a: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指导老师：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 </a:t>
            </a:r>
            <a:endParaRPr lang="zh-CN" altLang="en-US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椭圆 4"/>
          <p:cNvSpPr/>
          <p:nvPr/>
        </p:nvSpPr>
        <p:spPr>
          <a:xfrm>
            <a:off x="276267" y="1696055"/>
            <a:ext cx="513790" cy="513790"/>
          </a:xfrm>
          <a:prstGeom prst="ellipse">
            <a:avLst/>
          </a:prstGeom>
          <a:noFill/>
          <a:ln w="63500">
            <a:gradFill>
              <a:gsLst>
                <a:gs pos="0">
                  <a:srgbClr val="891D86"/>
                </a:gs>
                <a:gs pos="100000">
                  <a:schemeClr val="bg1">
                    <a:alpha val="88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3" name="直接连接符 92"/>
          <p:cNvCxnSpPr/>
          <p:nvPr/>
        </p:nvCxnSpPr>
        <p:spPr>
          <a:xfrm>
            <a:off x="10050374" y="2387285"/>
            <a:ext cx="924519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>
            <a:off x="1109611" y="2387285"/>
            <a:ext cx="924519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>
            <a:off x="1571870" y="2628714"/>
            <a:ext cx="442718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/>
          <p:cNvCxnSpPr/>
          <p:nvPr/>
        </p:nvCxnSpPr>
        <p:spPr>
          <a:xfrm>
            <a:off x="10069915" y="2628714"/>
            <a:ext cx="442718" cy="0"/>
          </a:xfrm>
          <a:prstGeom prst="line">
            <a:avLst/>
          </a:prstGeom>
          <a:ln w="635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2653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048000" cy="6858000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048000" y="3465512"/>
            <a:ext cx="6096000" cy="3392487"/>
          </a:xfrm>
          <a:prstGeom prst="rect">
            <a:avLst/>
          </a:prstGeom>
          <a:blipFill dpi="0" rotWithShape="1">
            <a:blip r:embed="rId4"/>
            <a:srcRect/>
            <a:tile tx="0" ty="-190500" sx="100000" sy="100000" flip="none" algn="ctr"/>
          </a:blip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048000" y="0"/>
            <a:ext cx="6096000" cy="3465513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9144000" y="0"/>
            <a:ext cx="3048000" cy="6858000"/>
          </a:xfrm>
          <a:prstGeom prst="rect">
            <a:avLst/>
          </a:prstGeom>
          <a:blipFill dpi="0" rotWithShape="1">
            <a:blip r:embed="rId6"/>
            <a:srcRect/>
            <a:tile tx="0" ty="0" sx="100000" sy="100000" flip="none" algn="bl"/>
          </a:blipFill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1195" y="-44958"/>
            <a:ext cx="12192000" cy="7020940"/>
          </a:xfrm>
          <a:prstGeom prst="rect">
            <a:avLst/>
          </a:prstGeom>
          <a:solidFill>
            <a:srgbClr val="891D86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03" name="组合 102"/>
          <p:cNvGrpSpPr/>
          <p:nvPr/>
        </p:nvGrpSpPr>
        <p:grpSpPr>
          <a:xfrm>
            <a:off x="9562949" y="5728431"/>
            <a:ext cx="2064053" cy="566927"/>
            <a:chOff x="-2937499" y="-1721719"/>
            <a:chExt cx="2064053" cy="566927"/>
          </a:xfrm>
        </p:grpSpPr>
        <p:sp>
          <p:nvSpPr>
            <p:cNvPr id="19" name="Freeform 5"/>
            <p:cNvSpPr>
              <a:spLocks/>
            </p:cNvSpPr>
            <p:nvPr/>
          </p:nvSpPr>
          <p:spPr bwMode="auto">
            <a:xfrm>
              <a:off x="-1504064" y="-1687908"/>
              <a:ext cx="283070" cy="33575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0" name="Freeform 6"/>
            <p:cNvSpPr>
              <a:spLocks/>
            </p:cNvSpPr>
            <p:nvPr/>
          </p:nvSpPr>
          <p:spPr bwMode="auto">
            <a:xfrm>
              <a:off x="-2937499" y="-1718574"/>
              <a:ext cx="287002" cy="434827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1" name="Freeform 7"/>
            <p:cNvSpPr>
              <a:spLocks noEditPoints="1"/>
            </p:cNvSpPr>
            <p:nvPr/>
          </p:nvSpPr>
          <p:spPr bwMode="auto">
            <a:xfrm>
              <a:off x="-2078853" y="-1713856"/>
              <a:ext cx="185568" cy="380572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2" name="Freeform 8"/>
            <p:cNvSpPr>
              <a:spLocks/>
            </p:cNvSpPr>
            <p:nvPr/>
          </p:nvSpPr>
          <p:spPr bwMode="auto">
            <a:xfrm>
              <a:off x="-2575798" y="-1636798"/>
              <a:ext cx="295651" cy="31609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3" name="Freeform 9"/>
            <p:cNvSpPr>
              <a:spLocks/>
            </p:cNvSpPr>
            <p:nvPr/>
          </p:nvSpPr>
          <p:spPr bwMode="auto">
            <a:xfrm>
              <a:off x="-1812296" y="-1606132"/>
              <a:ext cx="230388" cy="21702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4" name="Freeform 10"/>
            <p:cNvSpPr>
              <a:spLocks/>
            </p:cNvSpPr>
            <p:nvPr/>
          </p:nvSpPr>
          <p:spPr bwMode="auto">
            <a:xfrm>
              <a:off x="-1133713" y="-1560526"/>
              <a:ext cx="257122" cy="242969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5" name="Freeform 11"/>
            <p:cNvSpPr>
              <a:spLocks noEditPoints="1"/>
            </p:cNvSpPr>
            <p:nvPr/>
          </p:nvSpPr>
          <p:spPr bwMode="auto">
            <a:xfrm>
              <a:off x="-2189723" y="-1633653"/>
              <a:ext cx="116373" cy="293292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6" name="Freeform 12"/>
            <p:cNvSpPr>
              <a:spLocks/>
            </p:cNvSpPr>
            <p:nvPr/>
          </p:nvSpPr>
          <p:spPr bwMode="auto">
            <a:xfrm>
              <a:off x="-1106193" y="-1721719"/>
              <a:ext cx="198149" cy="136817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7" name="Freeform 13"/>
            <p:cNvSpPr>
              <a:spLocks/>
            </p:cNvSpPr>
            <p:nvPr/>
          </p:nvSpPr>
          <p:spPr bwMode="auto">
            <a:xfrm>
              <a:off x="-1099116" y="-1625003"/>
              <a:ext cx="225670" cy="86494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8" name="Freeform 14"/>
            <p:cNvSpPr>
              <a:spLocks/>
            </p:cNvSpPr>
            <p:nvPr/>
          </p:nvSpPr>
          <p:spPr bwMode="auto">
            <a:xfrm>
              <a:off x="-2451562" y="-1705993"/>
              <a:ext cx="79417" cy="8570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29" name="Freeform 15"/>
            <p:cNvSpPr>
              <a:spLocks/>
            </p:cNvSpPr>
            <p:nvPr/>
          </p:nvSpPr>
          <p:spPr bwMode="auto">
            <a:xfrm>
              <a:off x="-1161234" y="-1546373"/>
              <a:ext cx="46392" cy="77845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0" name="Freeform 16"/>
            <p:cNvSpPr>
              <a:spLocks/>
            </p:cNvSpPr>
            <p:nvPr/>
          </p:nvSpPr>
          <p:spPr bwMode="auto">
            <a:xfrm>
              <a:off x="-2925705" y="-1224774"/>
              <a:ext cx="46392" cy="68409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1" name="Freeform 17"/>
            <p:cNvSpPr>
              <a:spLocks noEditPoints="1"/>
            </p:cNvSpPr>
            <p:nvPr/>
          </p:nvSpPr>
          <p:spPr bwMode="auto">
            <a:xfrm>
              <a:off x="-2873022" y="-1224774"/>
              <a:ext cx="57401" cy="68409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2" name="Freeform 18"/>
            <p:cNvSpPr>
              <a:spLocks/>
            </p:cNvSpPr>
            <p:nvPr/>
          </p:nvSpPr>
          <p:spPr bwMode="auto">
            <a:xfrm>
              <a:off x="-2809332" y="-1224774"/>
              <a:ext cx="45606" cy="68409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3" name="Freeform 19"/>
            <p:cNvSpPr>
              <a:spLocks/>
            </p:cNvSpPr>
            <p:nvPr/>
          </p:nvSpPr>
          <p:spPr bwMode="auto">
            <a:xfrm>
              <a:off x="-2755863" y="-1224774"/>
              <a:ext cx="36957" cy="69981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-2706325" y="-1224774"/>
              <a:ext cx="11008" cy="68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5" name="Freeform 21"/>
            <p:cNvSpPr>
              <a:spLocks/>
            </p:cNvSpPr>
            <p:nvPr/>
          </p:nvSpPr>
          <p:spPr bwMode="auto">
            <a:xfrm>
              <a:off x="-2684309" y="-1224774"/>
              <a:ext cx="46392" cy="68409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6" name="Freeform 22"/>
            <p:cNvSpPr>
              <a:spLocks/>
            </p:cNvSpPr>
            <p:nvPr/>
          </p:nvSpPr>
          <p:spPr bwMode="auto">
            <a:xfrm>
              <a:off x="-2627695" y="-1225560"/>
              <a:ext cx="53469" cy="70768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7" name="Freeform 23"/>
            <p:cNvSpPr>
              <a:spLocks/>
            </p:cNvSpPr>
            <p:nvPr/>
          </p:nvSpPr>
          <p:spPr bwMode="auto">
            <a:xfrm>
              <a:off x="-2541201" y="-1224774"/>
              <a:ext cx="46392" cy="69981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8" name="Freeform 24"/>
            <p:cNvSpPr>
              <a:spLocks/>
            </p:cNvSpPr>
            <p:nvPr/>
          </p:nvSpPr>
          <p:spPr bwMode="auto">
            <a:xfrm>
              <a:off x="-2483014" y="-1224774"/>
              <a:ext cx="46392" cy="68409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39" name="Rectangle 25"/>
            <p:cNvSpPr>
              <a:spLocks noChangeArrowheads="1"/>
            </p:cNvSpPr>
            <p:nvPr/>
          </p:nvSpPr>
          <p:spPr bwMode="auto">
            <a:xfrm>
              <a:off x="-2424828" y="-1224774"/>
              <a:ext cx="11795" cy="68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0" name="Freeform 26"/>
            <p:cNvSpPr>
              <a:spLocks/>
            </p:cNvSpPr>
            <p:nvPr/>
          </p:nvSpPr>
          <p:spPr bwMode="auto">
            <a:xfrm>
              <a:off x="-2408316" y="-1224774"/>
              <a:ext cx="53469" cy="68409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1" name="Freeform 27"/>
            <p:cNvSpPr>
              <a:spLocks/>
            </p:cNvSpPr>
            <p:nvPr/>
          </p:nvSpPr>
          <p:spPr bwMode="auto">
            <a:xfrm>
              <a:off x="-2348556" y="-1224774"/>
              <a:ext cx="44033" cy="68409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2" name="Freeform 28"/>
            <p:cNvSpPr>
              <a:spLocks noEditPoints="1"/>
            </p:cNvSpPr>
            <p:nvPr/>
          </p:nvSpPr>
          <p:spPr bwMode="auto">
            <a:xfrm>
              <a:off x="-2295088" y="-1224774"/>
              <a:ext cx="51896" cy="68409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3" name="Freeform 29"/>
            <p:cNvSpPr>
              <a:spLocks/>
            </p:cNvSpPr>
            <p:nvPr/>
          </p:nvSpPr>
          <p:spPr bwMode="auto">
            <a:xfrm>
              <a:off x="-2239260" y="-1225560"/>
              <a:ext cx="46392" cy="70768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4" name="Rectangle 30"/>
            <p:cNvSpPr>
              <a:spLocks noChangeArrowheads="1"/>
            </p:cNvSpPr>
            <p:nvPr/>
          </p:nvSpPr>
          <p:spPr bwMode="auto">
            <a:xfrm>
              <a:off x="-2183432" y="-1224774"/>
              <a:ext cx="11795" cy="68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5" name="Freeform 31"/>
            <p:cNvSpPr>
              <a:spLocks/>
            </p:cNvSpPr>
            <p:nvPr/>
          </p:nvSpPr>
          <p:spPr bwMode="auto">
            <a:xfrm>
              <a:off x="-2164561" y="-1224774"/>
              <a:ext cx="45606" cy="68409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6" name="Freeform 32"/>
            <p:cNvSpPr>
              <a:spLocks/>
            </p:cNvSpPr>
            <p:nvPr/>
          </p:nvSpPr>
          <p:spPr bwMode="auto">
            <a:xfrm>
              <a:off x="-2117382" y="-1224774"/>
              <a:ext cx="53469" cy="68409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7" name="Freeform 33"/>
            <p:cNvSpPr>
              <a:spLocks noEditPoints="1"/>
            </p:cNvSpPr>
            <p:nvPr/>
          </p:nvSpPr>
          <p:spPr bwMode="auto">
            <a:xfrm>
              <a:off x="-2038752" y="-1225560"/>
              <a:ext cx="55041" cy="70768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8" name="Freeform 34"/>
            <p:cNvSpPr>
              <a:spLocks/>
            </p:cNvSpPr>
            <p:nvPr/>
          </p:nvSpPr>
          <p:spPr bwMode="auto">
            <a:xfrm>
              <a:off x="-1974275" y="-1224774"/>
              <a:ext cx="39315" cy="68409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49" name="Freeform 35"/>
            <p:cNvSpPr>
              <a:spLocks/>
            </p:cNvSpPr>
            <p:nvPr/>
          </p:nvSpPr>
          <p:spPr bwMode="auto">
            <a:xfrm>
              <a:off x="-1905080" y="-1225560"/>
              <a:ext cx="46392" cy="70768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0" name="Freeform 36"/>
            <p:cNvSpPr>
              <a:spLocks/>
            </p:cNvSpPr>
            <p:nvPr/>
          </p:nvSpPr>
          <p:spPr bwMode="auto">
            <a:xfrm>
              <a:off x="-1850824" y="-1225560"/>
              <a:ext cx="50324" cy="70768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1" name="Rectangle 37"/>
            <p:cNvSpPr>
              <a:spLocks noChangeArrowheads="1"/>
            </p:cNvSpPr>
            <p:nvPr/>
          </p:nvSpPr>
          <p:spPr bwMode="auto">
            <a:xfrm>
              <a:off x="-1791065" y="-1224774"/>
              <a:ext cx="11795" cy="6840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2" name="Freeform 38"/>
            <p:cNvSpPr>
              <a:spLocks/>
            </p:cNvSpPr>
            <p:nvPr/>
          </p:nvSpPr>
          <p:spPr bwMode="auto">
            <a:xfrm>
              <a:off x="-1768263" y="-1224774"/>
              <a:ext cx="44033" cy="68409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3" name="Freeform 39"/>
            <p:cNvSpPr>
              <a:spLocks/>
            </p:cNvSpPr>
            <p:nvPr/>
          </p:nvSpPr>
          <p:spPr bwMode="auto">
            <a:xfrm>
              <a:off x="-1714794" y="-1224774"/>
              <a:ext cx="45606" cy="68409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4" name="Freeform 40"/>
            <p:cNvSpPr>
              <a:spLocks/>
            </p:cNvSpPr>
            <p:nvPr/>
          </p:nvSpPr>
          <p:spPr bwMode="auto">
            <a:xfrm>
              <a:off x="-1658966" y="-1225560"/>
              <a:ext cx="50324" cy="70768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5" name="Freeform 41"/>
            <p:cNvSpPr>
              <a:spLocks/>
            </p:cNvSpPr>
            <p:nvPr/>
          </p:nvSpPr>
          <p:spPr bwMode="auto">
            <a:xfrm>
              <a:off x="-1598421" y="-1224774"/>
              <a:ext cx="44033" cy="68409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6" name="Freeform 42"/>
            <p:cNvSpPr>
              <a:spLocks noEditPoints="1"/>
            </p:cNvSpPr>
            <p:nvPr/>
          </p:nvSpPr>
          <p:spPr bwMode="auto">
            <a:xfrm>
              <a:off x="-1524508" y="-1225560"/>
              <a:ext cx="52683" cy="70768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7" name="Freeform 43"/>
            <p:cNvSpPr>
              <a:spLocks/>
            </p:cNvSpPr>
            <p:nvPr/>
          </p:nvSpPr>
          <p:spPr bwMode="auto">
            <a:xfrm>
              <a:off x="-1445877" y="-1224774"/>
              <a:ext cx="45606" cy="68409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8" name="Freeform 44"/>
            <p:cNvSpPr>
              <a:spLocks/>
            </p:cNvSpPr>
            <p:nvPr/>
          </p:nvSpPr>
          <p:spPr bwMode="auto">
            <a:xfrm>
              <a:off x="-1393194" y="-1224774"/>
              <a:ext cx="44033" cy="68409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59" name="Freeform 45"/>
            <p:cNvSpPr>
              <a:spLocks/>
            </p:cNvSpPr>
            <p:nvPr/>
          </p:nvSpPr>
          <p:spPr bwMode="auto">
            <a:xfrm>
              <a:off x="-1341298" y="-1225560"/>
              <a:ext cx="50324" cy="70768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0" name="Freeform 46"/>
            <p:cNvSpPr>
              <a:spLocks/>
            </p:cNvSpPr>
            <p:nvPr/>
          </p:nvSpPr>
          <p:spPr bwMode="auto">
            <a:xfrm>
              <a:off x="-1280754" y="-1224774"/>
              <a:ext cx="46392" cy="68409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1" name="Freeform 47"/>
            <p:cNvSpPr>
              <a:spLocks/>
            </p:cNvSpPr>
            <p:nvPr/>
          </p:nvSpPr>
          <p:spPr bwMode="auto">
            <a:xfrm>
              <a:off x="-1222566" y="-1224774"/>
              <a:ext cx="45606" cy="68409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2" name="Freeform 48"/>
            <p:cNvSpPr>
              <a:spLocks noEditPoints="1"/>
            </p:cNvSpPr>
            <p:nvPr/>
          </p:nvSpPr>
          <p:spPr bwMode="auto">
            <a:xfrm>
              <a:off x="-1166739" y="-1225560"/>
              <a:ext cx="55828" cy="70768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3" name="Freeform 49"/>
            <p:cNvSpPr>
              <a:spLocks/>
            </p:cNvSpPr>
            <p:nvPr/>
          </p:nvSpPr>
          <p:spPr bwMode="auto">
            <a:xfrm>
              <a:off x="-1101475" y="-1223987"/>
              <a:ext cx="40102" cy="67622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4" name="Freeform 50"/>
            <p:cNvSpPr>
              <a:spLocks noEditPoints="1"/>
            </p:cNvSpPr>
            <p:nvPr/>
          </p:nvSpPr>
          <p:spPr bwMode="auto">
            <a:xfrm>
              <a:off x="-1055083" y="-1225560"/>
              <a:ext cx="55828" cy="70768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5" name="Freeform 51"/>
            <p:cNvSpPr>
              <a:spLocks/>
            </p:cNvSpPr>
            <p:nvPr/>
          </p:nvSpPr>
          <p:spPr bwMode="auto">
            <a:xfrm>
              <a:off x="-992178" y="-1225560"/>
              <a:ext cx="54255" cy="70768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6" name="Freeform 52"/>
            <p:cNvSpPr>
              <a:spLocks/>
            </p:cNvSpPr>
            <p:nvPr/>
          </p:nvSpPr>
          <p:spPr bwMode="auto">
            <a:xfrm>
              <a:off x="-933206" y="-1224774"/>
              <a:ext cx="53469" cy="68409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grpSp>
        <p:nvGrpSpPr>
          <p:cNvPr id="100" name="组合 99"/>
          <p:cNvGrpSpPr/>
          <p:nvPr/>
        </p:nvGrpSpPr>
        <p:grpSpPr>
          <a:xfrm>
            <a:off x="2537756" y="3771217"/>
            <a:ext cx="7017260" cy="7033641"/>
            <a:chOff x="-3807940" y="-1775188"/>
            <a:chExt cx="673864" cy="675437"/>
          </a:xfrm>
          <a:solidFill>
            <a:schemeClr val="bg1">
              <a:alpha val="19000"/>
            </a:schemeClr>
          </a:solidFill>
        </p:grpSpPr>
        <p:sp>
          <p:nvSpPr>
            <p:cNvPr id="67" name="Freeform 53"/>
            <p:cNvSpPr>
              <a:spLocks noEditPoints="1"/>
            </p:cNvSpPr>
            <p:nvPr/>
          </p:nvSpPr>
          <p:spPr bwMode="auto">
            <a:xfrm>
              <a:off x="-3807940" y="-1775188"/>
              <a:ext cx="673864" cy="675437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8" name="Freeform 54"/>
            <p:cNvSpPr>
              <a:spLocks noEditPoints="1"/>
            </p:cNvSpPr>
            <p:nvPr/>
          </p:nvSpPr>
          <p:spPr bwMode="auto">
            <a:xfrm>
              <a:off x="-3765479" y="-1511775"/>
              <a:ext cx="588943" cy="36877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69" name="Freeform 55"/>
            <p:cNvSpPr>
              <a:spLocks noEditPoints="1"/>
            </p:cNvSpPr>
            <p:nvPr/>
          </p:nvSpPr>
          <p:spPr bwMode="auto">
            <a:xfrm>
              <a:off x="-3701002" y="-1668250"/>
              <a:ext cx="459989" cy="4607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0" name="Freeform 56"/>
            <p:cNvSpPr>
              <a:spLocks/>
            </p:cNvSpPr>
            <p:nvPr/>
          </p:nvSpPr>
          <p:spPr bwMode="auto">
            <a:xfrm>
              <a:off x="-3677413" y="-1622645"/>
              <a:ext cx="412024" cy="378213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1" name="Freeform 57"/>
            <p:cNvSpPr>
              <a:spLocks noEditPoints="1"/>
            </p:cNvSpPr>
            <p:nvPr/>
          </p:nvSpPr>
          <p:spPr bwMode="auto">
            <a:xfrm>
              <a:off x="-3564971" y="-1556595"/>
              <a:ext cx="187927" cy="252404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2" name="Freeform 58"/>
            <p:cNvSpPr>
              <a:spLocks noEditPoints="1"/>
            </p:cNvSpPr>
            <p:nvPr/>
          </p:nvSpPr>
          <p:spPr bwMode="auto">
            <a:xfrm>
              <a:off x="-3271679" y="-1615568"/>
              <a:ext cx="84921" cy="62904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3" name="Freeform 59"/>
            <p:cNvSpPr>
              <a:spLocks/>
            </p:cNvSpPr>
            <p:nvPr/>
          </p:nvSpPr>
          <p:spPr bwMode="auto">
            <a:xfrm>
              <a:off x="-3746608" y="-1619499"/>
              <a:ext cx="79417" cy="70768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4" name="Freeform 60"/>
            <p:cNvSpPr>
              <a:spLocks noEditPoints="1"/>
            </p:cNvSpPr>
            <p:nvPr/>
          </p:nvSpPr>
          <p:spPr bwMode="auto">
            <a:xfrm>
              <a:off x="-3659328" y="-1705993"/>
              <a:ext cx="56614" cy="74699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5" name="Freeform 61"/>
            <p:cNvSpPr>
              <a:spLocks noEditPoints="1"/>
            </p:cNvSpPr>
            <p:nvPr/>
          </p:nvSpPr>
          <p:spPr bwMode="auto">
            <a:xfrm>
              <a:off x="-3563399" y="-1753170"/>
              <a:ext cx="62904" cy="86494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6" name="Freeform 62"/>
            <p:cNvSpPr>
              <a:spLocks/>
            </p:cNvSpPr>
            <p:nvPr/>
          </p:nvSpPr>
          <p:spPr bwMode="auto">
            <a:xfrm>
              <a:off x="-3446238" y="-1728795"/>
              <a:ext cx="49538" cy="40888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77" name="Freeform 63"/>
            <p:cNvSpPr>
              <a:spLocks/>
            </p:cNvSpPr>
            <p:nvPr/>
          </p:nvSpPr>
          <p:spPr bwMode="auto">
            <a:xfrm>
              <a:off x="-3353452" y="-1692625"/>
              <a:ext cx="66836" cy="70768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  <p:sp>
        <p:nvSpPr>
          <p:cNvPr id="101" name="文本框 100"/>
          <p:cNvSpPr txBox="1"/>
          <p:nvPr/>
        </p:nvSpPr>
        <p:spPr>
          <a:xfrm>
            <a:off x="482600" y="1861762"/>
            <a:ext cx="11229975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毕业论文答辩</a:t>
            </a:r>
            <a:r>
              <a:rPr lang="en-US" altLang="zh-CN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PPT</a:t>
            </a:r>
            <a:r>
              <a:rPr lang="zh-CN" altLang="en-US" sz="5400" dirty="0">
                <a:solidFill>
                  <a:schemeClr val="bg1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模板</a:t>
            </a:r>
          </a:p>
        </p:txBody>
      </p:sp>
      <p:sp>
        <p:nvSpPr>
          <p:cNvPr id="102" name="文本框 101"/>
          <p:cNvSpPr txBox="1"/>
          <p:nvPr/>
        </p:nvSpPr>
        <p:spPr>
          <a:xfrm>
            <a:off x="1571871" y="3104974"/>
            <a:ext cx="9239249" cy="588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答辩人：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        </a:t>
            </a: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指导老师：</a:t>
            </a:r>
            <a:r>
              <a:rPr lang="en-US" altLang="zh-CN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XXX </a:t>
            </a:r>
            <a:endParaRPr lang="zh-CN" altLang="en-US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7384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 amt="81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114" y="60734"/>
            <a:ext cx="12190943" cy="6858000"/>
          </a:xfrm>
          <a:prstGeom prst="rect">
            <a:avLst/>
          </a:prstGeom>
          <a:solidFill>
            <a:schemeClr val="bg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6BF060F-C6E3-40F3-8894-BB19576D7B2A}"/>
              </a:ext>
            </a:extLst>
          </p:cNvPr>
          <p:cNvSpPr txBox="1"/>
          <p:nvPr/>
        </p:nvSpPr>
        <p:spPr>
          <a:xfrm>
            <a:off x="1430848" y="2106582"/>
            <a:ext cx="9199051" cy="923330"/>
          </a:xfrm>
          <a:prstGeom prst="rect">
            <a:avLst/>
          </a:prstGeom>
          <a:noFill/>
          <a:ln w="25400">
            <a:noFill/>
          </a:ln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prstMaterial="matte">
              <a:extrusionClr>
                <a:srgbClr val="891D86"/>
              </a:extrusionClr>
              <a:contourClr>
                <a:schemeClr val="bg1"/>
              </a:contourClr>
            </a:sp3d>
          </a:bodyPr>
          <a:lstStyle/>
          <a:p>
            <a:pPr algn="ctr"/>
            <a:r>
              <a:rPr lang="zh-CN" altLang="en-US" sz="5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毕业论文答辩</a:t>
            </a:r>
            <a:r>
              <a:rPr lang="en-US" altLang="zh-CN" sz="5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PPT</a:t>
            </a:r>
            <a:r>
              <a:rPr lang="zh-CN" altLang="en-US" sz="5400" b="1" spc="300" dirty="0">
                <a:ln w="12700" cap="rnd">
                  <a:noFill/>
                  <a:bevel/>
                </a:ln>
                <a:solidFill>
                  <a:srgbClr val="891D86"/>
                </a:solidFill>
                <a:effectLst/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模板</a:t>
            </a:r>
          </a:p>
        </p:txBody>
      </p:sp>
      <p:sp>
        <p:nvSpPr>
          <p:cNvPr id="24" name="矩形: 剪去对角 7">
            <a:extLst>
              <a:ext uri="{FF2B5EF4-FFF2-40B4-BE49-F238E27FC236}">
                <a16:creationId xmlns:a16="http://schemas.microsoft.com/office/drawing/2014/main" id="{BAFCD4D8-587B-4B34-81AA-0EA6FBD060C7}"/>
              </a:ext>
            </a:extLst>
          </p:cNvPr>
          <p:cNvSpPr/>
          <p:nvPr/>
        </p:nvSpPr>
        <p:spPr>
          <a:xfrm>
            <a:off x="666308" y="1178574"/>
            <a:ext cx="2398913" cy="369332"/>
          </a:xfrm>
          <a:prstGeom prst="snip2DiagRect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pc="6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</a:t>
            </a:r>
          </a:p>
        </p:txBody>
      </p: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ED19BFC9-3B3C-476D-8C81-3A256CE2B166}"/>
              </a:ext>
            </a:extLst>
          </p:cNvPr>
          <p:cNvCxnSpPr>
            <a:cxnSpLocks/>
          </p:cNvCxnSpPr>
          <p:nvPr/>
        </p:nvCxnSpPr>
        <p:spPr>
          <a:xfrm>
            <a:off x="2885908" y="1178574"/>
            <a:ext cx="0" cy="369332"/>
          </a:xfrm>
          <a:prstGeom prst="line">
            <a:avLst/>
          </a:prstGeom>
          <a:solidFill>
            <a:schemeClr val="accent1">
              <a:lumMod val="50000"/>
            </a:schemeClr>
          </a:solidFill>
          <a:ln w="9525">
            <a:solidFill>
              <a:srgbClr val="FBFBF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0" y="6489117"/>
            <a:ext cx="12193057" cy="368883"/>
          </a:xfrm>
          <a:prstGeom prst="rect">
            <a:avLst/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0" y="-8707"/>
            <a:ext cx="12193057" cy="368883"/>
          </a:xfrm>
          <a:prstGeom prst="rect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9246259" y="3900813"/>
            <a:ext cx="2381250" cy="2381250"/>
          </a:xfrm>
          <a:prstGeom prst="ellipse">
            <a:avLst/>
          </a:prstGeom>
          <a:blipFill dpi="0" rotWithShape="1">
            <a:blip r:embed="rId5">
              <a:alphaModFix amt="4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1845181" y="3295657"/>
            <a:ext cx="5964043" cy="2441549"/>
            <a:chOff x="1845181" y="3295657"/>
            <a:chExt cx="5964043" cy="2441549"/>
          </a:xfrm>
        </p:grpSpPr>
        <p:sp>
          <p:nvSpPr>
            <p:cNvPr id="28" name="student-with-graduation-cap_57073">
              <a:extLst>
                <a:ext uri="{FF2B5EF4-FFF2-40B4-BE49-F238E27FC236}">
                  <a16:creationId xmlns:a16="http://schemas.microsoft.com/office/drawing/2014/main" id="{6CC60432-9C56-4084-96C6-B83B81A27A7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845181" y="5072031"/>
              <a:ext cx="665209" cy="665175"/>
            </a:xfrm>
            <a:custGeom>
              <a:avLst/>
              <a:gdLst>
                <a:gd name="connsiteX0" fmla="*/ 52908 w 606775"/>
                <a:gd name="connsiteY0" fmla="*/ 341560 h 606745"/>
                <a:gd name="connsiteX1" fmla="*/ 115358 w 606775"/>
                <a:gd name="connsiteY1" fmla="*/ 370976 h 606745"/>
                <a:gd name="connsiteX2" fmla="*/ 105394 w 606775"/>
                <a:gd name="connsiteY2" fmla="*/ 370976 h 606745"/>
                <a:gd name="connsiteX3" fmla="*/ 105394 w 606775"/>
                <a:gd name="connsiteY3" fmla="*/ 580529 h 606745"/>
                <a:gd name="connsiteX4" fmla="*/ 79151 w 606775"/>
                <a:gd name="connsiteY4" fmla="*/ 606745 h 606745"/>
                <a:gd name="connsiteX5" fmla="*/ 52908 w 606775"/>
                <a:gd name="connsiteY5" fmla="*/ 580529 h 606745"/>
                <a:gd name="connsiteX6" fmla="*/ 168755 w 606775"/>
                <a:gd name="connsiteY6" fmla="*/ 314181 h 606745"/>
                <a:gd name="connsiteX7" fmla="*/ 169200 w 606775"/>
                <a:gd name="connsiteY7" fmla="*/ 580528 h 606745"/>
                <a:gd name="connsiteX8" fmla="*/ 142950 w 606775"/>
                <a:gd name="connsiteY8" fmla="*/ 606745 h 606745"/>
                <a:gd name="connsiteX9" fmla="*/ 116699 w 606775"/>
                <a:gd name="connsiteY9" fmla="*/ 580528 h 606745"/>
                <a:gd name="connsiteX10" fmla="*/ 116699 w 606775"/>
                <a:gd name="connsiteY10" fmla="*/ 371414 h 606745"/>
                <a:gd name="connsiteX11" fmla="*/ 149445 w 606775"/>
                <a:gd name="connsiteY11" fmla="*/ 356039 h 606745"/>
                <a:gd name="connsiteX12" fmla="*/ 112784 w 606775"/>
                <a:gd name="connsiteY12" fmla="*/ 235448 h 606745"/>
                <a:gd name="connsiteX13" fmla="*/ 163488 w 606775"/>
                <a:gd name="connsiteY13" fmla="*/ 258727 h 606745"/>
                <a:gd name="connsiteX14" fmla="*/ 168825 w 606775"/>
                <a:gd name="connsiteY14" fmla="*/ 273033 h 606745"/>
                <a:gd name="connsiteX15" fmla="*/ 133955 w 606775"/>
                <a:gd name="connsiteY15" fmla="*/ 348913 h 606745"/>
                <a:gd name="connsiteX16" fmla="*/ 119544 w 606775"/>
                <a:gd name="connsiteY16" fmla="*/ 354244 h 606745"/>
                <a:gd name="connsiteX17" fmla="*/ 114118 w 606775"/>
                <a:gd name="connsiteY17" fmla="*/ 351756 h 606745"/>
                <a:gd name="connsiteX18" fmla="*/ 127284 w 606775"/>
                <a:gd name="connsiteY18" fmla="*/ 337717 h 606745"/>
                <a:gd name="connsiteX19" fmla="*/ 111983 w 606775"/>
                <a:gd name="connsiteY19" fmla="*/ 284139 h 606745"/>
                <a:gd name="connsiteX20" fmla="*/ 85297 w 606775"/>
                <a:gd name="connsiteY20" fmla="*/ 269301 h 606745"/>
                <a:gd name="connsiteX21" fmla="*/ 98373 w 606775"/>
                <a:gd name="connsiteY21" fmla="*/ 240779 h 606745"/>
                <a:gd name="connsiteX22" fmla="*/ 112784 w 606775"/>
                <a:gd name="connsiteY22" fmla="*/ 235448 h 606745"/>
                <a:gd name="connsiteX23" fmla="*/ 100409 w 606775"/>
                <a:gd name="connsiteY23" fmla="*/ 161971 h 606745"/>
                <a:gd name="connsiteX24" fmla="*/ 122122 w 606775"/>
                <a:gd name="connsiteY24" fmla="*/ 161971 h 606745"/>
                <a:gd name="connsiteX25" fmla="*/ 124881 w 606775"/>
                <a:gd name="connsiteY25" fmla="*/ 166680 h 606745"/>
                <a:gd name="connsiteX26" fmla="*/ 117050 w 606775"/>
                <a:gd name="connsiteY26" fmla="*/ 180983 h 606745"/>
                <a:gd name="connsiteX27" fmla="*/ 125860 w 606775"/>
                <a:gd name="connsiteY27" fmla="*/ 197152 h 606745"/>
                <a:gd name="connsiteX28" fmla="*/ 126839 w 606775"/>
                <a:gd name="connsiteY28" fmla="*/ 203460 h 606745"/>
                <a:gd name="connsiteX29" fmla="*/ 123012 w 606775"/>
                <a:gd name="connsiteY29" fmla="*/ 221317 h 606745"/>
                <a:gd name="connsiteX30" fmla="*/ 98718 w 606775"/>
                <a:gd name="connsiteY30" fmla="*/ 219096 h 606745"/>
                <a:gd name="connsiteX31" fmla="*/ 95603 w 606775"/>
                <a:gd name="connsiteY31" fmla="*/ 203371 h 606745"/>
                <a:gd name="connsiteX32" fmla="*/ 96582 w 606775"/>
                <a:gd name="connsiteY32" fmla="*/ 197241 h 606745"/>
                <a:gd name="connsiteX33" fmla="*/ 105481 w 606775"/>
                <a:gd name="connsiteY33" fmla="*/ 181072 h 606745"/>
                <a:gd name="connsiteX34" fmla="*/ 97561 w 606775"/>
                <a:gd name="connsiteY34" fmla="*/ 166680 h 606745"/>
                <a:gd name="connsiteX35" fmla="*/ 100409 w 606775"/>
                <a:gd name="connsiteY35" fmla="*/ 161971 h 606745"/>
                <a:gd name="connsiteX36" fmla="*/ 148367 w 606775"/>
                <a:gd name="connsiteY36" fmla="*/ 161618 h 606745"/>
                <a:gd name="connsiteX37" fmla="*/ 169821 w 606775"/>
                <a:gd name="connsiteY37" fmla="*/ 161618 h 606745"/>
                <a:gd name="connsiteX38" fmla="*/ 221631 w 606775"/>
                <a:gd name="connsiteY38" fmla="*/ 213079 h 606745"/>
                <a:gd name="connsiteX39" fmla="*/ 221809 w 606775"/>
                <a:gd name="connsiteY39" fmla="*/ 253964 h 606745"/>
                <a:gd name="connsiteX40" fmla="*/ 266141 w 606775"/>
                <a:gd name="connsiteY40" fmla="*/ 226500 h 606745"/>
                <a:gd name="connsiteX41" fmla="*/ 296319 w 606775"/>
                <a:gd name="connsiteY41" fmla="*/ 233522 h 606745"/>
                <a:gd name="connsiteX42" fmla="*/ 289286 w 606775"/>
                <a:gd name="connsiteY42" fmla="*/ 263563 h 606745"/>
                <a:gd name="connsiteX43" fmla="*/ 211750 w 606775"/>
                <a:gd name="connsiteY43" fmla="*/ 311647 h 606745"/>
                <a:gd name="connsiteX44" fmla="*/ 178367 w 606775"/>
                <a:gd name="connsiteY44" fmla="*/ 294937 h 606745"/>
                <a:gd name="connsiteX45" fmla="*/ 177922 w 606775"/>
                <a:gd name="connsiteY45" fmla="*/ 213346 h 606745"/>
                <a:gd name="connsiteX46" fmla="*/ 177922 w 606775"/>
                <a:gd name="connsiteY46" fmla="*/ 213257 h 606745"/>
                <a:gd name="connsiteX47" fmla="*/ 173293 w 606775"/>
                <a:gd name="connsiteY47" fmla="*/ 208724 h 606745"/>
                <a:gd name="connsiteX48" fmla="*/ 168753 w 606775"/>
                <a:gd name="connsiteY48" fmla="*/ 213257 h 606745"/>
                <a:gd name="connsiteX49" fmla="*/ 168753 w 606775"/>
                <a:gd name="connsiteY49" fmla="*/ 242321 h 606745"/>
                <a:gd name="connsiteX50" fmla="*/ 124955 w 606775"/>
                <a:gd name="connsiteY50" fmla="*/ 222234 h 606745"/>
                <a:gd name="connsiteX51" fmla="*/ 148367 w 606775"/>
                <a:gd name="connsiteY51" fmla="*/ 161618 h 606745"/>
                <a:gd name="connsiteX52" fmla="*/ 52160 w 606775"/>
                <a:gd name="connsiteY52" fmla="*/ 161618 h 606745"/>
                <a:gd name="connsiteX53" fmla="*/ 74144 w 606775"/>
                <a:gd name="connsiteY53" fmla="*/ 161618 h 606745"/>
                <a:gd name="connsiteX54" fmla="*/ 96663 w 606775"/>
                <a:gd name="connsiteY54" fmla="*/ 219911 h 606745"/>
                <a:gd name="connsiteX55" fmla="*/ 82778 w 606775"/>
                <a:gd name="connsiteY55" fmla="*/ 233685 h 606745"/>
                <a:gd name="connsiteX56" fmla="*/ 70228 w 606775"/>
                <a:gd name="connsiteY56" fmla="*/ 260965 h 606745"/>
                <a:gd name="connsiteX57" fmla="*/ 52872 w 606775"/>
                <a:gd name="connsiteY57" fmla="*/ 251368 h 606745"/>
                <a:gd name="connsiteX58" fmla="*/ 52872 w 606775"/>
                <a:gd name="connsiteY58" fmla="*/ 213335 h 606745"/>
                <a:gd name="connsiteX59" fmla="*/ 48510 w 606775"/>
                <a:gd name="connsiteY59" fmla="*/ 208981 h 606745"/>
                <a:gd name="connsiteX60" fmla="*/ 44149 w 606775"/>
                <a:gd name="connsiteY60" fmla="*/ 213335 h 606745"/>
                <a:gd name="connsiteX61" fmla="*/ 43793 w 606775"/>
                <a:gd name="connsiteY61" fmla="*/ 266474 h 606745"/>
                <a:gd name="connsiteX62" fmla="*/ 103427 w 606775"/>
                <a:gd name="connsiteY62" fmla="*/ 299531 h 606745"/>
                <a:gd name="connsiteX63" fmla="*/ 111883 w 606775"/>
                <a:gd name="connsiteY63" fmla="*/ 329210 h 606745"/>
                <a:gd name="connsiteX64" fmla="*/ 82155 w 606775"/>
                <a:gd name="connsiteY64" fmla="*/ 337741 h 606745"/>
                <a:gd name="connsiteX65" fmla="*/ 11217 w 606775"/>
                <a:gd name="connsiteY65" fmla="*/ 298376 h 606745"/>
                <a:gd name="connsiteX66" fmla="*/ 2 w 606775"/>
                <a:gd name="connsiteY66" fmla="*/ 279182 h 606745"/>
                <a:gd name="connsiteX67" fmla="*/ 447 w 606775"/>
                <a:gd name="connsiteY67" fmla="*/ 213069 h 606745"/>
                <a:gd name="connsiteX68" fmla="*/ 52160 w 606775"/>
                <a:gd name="connsiteY68" fmla="*/ 161618 h 606745"/>
                <a:gd name="connsiteX69" fmla="*/ 111018 w 606775"/>
                <a:gd name="connsiteY69" fmla="*/ 56617 h 606745"/>
                <a:gd name="connsiteX70" fmla="*/ 156356 w 606775"/>
                <a:gd name="connsiteY70" fmla="*/ 101920 h 606745"/>
                <a:gd name="connsiteX71" fmla="*/ 111018 w 606775"/>
                <a:gd name="connsiteY71" fmla="*/ 147223 h 606745"/>
                <a:gd name="connsiteX72" fmla="*/ 65680 w 606775"/>
                <a:gd name="connsiteY72" fmla="*/ 101920 h 606745"/>
                <a:gd name="connsiteX73" fmla="*/ 111018 w 606775"/>
                <a:gd name="connsiteY73" fmla="*/ 56617 h 606745"/>
                <a:gd name="connsiteX74" fmla="*/ 422167 w 606775"/>
                <a:gd name="connsiteY74" fmla="*/ 39638 h 606745"/>
                <a:gd name="connsiteX75" fmla="*/ 373122 w 606775"/>
                <a:gd name="connsiteY75" fmla="*/ 88696 h 606745"/>
                <a:gd name="connsiteX76" fmla="*/ 471212 w 606775"/>
                <a:gd name="connsiteY76" fmla="*/ 88696 h 606745"/>
                <a:gd name="connsiteX77" fmla="*/ 422200 w 606775"/>
                <a:gd name="connsiteY77" fmla="*/ 0 h 606745"/>
                <a:gd name="connsiteX78" fmla="*/ 433827 w 606775"/>
                <a:gd name="connsiteY78" fmla="*/ 4799 h 606745"/>
                <a:gd name="connsiteX79" fmla="*/ 517764 w 606775"/>
                <a:gd name="connsiteY79" fmla="*/ 88696 h 606745"/>
                <a:gd name="connsiteX80" fmla="*/ 591465 w 606775"/>
                <a:gd name="connsiteY80" fmla="*/ 88696 h 606745"/>
                <a:gd name="connsiteX81" fmla="*/ 606775 w 606775"/>
                <a:gd name="connsiteY81" fmla="*/ 103894 h 606745"/>
                <a:gd name="connsiteX82" fmla="*/ 606775 w 606775"/>
                <a:gd name="connsiteY82" fmla="*/ 354430 h 606745"/>
                <a:gd name="connsiteX83" fmla="*/ 591465 w 606775"/>
                <a:gd name="connsiteY83" fmla="*/ 369716 h 606745"/>
                <a:gd name="connsiteX84" fmla="*/ 252869 w 606775"/>
                <a:gd name="connsiteY84" fmla="*/ 369716 h 606745"/>
                <a:gd name="connsiteX85" fmla="*/ 237648 w 606775"/>
                <a:gd name="connsiteY85" fmla="*/ 354430 h 606745"/>
                <a:gd name="connsiteX86" fmla="*/ 237648 w 606775"/>
                <a:gd name="connsiteY86" fmla="*/ 321280 h 606745"/>
                <a:gd name="connsiteX87" fmla="*/ 268179 w 606775"/>
                <a:gd name="connsiteY87" fmla="*/ 302261 h 606745"/>
                <a:gd name="connsiteX88" fmla="*/ 300757 w 606775"/>
                <a:gd name="connsiteY88" fmla="*/ 282086 h 606745"/>
                <a:gd name="connsiteX89" fmla="*/ 320161 w 606775"/>
                <a:gd name="connsiteY89" fmla="*/ 234361 h 606745"/>
                <a:gd name="connsiteX90" fmla="*/ 375703 w 606775"/>
                <a:gd name="connsiteY90" fmla="*/ 190724 h 606745"/>
                <a:gd name="connsiteX91" fmla="*/ 378908 w 606775"/>
                <a:gd name="connsiteY91" fmla="*/ 162995 h 606745"/>
                <a:gd name="connsiteX92" fmla="*/ 351226 w 606775"/>
                <a:gd name="connsiteY92" fmla="*/ 159706 h 606745"/>
                <a:gd name="connsiteX93" fmla="*/ 294259 w 606775"/>
                <a:gd name="connsiteY93" fmla="*/ 204499 h 606745"/>
                <a:gd name="connsiteX94" fmla="*/ 254649 w 606775"/>
                <a:gd name="connsiteY94" fmla="*/ 207876 h 606745"/>
                <a:gd name="connsiteX95" fmla="*/ 237648 w 606775"/>
                <a:gd name="connsiteY95" fmla="*/ 218363 h 606745"/>
                <a:gd name="connsiteX96" fmla="*/ 237648 w 606775"/>
                <a:gd name="connsiteY96" fmla="*/ 103894 h 606745"/>
                <a:gd name="connsiteX97" fmla="*/ 252869 w 606775"/>
                <a:gd name="connsiteY97" fmla="*/ 88696 h 606745"/>
                <a:gd name="connsiteX98" fmla="*/ 326570 w 606775"/>
                <a:gd name="connsiteY98" fmla="*/ 88696 h 606745"/>
                <a:gd name="connsiteX99" fmla="*/ 410507 w 606775"/>
                <a:gd name="connsiteY99" fmla="*/ 4799 h 606745"/>
                <a:gd name="connsiteX100" fmla="*/ 422200 w 606775"/>
                <a:gd name="connsiteY100" fmla="*/ 0 h 60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606775" h="606745">
                  <a:moveTo>
                    <a:pt x="52908" y="341560"/>
                  </a:moveTo>
                  <a:cubicBezTo>
                    <a:pt x="52908" y="341560"/>
                    <a:pt x="113223" y="370265"/>
                    <a:pt x="115358" y="370976"/>
                  </a:cubicBezTo>
                  <a:lnTo>
                    <a:pt x="105394" y="370976"/>
                  </a:lnTo>
                  <a:lnTo>
                    <a:pt x="105394" y="580529"/>
                  </a:lnTo>
                  <a:cubicBezTo>
                    <a:pt x="105394" y="595014"/>
                    <a:pt x="93652" y="606745"/>
                    <a:pt x="79151" y="606745"/>
                  </a:cubicBezTo>
                  <a:cubicBezTo>
                    <a:pt x="64651" y="606745"/>
                    <a:pt x="52908" y="595014"/>
                    <a:pt x="52908" y="580529"/>
                  </a:cubicBezTo>
                  <a:close/>
                  <a:moveTo>
                    <a:pt x="168755" y="314181"/>
                  </a:moveTo>
                  <a:cubicBezTo>
                    <a:pt x="168755" y="328756"/>
                    <a:pt x="169200" y="567286"/>
                    <a:pt x="169200" y="580528"/>
                  </a:cubicBezTo>
                  <a:cubicBezTo>
                    <a:pt x="169200" y="595014"/>
                    <a:pt x="157454" y="606745"/>
                    <a:pt x="142950" y="606745"/>
                  </a:cubicBezTo>
                  <a:cubicBezTo>
                    <a:pt x="128445" y="606745"/>
                    <a:pt x="116699" y="595014"/>
                    <a:pt x="116699" y="580528"/>
                  </a:cubicBezTo>
                  <a:lnTo>
                    <a:pt x="116699" y="371414"/>
                  </a:lnTo>
                  <a:cubicBezTo>
                    <a:pt x="129869" y="374969"/>
                    <a:pt x="143839" y="368392"/>
                    <a:pt x="149445" y="356039"/>
                  </a:cubicBezTo>
                  <a:close/>
                  <a:moveTo>
                    <a:pt x="112784" y="235448"/>
                  </a:moveTo>
                  <a:lnTo>
                    <a:pt x="163488" y="258727"/>
                  </a:lnTo>
                  <a:cubicBezTo>
                    <a:pt x="168914" y="261215"/>
                    <a:pt x="171316" y="267613"/>
                    <a:pt x="168825" y="273033"/>
                  </a:cubicBezTo>
                  <a:lnTo>
                    <a:pt x="133955" y="348913"/>
                  </a:lnTo>
                  <a:cubicBezTo>
                    <a:pt x="131464" y="354333"/>
                    <a:pt x="124971" y="356732"/>
                    <a:pt x="119544" y="354244"/>
                  </a:cubicBezTo>
                  <a:lnTo>
                    <a:pt x="114118" y="351756"/>
                  </a:lnTo>
                  <a:cubicBezTo>
                    <a:pt x="119456" y="348380"/>
                    <a:pt x="123992" y="343671"/>
                    <a:pt x="127284" y="337717"/>
                  </a:cubicBezTo>
                  <a:cubicBezTo>
                    <a:pt x="137869" y="318703"/>
                    <a:pt x="131020" y="294713"/>
                    <a:pt x="111983" y="284139"/>
                  </a:cubicBezTo>
                  <a:lnTo>
                    <a:pt x="85297" y="269301"/>
                  </a:lnTo>
                  <a:lnTo>
                    <a:pt x="98373" y="240779"/>
                  </a:lnTo>
                  <a:cubicBezTo>
                    <a:pt x="100864" y="235359"/>
                    <a:pt x="107358" y="232960"/>
                    <a:pt x="112784" y="235448"/>
                  </a:cubicBezTo>
                  <a:close/>
                  <a:moveTo>
                    <a:pt x="100409" y="161971"/>
                  </a:moveTo>
                  <a:lnTo>
                    <a:pt x="122122" y="161971"/>
                  </a:lnTo>
                  <a:cubicBezTo>
                    <a:pt x="124525" y="161971"/>
                    <a:pt x="126038" y="164547"/>
                    <a:pt x="124881" y="166680"/>
                  </a:cubicBezTo>
                  <a:lnTo>
                    <a:pt x="117050" y="180983"/>
                  </a:lnTo>
                  <a:lnTo>
                    <a:pt x="125860" y="197152"/>
                  </a:lnTo>
                  <a:cubicBezTo>
                    <a:pt x="126928" y="199107"/>
                    <a:pt x="127284" y="201328"/>
                    <a:pt x="126839" y="203460"/>
                  </a:cubicBezTo>
                  <a:lnTo>
                    <a:pt x="123012" y="221317"/>
                  </a:lnTo>
                  <a:cubicBezTo>
                    <a:pt x="115092" y="217763"/>
                    <a:pt x="108062" y="215720"/>
                    <a:pt x="98718" y="219096"/>
                  </a:cubicBezTo>
                  <a:lnTo>
                    <a:pt x="95603" y="203371"/>
                  </a:lnTo>
                  <a:cubicBezTo>
                    <a:pt x="95247" y="201328"/>
                    <a:pt x="95514" y="199107"/>
                    <a:pt x="96582" y="197241"/>
                  </a:cubicBezTo>
                  <a:lnTo>
                    <a:pt x="105481" y="181072"/>
                  </a:lnTo>
                  <a:lnTo>
                    <a:pt x="97561" y="166680"/>
                  </a:lnTo>
                  <a:cubicBezTo>
                    <a:pt x="96404" y="164547"/>
                    <a:pt x="98006" y="161971"/>
                    <a:pt x="100409" y="161971"/>
                  </a:cubicBezTo>
                  <a:close/>
                  <a:moveTo>
                    <a:pt x="148367" y="161618"/>
                  </a:moveTo>
                  <a:lnTo>
                    <a:pt x="169821" y="161618"/>
                  </a:lnTo>
                  <a:cubicBezTo>
                    <a:pt x="198308" y="161618"/>
                    <a:pt x="221542" y="184727"/>
                    <a:pt x="221631" y="213079"/>
                  </a:cubicBezTo>
                  <a:cubicBezTo>
                    <a:pt x="221720" y="236721"/>
                    <a:pt x="221631" y="217257"/>
                    <a:pt x="221809" y="253964"/>
                  </a:cubicBezTo>
                  <a:lnTo>
                    <a:pt x="266141" y="226500"/>
                  </a:lnTo>
                  <a:cubicBezTo>
                    <a:pt x="276467" y="220101"/>
                    <a:pt x="289909" y="223211"/>
                    <a:pt x="296319" y="233522"/>
                  </a:cubicBezTo>
                  <a:cubicBezTo>
                    <a:pt x="302639" y="243743"/>
                    <a:pt x="299523" y="257252"/>
                    <a:pt x="289286" y="263563"/>
                  </a:cubicBezTo>
                  <a:lnTo>
                    <a:pt x="211750" y="311647"/>
                  </a:lnTo>
                  <a:cubicBezTo>
                    <a:pt x="197951" y="320179"/>
                    <a:pt x="179702" y="311291"/>
                    <a:pt x="178367" y="294937"/>
                  </a:cubicBezTo>
                  <a:lnTo>
                    <a:pt x="177922" y="213346"/>
                  </a:lnTo>
                  <a:lnTo>
                    <a:pt x="177922" y="213257"/>
                  </a:lnTo>
                  <a:cubicBezTo>
                    <a:pt x="177922" y="210768"/>
                    <a:pt x="175874" y="208724"/>
                    <a:pt x="173293" y="208724"/>
                  </a:cubicBezTo>
                  <a:cubicBezTo>
                    <a:pt x="170800" y="208724"/>
                    <a:pt x="168753" y="210768"/>
                    <a:pt x="168753" y="213257"/>
                  </a:cubicBezTo>
                  <a:lnTo>
                    <a:pt x="168753" y="242321"/>
                  </a:lnTo>
                  <a:lnTo>
                    <a:pt x="124955" y="222234"/>
                  </a:lnTo>
                  <a:cubicBezTo>
                    <a:pt x="129050" y="211568"/>
                    <a:pt x="142848" y="175839"/>
                    <a:pt x="148367" y="161618"/>
                  </a:cubicBezTo>
                  <a:close/>
                  <a:moveTo>
                    <a:pt x="52160" y="161618"/>
                  </a:moveTo>
                  <a:lnTo>
                    <a:pt x="74144" y="161618"/>
                  </a:lnTo>
                  <a:cubicBezTo>
                    <a:pt x="76636" y="168016"/>
                    <a:pt x="94170" y="213602"/>
                    <a:pt x="96663" y="219911"/>
                  </a:cubicBezTo>
                  <a:cubicBezTo>
                    <a:pt x="90610" y="222666"/>
                    <a:pt x="85626" y="227464"/>
                    <a:pt x="82778" y="233685"/>
                  </a:cubicBezTo>
                  <a:lnTo>
                    <a:pt x="70228" y="260965"/>
                  </a:lnTo>
                  <a:lnTo>
                    <a:pt x="52872" y="251368"/>
                  </a:lnTo>
                  <a:lnTo>
                    <a:pt x="52872" y="213335"/>
                  </a:lnTo>
                  <a:cubicBezTo>
                    <a:pt x="52872" y="210936"/>
                    <a:pt x="50913" y="208981"/>
                    <a:pt x="48510" y="208981"/>
                  </a:cubicBezTo>
                  <a:cubicBezTo>
                    <a:pt x="46107" y="208981"/>
                    <a:pt x="44149" y="210936"/>
                    <a:pt x="44149" y="213335"/>
                  </a:cubicBezTo>
                  <a:cubicBezTo>
                    <a:pt x="44060" y="231996"/>
                    <a:pt x="43971" y="246569"/>
                    <a:pt x="43793" y="266474"/>
                  </a:cubicBezTo>
                  <a:lnTo>
                    <a:pt x="103427" y="299531"/>
                  </a:lnTo>
                  <a:cubicBezTo>
                    <a:pt x="113930" y="305396"/>
                    <a:pt x="117757" y="318636"/>
                    <a:pt x="111883" y="329210"/>
                  </a:cubicBezTo>
                  <a:cubicBezTo>
                    <a:pt x="106008" y="339785"/>
                    <a:pt x="92746" y="343606"/>
                    <a:pt x="82155" y="337741"/>
                  </a:cubicBezTo>
                  <a:lnTo>
                    <a:pt x="11217" y="298376"/>
                  </a:lnTo>
                  <a:cubicBezTo>
                    <a:pt x="4274" y="294466"/>
                    <a:pt x="-87" y="287090"/>
                    <a:pt x="2" y="279182"/>
                  </a:cubicBezTo>
                  <a:cubicBezTo>
                    <a:pt x="91" y="269585"/>
                    <a:pt x="358" y="222577"/>
                    <a:pt x="447" y="213069"/>
                  </a:cubicBezTo>
                  <a:cubicBezTo>
                    <a:pt x="536" y="184722"/>
                    <a:pt x="23767" y="161618"/>
                    <a:pt x="52160" y="161618"/>
                  </a:cubicBezTo>
                  <a:close/>
                  <a:moveTo>
                    <a:pt x="111018" y="56617"/>
                  </a:moveTo>
                  <a:cubicBezTo>
                    <a:pt x="136057" y="56617"/>
                    <a:pt x="156356" y="76900"/>
                    <a:pt x="156356" y="101920"/>
                  </a:cubicBezTo>
                  <a:cubicBezTo>
                    <a:pt x="156356" y="126940"/>
                    <a:pt x="136057" y="147223"/>
                    <a:pt x="111018" y="147223"/>
                  </a:cubicBezTo>
                  <a:cubicBezTo>
                    <a:pt x="85979" y="147223"/>
                    <a:pt x="65680" y="126940"/>
                    <a:pt x="65680" y="101920"/>
                  </a:cubicBezTo>
                  <a:cubicBezTo>
                    <a:pt x="65680" y="76900"/>
                    <a:pt x="85979" y="56617"/>
                    <a:pt x="111018" y="56617"/>
                  </a:cubicBezTo>
                  <a:close/>
                  <a:moveTo>
                    <a:pt x="422167" y="39638"/>
                  </a:moveTo>
                  <a:lnTo>
                    <a:pt x="373122" y="88696"/>
                  </a:lnTo>
                  <a:lnTo>
                    <a:pt x="471212" y="88696"/>
                  </a:lnTo>
                  <a:close/>
                  <a:moveTo>
                    <a:pt x="422200" y="0"/>
                  </a:moveTo>
                  <a:cubicBezTo>
                    <a:pt x="426417" y="0"/>
                    <a:pt x="430623" y="1600"/>
                    <a:pt x="433827" y="4799"/>
                  </a:cubicBezTo>
                  <a:lnTo>
                    <a:pt x="517764" y="88696"/>
                  </a:lnTo>
                  <a:lnTo>
                    <a:pt x="591465" y="88696"/>
                  </a:lnTo>
                  <a:cubicBezTo>
                    <a:pt x="599921" y="88696"/>
                    <a:pt x="606775" y="95451"/>
                    <a:pt x="606775" y="103894"/>
                  </a:cubicBezTo>
                  <a:lnTo>
                    <a:pt x="606775" y="354430"/>
                  </a:lnTo>
                  <a:cubicBezTo>
                    <a:pt x="606775" y="362873"/>
                    <a:pt x="599921" y="369716"/>
                    <a:pt x="591465" y="369716"/>
                  </a:cubicBezTo>
                  <a:lnTo>
                    <a:pt x="252869" y="369716"/>
                  </a:lnTo>
                  <a:cubicBezTo>
                    <a:pt x="244502" y="369716"/>
                    <a:pt x="237648" y="362873"/>
                    <a:pt x="237648" y="354430"/>
                  </a:cubicBezTo>
                  <a:lnTo>
                    <a:pt x="237648" y="321280"/>
                  </a:lnTo>
                  <a:lnTo>
                    <a:pt x="268179" y="302261"/>
                  </a:lnTo>
                  <a:lnTo>
                    <a:pt x="300757" y="282086"/>
                  </a:lnTo>
                  <a:cubicBezTo>
                    <a:pt x="317312" y="271866"/>
                    <a:pt x="324611" y="252313"/>
                    <a:pt x="320161" y="234361"/>
                  </a:cubicBezTo>
                  <a:lnTo>
                    <a:pt x="375703" y="190724"/>
                  </a:lnTo>
                  <a:cubicBezTo>
                    <a:pt x="384248" y="183969"/>
                    <a:pt x="385673" y="171527"/>
                    <a:pt x="378908" y="162995"/>
                  </a:cubicBezTo>
                  <a:cubicBezTo>
                    <a:pt x="372232" y="154463"/>
                    <a:pt x="359771" y="152952"/>
                    <a:pt x="351226" y="159706"/>
                  </a:cubicBezTo>
                  <a:lnTo>
                    <a:pt x="294259" y="204499"/>
                  </a:lnTo>
                  <a:cubicBezTo>
                    <a:pt x="281530" y="199344"/>
                    <a:pt x="266754" y="200322"/>
                    <a:pt x="254649" y="207876"/>
                  </a:cubicBezTo>
                  <a:lnTo>
                    <a:pt x="237648" y="218363"/>
                  </a:lnTo>
                  <a:lnTo>
                    <a:pt x="237648" y="103894"/>
                  </a:lnTo>
                  <a:cubicBezTo>
                    <a:pt x="237648" y="95451"/>
                    <a:pt x="244413" y="88696"/>
                    <a:pt x="252869" y="88696"/>
                  </a:cubicBezTo>
                  <a:lnTo>
                    <a:pt x="326570" y="88696"/>
                  </a:lnTo>
                  <a:lnTo>
                    <a:pt x="410507" y="4799"/>
                  </a:lnTo>
                  <a:cubicBezTo>
                    <a:pt x="413755" y="1600"/>
                    <a:pt x="417984" y="0"/>
                    <a:pt x="422200" y="0"/>
                  </a:cubicBezTo>
                  <a:close/>
                </a:path>
              </a:pathLst>
            </a:custGeom>
            <a:solidFill>
              <a:srgbClr val="8F1E8C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2885908" y="3295657"/>
              <a:ext cx="4923316" cy="23548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250000"/>
                </a:lnSpc>
              </a:pPr>
              <a:r>
                <a:rPr lang="zh-CN" altLang="en-US" sz="3200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答  辩  人：</a:t>
              </a:r>
              <a:r>
                <a:rPr lang="en-US" altLang="zh-CN" sz="3200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XXX      </a:t>
              </a:r>
            </a:p>
            <a:p>
              <a:pPr>
                <a:lnSpc>
                  <a:spcPct val="250000"/>
                </a:lnSpc>
              </a:pPr>
              <a:r>
                <a:rPr lang="zh-CN" altLang="en-US" sz="3200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指导老师：</a:t>
              </a:r>
              <a:r>
                <a:rPr lang="en-US" altLang="zh-CN" sz="3200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XXX </a:t>
              </a:r>
              <a:endParaRPr lang="zh-CN" altLang="en-US" sz="3200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30" name="diploma-and-hat-of-graduate_57918"/>
            <p:cNvSpPr>
              <a:spLocks noChangeAspect="1"/>
            </p:cNvSpPr>
            <p:nvPr/>
          </p:nvSpPr>
          <p:spPr bwMode="auto">
            <a:xfrm>
              <a:off x="1845181" y="3901635"/>
              <a:ext cx="609685" cy="541142"/>
            </a:xfrm>
            <a:custGeom>
              <a:avLst/>
              <a:gdLst>
                <a:gd name="connsiteX0" fmla="*/ 368624 w 604071"/>
                <a:gd name="connsiteY0" fmla="*/ 395015 h 536160"/>
                <a:gd name="connsiteX1" fmla="*/ 347306 w 604071"/>
                <a:gd name="connsiteY1" fmla="*/ 402787 h 536160"/>
                <a:gd name="connsiteX2" fmla="*/ 339796 w 604071"/>
                <a:gd name="connsiteY2" fmla="*/ 447070 h 536160"/>
                <a:gd name="connsiteX3" fmla="*/ 372650 w 604071"/>
                <a:gd name="connsiteY3" fmla="*/ 456676 h 536160"/>
                <a:gd name="connsiteX4" fmla="*/ 381098 w 604071"/>
                <a:gd name="connsiteY4" fmla="*/ 463236 h 536160"/>
                <a:gd name="connsiteX5" fmla="*/ 320788 w 604071"/>
                <a:gd name="connsiteY5" fmla="*/ 443790 h 536160"/>
                <a:gd name="connsiteX6" fmla="*/ 323604 w 604071"/>
                <a:gd name="connsiteY6" fmla="*/ 409348 h 536160"/>
                <a:gd name="connsiteX7" fmla="*/ 303188 w 604071"/>
                <a:gd name="connsiteY7" fmla="*/ 437698 h 536160"/>
                <a:gd name="connsiteX8" fmla="*/ 342378 w 604071"/>
                <a:gd name="connsiteY8" fmla="*/ 519234 h 536160"/>
                <a:gd name="connsiteX9" fmla="*/ 408554 w 604071"/>
                <a:gd name="connsiteY9" fmla="*/ 451521 h 536160"/>
                <a:gd name="connsiteX10" fmla="*/ 368624 w 604071"/>
                <a:gd name="connsiteY10" fmla="*/ 395015 h 536160"/>
                <a:gd name="connsiteX11" fmla="*/ 213545 w 604071"/>
                <a:gd name="connsiteY11" fmla="*/ 366940 h 536160"/>
                <a:gd name="connsiteX12" fmla="*/ 195241 w 604071"/>
                <a:gd name="connsiteY12" fmla="*/ 398804 h 536160"/>
                <a:gd name="connsiteX13" fmla="*/ 191721 w 604071"/>
                <a:gd name="connsiteY13" fmla="*/ 410754 h 536160"/>
                <a:gd name="connsiteX14" fmla="*/ 239593 w 604071"/>
                <a:gd name="connsiteY14" fmla="*/ 447070 h 536160"/>
                <a:gd name="connsiteX15" fmla="*/ 278548 w 604071"/>
                <a:gd name="connsiteY15" fmla="*/ 479637 h 536160"/>
                <a:gd name="connsiteX16" fmla="*/ 281833 w 604071"/>
                <a:gd name="connsiteY16" fmla="*/ 447538 h 536160"/>
                <a:gd name="connsiteX17" fmla="*/ 319145 w 604071"/>
                <a:gd name="connsiteY17" fmla="*/ 391307 h 536160"/>
                <a:gd name="connsiteX18" fmla="*/ 310697 w 604071"/>
                <a:gd name="connsiteY18" fmla="*/ 390838 h 536160"/>
                <a:gd name="connsiteX19" fmla="*/ 275263 w 604071"/>
                <a:gd name="connsiteY19" fmla="*/ 385215 h 536160"/>
                <a:gd name="connsiteX20" fmla="*/ 213545 w 604071"/>
                <a:gd name="connsiteY20" fmla="*/ 366940 h 536160"/>
                <a:gd name="connsiteX21" fmla="*/ 174825 w 604071"/>
                <a:gd name="connsiteY21" fmla="*/ 348196 h 536160"/>
                <a:gd name="connsiteX22" fmla="*/ 153705 w 604071"/>
                <a:gd name="connsiteY22" fmla="*/ 366471 h 536160"/>
                <a:gd name="connsiteX23" fmla="*/ 146665 w 604071"/>
                <a:gd name="connsiteY23" fmla="*/ 382169 h 536160"/>
                <a:gd name="connsiteX24" fmla="*/ 146196 w 604071"/>
                <a:gd name="connsiteY24" fmla="*/ 385449 h 536160"/>
                <a:gd name="connsiteX25" fmla="*/ 177406 w 604071"/>
                <a:gd name="connsiteY25" fmla="*/ 401850 h 536160"/>
                <a:gd name="connsiteX26" fmla="*/ 201577 w 604071"/>
                <a:gd name="connsiteY26" fmla="*/ 362020 h 536160"/>
                <a:gd name="connsiteX27" fmla="*/ 195241 w 604071"/>
                <a:gd name="connsiteY27" fmla="*/ 358974 h 536160"/>
                <a:gd name="connsiteX28" fmla="*/ 174825 w 604071"/>
                <a:gd name="connsiteY28" fmla="*/ 348196 h 536160"/>
                <a:gd name="connsiteX29" fmla="*/ 73683 w 604071"/>
                <a:gd name="connsiteY29" fmla="*/ 278844 h 536160"/>
                <a:gd name="connsiteX30" fmla="*/ 48809 w 604071"/>
                <a:gd name="connsiteY30" fmla="*/ 284467 h 536160"/>
                <a:gd name="connsiteX31" fmla="*/ 24638 w 604071"/>
                <a:gd name="connsiteY31" fmla="*/ 313286 h 536160"/>
                <a:gd name="connsiteX32" fmla="*/ 16425 w 604071"/>
                <a:gd name="connsiteY32" fmla="*/ 346322 h 536160"/>
                <a:gd name="connsiteX33" fmla="*/ 25107 w 604071"/>
                <a:gd name="connsiteY33" fmla="*/ 359677 h 536160"/>
                <a:gd name="connsiteX34" fmla="*/ 131412 w 604071"/>
                <a:gd name="connsiteY34" fmla="*/ 378889 h 536160"/>
                <a:gd name="connsiteX35" fmla="*/ 141972 w 604071"/>
                <a:gd name="connsiteY35" fmla="*/ 357568 h 536160"/>
                <a:gd name="connsiteX36" fmla="*/ 162153 w 604071"/>
                <a:gd name="connsiteY36" fmla="*/ 340698 h 536160"/>
                <a:gd name="connsiteX37" fmla="*/ 117331 w 604071"/>
                <a:gd name="connsiteY37" fmla="*/ 310708 h 536160"/>
                <a:gd name="connsiteX38" fmla="*/ 73683 w 604071"/>
                <a:gd name="connsiteY38" fmla="*/ 278844 h 536160"/>
                <a:gd name="connsiteX39" fmla="*/ 62478 w 604071"/>
                <a:gd name="connsiteY39" fmla="*/ 261857 h 536160"/>
                <a:gd name="connsiteX40" fmla="*/ 80723 w 604071"/>
                <a:gd name="connsiteY40" fmla="*/ 267129 h 536160"/>
                <a:gd name="connsiteX41" fmla="*/ 82366 w 604071"/>
                <a:gd name="connsiteY41" fmla="*/ 271112 h 536160"/>
                <a:gd name="connsiteX42" fmla="*/ 125310 w 604071"/>
                <a:gd name="connsiteY42" fmla="*/ 296885 h 536160"/>
                <a:gd name="connsiteX43" fmla="*/ 196180 w 604071"/>
                <a:gd name="connsiteY43" fmla="*/ 341167 h 536160"/>
                <a:gd name="connsiteX44" fmla="*/ 288639 w 604071"/>
                <a:gd name="connsiteY44" fmla="*/ 371157 h 536160"/>
                <a:gd name="connsiteX45" fmla="*/ 354815 w 604071"/>
                <a:gd name="connsiteY45" fmla="*/ 376546 h 536160"/>
                <a:gd name="connsiteX46" fmla="*/ 355754 w 604071"/>
                <a:gd name="connsiteY46" fmla="*/ 376780 h 536160"/>
                <a:gd name="connsiteX47" fmla="*/ 426154 w 604071"/>
                <a:gd name="connsiteY47" fmla="*/ 435589 h 536160"/>
                <a:gd name="connsiteX48" fmla="*/ 424042 w 604071"/>
                <a:gd name="connsiteY48" fmla="*/ 442852 h 536160"/>
                <a:gd name="connsiteX49" fmla="*/ 377108 w 604071"/>
                <a:gd name="connsiteY49" fmla="*/ 530480 h 536160"/>
                <a:gd name="connsiteX50" fmla="*/ 289577 w 604071"/>
                <a:gd name="connsiteY50" fmla="*/ 507753 h 536160"/>
                <a:gd name="connsiteX51" fmla="*/ 286527 w 604071"/>
                <a:gd name="connsiteY51" fmla="*/ 506816 h 536160"/>
                <a:gd name="connsiteX52" fmla="*/ 239828 w 604071"/>
                <a:gd name="connsiteY52" fmla="*/ 469094 h 536160"/>
                <a:gd name="connsiteX53" fmla="*/ 178110 w 604071"/>
                <a:gd name="connsiteY53" fmla="*/ 421063 h 536160"/>
                <a:gd name="connsiteX54" fmla="*/ 21353 w 604071"/>
                <a:gd name="connsiteY54" fmla="*/ 370454 h 536160"/>
                <a:gd name="connsiteX55" fmla="*/ 19241 w 604071"/>
                <a:gd name="connsiteY55" fmla="*/ 369751 h 536160"/>
                <a:gd name="connsiteX56" fmla="*/ 1406 w 604071"/>
                <a:gd name="connsiteY56" fmla="*/ 353116 h 536160"/>
                <a:gd name="connsiteX57" fmla="*/ 8680 w 604071"/>
                <a:gd name="connsiteY57" fmla="*/ 308131 h 536160"/>
                <a:gd name="connsiteX58" fmla="*/ 43177 w 604071"/>
                <a:gd name="connsiteY58" fmla="*/ 268535 h 536160"/>
                <a:gd name="connsiteX59" fmla="*/ 62478 w 604071"/>
                <a:gd name="connsiteY59" fmla="*/ 261857 h 536160"/>
                <a:gd name="connsiteX60" fmla="*/ 470750 w 604071"/>
                <a:gd name="connsiteY60" fmla="*/ 155099 h 536160"/>
                <a:gd name="connsiteX61" fmla="*/ 450802 w 604071"/>
                <a:gd name="connsiteY61" fmla="*/ 164238 h 536160"/>
                <a:gd name="connsiteX62" fmla="*/ 459486 w 604071"/>
                <a:gd name="connsiteY62" fmla="*/ 161191 h 536160"/>
                <a:gd name="connsiteX63" fmla="*/ 461128 w 604071"/>
                <a:gd name="connsiteY63" fmla="*/ 160723 h 536160"/>
                <a:gd name="connsiteX64" fmla="*/ 470750 w 604071"/>
                <a:gd name="connsiteY64" fmla="*/ 155099 h 536160"/>
                <a:gd name="connsiteX65" fmla="*/ 494453 w 604071"/>
                <a:gd name="connsiteY65" fmla="*/ 127917 h 536160"/>
                <a:gd name="connsiteX66" fmla="*/ 504545 w 604071"/>
                <a:gd name="connsiteY66" fmla="*/ 137056 h 536160"/>
                <a:gd name="connsiteX67" fmla="*/ 506187 w 604071"/>
                <a:gd name="connsiteY67" fmla="*/ 195169 h 536160"/>
                <a:gd name="connsiteX68" fmla="*/ 501494 w 604071"/>
                <a:gd name="connsiteY68" fmla="*/ 275074 h 536160"/>
                <a:gd name="connsiteX69" fmla="*/ 502198 w 604071"/>
                <a:gd name="connsiteY69" fmla="*/ 278823 h 536160"/>
                <a:gd name="connsiteX70" fmla="*/ 414662 w 604071"/>
                <a:gd name="connsiteY70" fmla="*/ 342092 h 536160"/>
                <a:gd name="connsiteX71" fmla="*/ 272445 w 604071"/>
                <a:gd name="connsiteY71" fmla="*/ 346310 h 536160"/>
                <a:gd name="connsiteX72" fmla="*/ 170593 w 604071"/>
                <a:gd name="connsiteY72" fmla="*/ 292883 h 536160"/>
                <a:gd name="connsiteX73" fmla="*/ 159093 w 604071"/>
                <a:gd name="connsiteY73" fmla="*/ 238754 h 536160"/>
                <a:gd name="connsiteX74" fmla="*/ 155104 w 604071"/>
                <a:gd name="connsiteY74" fmla="*/ 141039 h 536160"/>
                <a:gd name="connsiteX75" fmla="*/ 165195 w 604071"/>
                <a:gd name="connsiteY75" fmla="*/ 136821 h 536160"/>
                <a:gd name="connsiteX76" fmla="*/ 219641 w 604071"/>
                <a:gd name="connsiteY76" fmla="*/ 152521 h 536160"/>
                <a:gd name="connsiteX77" fmla="*/ 327829 w 604071"/>
                <a:gd name="connsiteY77" fmla="*/ 189779 h 536160"/>
                <a:gd name="connsiteX78" fmla="*/ 494453 w 604071"/>
                <a:gd name="connsiteY78" fmla="*/ 127917 h 536160"/>
                <a:gd name="connsiteX79" fmla="*/ 331354 w 604071"/>
                <a:gd name="connsiteY79" fmla="*/ 468 h 536160"/>
                <a:gd name="connsiteX80" fmla="*/ 438835 w 604071"/>
                <a:gd name="connsiteY80" fmla="*/ 30460 h 536160"/>
                <a:gd name="connsiteX81" fmla="*/ 544908 w 604071"/>
                <a:gd name="connsiteY81" fmla="*/ 59047 h 536160"/>
                <a:gd name="connsiteX82" fmla="*/ 549836 w 604071"/>
                <a:gd name="connsiteY82" fmla="*/ 65139 h 536160"/>
                <a:gd name="connsiteX83" fmla="*/ 555703 w 604071"/>
                <a:gd name="connsiteY83" fmla="*/ 66311 h 536160"/>
                <a:gd name="connsiteX84" fmla="*/ 586211 w 604071"/>
                <a:gd name="connsiteY84" fmla="*/ 160974 h 536160"/>
                <a:gd name="connsiteX85" fmla="*/ 587384 w 604071"/>
                <a:gd name="connsiteY85" fmla="*/ 249780 h 536160"/>
                <a:gd name="connsiteX86" fmla="*/ 592547 w 604071"/>
                <a:gd name="connsiteY86" fmla="*/ 254467 h 536160"/>
                <a:gd name="connsiteX87" fmla="*/ 602872 w 604071"/>
                <a:gd name="connsiteY87" fmla="*/ 309062 h 536160"/>
                <a:gd name="connsiteX88" fmla="*/ 567437 w 604071"/>
                <a:gd name="connsiteY88" fmla="*/ 332963 h 536160"/>
                <a:gd name="connsiteX89" fmla="*/ 559927 w 604071"/>
                <a:gd name="connsiteY89" fmla="*/ 328276 h 536160"/>
                <a:gd name="connsiteX90" fmla="*/ 553591 w 604071"/>
                <a:gd name="connsiteY90" fmla="*/ 324762 h 536160"/>
                <a:gd name="connsiteX91" fmla="*/ 549836 w 604071"/>
                <a:gd name="connsiteY91" fmla="*/ 297815 h 536160"/>
                <a:gd name="connsiteX92" fmla="*/ 550775 w 604071"/>
                <a:gd name="connsiteY92" fmla="*/ 266183 h 536160"/>
                <a:gd name="connsiteX93" fmla="*/ 568845 w 604071"/>
                <a:gd name="connsiteY93" fmla="*/ 248609 h 536160"/>
                <a:gd name="connsiteX94" fmla="*/ 550540 w 604071"/>
                <a:gd name="connsiteY94" fmla="*/ 82010 h 536160"/>
                <a:gd name="connsiteX95" fmla="*/ 546785 w 604071"/>
                <a:gd name="connsiteY95" fmla="*/ 84353 h 536160"/>
                <a:gd name="connsiteX96" fmla="*/ 431325 w 604071"/>
                <a:gd name="connsiteY96" fmla="*/ 127467 h 536160"/>
                <a:gd name="connsiteX97" fmla="*/ 338394 w 604071"/>
                <a:gd name="connsiteY97" fmla="*/ 152305 h 536160"/>
                <a:gd name="connsiteX98" fmla="*/ 331824 w 604071"/>
                <a:gd name="connsiteY98" fmla="*/ 153008 h 536160"/>
                <a:gd name="connsiteX99" fmla="*/ 72743 w 604071"/>
                <a:gd name="connsiteY99" fmla="*/ 72872 h 536160"/>
                <a:gd name="connsiteX100" fmla="*/ 73447 w 604071"/>
                <a:gd name="connsiteY100" fmla="*/ 61156 h 536160"/>
                <a:gd name="connsiteX101" fmla="*/ 76732 w 604071"/>
                <a:gd name="connsiteY101" fmla="*/ 57172 h 536160"/>
                <a:gd name="connsiteX102" fmla="*/ 210027 w 604071"/>
                <a:gd name="connsiteY102" fmla="*/ 23196 h 536160"/>
                <a:gd name="connsiteX103" fmla="*/ 331354 w 604071"/>
                <a:gd name="connsiteY103" fmla="*/ 468 h 536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</a:cxnLst>
              <a:rect l="l" t="t" r="r" b="b"/>
              <a:pathLst>
                <a:path w="604071" h="536160">
                  <a:moveTo>
                    <a:pt x="368624" y="395015"/>
                  </a:moveTo>
                  <a:cubicBezTo>
                    <a:pt x="361723" y="393547"/>
                    <a:pt x="354463" y="395524"/>
                    <a:pt x="347306" y="402787"/>
                  </a:cubicBezTo>
                  <a:cubicBezTo>
                    <a:pt x="335338" y="415205"/>
                    <a:pt x="330879" y="431138"/>
                    <a:pt x="339796" y="447070"/>
                  </a:cubicBezTo>
                  <a:cubicBezTo>
                    <a:pt x="347540" y="460659"/>
                    <a:pt x="358100" y="468860"/>
                    <a:pt x="372650" y="456676"/>
                  </a:cubicBezTo>
                  <a:cubicBezTo>
                    <a:pt x="377108" y="453162"/>
                    <a:pt x="384852" y="457848"/>
                    <a:pt x="381098" y="463236"/>
                  </a:cubicBezTo>
                  <a:cubicBezTo>
                    <a:pt x="360682" y="492289"/>
                    <a:pt x="328297" y="474483"/>
                    <a:pt x="320788" y="443790"/>
                  </a:cubicBezTo>
                  <a:cubicBezTo>
                    <a:pt x="318207" y="433246"/>
                    <a:pt x="319380" y="420594"/>
                    <a:pt x="323604" y="409348"/>
                  </a:cubicBezTo>
                  <a:cubicBezTo>
                    <a:pt x="314921" y="417314"/>
                    <a:pt x="307881" y="427154"/>
                    <a:pt x="303188" y="437698"/>
                  </a:cubicBezTo>
                  <a:cubicBezTo>
                    <a:pt x="288169" y="473077"/>
                    <a:pt x="296383" y="518062"/>
                    <a:pt x="342378" y="519234"/>
                  </a:cubicBezTo>
                  <a:cubicBezTo>
                    <a:pt x="379924" y="519937"/>
                    <a:pt x="412778" y="491118"/>
                    <a:pt x="408554" y="451521"/>
                  </a:cubicBezTo>
                  <a:cubicBezTo>
                    <a:pt x="406794" y="434828"/>
                    <a:pt x="389326" y="399419"/>
                    <a:pt x="368624" y="395015"/>
                  </a:cubicBezTo>
                  <a:close/>
                  <a:moveTo>
                    <a:pt x="213545" y="366940"/>
                  </a:moveTo>
                  <a:cubicBezTo>
                    <a:pt x="204862" y="376077"/>
                    <a:pt x="198996" y="386387"/>
                    <a:pt x="195241" y="398804"/>
                  </a:cubicBezTo>
                  <a:cubicBezTo>
                    <a:pt x="194302" y="401382"/>
                    <a:pt x="193364" y="406302"/>
                    <a:pt x="191721" y="410754"/>
                  </a:cubicBezTo>
                  <a:cubicBezTo>
                    <a:pt x="208617" y="421531"/>
                    <a:pt x="224340" y="433949"/>
                    <a:pt x="239593" y="447070"/>
                  </a:cubicBezTo>
                  <a:cubicBezTo>
                    <a:pt x="252031" y="457848"/>
                    <a:pt x="266111" y="468391"/>
                    <a:pt x="278548" y="479637"/>
                  </a:cubicBezTo>
                  <a:cubicBezTo>
                    <a:pt x="277375" y="469797"/>
                    <a:pt x="278313" y="459019"/>
                    <a:pt x="281833" y="447538"/>
                  </a:cubicBezTo>
                  <a:cubicBezTo>
                    <a:pt x="288404" y="426452"/>
                    <a:pt x="301076" y="405130"/>
                    <a:pt x="319145" y="391307"/>
                  </a:cubicBezTo>
                  <a:cubicBezTo>
                    <a:pt x="316329" y="391073"/>
                    <a:pt x="313513" y="391073"/>
                    <a:pt x="310697" y="390838"/>
                  </a:cubicBezTo>
                  <a:cubicBezTo>
                    <a:pt x="298495" y="389901"/>
                    <a:pt x="286996" y="388027"/>
                    <a:pt x="275263" y="385215"/>
                  </a:cubicBezTo>
                  <a:cubicBezTo>
                    <a:pt x="254377" y="380295"/>
                    <a:pt x="233492" y="374906"/>
                    <a:pt x="213545" y="366940"/>
                  </a:cubicBezTo>
                  <a:close/>
                  <a:moveTo>
                    <a:pt x="174825" y="348196"/>
                  </a:moveTo>
                  <a:cubicBezTo>
                    <a:pt x="166612" y="352648"/>
                    <a:pt x="158633" y="358271"/>
                    <a:pt x="153705" y="366471"/>
                  </a:cubicBezTo>
                  <a:cubicBezTo>
                    <a:pt x="150420" y="371391"/>
                    <a:pt x="147838" y="376546"/>
                    <a:pt x="146665" y="382169"/>
                  </a:cubicBezTo>
                  <a:cubicBezTo>
                    <a:pt x="146430" y="383341"/>
                    <a:pt x="146430" y="384278"/>
                    <a:pt x="146196" y="385449"/>
                  </a:cubicBezTo>
                  <a:cubicBezTo>
                    <a:pt x="156990" y="390370"/>
                    <a:pt x="167550" y="395993"/>
                    <a:pt x="177406" y="401850"/>
                  </a:cubicBezTo>
                  <a:cubicBezTo>
                    <a:pt x="180692" y="386855"/>
                    <a:pt x="189374" y="371626"/>
                    <a:pt x="201577" y="362020"/>
                  </a:cubicBezTo>
                  <a:cubicBezTo>
                    <a:pt x="199465" y="361082"/>
                    <a:pt x="197353" y="360145"/>
                    <a:pt x="195241" y="358974"/>
                  </a:cubicBezTo>
                  <a:cubicBezTo>
                    <a:pt x="188201" y="355693"/>
                    <a:pt x="181630" y="351945"/>
                    <a:pt x="174825" y="348196"/>
                  </a:cubicBezTo>
                  <a:close/>
                  <a:moveTo>
                    <a:pt x="73683" y="278844"/>
                  </a:moveTo>
                  <a:cubicBezTo>
                    <a:pt x="65235" y="280484"/>
                    <a:pt x="57491" y="278375"/>
                    <a:pt x="48809" y="284467"/>
                  </a:cubicBezTo>
                  <a:cubicBezTo>
                    <a:pt x="38483" y="291730"/>
                    <a:pt x="30270" y="302039"/>
                    <a:pt x="24638" y="313286"/>
                  </a:cubicBezTo>
                  <a:cubicBezTo>
                    <a:pt x="19945" y="322657"/>
                    <a:pt x="13843" y="335778"/>
                    <a:pt x="16425" y="346322"/>
                  </a:cubicBezTo>
                  <a:cubicBezTo>
                    <a:pt x="17833" y="352413"/>
                    <a:pt x="21587" y="355693"/>
                    <a:pt x="25107" y="359677"/>
                  </a:cubicBezTo>
                  <a:cubicBezTo>
                    <a:pt x="61011" y="357334"/>
                    <a:pt x="97385" y="365300"/>
                    <a:pt x="131412" y="378889"/>
                  </a:cubicBezTo>
                  <a:cubicBezTo>
                    <a:pt x="133054" y="370923"/>
                    <a:pt x="137748" y="362722"/>
                    <a:pt x="141972" y="357568"/>
                  </a:cubicBezTo>
                  <a:cubicBezTo>
                    <a:pt x="147369" y="350539"/>
                    <a:pt x="154409" y="344681"/>
                    <a:pt x="162153" y="340698"/>
                  </a:cubicBezTo>
                  <a:cubicBezTo>
                    <a:pt x="146900" y="331326"/>
                    <a:pt x="132116" y="321017"/>
                    <a:pt x="117331" y="310708"/>
                  </a:cubicBezTo>
                  <a:cubicBezTo>
                    <a:pt x="104190" y="301336"/>
                    <a:pt x="84713" y="291964"/>
                    <a:pt x="73683" y="278844"/>
                  </a:cubicBezTo>
                  <a:close/>
                  <a:moveTo>
                    <a:pt x="62478" y="261857"/>
                  </a:moveTo>
                  <a:cubicBezTo>
                    <a:pt x="69577" y="260803"/>
                    <a:pt x="76499" y="261740"/>
                    <a:pt x="80723" y="267129"/>
                  </a:cubicBezTo>
                  <a:cubicBezTo>
                    <a:pt x="81662" y="268535"/>
                    <a:pt x="82131" y="269706"/>
                    <a:pt x="82366" y="271112"/>
                  </a:cubicBezTo>
                  <a:cubicBezTo>
                    <a:pt x="97854" y="275563"/>
                    <a:pt x="113342" y="288918"/>
                    <a:pt x="125310" y="296885"/>
                  </a:cubicBezTo>
                  <a:cubicBezTo>
                    <a:pt x="148308" y="312583"/>
                    <a:pt x="171305" y="328983"/>
                    <a:pt x="196180" y="341167"/>
                  </a:cubicBezTo>
                  <a:cubicBezTo>
                    <a:pt x="225513" y="355459"/>
                    <a:pt x="256724" y="364597"/>
                    <a:pt x="288639" y="371157"/>
                  </a:cubicBezTo>
                  <a:cubicBezTo>
                    <a:pt x="310463" y="375843"/>
                    <a:pt x="333460" y="372329"/>
                    <a:pt x="354815" y="376546"/>
                  </a:cubicBezTo>
                  <a:cubicBezTo>
                    <a:pt x="355050" y="376546"/>
                    <a:pt x="355284" y="376780"/>
                    <a:pt x="355754" y="376780"/>
                  </a:cubicBezTo>
                  <a:cubicBezTo>
                    <a:pt x="393770" y="373500"/>
                    <a:pt x="417471" y="400913"/>
                    <a:pt x="426154" y="435589"/>
                  </a:cubicBezTo>
                  <a:cubicBezTo>
                    <a:pt x="426858" y="438635"/>
                    <a:pt x="425919" y="441212"/>
                    <a:pt x="424042" y="442852"/>
                  </a:cubicBezTo>
                  <a:cubicBezTo>
                    <a:pt x="428735" y="477763"/>
                    <a:pt x="412778" y="516656"/>
                    <a:pt x="377108" y="530480"/>
                  </a:cubicBezTo>
                  <a:cubicBezTo>
                    <a:pt x="342612" y="543835"/>
                    <a:pt x="307177" y="532589"/>
                    <a:pt x="289577" y="507753"/>
                  </a:cubicBezTo>
                  <a:cubicBezTo>
                    <a:pt x="288639" y="507753"/>
                    <a:pt x="287465" y="507519"/>
                    <a:pt x="286527" y="506816"/>
                  </a:cubicBezTo>
                  <a:cubicBezTo>
                    <a:pt x="268927" y="498381"/>
                    <a:pt x="254377" y="481980"/>
                    <a:pt x="239828" y="469094"/>
                  </a:cubicBezTo>
                  <a:cubicBezTo>
                    <a:pt x="220350" y="451990"/>
                    <a:pt x="200638" y="434418"/>
                    <a:pt x="178110" y="421063"/>
                  </a:cubicBezTo>
                  <a:cubicBezTo>
                    <a:pt x="129769" y="392010"/>
                    <a:pt x="77907" y="373734"/>
                    <a:pt x="21353" y="370454"/>
                  </a:cubicBezTo>
                  <a:cubicBezTo>
                    <a:pt x="20649" y="370454"/>
                    <a:pt x="19710" y="370220"/>
                    <a:pt x="19241" y="369751"/>
                  </a:cubicBezTo>
                  <a:cubicBezTo>
                    <a:pt x="10792" y="369283"/>
                    <a:pt x="3518" y="361317"/>
                    <a:pt x="1406" y="353116"/>
                  </a:cubicBezTo>
                  <a:cubicBezTo>
                    <a:pt x="-2349" y="338121"/>
                    <a:pt x="1875" y="321955"/>
                    <a:pt x="8680" y="308131"/>
                  </a:cubicBezTo>
                  <a:cubicBezTo>
                    <a:pt x="16425" y="292902"/>
                    <a:pt x="27923" y="276969"/>
                    <a:pt x="43177" y="268535"/>
                  </a:cubicBezTo>
                  <a:cubicBezTo>
                    <a:pt x="48105" y="265957"/>
                    <a:pt x="55379" y="262911"/>
                    <a:pt x="62478" y="261857"/>
                  </a:cubicBezTo>
                  <a:close/>
                  <a:moveTo>
                    <a:pt x="470750" y="155099"/>
                  </a:moveTo>
                  <a:cubicBezTo>
                    <a:pt x="464179" y="157911"/>
                    <a:pt x="457374" y="161191"/>
                    <a:pt x="450802" y="164238"/>
                  </a:cubicBezTo>
                  <a:cubicBezTo>
                    <a:pt x="453853" y="163066"/>
                    <a:pt x="456670" y="162129"/>
                    <a:pt x="459486" y="161191"/>
                  </a:cubicBezTo>
                  <a:cubicBezTo>
                    <a:pt x="460190" y="160957"/>
                    <a:pt x="460659" y="160723"/>
                    <a:pt x="461128" y="160723"/>
                  </a:cubicBezTo>
                  <a:cubicBezTo>
                    <a:pt x="464414" y="159082"/>
                    <a:pt x="467700" y="156973"/>
                    <a:pt x="470750" y="155099"/>
                  </a:cubicBezTo>
                  <a:close/>
                  <a:moveTo>
                    <a:pt x="494453" y="127917"/>
                  </a:moveTo>
                  <a:cubicBezTo>
                    <a:pt x="501259" y="126511"/>
                    <a:pt x="505249" y="132135"/>
                    <a:pt x="504545" y="137056"/>
                  </a:cubicBezTo>
                  <a:cubicBezTo>
                    <a:pt x="514401" y="149241"/>
                    <a:pt x="506891" y="182046"/>
                    <a:pt x="506187" y="195169"/>
                  </a:cubicBezTo>
                  <a:cubicBezTo>
                    <a:pt x="504779" y="221648"/>
                    <a:pt x="508065" y="249298"/>
                    <a:pt x="501494" y="275074"/>
                  </a:cubicBezTo>
                  <a:cubicBezTo>
                    <a:pt x="501963" y="276012"/>
                    <a:pt x="502198" y="277183"/>
                    <a:pt x="502198" y="278823"/>
                  </a:cubicBezTo>
                  <a:cubicBezTo>
                    <a:pt x="498677" y="311395"/>
                    <a:pt x="441181" y="334828"/>
                    <a:pt x="414662" y="342092"/>
                  </a:cubicBezTo>
                  <a:cubicBezTo>
                    <a:pt x="368429" y="354980"/>
                    <a:pt x="319381" y="355214"/>
                    <a:pt x="272445" y="346310"/>
                  </a:cubicBezTo>
                  <a:cubicBezTo>
                    <a:pt x="236773" y="339514"/>
                    <a:pt x="188429" y="328969"/>
                    <a:pt x="170593" y="292883"/>
                  </a:cubicBezTo>
                  <a:cubicBezTo>
                    <a:pt x="161910" y="275309"/>
                    <a:pt x="160267" y="257968"/>
                    <a:pt x="159093" y="238754"/>
                  </a:cubicBezTo>
                  <a:cubicBezTo>
                    <a:pt x="157216" y="206182"/>
                    <a:pt x="154165" y="173845"/>
                    <a:pt x="155104" y="141039"/>
                  </a:cubicBezTo>
                  <a:cubicBezTo>
                    <a:pt x="155339" y="136118"/>
                    <a:pt x="162144" y="133775"/>
                    <a:pt x="165195" y="136821"/>
                  </a:cubicBezTo>
                  <a:cubicBezTo>
                    <a:pt x="182327" y="136587"/>
                    <a:pt x="205091" y="146429"/>
                    <a:pt x="219641" y="152521"/>
                  </a:cubicBezTo>
                  <a:cubicBezTo>
                    <a:pt x="252731" y="166347"/>
                    <a:pt x="290984" y="191185"/>
                    <a:pt x="327829" y="189779"/>
                  </a:cubicBezTo>
                  <a:cubicBezTo>
                    <a:pt x="388847" y="187670"/>
                    <a:pt x="436487" y="141039"/>
                    <a:pt x="494453" y="127917"/>
                  </a:cubicBezTo>
                  <a:close/>
                  <a:moveTo>
                    <a:pt x="331354" y="468"/>
                  </a:moveTo>
                  <a:cubicBezTo>
                    <a:pt x="367963" y="3748"/>
                    <a:pt x="402930" y="22962"/>
                    <a:pt x="438835" y="30460"/>
                  </a:cubicBezTo>
                  <a:cubicBezTo>
                    <a:pt x="474740" y="38193"/>
                    <a:pt x="510880" y="44988"/>
                    <a:pt x="544908" y="59047"/>
                  </a:cubicBezTo>
                  <a:cubicBezTo>
                    <a:pt x="547489" y="60218"/>
                    <a:pt x="549132" y="62562"/>
                    <a:pt x="549836" y="65139"/>
                  </a:cubicBezTo>
                  <a:cubicBezTo>
                    <a:pt x="551713" y="64436"/>
                    <a:pt x="553825" y="64670"/>
                    <a:pt x="555703" y="66311"/>
                  </a:cubicBezTo>
                  <a:cubicBezTo>
                    <a:pt x="580109" y="89508"/>
                    <a:pt x="584098" y="129107"/>
                    <a:pt x="586211" y="160974"/>
                  </a:cubicBezTo>
                  <a:cubicBezTo>
                    <a:pt x="588088" y="190030"/>
                    <a:pt x="589027" y="220256"/>
                    <a:pt x="587384" y="249780"/>
                  </a:cubicBezTo>
                  <a:cubicBezTo>
                    <a:pt x="589261" y="250952"/>
                    <a:pt x="590904" y="252592"/>
                    <a:pt x="592547" y="254467"/>
                  </a:cubicBezTo>
                  <a:cubicBezTo>
                    <a:pt x="605219" y="269463"/>
                    <a:pt x="605219" y="290551"/>
                    <a:pt x="602872" y="309062"/>
                  </a:cubicBezTo>
                  <a:cubicBezTo>
                    <a:pt x="600526" y="329917"/>
                    <a:pt x="585506" y="331557"/>
                    <a:pt x="567437" y="332963"/>
                  </a:cubicBezTo>
                  <a:cubicBezTo>
                    <a:pt x="564151" y="333197"/>
                    <a:pt x="561335" y="331088"/>
                    <a:pt x="559927" y="328276"/>
                  </a:cubicBezTo>
                  <a:cubicBezTo>
                    <a:pt x="557580" y="328276"/>
                    <a:pt x="554999" y="327105"/>
                    <a:pt x="553591" y="324762"/>
                  </a:cubicBezTo>
                  <a:cubicBezTo>
                    <a:pt x="549132" y="317264"/>
                    <a:pt x="550775" y="306251"/>
                    <a:pt x="549836" y="297815"/>
                  </a:cubicBezTo>
                  <a:cubicBezTo>
                    <a:pt x="548897" y="287740"/>
                    <a:pt x="547255" y="276024"/>
                    <a:pt x="550775" y="266183"/>
                  </a:cubicBezTo>
                  <a:cubicBezTo>
                    <a:pt x="553825" y="258450"/>
                    <a:pt x="560866" y="251421"/>
                    <a:pt x="568845" y="248609"/>
                  </a:cubicBezTo>
                  <a:cubicBezTo>
                    <a:pt x="566498" y="191904"/>
                    <a:pt x="575415" y="135200"/>
                    <a:pt x="550540" y="82010"/>
                  </a:cubicBezTo>
                  <a:cubicBezTo>
                    <a:pt x="549601" y="82947"/>
                    <a:pt x="548428" y="83884"/>
                    <a:pt x="546785" y="84353"/>
                  </a:cubicBezTo>
                  <a:cubicBezTo>
                    <a:pt x="507595" y="96537"/>
                    <a:pt x="469108" y="111768"/>
                    <a:pt x="431325" y="127467"/>
                  </a:cubicBezTo>
                  <a:cubicBezTo>
                    <a:pt x="403165" y="139183"/>
                    <a:pt x="370075" y="159100"/>
                    <a:pt x="338394" y="152305"/>
                  </a:cubicBezTo>
                  <a:cubicBezTo>
                    <a:pt x="336752" y="153476"/>
                    <a:pt x="334405" y="153945"/>
                    <a:pt x="331824" y="153008"/>
                  </a:cubicBezTo>
                  <a:cubicBezTo>
                    <a:pt x="246402" y="121375"/>
                    <a:pt x="160042" y="98412"/>
                    <a:pt x="72743" y="72872"/>
                  </a:cubicBezTo>
                  <a:cubicBezTo>
                    <a:pt x="66876" y="70997"/>
                    <a:pt x="67345" y="61390"/>
                    <a:pt x="73447" y="61156"/>
                  </a:cubicBezTo>
                  <a:cubicBezTo>
                    <a:pt x="73916" y="59515"/>
                    <a:pt x="74855" y="57875"/>
                    <a:pt x="76732" y="57172"/>
                  </a:cubicBezTo>
                  <a:cubicBezTo>
                    <a:pt x="120382" y="43113"/>
                    <a:pt x="165439" y="33975"/>
                    <a:pt x="210027" y="23196"/>
                  </a:cubicBezTo>
                  <a:cubicBezTo>
                    <a:pt x="248749" y="14058"/>
                    <a:pt x="291225" y="-3047"/>
                    <a:pt x="331354" y="468"/>
                  </a:cubicBezTo>
                  <a:close/>
                </a:path>
              </a:pathLst>
            </a:custGeom>
            <a:solidFill>
              <a:srgbClr val="891D86"/>
            </a:solidFill>
            <a:ln>
              <a:noFill/>
            </a:ln>
          </p:spPr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765830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r="19" b="6530"/>
          <a:stretch/>
        </p:blipFill>
        <p:spPr>
          <a:xfrm>
            <a:off x="0" y="0"/>
            <a:ext cx="11049000" cy="6858000"/>
          </a:xfrm>
          <a:prstGeom prst="rect">
            <a:avLst/>
          </a:prstGeom>
        </p:spPr>
      </p:pic>
      <p:sp>
        <p:nvSpPr>
          <p:cNvPr id="46" name="矩形 45"/>
          <p:cNvSpPr/>
          <p:nvPr/>
        </p:nvSpPr>
        <p:spPr>
          <a:xfrm>
            <a:off x="4438650" y="0"/>
            <a:ext cx="7753350" cy="6858000"/>
          </a:xfrm>
          <a:prstGeom prst="rect">
            <a:avLst/>
          </a:prstGeom>
          <a:gradFill flip="none" rotWithShape="1">
            <a:gsLst>
              <a:gs pos="15000">
                <a:srgbClr val="8E268B"/>
              </a:gs>
              <a:gs pos="37000">
                <a:srgbClr val="A34FA1">
                  <a:alpha val="88000"/>
                </a:srgbClr>
              </a:gs>
              <a:gs pos="0">
                <a:srgbClr val="891D86"/>
              </a:gs>
              <a:gs pos="99000">
                <a:schemeClr val="bg1">
                  <a:alpha val="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3934907" y="157923"/>
            <a:ext cx="7848599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5400" dirty="0">
                <a:gradFill>
                  <a:gsLst>
                    <a:gs pos="35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  <a:gs pos="99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Arial Black" panose="020B0A04020102020204" pitchFamily="34" charset="0"/>
                <a:ea typeface="思源黑体 CN Heavy" panose="020B0A00000000000000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5400" dirty="0">
              <a:gradFill>
                <a:gsLst>
                  <a:gs pos="35000">
                    <a:schemeClr val="bg1">
                      <a:lumMod val="85000"/>
                    </a:schemeClr>
                  </a:gs>
                  <a:gs pos="0">
                    <a:schemeClr val="bg1"/>
                  </a:gs>
                  <a:gs pos="99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Arial Black" panose="020B0A04020102020204" pitchFamily="34" charset="0"/>
              <a:ea typeface="思源黑体 CN Heavy" panose="020B0A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4" name="#24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7334250" y="1663289"/>
            <a:ext cx="4523913" cy="4517843"/>
            <a:chOff x="5610256" y="1395504"/>
            <a:chExt cx="4340404" cy="4517843"/>
          </a:xfrm>
        </p:grpSpPr>
        <p:sp>
          <p:nvSpPr>
            <p:cNvPr id="17" name="îṩ1îḋè"/>
            <p:cNvSpPr txBox="1"/>
            <p:nvPr/>
          </p:nvSpPr>
          <p:spPr>
            <a:xfrm>
              <a:off x="5610256" y="1424279"/>
              <a:ext cx="46679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 dirty="0">
                  <a:solidFill>
                    <a:srgbClr val="891D86"/>
                  </a:solidFill>
                  <a:latin typeface="Impact" panose="020B0806030902050204" pitchFamily="34" charset="0"/>
                </a:rPr>
                <a:t>0</a:t>
              </a:r>
              <a:r>
                <a:rPr lang="en-US" altLang="zh-CN" sz="100" dirty="0">
                  <a:solidFill>
                    <a:srgbClr val="891D86"/>
                  </a:solidFill>
                  <a:latin typeface="Impact" panose="020B0806030902050204" pitchFamily="34" charset="0"/>
                </a:rPr>
                <a:t> </a:t>
              </a:r>
              <a:r>
                <a:rPr lang="en-US" altLang="zh-CN" sz="2800" dirty="0">
                  <a:solidFill>
                    <a:srgbClr val="891D86"/>
                  </a:solidFill>
                  <a:latin typeface="Impact" panose="020B0806030902050204" pitchFamily="34" charset="0"/>
                </a:rPr>
                <a:t>1</a:t>
              </a:r>
            </a:p>
          </p:txBody>
        </p:sp>
        <p:cxnSp>
          <p:nvCxnSpPr>
            <p:cNvPr id="18" name="直接连接符 17"/>
            <p:cNvCxnSpPr/>
            <p:nvPr/>
          </p:nvCxnSpPr>
          <p:spPr>
            <a:xfrm>
              <a:off x="6208722" y="1395504"/>
              <a:ext cx="0" cy="519214"/>
            </a:xfrm>
            <a:prstGeom prst="line">
              <a:avLst/>
            </a:prstGeom>
            <a:ln w="28575">
              <a:solidFill>
                <a:srgbClr val="891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îṩḻïdé">
              <a:extLst>
                <a:ext uri="{FF2B5EF4-FFF2-40B4-BE49-F238E27FC236}">
                  <a16:creationId xmlns:a16="http://schemas.microsoft.com/office/drawing/2014/main" id="{4D5C24C6-4DD0-4193-AD42-019C1134797B}"/>
                </a:ext>
              </a:extLst>
            </p:cNvPr>
            <p:cNvSpPr txBox="1"/>
            <p:nvPr/>
          </p:nvSpPr>
          <p:spPr bwMode="auto">
            <a:xfrm>
              <a:off x="6295143" y="1395504"/>
              <a:ext cx="3610267" cy="5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sz="24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请输入主题</a:t>
              </a:r>
              <a:endParaRPr lang="en-US" altLang="zh-CN" sz="24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1" name="iṣḻiḓe"/>
            <p:cNvSpPr txBox="1"/>
            <p:nvPr/>
          </p:nvSpPr>
          <p:spPr>
            <a:xfrm>
              <a:off x="5610256" y="2224005"/>
              <a:ext cx="503663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rgbClr val="891D86"/>
                  </a:solidFill>
                  <a:latin typeface="Impact" panose="020B0806030902050204" pitchFamily="34" charset="0"/>
                </a:rPr>
                <a:t>0</a:t>
              </a:r>
              <a:r>
                <a:rPr lang="en-US" altLang="zh-CN" sz="100">
                  <a:solidFill>
                    <a:srgbClr val="891D86"/>
                  </a:solidFill>
                  <a:latin typeface="Impact" panose="020B0806030902050204" pitchFamily="34" charset="0"/>
                </a:rPr>
                <a:t> </a:t>
              </a:r>
              <a:r>
                <a:rPr lang="en-US" altLang="zh-CN" sz="2800">
                  <a:solidFill>
                    <a:srgbClr val="891D86"/>
                  </a:solidFill>
                  <a:latin typeface="Impact" panose="020B0806030902050204" pitchFamily="34" charset="0"/>
                </a:rPr>
                <a:t>2</a:t>
              </a:r>
            </a:p>
          </p:txBody>
        </p:sp>
        <p:cxnSp>
          <p:nvCxnSpPr>
            <p:cNvPr id="22" name="直接连接符 21"/>
            <p:cNvCxnSpPr/>
            <p:nvPr/>
          </p:nvCxnSpPr>
          <p:spPr>
            <a:xfrm>
              <a:off x="6227156" y="2195230"/>
              <a:ext cx="0" cy="519214"/>
            </a:xfrm>
            <a:prstGeom prst="line">
              <a:avLst/>
            </a:prstGeom>
            <a:ln w="28575" cap="flat" cmpd="sng" algn="ctr">
              <a:solidFill>
                <a:srgbClr val="891D8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iṧlîḓè"/>
            <p:cNvSpPr txBox="1"/>
            <p:nvPr/>
          </p:nvSpPr>
          <p:spPr>
            <a:xfrm>
              <a:off x="5610256" y="3023731"/>
              <a:ext cx="513282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rgbClr val="891D86"/>
                  </a:solidFill>
                  <a:latin typeface="Impact" panose="020B0806030902050204" pitchFamily="34" charset="0"/>
                </a:rPr>
                <a:t>0</a:t>
              </a:r>
              <a:r>
                <a:rPr lang="en-US" altLang="zh-CN" sz="100">
                  <a:solidFill>
                    <a:srgbClr val="891D86"/>
                  </a:solidFill>
                  <a:latin typeface="Impact" panose="020B0806030902050204" pitchFamily="34" charset="0"/>
                </a:rPr>
                <a:t> </a:t>
              </a:r>
              <a:r>
                <a:rPr lang="en-US" altLang="zh-CN" sz="2800">
                  <a:solidFill>
                    <a:srgbClr val="891D86"/>
                  </a:solidFill>
                  <a:latin typeface="Impact" panose="020B0806030902050204" pitchFamily="34" charset="0"/>
                </a:rPr>
                <a:t>3</a:t>
              </a: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6231966" y="2994956"/>
              <a:ext cx="0" cy="519214"/>
            </a:xfrm>
            <a:prstGeom prst="line">
              <a:avLst/>
            </a:prstGeom>
            <a:ln w="28575" cap="flat" cmpd="sng" algn="ctr">
              <a:solidFill>
                <a:srgbClr val="891D8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îŝḷïďê"/>
            <p:cNvSpPr txBox="1"/>
            <p:nvPr/>
          </p:nvSpPr>
          <p:spPr>
            <a:xfrm>
              <a:off x="5610256" y="3823457"/>
              <a:ext cx="503663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rgbClr val="891D86"/>
                  </a:solidFill>
                  <a:latin typeface="Impact" panose="020B0806030902050204" pitchFamily="34" charset="0"/>
                </a:rPr>
                <a:t>0</a:t>
              </a:r>
              <a:r>
                <a:rPr lang="en-US" altLang="zh-CN" sz="100">
                  <a:solidFill>
                    <a:srgbClr val="891D86"/>
                  </a:solidFill>
                  <a:latin typeface="Impact" panose="020B0806030902050204" pitchFamily="34" charset="0"/>
                </a:rPr>
                <a:t> </a:t>
              </a:r>
              <a:r>
                <a:rPr lang="en-US" altLang="zh-CN" sz="2800">
                  <a:solidFill>
                    <a:srgbClr val="891D86"/>
                  </a:solidFill>
                  <a:latin typeface="Impact" panose="020B0806030902050204" pitchFamily="34" charset="0"/>
                </a:rPr>
                <a:t>4</a:t>
              </a:r>
            </a:p>
          </p:txBody>
        </p:sp>
        <p:cxnSp>
          <p:nvCxnSpPr>
            <p:cNvPr id="30" name="直接连接符 29"/>
            <p:cNvCxnSpPr/>
            <p:nvPr/>
          </p:nvCxnSpPr>
          <p:spPr>
            <a:xfrm>
              <a:off x="6227156" y="3794682"/>
              <a:ext cx="0" cy="519214"/>
            </a:xfrm>
            <a:prstGeom prst="line">
              <a:avLst/>
            </a:prstGeom>
            <a:ln w="28575" cap="flat" cmpd="sng" algn="ctr">
              <a:solidFill>
                <a:srgbClr val="891D8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îṩḻîḑé"/>
            <p:cNvSpPr txBox="1"/>
            <p:nvPr/>
          </p:nvSpPr>
          <p:spPr>
            <a:xfrm>
              <a:off x="5610256" y="4623183"/>
              <a:ext cx="514885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rgbClr val="891D86"/>
                  </a:solidFill>
                  <a:latin typeface="Impact" panose="020B0806030902050204" pitchFamily="34" charset="0"/>
                </a:rPr>
                <a:t>0</a:t>
              </a:r>
              <a:r>
                <a:rPr lang="en-US" altLang="zh-CN" sz="100">
                  <a:solidFill>
                    <a:srgbClr val="891D86"/>
                  </a:solidFill>
                  <a:latin typeface="Impact" panose="020B0806030902050204" pitchFamily="34" charset="0"/>
                </a:rPr>
                <a:t> </a:t>
              </a:r>
              <a:r>
                <a:rPr lang="en-US" altLang="zh-CN" sz="2800">
                  <a:solidFill>
                    <a:srgbClr val="891D86"/>
                  </a:solidFill>
                  <a:latin typeface="Impact" panose="020B0806030902050204" pitchFamily="34" charset="0"/>
                </a:rPr>
                <a:t>5</a:t>
              </a:r>
            </a:p>
          </p:txBody>
        </p:sp>
        <p:cxnSp>
          <p:nvCxnSpPr>
            <p:cNvPr id="34" name="直接连接符 33"/>
            <p:cNvCxnSpPr/>
            <p:nvPr/>
          </p:nvCxnSpPr>
          <p:spPr>
            <a:xfrm>
              <a:off x="6232767" y="4594408"/>
              <a:ext cx="0" cy="519214"/>
            </a:xfrm>
            <a:prstGeom prst="line">
              <a:avLst/>
            </a:prstGeom>
            <a:ln w="28575" cap="flat" cmpd="sng" algn="ctr">
              <a:solidFill>
                <a:srgbClr val="891D8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ísḻíḓê"/>
            <p:cNvSpPr txBox="1"/>
            <p:nvPr/>
          </p:nvSpPr>
          <p:spPr>
            <a:xfrm>
              <a:off x="5610256" y="5422908"/>
              <a:ext cx="516487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anchor="ctr">
              <a:noAutofit/>
            </a:bodyPr>
            <a:lstStyle/>
            <a:p>
              <a:pPr algn="ctr"/>
              <a:r>
                <a:rPr lang="en-US" altLang="zh-CN" sz="2800">
                  <a:solidFill>
                    <a:srgbClr val="891D86"/>
                  </a:solidFill>
                  <a:latin typeface="Impact" panose="020B0806030902050204" pitchFamily="34" charset="0"/>
                </a:rPr>
                <a:t>0</a:t>
              </a:r>
              <a:r>
                <a:rPr lang="en-US" altLang="zh-CN" sz="100">
                  <a:solidFill>
                    <a:srgbClr val="891D86"/>
                  </a:solidFill>
                  <a:latin typeface="Impact" panose="020B0806030902050204" pitchFamily="34" charset="0"/>
                </a:rPr>
                <a:t> </a:t>
              </a:r>
              <a:r>
                <a:rPr lang="en-US" altLang="zh-CN" sz="2800">
                  <a:solidFill>
                    <a:srgbClr val="891D86"/>
                  </a:solidFill>
                  <a:latin typeface="Impact" panose="020B0806030902050204" pitchFamily="34" charset="0"/>
                </a:rPr>
                <a:t>6</a:t>
              </a:r>
            </a:p>
          </p:txBody>
        </p:sp>
        <p:cxnSp>
          <p:nvCxnSpPr>
            <p:cNvPr id="38" name="直接连接符 37"/>
            <p:cNvCxnSpPr/>
            <p:nvPr/>
          </p:nvCxnSpPr>
          <p:spPr>
            <a:xfrm>
              <a:off x="6233568" y="5394133"/>
              <a:ext cx="0" cy="519214"/>
            </a:xfrm>
            <a:prstGeom prst="line">
              <a:avLst/>
            </a:prstGeom>
            <a:ln w="28575" cap="flat" cmpd="sng" algn="ctr">
              <a:solidFill>
                <a:srgbClr val="891D86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îṩḻïdé">
              <a:extLst>
                <a:ext uri="{FF2B5EF4-FFF2-40B4-BE49-F238E27FC236}">
                  <a16:creationId xmlns:a16="http://schemas.microsoft.com/office/drawing/2014/main" id="{4D5C24C6-4DD0-4193-AD42-019C1134797B}"/>
                </a:ext>
              </a:extLst>
            </p:cNvPr>
            <p:cNvSpPr txBox="1"/>
            <p:nvPr/>
          </p:nvSpPr>
          <p:spPr bwMode="auto">
            <a:xfrm>
              <a:off x="6340393" y="2166457"/>
              <a:ext cx="3610267" cy="5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请输入主题</a:t>
              </a:r>
              <a:endParaRPr lang="en-US" altLang="zh-CN" sz="24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3" name="îṩḻïdé">
              <a:extLst>
                <a:ext uri="{FF2B5EF4-FFF2-40B4-BE49-F238E27FC236}">
                  <a16:creationId xmlns:a16="http://schemas.microsoft.com/office/drawing/2014/main" id="{4D5C24C6-4DD0-4193-AD42-019C1134797B}"/>
                </a:ext>
              </a:extLst>
            </p:cNvPr>
            <p:cNvSpPr txBox="1"/>
            <p:nvPr/>
          </p:nvSpPr>
          <p:spPr bwMode="auto">
            <a:xfrm>
              <a:off x="6295143" y="2995849"/>
              <a:ext cx="3610267" cy="5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请输入主题</a:t>
              </a:r>
              <a:endParaRPr lang="en-US" altLang="zh-CN" sz="24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4" name="îṩḻïdé">
              <a:extLst>
                <a:ext uri="{FF2B5EF4-FFF2-40B4-BE49-F238E27FC236}">
                  <a16:creationId xmlns:a16="http://schemas.microsoft.com/office/drawing/2014/main" id="{4D5C24C6-4DD0-4193-AD42-019C1134797B}"/>
                </a:ext>
              </a:extLst>
            </p:cNvPr>
            <p:cNvSpPr txBox="1"/>
            <p:nvPr/>
          </p:nvSpPr>
          <p:spPr bwMode="auto">
            <a:xfrm>
              <a:off x="6295143" y="3794683"/>
              <a:ext cx="3610267" cy="5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请输入主题</a:t>
              </a:r>
              <a:endParaRPr lang="en-US" altLang="zh-CN" sz="24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5" name="îṩḻïdé">
              <a:extLst>
                <a:ext uri="{FF2B5EF4-FFF2-40B4-BE49-F238E27FC236}">
                  <a16:creationId xmlns:a16="http://schemas.microsoft.com/office/drawing/2014/main" id="{4D5C24C6-4DD0-4193-AD42-019C1134797B}"/>
                </a:ext>
              </a:extLst>
            </p:cNvPr>
            <p:cNvSpPr txBox="1"/>
            <p:nvPr/>
          </p:nvSpPr>
          <p:spPr bwMode="auto">
            <a:xfrm>
              <a:off x="6295143" y="4594409"/>
              <a:ext cx="3610267" cy="5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请输入主题</a:t>
              </a:r>
              <a:endParaRPr lang="en-US" altLang="zh-CN" sz="24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47" name="îṩḻïdé">
              <a:extLst>
                <a:ext uri="{FF2B5EF4-FFF2-40B4-BE49-F238E27FC236}">
                  <a16:creationId xmlns:a16="http://schemas.microsoft.com/office/drawing/2014/main" id="{4D5C24C6-4DD0-4193-AD42-019C1134797B}"/>
                </a:ext>
              </a:extLst>
            </p:cNvPr>
            <p:cNvSpPr txBox="1"/>
            <p:nvPr/>
          </p:nvSpPr>
          <p:spPr bwMode="auto">
            <a:xfrm>
              <a:off x="6295143" y="5394134"/>
              <a:ext cx="3610267" cy="5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2400" b="1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请输入主题</a:t>
              </a:r>
              <a:endParaRPr lang="en-US" altLang="zh-CN" sz="2400" b="1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cxnSp>
        <p:nvCxnSpPr>
          <p:cNvPr id="49" name="直接连接符 48"/>
          <p:cNvCxnSpPr/>
          <p:nvPr/>
        </p:nvCxnSpPr>
        <p:spPr>
          <a:xfrm>
            <a:off x="10287000" y="1119772"/>
            <a:ext cx="1239253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8219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任意多边形 53"/>
          <p:cNvSpPr/>
          <p:nvPr/>
        </p:nvSpPr>
        <p:spPr>
          <a:xfrm>
            <a:off x="-30480" y="0"/>
            <a:ext cx="5029200" cy="6858000"/>
          </a:xfrm>
          <a:custGeom>
            <a:avLst/>
            <a:gdLst>
              <a:gd name="connsiteX0" fmla="*/ 30480 w 5029200"/>
              <a:gd name="connsiteY0" fmla="*/ 0 h 6858000"/>
              <a:gd name="connsiteX1" fmla="*/ 1600200 w 5029200"/>
              <a:gd name="connsiteY1" fmla="*/ 0 h 6858000"/>
              <a:gd name="connsiteX2" fmla="*/ 5029200 w 5029200"/>
              <a:gd name="connsiteY2" fmla="*/ 3429000 h 6858000"/>
              <a:gd name="connsiteX3" fmla="*/ 1600200 w 5029200"/>
              <a:gd name="connsiteY3" fmla="*/ 6858000 h 6858000"/>
              <a:gd name="connsiteX4" fmla="*/ 30480 w 5029200"/>
              <a:gd name="connsiteY4" fmla="*/ 6858000 h 6858000"/>
              <a:gd name="connsiteX5" fmla="*/ 0 w 5029200"/>
              <a:gd name="connsiteY5" fmla="*/ 6857230 h 6858000"/>
              <a:gd name="connsiteX6" fmla="*/ 0 w 5029200"/>
              <a:gd name="connsiteY6" fmla="*/ 77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29200" h="6858000">
                <a:moveTo>
                  <a:pt x="30480" y="0"/>
                </a:moveTo>
                <a:lnTo>
                  <a:pt x="1600200" y="0"/>
                </a:lnTo>
                <a:cubicBezTo>
                  <a:pt x="3493984" y="0"/>
                  <a:pt x="5029200" y="1535216"/>
                  <a:pt x="5029200" y="3429000"/>
                </a:cubicBezTo>
                <a:cubicBezTo>
                  <a:pt x="5029200" y="5322784"/>
                  <a:pt x="3493984" y="6858000"/>
                  <a:pt x="1600200" y="6858000"/>
                </a:cubicBezTo>
                <a:lnTo>
                  <a:pt x="30480" y="6858000"/>
                </a:lnTo>
                <a:lnTo>
                  <a:pt x="0" y="6857230"/>
                </a:lnTo>
                <a:lnTo>
                  <a:pt x="0" y="771"/>
                </a:lnTo>
                <a:close/>
              </a:path>
            </a:pathLst>
          </a:cu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-3554729" y="3324451"/>
            <a:ext cx="8343899" cy="9233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altLang="zh-CN" sz="5400" dirty="0">
                <a:gradFill>
                  <a:gsLst>
                    <a:gs pos="58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  <a:gs pos="99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Arial Black" panose="020B0A04020102020204" pitchFamily="34" charset="0"/>
                <a:ea typeface="思源黑体 CN Heavy" panose="020B0A00000000000000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5400" dirty="0">
              <a:gradFill>
                <a:gsLst>
                  <a:gs pos="58000">
                    <a:schemeClr val="bg1">
                      <a:lumMod val="85000"/>
                    </a:schemeClr>
                  </a:gs>
                  <a:gs pos="0">
                    <a:schemeClr val="bg1"/>
                  </a:gs>
                  <a:gs pos="99000">
                    <a:schemeClr val="bg1">
                      <a:alpha val="0"/>
                    </a:schemeClr>
                  </a:gs>
                </a:gsLst>
                <a:lin ang="5400000" scaled="1"/>
              </a:gradFill>
              <a:latin typeface="Arial Black" panose="020B0A04020102020204" pitchFamily="34" charset="0"/>
              <a:ea typeface="思源黑体 CN Heavy" panose="020B0A00000000000000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598295" y="3324451"/>
            <a:ext cx="1771650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1379220" y="2379082"/>
            <a:ext cx="2209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gradFill>
                  <a:gsLst>
                    <a:gs pos="58000">
                      <a:schemeClr val="bg1">
                        <a:lumMod val="85000"/>
                      </a:schemeClr>
                    </a:gs>
                    <a:gs pos="0">
                      <a:schemeClr val="bg1"/>
                    </a:gs>
                    <a:gs pos="99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latin typeface="Times New Roman" panose="02020603050405020304" pitchFamily="18" charset="0"/>
                <a:ea typeface="思源黑体 CN Heavy" panose="020B0A00000000000000" pitchFamily="34" charset="-122"/>
                <a:cs typeface="Times New Roman" panose="02020603050405020304" pitchFamily="18" charset="0"/>
              </a:rPr>
              <a:t>目录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158326" y="321474"/>
            <a:ext cx="5400616" cy="785516"/>
            <a:chOff x="4158326" y="321474"/>
            <a:chExt cx="5400616" cy="785516"/>
          </a:xfrm>
        </p:grpSpPr>
        <p:grpSp>
          <p:nvGrpSpPr>
            <p:cNvPr id="42" name="组合 41"/>
            <p:cNvGrpSpPr/>
            <p:nvPr/>
          </p:nvGrpSpPr>
          <p:grpSpPr>
            <a:xfrm>
              <a:off x="4158326" y="321474"/>
              <a:ext cx="785518" cy="785516"/>
              <a:chOff x="4605961" y="724959"/>
              <a:chExt cx="785518" cy="785516"/>
            </a:xfrm>
          </p:grpSpPr>
          <p:sp>
            <p:nvSpPr>
              <p:cNvPr id="43" name="îṣļiḍé"/>
              <p:cNvSpPr/>
              <p:nvPr/>
            </p:nvSpPr>
            <p:spPr>
              <a:xfrm>
                <a:off x="4605961" y="724959"/>
                <a:ext cx="785518" cy="785516"/>
              </a:xfrm>
              <a:prstGeom prst="ellipse">
                <a:avLst/>
              </a:prstGeom>
              <a:solidFill>
                <a:srgbClr val="8F1E8C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4" name="îṥľíde"/>
              <p:cNvSpPr/>
              <p:nvPr/>
            </p:nvSpPr>
            <p:spPr>
              <a:xfrm>
                <a:off x="4661119" y="780114"/>
                <a:ext cx="675205" cy="675205"/>
              </a:xfrm>
              <a:prstGeom prst="ellipse">
                <a:avLst/>
              </a:prstGeom>
              <a:solidFill>
                <a:srgbClr val="8F1E8C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5" name="íṥlíḍê"/>
              <p:cNvSpPr/>
              <p:nvPr/>
            </p:nvSpPr>
            <p:spPr>
              <a:xfrm>
                <a:off x="4836757" y="990963"/>
                <a:ext cx="323928" cy="323428"/>
              </a:xfrm>
              <a:custGeom>
                <a:avLst/>
                <a:gdLst>
                  <a:gd name="connsiteX0" fmla="*/ 444103 w 607089"/>
                  <a:gd name="connsiteY0" fmla="*/ 163584 h 606152"/>
                  <a:gd name="connsiteX1" fmla="*/ 469914 w 607089"/>
                  <a:gd name="connsiteY1" fmla="*/ 176766 h 606152"/>
                  <a:gd name="connsiteX2" fmla="*/ 475193 w 607089"/>
                  <a:gd name="connsiteY2" fmla="*/ 220412 h 606152"/>
                  <a:gd name="connsiteX3" fmla="*/ 378258 w 607089"/>
                  <a:gd name="connsiteY3" fmla="*/ 317225 h 606152"/>
                  <a:gd name="connsiteX4" fmla="*/ 346435 w 607089"/>
                  <a:gd name="connsiteY4" fmla="*/ 330260 h 606152"/>
                  <a:gd name="connsiteX5" fmla="*/ 313879 w 607089"/>
                  <a:gd name="connsiteY5" fmla="*/ 316492 h 606152"/>
                  <a:gd name="connsiteX6" fmla="*/ 248913 w 607089"/>
                  <a:gd name="connsiteY6" fmla="*/ 251755 h 606152"/>
                  <a:gd name="connsiteX7" fmla="*/ 242021 w 607089"/>
                  <a:gd name="connsiteY7" fmla="*/ 228760 h 606152"/>
                  <a:gd name="connsiteX8" fmla="*/ 254926 w 607089"/>
                  <a:gd name="connsiteY8" fmla="*/ 208695 h 606152"/>
                  <a:gd name="connsiteX9" fmla="*/ 280883 w 607089"/>
                  <a:gd name="connsiteY9" fmla="*/ 195074 h 606152"/>
                  <a:gd name="connsiteX10" fmla="*/ 297894 w 607089"/>
                  <a:gd name="connsiteY10" fmla="*/ 202836 h 606152"/>
                  <a:gd name="connsiteX11" fmla="*/ 342036 w 607089"/>
                  <a:gd name="connsiteY11" fmla="*/ 246922 h 606152"/>
                  <a:gd name="connsiteX12" fmla="*/ 346435 w 607089"/>
                  <a:gd name="connsiteY12" fmla="*/ 249705 h 606152"/>
                  <a:gd name="connsiteX13" fmla="*/ 350541 w 607089"/>
                  <a:gd name="connsiteY13" fmla="*/ 247068 h 606152"/>
                  <a:gd name="connsiteX14" fmla="*/ 426212 w 607089"/>
                  <a:gd name="connsiteY14" fmla="*/ 171493 h 606152"/>
                  <a:gd name="connsiteX15" fmla="*/ 444103 w 607089"/>
                  <a:gd name="connsiteY15" fmla="*/ 163584 h 606152"/>
                  <a:gd name="connsiteX16" fmla="*/ 360877 w 607089"/>
                  <a:gd name="connsiteY16" fmla="*/ 64177 h 606152"/>
                  <a:gd name="connsiteX17" fmla="*/ 232178 w 607089"/>
                  <a:gd name="connsiteY17" fmla="*/ 117334 h 606152"/>
                  <a:gd name="connsiteX18" fmla="*/ 232178 w 607089"/>
                  <a:gd name="connsiteY18" fmla="*/ 374333 h 606152"/>
                  <a:gd name="connsiteX19" fmla="*/ 489575 w 607089"/>
                  <a:gd name="connsiteY19" fmla="*/ 374333 h 606152"/>
                  <a:gd name="connsiteX20" fmla="*/ 489575 w 607089"/>
                  <a:gd name="connsiteY20" fmla="*/ 117334 h 606152"/>
                  <a:gd name="connsiteX21" fmla="*/ 360877 w 607089"/>
                  <a:gd name="connsiteY21" fmla="*/ 64177 h 606152"/>
                  <a:gd name="connsiteX22" fmla="*/ 360876 w 607089"/>
                  <a:gd name="connsiteY22" fmla="*/ 0 h 606152"/>
                  <a:gd name="connsiteX23" fmla="*/ 535041 w 607089"/>
                  <a:gd name="connsiteY23" fmla="*/ 71938 h 606152"/>
                  <a:gd name="connsiteX24" fmla="*/ 535041 w 607089"/>
                  <a:gd name="connsiteY24" fmla="*/ 419729 h 606152"/>
                  <a:gd name="connsiteX25" fmla="*/ 237751 w 607089"/>
                  <a:gd name="connsiteY25" fmla="*/ 456778 h 606152"/>
                  <a:gd name="connsiteX26" fmla="*/ 225138 w 607089"/>
                  <a:gd name="connsiteY26" fmla="*/ 458388 h 606152"/>
                  <a:gd name="connsiteX27" fmla="*/ 99740 w 607089"/>
                  <a:gd name="connsiteY27" fmla="*/ 583593 h 606152"/>
                  <a:gd name="connsiteX28" fmla="*/ 17607 w 607089"/>
                  <a:gd name="connsiteY28" fmla="*/ 592379 h 606152"/>
                  <a:gd name="connsiteX29" fmla="*/ 13794 w 607089"/>
                  <a:gd name="connsiteY29" fmla="*/ 588572 h 606152"/>
                  <a:gd name="connsiteX30" fmla="*/ 22594 w 607089"/>
                  <a:gd name="connsiteY30" fmla="*/ 506567 h 606152"/>
                  <a:gd name="connsiteX31" fmla="*/ 148139 w 607089"/>
                  <a:gd name="connsiteY31" fmla="*/ 381069 h 606152"/>
                  <a:gd name="connsiteX32" fmla="*/ 149606 w 607089"/>
                  <a:gd name="connsiteY32" fmla="*/ 368768 h 606152"/>
                  <a:gd name="connsiteX33" fmla="*/ 186712 w 607089"/>
                  <a:gd name="connsiteY33" fmla="*/ 71938 h 606152"/>
                  <a:gd name="connsiteX34" fmla="*/ 360876 w 607089"/>
                  <a:gd name="connsiteY34" fmla="*/ 0 h 606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607089" h="606152">
                    <a:moveTo>
                      <a:pt x="444103" y="163584"/>
                    </a:moveTo>
                    <a:cubicBezTo>
                      <a:pt x="452462" y="163584"/>
                      <a:pt x="461261" y="167978"/>
                      <a:pt x="469914" y="176766"/>
                    </a:cubicBezTo>
                    <a:cubicBezTo>
                      <a:pt x="485459" y="192291"/>
                      <a:pt x="487365" y="208256"/>
                      <a:pt x="475193" y="220412"/>
                    </a:cubicBezTo>
                    <a:lnTo>
                      <a:pt x="378258" y="317225"/>
                    </a:lnTo>
                    <a:cubicBezTo>
                      <a:pt x="369459" y="326013"/>
                      <a:pt x="359047" y="330260"/>
                      <a:pt x="346435" y="330260"/>
                    </a:cubicBezTo>
                    <a:cubicBezTo>
                      <a:pt x="337783" y="330260"/>
                      <a:pt x="325171" y="327917"/>
                      <a:pt x="313879" y="316492"/>
                    </a:cubicBezTo>
                    <a:lnTo>
                      <a:pt x="248913" y="251755"/>
                    </a:lnTo>
                    <a:cubicBezTo>
                      <a:pt x="242314" y="245018"/>
                      <a:pt x="239821" y="237109"/>
                      <a:pt x="242021" y="228760"/>
                    </a:cubicBezTo>
                    <a:cubicBezTo>
                      <a:pt x="243634" y="222463"/>
                      <a:pt x="247887" y="215872"/>
                      <a:pt x="254926" y="208695"/>
                    </a:cubicBezTo>
                    <a:cubicBezTo>
                      <a:pt x="264165" y="199614"/>
                      <a:pt x="272670" y="195074"/>
                      <a:pt x="280883" y="195074"/>
                    </a:cubicBezTo>
                    <a:cubicBezTo>
                      <a:pt x="287042" y="195074"/>
                      <a:pt x="292761" y="197710"/>
                      <a:pt x="297894" y="202836"/>
                    </a:cubicBezTo>
                    <a:cubicBezTo>
                      <a:pt x="298187" y="203129"/>
                      <a:pt x="326491" y="231397"/>
                      <a:pt x="342036" y="246922"/>
                    </a:cubicBezTo>
                    <a:cubicBezTo>
                      <a:pt x="343649" y="248533"/>
                      <a:pt x="344529" y="249705"/>
                      <a:pt x="346435" y="249705"/>
                    </a:cubicBezTo>
                    <a:cubicBezTo>
                      <a:pt x="348195" y="249705"/>
                      <a:pt x="349075" y="248533"/>
                      <a:pt x="350541" y="247068"/>
                    </a:cubicBezTo>
                    <a:cubicBezTo>
                      <a:pt x="376058" y="221584"/>
                      <a:pt x="425626" y="172079"/>
                      <a:pt x="426212" y="171493"/>
                    </a:cubicBezTo>
                    <a:cubicBezTo>
                      <a:pt x="431492" y="166220"/>
                      <a:pt x="437504" y="163584"/>
                      <a:pt x="444103" y="163584"/>
                    </a:cubicBezTo>
                    <a:close/>
                    <a:moveTo>
                      <a:pt x="360877" y="64177"/>
                    </a:moveTo>
                    <a:cubicBezTo>
                      <a:pt x="314274" y="64177"/>
                      <a:pt x="267671" y="81896"/>
                      <a:pt x="232178" y="117334"/>
                    </a:cubicBezTo>
                    <a:cubicBezTo>
                      <a:pt x="161192" y="188210"/>
                      <a:pt x="161192" y="303457"/>
                      <a:pt x="232178" y="374333"/>
                    </a:cubicBezTo>
                    <a:cubicBezTo>
                      <a:pt x="303164" y="445209"/>
                      <a:pt x="418589" y="445209"/>
                      <a:pt x="489575" y="374333"/>
                    </a:cubicBezTo>
                    <a:cubicBezTo>
                      <a:pt x="560560" y="303457"/>
                      <a:pt x="560560" y="188210"/>
                      <a:pt x="489575" y="117334"/>
                    </a:cubicBezTo>
                    <a:cubicBezTo>
                      <a:pt x="454082" y="81896"/>
                      <a:pt x="407479" y="64177"/>
                      <a:pt x="360877" y="64177"/>
                    </a:cubicBezTo>
                    <a:close/>
                    <a:moveTo>
                      <a:pt x="360876" y="0"/>
                    </a:moveTo>
                    <a:cubicBezTo>
                      <a:pt x="423942" y="0"/>
                      <a:pt x="487008" y="23980"/>
                      <a:pt x="535041" y="71938"/>
                    </a:cubicBezTo>
                    <a:cubicBezTo>
                      <a:pt x="631106" y="167855"/>
                      <a:pt x="631106" y="323812"/>
                      <a:pt x="535041" y="419729"/>
                    </a:cubicBezTo>
                    <a:cubicBezTo>
                      <a:pt x="453495" y="501148"/>
                      <a:pt x="332350" y="513449"/>
                      <a:pt x="237751" y="456778"/>
                    </a:cubicBezTo>
                    <a:cubicBezTo>
                      <a:pt x="237751" y="456778"/>
                      <a:pt x="230858" y="452677"/>
                      <a:pt x="225138" y="458388"/>
                    </a:cubicBezTo>
                    <a:cubicBezTo>
                      <a:pt x="193752" y="489726"/>
                      <a:pt x="99740" y="583593"/>
                      <a:pt x="99740" y="583593"/>
                    </a:cubicBezTo>
                    <a:cubicBezTo>
                      <a:pt x="74660" y="608634"/>
                      <a:pt x="39754" y="614638"/>
                      <a:pt x="17607" y="592379"/>
                    </a:cubicBezTo>
                    <a:lnTo>
                      <a:pt x="13794" y="588572"/>
                    </a:lnTo>
                    <a:cubicBezTo>
                      <a:pt x="-8499" y="566460"/>
                      <a:pt x="-2486" y="531608"/>
                      <a:pt x="22594" y="506567"/>
                    </a:cubicBezTo>
                    <a:cubicBezTo>
                      <a:pt x="22594" y="506567"/>
                      <a:pt x="116753" y="412407"/>
                      <a:pt x="148139" y="381069"/>
                    </a:cubicBezTo>
                    <a:cubicBezTo>
                      <a:pt x="153712" y="375651"/>
                      <a:pt x="149606" y="368768"/>
                      <a:pt x="149606" y="368768"/>
                    </a:cubicBezTo>
                    <a:cubicBezTo>
                      <a:pt x="92846" y="274316"/>
                      <a:pt x="105166" y="153358"/>
                      <a:pt x="186712" y="71938"/>
                    </a:cubicBezTo>
                    <a:cubicBezTo>
                      <a:pt x="234745" y="23980"/>
                      <a:pt x="297810" y="0"/>
                      <a:pt x="3608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8" name="îṩḻïdé">
              <a:extLst>
                <a:ext uri="{FF2B5EF4-FFF2-40B4-BE49-F238E27FC236}">
                  <a16:creationId xmlns:a16="http://schemas.microsoft.com/office/drawing/2014/main" id="{4D5C24C6-4DD0-4193-AD42-019C1134797B}"/>
                </a:ext>
              </a:extLst>
            </p:cNvPr>
            <p:cNvSpPr txBox="1"/>
            <p:nvPr/>
          </p:nvSpPr>
          <p:spPr bwMode="auto">
            <a:xfrm>
              <a:off x="5183137" y="454626"/>
              <a:ext cx="4375805" cy="5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01 </a:t>
              </a:r>
              <a:r>
                <a:rPr lang="zh-CN" altLang="en-US" sz="2400" b="1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请输入主题</a:t>
              </a:r>
              <a:endParaRPr lang="en-US" altLang="zh-CN" sz="2400" b="1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4952341" y="1629696"/>
            <a:ext cx="5333398" cy="785516"/>
            <a:chOff x="4952341" y="1464008"/>
            <a:chExt cx="5333398" cy="785516"/>
          </a:xfrm>
        </p:grpSpPr>
        <p:grpSp>
          <p:nvGrpSpPr>
            <p:cNvPr id="25" name="组合 24"/>
            <p:cNvGrpSpPr/>
            <p:nvPr/>
          </p:nvGrpSpPr>
          <p:grpSpPr>
            <a:xfrm>
              <a:off x="4952341" y="1464008"/>
              <a:ext cx="785518" cy="785516"/>
              <a:chOff x="4605961" y="724959"/>
              <a:chExt cx="785518" cy="785516"/>
            </a:xfrm>
          </p:grpSpPr>
          <p:sp>
            <p:nvSpPr>
              <p:cNvPr id="10" name="îṣļiḍé"/>
              <p:cNvSpPr/>
              <p:nvPr/>
            </p:nvSpPr>
            <p:spPr>
              <a:xfrm>
                <a:off x="4605961" y="724959"/>
                <a:ext cx="785518" cy="785516"/>
              </a:xfrm>
              <a:prstGeom prst="ellipse">
                <a:avLst/>
              </a:prstGeom>
              <a:solidFill>
                <a:srgbClr val="8F1E8C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îṥľíde"/>
              <p:cNvSpPr/>
              <p:nvPr/>
            </p:nvSpPr>
            <p:spPr>
              <a:xfrm>
                <a:off x="4661119" y="780114"/>
                <a:ext cx="675205" cy="675205"/>
              </a:xfrm>
              <a:prstGeom prst="ellipse">
                <a:avLst/>
              </a:prstGeom>
              <a:solidFill>
                <a:srgbClr val="8F1E8C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íṥlíḍê"/>
              <p:cNvSpPr/>
              <p:nvPr/>
            </p:nvSpPr>
            <p:spPr>
              <a:xfrm>
                <a:off x="4836757" y="990963"/>
                <a:ext cx="323928" cy="323428"/>
              </a:xfrm>
              <a:custGeom>
                <a:avLst/>
                <a:gdLst>
                  <a:gd name="connsiteX0" fmla="*/ 444103 w 607089"/>
                  <a:gd name="connsiteY0" fmla="*/ 163584 h 606152"/>
                  <a:gd name="connsiteX1" fmla="*/ 469914 w 607089"/>
                  <a:gd name="connsiteY1" fmla="*/ 176766 h 606152"/>
                  <a:gd name="connsiteX2" fmla="*/ 475193 w 607089"/>
                  <a:gd name="connsiteY2" fmla="*/ 220412 h 606152"/>
                  <a:gd name="connsiteX3" fmla="*/ 378258 w 607089"/>
                  <a:gd name="connsiteY3" fmla="*/ 317225 h 606152"/>
                  <a:gd name="connsiteX4" fmla="*/ 346435 w 607089"/>
                  <a:gd name="connsiteY4" fmla="*/ 330260 h 606152"/>
                  <a:gd name="connsiteX5" fmla="*/ 313879 w 607089"/>
                  <a:gd name="connsiteY5" fmla="*/ 316492 h 606152"/>
                  <a:gd name="connsiteX6" fmla="*/ 248913 w 607089"/>
                  <a:gd name="connsiteY6" fmla="*/ 251755 h 606152"/>
                  <a:gd name="connsiteX7" fmla="*/ 242021 w 607089"/>
                  <a:gd name="connsiteY7" fmla="*/ 228760 h 606152"/>
                  <a:gd name="connsiteX8" fmla="*/ 254926 w 607089"/>
                  <a:gd name="connsiteY8" fmla="*/ 208695 h 606152"/>
                  <a:gd name="connsiteX9" fmla="*/ 280883 w 607089"/>
                  <a:gd name="connsiteY9" fmla="*/ 195074 h 606152"/>
                  <a:gd name="connsiteX10" fmla="*/ 297894 w 607089"/>
                  <a:gd name="connsiteY10" fmla="*/ 202836 h 606152"/>
                  <a:gd name="connsiteX11" fmla="*/ 342036 w 607089"/>
                  <a:gd name="connsiteY11" fmla="*/ 246922 h 606152"/>
                  <a:gd name="connsiteX12" fmla="*/ 346435 w 607089"/>
                  <a:gd name="connsiteY12" fmla="*/ 249705 h 606152"/>
                  <a:gd name="connsiteX13" fmla="*/ 350541 w 607089"/>
                  <a:gd name="connsiteY13" fmla="*/ 247068 h 606152"/>
                  <a:gd name="connsiteX14" fmla="*/ 426212 w 607089"/>
                  <a:gd name="connsiteY14" fmla="*/ 171493 h 606152"/>
                  <a:gd name="connsiteX15" fmla="*/ 444103 w 607089"/>
                  <a:gd name="connsiteY15" fmla="*/ 163584 h 606152"/>
                  <a:gd name="connsiteX16" fmla="*/ 360877 w 607089"/>
                  <a:gd name="connsiteY16" fmla="*/ 64177 h 606152"/>
                  <a:gd name="connsiteX17" fmla="*/ 232178 w 607089"/>
                  <a:gd name="connsiteY17" fmla="*/ 117334 h 606152"/>
                  <a:gd name="connsiteX18" fmla="*/ 232178 w 607089"/>
                  <a:gd name="connsiteY18" fmla="*/ 374333 h 606152"/>
                  <a:gd name="connsiteX19" fmla="*/ 489575 w 607089"/>
                  <a:gd name="connsiteY19" fmla="*/ 374333 h 606152"/>
                  <a:gd name="connsiteX20" fmla="*/ 489575 w 607089"/>
                  <a:gd name="connsiteY20" fmla="*/ 117334 h 606152"/>
                  <a:gd name="connsiteX21" fmla="*/ 360877 w 607089"/>
                  <a:gd name="connsiteY21" fmla="*/ 64177 h 606152"/>
                  <a:gd name="connsiteX22" fmla="*/ 360876 w 607089"/>
                  <a:gd name="connsiteY22" fmla="*/ 0 h 606152"/>
                  <a:gd name="connsiteX23" fmla="*/ 535041 w 607089"/>
                  <a:gd name="connsiteY23" fmla="*/ 71938 h 606152"/>
                  <a:gd name="connsiteX24" fmla="*/ 535041 w 607089"/>
                  <a:gd name="connsiteY24" fmla="*/ 419729 h 606152"/>
                  <a:gd name="connsiteX25" fmla="*/ 237751 w 607089"/>
                  <a:gd name="connsiteY25" fmla="*/ 456778 h 606152"/>
                  <a:gd name="connsiteX26" fmla="*/ 225138 w 607089"/>
                  <a:gd name="connsiteY26" fmla="*/ 458388 h 606152"/>
                  <a:gd name="connsiteX27" fmla="*/ 99740 w 607089"/>
                  <a:gd name="connsiteY27" fmla="*/ 583593 h 606152"/>
                  <a:gd name="connsiteX28" fmla="*/ 17607 w 607089"/>
                  <a:gd name="connsiteY28" fmla="*/ 592379 h 606152"/>
                  <a:gd name="connsiteX29" fmla="*/ 13794 w 607089"/>
                  <a:gd name="connsiteY29" fmla="*/ 588572 h 606152"/>
                  <a:gd name="connsiteX30" fmla="*/ 22594 w 607089"/>
                  <a:gd name="connsiteY30" fmla="*/ 506567 h 606152"/>
                  <a:gd name="connsiteX31" fmla="*/ 148139 w 607089"/>
                  <a:gd name="connsiteY31" fmla="*/ 381069 h 606152"/>
                  <a:gd name="connsiteX32" fmla="*/ 149606 w 607089"/>
                  <a:gd name="connsiteY32" fmla="*/ 368768 h 606152"/>
                  <a:gd name="connsiteX33" fmla="*/ 186712 w 607089"/>
                  <a:gd name="connsiteY33" fmla="*/ 71938 h 606152"/>
                  <a:gd name="connsiteX34" fmla="*/ 360876 w 607089"/>
                  <a:gd name="connsiteY34" fmla="*/ 0 h 606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607089" h="606152">
                    <a:moveTo>
                      <a:pt x="444103" y="163584"/>
                    </a:moveTo>
                    <a:cubicBezTo>
                      <a:pt x="452462" y="163584"/>
                      <a:pt x="461261" y="167978"/>
                      <a:pt x="469914" y="176766"/>
                    </a:cubicBezTo>
                    <a:cubicBezTo>
                      <a:pt x="485459" y="192291"/>
                      <a:pt x="487365" y="208256"/>
                      <a:pt x="475193" y="220412"/>
                    </a:cubicBezTo>
                    <a:lnTo>
                      <a:pt x="378258" y="317225"/>
                    </a:lnTo>
                    <a:cubicBezTo>
                      <a:pt x="369459" y="326013"/>
                      <a:pt x="359047" y="330260"/>
                      <a:pt x="346435" y="330260"/>
                    </a:cubicBezTo>
                    <a:cubicBezTo>
                      <a:pt x="337783" y="330260"/>
                      <a:pt x="325171" y="327917"/>
                      <a:pt x="313879" y="316492"/>
                    </a:cubicBezTo>
                    <a:lnTo>
                      <a:pt x="248913" y="251755"/>
                    </a:lnTo>
                    <a:cubicBezTo>
                      <a:pt x="242314" y="245018"/>
                      <a:pt x="239821" y="237109"/>
                      <a:pt x="242021" y="228760"/>
                    </a:cubicBezTo>
                    <a:cubicBezTo>
                      <a:pt x="243634" y="222463"/>
                      <a:pt x="247887" y="215872"/>
                      <a:pt x="254926" y="208695"/>
                    </a:cubicBezTo>
                    <a:cubicBezTo>
                      <a:pt x="264165" y="199614"/>
                      <a:pt x="272670" y="195074"/>
                      <a:pt x="280883" y="195074"/>
                    </a:cubicBezTo>
                    <a:cubicBezTo>
                      <a:pt x="287042" y="195074"/>
                      <a:pt x="292761" y="197710"/>
                      <a:pt x="297894" y="202836"/>
                    </a:cubicBezTo>
                    <a:cubicBezTo>
                      <a:pt x="298187" y="203129"/>
                      <a:pt x="326491" y="231397"/>
                      <a:pt x="342036" y="246922"/>
                    </a:cubicBezTo>
                    <a:cubicBezTo>
                      <a:pt x="343649" y="248533"/>
                      <a:pt x="344529" y="249705"/>
                      <a:pt x="346435" y="249705"/>
                    </a:cubicBezTo>
                    <a:cubicBezTo>
                      <a:pt x="348195" y="249705"/>
                      <a:pt x="349075" y="248533"/>
                      <a:pt x="350541" y="247068"/>
                    </a:cubicBezTo>
                    <a:cubicBezTo>
                      <a:pt x="376058" y="221584"/>
                      <a:pt x="425626" y="172079"/>
                      <a:pt x="426212" y="171493"/>
                    </a:cubicBezTo>
                    <a:cubicBezTo>
                      <a:pt x="431492" y="166220"/>
                      <a:pt x="437504" y="163584"/>
                      <a:pt x="444103" y="163584"/>
                    </a:cubicBezTo>
                    <a:close/>
                    <a:moveTo>
                      <a:pt x="360877" y="64177"/>
                    </a:moveTo>
                    <a:cubicBezTo>
                      <a:pt x="314274" y="64177"/>
                      <a:pt x="267671" y="81896"/>
                      <a:pt x="232178" y="117334"/>
                    </a:cubicBezTo>
                    <a:cubicBezTo>
                      <a:pt x="161192" y="188210"/>
                      <a:pt x="161192" y="303457"/>
                      <a:pt x="232178" y="374333"/>
                    </a:cubicBezTo>
                    <a:cubicBezTo>
                      <a:pt x="303164" y="445209"/>
                      <a:pt x="418589" y="445209"/>
                      <a:pt x="489575" y="374333"/>
                    </a:cubicBezTo>
                    <a:cubicBezTo>
                      <a:pt x="560560" y="303457"/>
                      <a:pt x="560560" y="188210"/>
                      <a:pt x="489575" y="117334"/>
                    </a:cubicBezTo>
                    <a:cubicBezTo>
                      <a:pt x="454082" y="81896"/>
                      <a:pt x="407479" y="64177"/>
                      <a:pt x="360877" y="64177"/>
                    </a:cubicBezTo>
                    <a:close/>
                    <a:moveTo>
                      <a:pt x="360876" y="0"/>
                    </a:moveTo>
                    <a:cubicBezTo>
                      <a:pt x="423942" y="0"/>
                      <a:pt x="487008" y="23980"/>
                      <a:pt x="535041" y="71938"/>
                    </a:cubicBezTo>
                    <a:cubicBezTo>
                      <a:pt x="631106" y="167855"/>
                      <a:pt x="631106" y="323812"/>
                      <a:pt x="535041" y="419729"/>
                    </a:cubicBezTo>
                    <a:cubicBezTo>
                      <a:pt x="453495" y="501148"/>
                      <a:pt x="332350" y="513449"/>
                      <a:pt x="237751" y="456778"/>
                    </a:cubicBezTo>
                    <a:cubicBezTo>
                      <a:pt x="237751" y="456778"/>
                      <a:pt x="230858" y="452677"/>
                      <a:pt x="225138" y="458388"/>
                    </a:cubicBezTo>
                    <a:cubicBezTo>
                      <a:pt x="193752" y="489726"/>
                      <a:pt x="99740" y="583593"/>
                      <a:pt x="99740" y="583593"/>
                    </a:cubicBezTo>
                    <a:cubicBezTo>
                      <a:pt x="74660" y="608634"/>
                      <a:pt x="39754" y="614638"/>
                      <a:pt x="17607" y="592379"/>
                    </a:cubicBezTo>
                    <a:lnTo>
                      <a:pt x="13794" y="588572"/>
                    </a:lnTo>
                    <a:cubicBezTo>
                      <a:pt x="-8499" y="566460"/>
                      <a:pt x="-2486" y="531608"/>
                      <a:pt x="22594" y="506567"/>
                    </a:cubicBezTo>
                    <a:cubicBezTo>
                      <a:pt x="22594" y="506567"/>
                      <a:pt x="116753" y="412407"/>
                      <a:pt x="148139" y="381069"/>
                    </a:cubicBezTo>
                    <a:cubicBezTo>
                      <a:pt x="153712" y="375651"/>
                      <a:pt x="149606" y="368768"/>
                      <a:pt x="149606" y="368768"/>
                    </a:cubicBezTo>
                    <a:cubicBezTo>
                      <a:pt x="92846" y="274316"/>
                      <a:pt x="105166" y="153358"/>
                      <a:pt x="186712" y="71938"/>
                    </a:cubicBezTo>
                    <a:cubicBezTo>
                      <a:pt x="234745" y="23980"/>
                      <a:pt x="297810" y="0"/>
                      <a:pt x="3608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9" name="îṩḻïdé">
              <a:extLst>
                <a:ext uri="{FF2B5EF4-FFF2-40B4-BE49-F238E27FC236}">
                  <a16:creationId xmlns:a16="http://schemas.microsoft.com/office/drawing/2014/main" id="{4D5C24C6-4DD0-4193-AD42-019C1134797B}"/>
                </a:ext>
              </a:extLst>
            </p:cNvPr>
            <p:cNvSpPr txBox="1"/>
            <p:nvPr/>
          </p:nvSpPr>
          <p:spPr bwMode="auto">
            <a:xfrm>
              <a:off x="5909934" y="1597158"/>
              <a:ext cx="4375805" cy="5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02 </a:t>
              </a:r>
              <a:r>
                <a:rPr lang="zh-CN" altLang="en-US" sz="2400" b="1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请输入主题</a:t>
              </a:r>
              <a:endParaRPr lang="en-US" altLang="zh-CN" sz="2400" b="1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5517175" y="2937918"/>
            <a:ext cx="5336961" cy="785516"/>
            <a:chOff x="5517175" y="2606542"/>
            <a:chExt cx="5336961" cy="785516"/>
          </a:xfrm>
        </p:grpSpPr>
        <p:grpSp>
          <p:nvGrpSpPr>
            <p:cNvPr id="26" name="组合 25"/>
            <p:cNvGrpSpPr/>
            <p:nvPr/>
          </p:nvGrpSpPr>
          <p:grpSpPr>
            <a:xfrm>
              <a:off x="5517175" y="2606542"/>
              <a:ext cx="785518" cy="785516"/>
              <a:chOff x="4605961" y="724959"/>
              <a:chExt cx="785518" cy="785516"/>
            </a:xfrm>
          </p:grpSpPr>
          <p:sp>
            <p:nvSpPr>
              <p:cNvPr id="27" name="îṣļiḍé"/>
              <p:cNvSpPr/>
              <p:nvPr/>
            </p:nvSpPr>
            <p:spPr>
              <a:xfrm>
                <a:off x="4605961" y="724959"/>
                <a:ext cx="785518" cy="785516"/>
              </a:xfrm>
              <a:prstGeom prst="ellipse">
                <a:avLst/>
              </a:prstGeom>
              <a:solidFill>
                <a:srgbClr val="8F1E8C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îṥľíde"/>
              <p:cNvSpPr/>
              <p:nvPr/>
            </p:nvSpPr>
            <p:spPr>
              <a:xfrm>
                <a:off x="4661119" y="780114"/>
                <a:ext cx="675205" cy="675205"/>
              </a:xfrm>
              <a:prstGeom prst="ellipse">
                <a:avLst/>
              </a:prstGeom>
              <a:solidFill>
                <a:srgbClr val="8F1E8C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íṥlíḍê"/>
              <p:cNvSpPr/>
              <p:nvPr/>
            </p:nvSpPr>
            <p:spPr>
              <a:xfrm>
                <a:off x="4836757" y="990963"/>
                <a:ext cx="323928" cy="323428"/>
              </a:xfrm>
              <a:custGeom>
                <a:avLst/>
                <a:gdLst>
                  <a:gd name="connsiteX0" fmla="*/ 444103 w 607089"/>
                  <a:gd name="connsiteY0" fmla="*/ 163584 h 606152"/>
                  <a:gd name="connsiteX1" fmla="*/ 469914 w 607089"/>
                  <a:gd name="connsiteY1" fmla="*/ 176766 h 606152"/>
                  <a:gd name="connsiteX2" fmla="*/ 475193 w 607089"/>
                  <a:gd name="connsiteY2" fmla="*/ 220412 h 606152"/>
                  <a:gd name="connsiteX3" fmla="*/ 378258 w 607089"/>
                  <a:gd name="connsiteY3" fmla="*/ 317225 h 606152"/>
                  <a:gd name="connsiteX4" fmla="*/ 346435 w 607089"/>
                  <a:gd name="connsiteY4" fmla="*/ 330260 h 606152"/>
                  <a:gd name="connsiteX5" fmla="*/ 313879 w 607089"/>
                  <a:gd name="connsiteY5" fmla="*/ 316492 h 606152"/>
                  <a:gd name="connsiteX6" fmla="*/ 248913 w 607089"/>
                  <a:gd name="connsiteY6" fmla="*/ 251755 h 606152"/>
                  <a:gd name="connsiteX7" fmla="*/ 242021 w 607089"/>
                  <a:gd name="connsiteY7" fmla="*/ 228760 h 606152"/>
                  <a:gd name="connsiteX8" fmla="*/ 254926 w 607089"/>
                  <a:gd name="connsiteY8" fmla="*/ 208695 h 606152"/>
                  <a:gd name="connsiteX9" fmla="*/ 280883 w 607089"/>
                  <a:gd name="connsiteY9" fmla="*/ 195074 h 606152"/>
                  <a:gd name="connsiteX10" fmla="*/ 297894 w 607089"/>
                  <a:gd name="connsiteY10" fmla="*/ 202836 h 606152"/>
                  <a:gd name="connsiteX11" fmla="*/ 342036 w 607089"/>
                  <a:gd name="connsiteY11" fmla="*/ 246922 h 606152"/>
                  <a:gd name="connsiteX12" fmla="*/ 346435 w 607089"/>
                  <a:gd name="connsiteY12" fmla="*/ 249705 h 606152"/>
                  <a:gd name="connsiteX13" fmla="*/ 350541 w 607089"/>
                  <a:gd name="connsiteY13" fmla="*/ 247068 h 606152"/>
                  <a:gd name="connsiteX14" fmla="*/ 426212 w 607089"/>
                  <a:gd name="connsiteY14" fmla="*/ 171493 h 606152"/>
                  <a:gd name="connsiteX15" fmla="*/ 444103 w 607089"/>
                  <a:gd name="connsiteY15" fmla="*/ 163584 h 606152"/>
                  <a:gd name="connsiteX16" fmla="*/ 360877 w 607089"/>
                  <a:gd name="connsiteY16" fmla="*/ 64177 h 606152"/>
                  <a:gd name="connsiteX17" fmla="*/ 232178 w 607089"/>
                  <a:gd name="connsiteY17" fmla="*/ 117334 h 606152"/>
                  <a:gd name="connsiteX18" fmla="*/ 232178 w 607089"/>
                  <a:gd name="connsiteY18" fmla="*/ 374333 h 606152"/>
                  <a:gd name="connsiteX19" fmla="*/ 489575 w 607089"/>
                  <a:gd name="connsiteY19" fmla="*/ 374333 h 606152"/>
                  <a:gd name="connsiteX20" fmla="*/ 489575 w 607089"/>
                  <a:gd name="connsiteY20" fmla="*/ 117334 h 606152"/>
                  <a:gd name="connsiteX21" fmla="*/ 360877 w 607089"/>
                  <a:gd name="connsiteY21" fmla="*/ 64177 h 606152"/>
                  <a:gd name="connsiteX22" fmla="*/ 360876 w 607089"/>
                  <a:gd name="connsiteY22" fmla="*/ 0 h 606152"/>
                  <a:gd name="connsiteX23" fmla="*/ 535041 w 607089"/>
                  <a:gd name="connsiteY23" fmla="*/ 71938 h 606152"/>
                  <a:gd name="connsiteX24" fmla="*/ 535041 w 607089"/>
                  <a:gd name="connsiteY24" fmla="*/ 419729 h 606152"/>
                  <a:gd name="connsiteX25" fmla="*/ 237751 w 607089"/>
                  <a:gd name="connsiteY25" fmla="*/ 456778 h 606152"/>
                  <a:gd name="connsiteX26" fmla="*/ 225138 w 607089"/>
                  <a:gd name="connsiteY26" fmla="*/ 458388 h 606152"/>
                  <a:gd name="connsiteX27" fmla="*/ 99740 w 607089"/>
                  <a:gd name="connsiteY27" fmla="*/ 583593 h 606152"/>
                  <a:gd name="connsiteX28" fmla="*/ 17607 w 607089"/>
                  <a:gd name="connsiteY28" fmla="*/ 592379 h 606152"/>
                  <a:gd name="connsiteX29" fmla="*/ 13794 w 607089"/>
                  <a:gd name="connsiteY29" fmla="*/ 588572 h 606152"/>
                  <a:gd name="connsiteX30" fmla="*/ 22594 w 607089"/>
                  <a:gd name="connsiteY30" fmla="*/ 506567 h 606152"/>
                  <a:gd name="connsiteX31" fmla="*/ 148139 w 607089"/>
                  <a:gd name="connsiteY31" fmla="*/ 381069 h 606152"/>
                  <a:gd name="connsiteX32" fmla="*/ 149606 w 607089"/>
                  <a:gd name="connsiteY32" fmla="*/ 368768 h 606152"/>
                  <a:gd name="connsiteX33" fmla="*/ 186712 w 607089"/>
                  <a:gd name="connsiteY33" fmla="*/ 71938 h 606152"/>
                  <a:gd name="connsiteX34" fmla="*/ 360876 w 607089"/>
                  <a:gd name="connsiteY34" fmla="*/ 0 h 606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607089" h="606152">
                    <a:moveTo>
                      <a:pt x="444103" y="163584"/>
                    </a:moveTo>
                    <a:cubicBezTo>
                      <a:pt x="452462" y="163584"/>
                      <a:pt x="461261" y="167978"/>
                      <a:pt x="469914" y="176766"/>
                    </a:cubicBezTo>
                    <a:cubicBezTo>
                      <a:pt x="485459" y="192291"/>
                      <a:pt x="487365" y="208256"/>
                      <a:pt x="475193" y="220412"/>
                    </a:cubicBezTo>
                    <a:lnTo>
                      <a:pt x="378258" y="317225"/>
                    </a:lnTo>
                    <a:cubicBezTo>
                      <a:pt x="369459" y="326013"/>
                      <a:pt x="359047" y="330260"/>
                      <a:pt x="346435" y="330260"/>
                    </a:cubicBezTo>
                    <a:cubicBezTo>
                      <a:pt x="337783" y="330260"/>
                      <a:pt x="325171" y="327917"/>
                      <a:pt x="313879" y="316492"/>
                    </a:cubicBezTo>
                    <a:lnTo>
                      <a:pt x="248913" y="251755"/>
                    </a:lnTo>
                    <a:cubicBezTo>
                      <a:pt x="242314" y="245018"/>
                      <a:pt x="239821" y="237109"/>
                      <a:pt x="242021" y="228760"/>
                    </a:cubicBezTo>
                    <a:cubicBezTo>
                      <a:pt x="243634" y="222463"/>
                      <a:pt x="247887" y="215872"/>
                      <a:pt x="254926" y="208695"/>
                    </a:cubicBezTo>
                    <a:cubicBezTo>
                      <a:pt x="264165" y="199614"/>
                      <a:pt x="272670" y="195074"/>
                      <a:pt x="280883" y="195074"/>
                    </a:cubicBezTo>
                    <a:cubicBezTo>
                      <a:pt x="287042" y="195074"/>
                      <a:pt x="292761" y="197710"/>
                      <a:pt x="297894" y="202836"/>
                    </a:cubicBezTo>
                    <a:cubicBezTo>
                      <a:pt x="298187" y="203129"/>
                      <a:pt x="326491" y="231397"/>
                      <a:pt x="342036" y="246922"/>
                    </a:cubicBezTo>
                    <a:cubicBezTo>
                      <a:pt x="343649" y="248533"/>
                      <a:pt x="344529" y="249705"/>
                      <a:pt x="346435" y="249705"/>
                    </a:cubicBezTo>
                    <a:cubicBezTo>
                      <a:pt x="348195" y="249705"/>
                      <a:pt x="349075" y="248533"/>
                      <a:pt x="350541" y="247068"/>
                    </a:cubicBezTo>
                    <a:cubicBezTo>
                      <a:pt x="376058" y="221584"/>
                      <a:pt x="425626" y="172079"/>
                      <a:pt x="426212" y="171493"/>
                    </a:cubicBezTo>
                    <a:cubicBezTo>
                      <a:pt x="431492" y="166220"/>
                      <a:pt x="437504" y="163584"/>
                      <a:pt x="444103" y="163584"/>
                    </a:cubicBezTo>
                    <a:close/>
                    <a:moveTo>
                      <a:pt x="360877" y="64177"/>
                    </a:moveTo>
                    <a:cubicBezTo>
                      <a:pt x="314274" y="64177"/>
                      <a:pt x="267671" y="81896"/>
                      <a:pt x="232178" y="117334"/>
                    </a:cubicBezTo>
                    <a:cubicBezTo>
                      <a:pt x="161192" y="188210"/>
                      <a:pt x="161192" y="303457"/>
                      <a:pt x="232178" y="374333"/>
                    </a:cubicBezTo>
                    <a:cubicBezTo>
                      <a:pt x="303164" y="445209"/>
                      <a:pt x="418589" y="445209"/>
                      <a:pt x="489575" y="374333"/>
                    </a:cubicBezTo>
                    <a:cubicBezTo>
                      <a:pt x="560560" y="303457"/>
                      <a:pt x="560560" y="188210"/>
                      <a:pt x="489575" y="117334"/>
                    </a:cubicBezTo>
                    <a:cubicBezTo>
                      <a:pt x="454082" y="81896"/>
                      <a:pt x="407479" y="64177"/>
                      <a:pt x="360877" y="64177"/>
                    </a:cubicBezTo>
                    <a:close/>
                    <a:moveTo>
                      <a:pt x="360876" y="0"/>
                    </a:moveTo>
                    <a:cubicBezTo>
                      <a:pt x="423942" y="0"/>
                      <a:pt x="487008" y="23980"/>
                      <a:pt x="535041" y="71938"/>
                    </a:cubicBezTo>
                    <a:cubicBezTo>
                      <a:pt x="631106" y="167855"/>
                      <a:pt x="631106" y="323812"/>
                      <a:pt x="535041" y="419729"/>
                    </a:cubicBezTo>
                    <a:cubicBezTo>
                      <a:pt x="453495" y="501148"/>
                      <a:pt x="332350" y="513449"/>
                      <a:pt x="237751" y="456778"/>
                    </a:cubicBezTo>
                    <a:cubicBezTo>
                      <a:pt x="237751" y="456778"/>
                      <a:pt x="230858" y="452677"/>
                      <a:pt x="225138" y="458388"/>
                    </a:cubicBezTo>
                    <a:cubicBezTo>
                      <a:pt x="193752" y="489726"/>
                      <a:pt x="99740" y="583593"/>
                      <a:pt x="99740" y="583593"/>
                    </a:cubicBezTo>
                    <a:cubicBezTo>
                      <a:pt x="74660" y="608634"/>
                      <a:pt x="39754" y="614638"/>
                      <a:pt x="17607" y="592379"/>
                    </a:cubicBezTo>
                    <a:lnTo>
                      <a:pt x="13794" y="588572"/>
                    </a:lnTo>
                    <a:cubicBezTo>
                      <a:pt x="-8499" y="566460"/>
                      <a:pt x="-2486" y="531608"/>
                      <a:pt x="22594" y="506567"/>
                    </a:cubicBezTo>
                    <a:cubicBezTo>
                      <a:pt x="22594" y="506567"/>
                      <a:pt x="116753" y="412407"/>
                      <a:pt x="148139" y="381069"/>
                    </a:cubicBezTo>
                    <a:cubicBezTo>
                      <a:pt x="153712" y="375651"/>
                      <a:pt x="149606" y="368768"/>
                      <a:pt x="149606" y="368768"/>
                    </a:cubicBezTo>
                    <a:cubicBezTo>
                      <a:pt x="92846" y="274316"/>
                      <a:pt x="105166" y="153358"/>
                      <a:pt x="186712" y="71938"/>
                    </a:cubicBezTo>
                    <a:cubicBezTo>
                      <a:pt x="234745" y="23980"/>
                      <a:pt x="297810" y="0"/>
                      <a:pt x="3608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0" name="îṩḻïdé">
              <a:extLst>
                <a:ext uri="{FF2B5EF4-FFF2-40B4-BE49-F238E27FC236}">
                  <a16:creationId xmlns:a16="http://schemas.microsoft.com/office/drawing/2014/main" id="{4D5C24C6-4DD0-4193-AD42-019C1134797B}"/>
                </a:ext>
              </a:extLst>
            </p:cNvPr>
            <p:cNvSpPr txBox="1"/>
            <p:nvPr/>
          </p:nvSpPr>
          <p:spPr bwMode="auto">
            <a:xfrm>
              <a:off x="6478331" y="2744172"/>
              <a:ext cx="4375805" cy="5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03 </a:t>
              </a:r>
              <a:r>
                <a:rPr lang="zh-CN" altLang="en-US" sz="2400" b="1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请输入主题</a:t>
              </a:r>
              <a:endParaRPr lang="en-US" altLang="zh-CN" sz="2400" b="1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5007499" y="4204498"/>
            <a:ext cx="5336961" cy="785516"/>
            <a:chOff x="5445894" y="3749076"/>
            <a:chExt cx="5336961" cy="785516"/>
          </a:xfrm>
        </p:grpSpPr>
        <p:grpSp>
          <p:nvGrpSpPr>
            <p:cNvPr id="30" name="组合 29"/>
            <p:cNvGrpSpPr/>
            <p:nvPr/>
          </p:nvGrpSpPr>
          <p:grpSpPr>
            <a:xfrm>
              <a:off x="5445894" y="3749076"/>
              <a:ext cx="785518" cy="785516"/>
              <a:chOff x="4605961" y="724959"/>
              <a:chExt cx="785518" cy="785516"/>
            </a:xfrm>
          </p:grpSpPr>
          <p:sp>
            <p:nvSpPr>
              <p:cNvPr id="31" name="îṣļiḍé"/>
              <p:cNvSpPr/>
              <p:nvPr/>
            </p:nvSpPr>
            <p:spPr>
              <a:xfrm>
                <a:off x="4605961" y="724959"/>
                <a:ext cx="785518" cy="785516"/>
              </a:xfrm>
              <a:prstGeom prst="ellipse">
                <a:avLst/>
              </a:prstGeom>
              <a:solidFill>
                <a:srgbClr val="8F1E8C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îṥľíde"/>
              <p:cNvSpPr/>
              <p:nvPr/>
            </p:nvSpPr>
            <p:spPr>
              <a:xfrm>
                <a:off x="4661119" y="780114"/>
                <a:ext cx="675205" cy="675205"/>
              </a:xfrm>
              <a:prstGeom prst="ellipse">
                <a:avLst/>
              </a:prstGeom>
              <a:solidFill>
                <a:srgbClr val="8F1E8C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íṥlíḍê"/>
              <p:cNvSpPr/>
              <p:nvPr/>
            </p:nvSpPr>
            <p:spPr>
              <a:xfrm>
                <a:off x="4836757" y="990963"/>
                <a:ext cx="323928" cy="323428"/>
              </a:xfrm>
              <a:custGeom>
                <a:avLst/>
                <a:gdLst>
                  <a:gd name="connsiteX0" fmla="*/ 444103 w 607089"/>
                  <a:gd name="connsiteY0" fmla="*/ 163584 h 606152"/>
                  <a:gd name="connsiteX1" fmla="*/ 469914 w 607089"/>
                  <a:gd name="connsiteY1" fmla="*/ 176766 h 606152"/>
                  <a:gd name="connsiteX2" fmla="*/ 475193 w 607089"/>
                  <a:gd name="connsiteY2" fmla="*/ 220412 h 606152"/>
                  <a:gd name="connsiteX3" fmla="*/ 378258 w 607089"/>
                  <a:gd name="connsiteY3" fmla="*/ 317225 h 606152"/>
                  <a:gd name="connsiteX4" fmla="*/ 346435 w 607089"/>
                  <a:gd name="connsiteY4" fmla="*/ 330260 h 606152"/>
                  <a:gd name="connsiteX5" fmla="*/ 313879 w 607089"/>
                  <a:gd name="connsiteY5" fmla="*/ 316492 h 606152"/>
                  <a:gd name="connsiteX6" fmla="*/ 248913 w 607089"/>
                  <a:gd name="connsiteY6" fmla="*/ 251755 h 606152"/>
                  <a:gd name="connsiteX7" fmla="*/ 242021 w 607089"/>
                  <a:gd name="connsiteY7" fmla="*/ 228760 h 606152"/>
                  <a:gd name="connsiteX8" fmla="*/ 254926 w 607089"/>
                  <a:gd name="connsiteY8" fmla="*/ 208695 h 606152"/>
                  <a:gd name="connsiteX9" fmla="*/ 280883 w 607089"/>
                  <a:gd name="connsiteY9" fmla="*/ 195074 h 606152"/>
                  <a:gd name="connsiteX10" fmla="*/ 297894 w 607089"/>
                  <a:gd name="connsiteY10" fmla="*/ 202836 h 606152"/>
                  <a:gd name="connsiteX11" fmla="*/ 342036 w 607089"/>
                  <a:gd name="connsiteY11" fmla="*/ 246922 h 606152"/>
                  <a:gd name="connsiteX12" fmla="*/ 346435 w 607089"/>
                  <a:gd name="connsiteY12" fmla="*/ 249705 h 606152"/>
                  <a:gd name="connsiteX13" fmla="*/ 350541 w 607089"/>
                  <a:gd name="connsiteY13" fmla="*/ 247068 h 606152"/>
                  <a:gd name="connsiteX14" fmla="*/ 426212 w 607089"/>
                  <a:gd name="connsiteY14" fmla="*/ 171493 h 606152"/>
                  <a:gd name="connsiteX15" fmla="*/ 444103 w 607089"/>
                  <a:gd name="connsiteY15" fmla="*/ 163584 h 606152"/>
                  <a:gd name="connsiteX16" fmla="*/ 360877 w 607089"/>
                  <a:gd name="connsiteY16" fmla="*/ 64177 h 606152"/>
                  <a:gd name="connsiteX17" fmla="*/ 232178 w 607089"/>
                  <a:gd name="connsiteY17" fmla="*/ 117334 h 606152"/>
                  <a:gd name="connsiteX18" fmla="*/ 232178 w 607089"/>
                  <a:gd name="connsiteY18" fmla="*/ 374333 h 606152"/>
                  <a:gd name="connsiteX19" fmla="*/ 489575 w 607089"/>
                  <a:gd name="connsiteY19" fmla="*/ 374333 h 606152"/>
                  <a:gd name="connsiteX20" fmla="*/ 489575 w 607089"/>
                  <a:gd name="connsiteY20" fmla="*/ 117334 h 606152"/>
                  <a:gd name="connsiteX21" fmla="*/ 360877 w 607089"/>
                  <a:gd name="connsiteY21" fmla="*/ 64177 h 606152"/>
                  <a:gd name="connsiteX22" fmla="*/ 360876 w 607089"/>
                  <a:gd name="connsiteY22" fmla="*/ 0 h 606152"/>
                  <a:gd name="connsiteX23" fmla="*/ 535041 w 607089"/>
                  <a:gd name="connsiteY23" fmla="*/ 71938 h 606152"/>
                  <a:gd name="connsiteX24" fmla="*/ 535041 w 607089"/>
                  <a:gd name="connsiteY24" fmla="*/ 419729 h 606152"/>
                  <a:gd name="connsiteX25" fmla="*/ 237751 w 607089"/>
                  <a:gd name="connsiteY25" fmla="*/ 456778 h 606152"/>
                  <a:gd name="connsiteX26" fmla="*/ 225138 w 607089"/>
                  <a:gd name="connsiteY26" fmla="*/ 458388 h 606152"/>
                  <a:gd name="connsiteX27" fmla="*/ 99740 w 607089"/>
                  <a:gd name="connsiteY27" fmla="*/ 583593 h 606152"/>
                  <a:gd name="connsiteX28" fmla="*/ 17607 w 607089"/>
                  <a:gd name="connsiteY28" fmla="*/ 592379 h 606152"/>
                  <a:gd name="connsiteX29" fmla="*/ 13794 w 607089"/>
                  <a:gd name="connsiteY29" fmla="*/ 588572 h 606152"/>
                  <a:gd name="connsiteX30" fmla="*/ 22594 w 607089"/>
                  <a:gd name="connsiteY30" fmla="*/ 506567 h 606152"/>
                  <a:gd name="connsiteX31" fmla="*/ 148139 w 607089"/>
                  <a:gd name="connsiteY31" fmla="*/ 381069 h 606152"/>
                  <a:gd name="connsiteX32" fmla="*/ 149606 w 607089"/>
                  <a:gd name="connsiteY32" fmla="*/ 368768 h 606152"/>
                  <a:gd name="connsiteX33" fmla="*/ 186712 w 607089"/>
                  <a:gd name="connsiteY33" fmla="*/ 71938 h 606152"/>
                  <a:gd name="connsiteX34" fmla="*/ 360876 w 607089"/>
                  <a:gd name="connsiteY34" fmla="*/ 0 h 606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607089" h="606152">
                    <a:moveTo>
                      <a:pt x="444103" y="163584"/>
                    </a:moveTo>
                    <a:cubicBezTo>
                      <a:pt x="452462" y="163584"/>
                      <a:pt x="461261" y="167978"/>
                      <a:pt x="469914" y="176766"/>
                    </a:cubicBezTo>
                    <a:cubicBezTo>
                      <a:pt x="485459" y="192291"/>
                      <a:pt x="487365" y="208256"/>
                      <a:pt x="475193" y="220412"/>
                    </a:cubicBezTo>
                    <a:lnTo>
                      <a:pt x="378258" y="317225"/>
                    </a:lnTo>
                    <a:cubicBezTo>
                      <a:pt x="369459" y="326013"/>
                      <a:pt x="359047" y="330260"/>
                      <a:pt x="346435" y="330260"/>
                    </a:cubicBezTo>
                    <a:cubicBezTo>
                      <a:pt x="337783" y="330260"/>
                      <a:pt x="325171" y="327917"/>
                      <a:pt x="313879" y="316492"/>
                    </a:cubicBezTo>
                    <a:lnTo>
                      <a:pt x="248913" y="251755"/>
                    </a:lnTo>
                    <a:cubicBezTo>
                      <a:pt x="242314" y="245018"/>
                      <a:pt x="239821" y="237109"/>
                      <a:pt x="242021" y="228760"/>
                    </a:cubicBezTo>
                    <a:cubicBezTo>
                      <a:pt x="243634" y="222463"/>
                      <a:pt x="247887" y="215872"/>
                      <a:pt x="254926" y="208695"/>
                    </a:cubicBezTo>
                    <a:cubicBezTo>
                      <a:pt x="264165" y="199614"/>
                      <a:pt x="272670" y="195074"/>
                      <a:pt x="280883" y="195074"/>
                    </a:cubicBezTo>
                    <a:cubicBezTo>
                      <a:pt x="287042" y="195074"/>
                      <a:pt x="292761" y="197710"/>
                      <a:pt x="297894" y="202836"/>
                    </a:cubicBezTo>
                    <a:cubicBezTo>
                      <a:pt x="298187" y="203129"/>
                      <a:pt x="326491" y="231397"/>
                      <a:pt x="342036" y="246922"/>
                    </a:cubicBezTo>
                    <a:cubicBezTo>
                      <a:pt x="343649" y="248533"/>
                      <a:pt x="344529" y="249705"/>
                      <a:pt x="346435" y="249705"/>
                    </a:cubicBezTo>
                    <a:cubicBezTo>
                      <a:pt x="348195" y="249705"/>
                      <a:pt x="349075" y="248533"/>
                      <a:pt x="350541" y="247068"/>
                    </a:cubicBezTo>
                    <a:cubicBezTo>
                      <a:pt x="376058" y="221584"/>
                      <a:pt x="425626" y="172079"/>
                      <a:pt x="426212" y="171493"/>
                    </a:cubicBezTo>
                    <a:cubicBezTo>
                      <a:pt x="431492" y="166220"/>
                      <a:pt x="437504" y="163584"/>
                      <a:pt x="444103" y="163584"/>
                    </a:cubicBezTo>
                    <a:close/>
                    <a:moveTo>
                      <a:pt x="360877" y="64177"/>
                    </a:moveTo>
                    <a:cubicBezTo>
                      <a:pt x="314274" y="64177"/>
                      <a:pt x="267671" y="81896"/>
                      <a:pt x="232178" y="117334"/>
                    </a:cubicBezTo>
                    <a:cubicBezTo>
                      <a:pt x="161192" y="188210"/>
                      <a:pt x="161192" y="303457"/>
                      <a:pt x="232178" y="374333"/>
                    </a:cubicBezTo>
                    <a:cubicBezTo>
                      <a:pt x="303164" y="445209"/>
                      <a:pt x="418589" y="445209"/>
                      <a:pt x="489575" y="374333"/>
                    </a:cubicBezTo>
                    <a:cubicBezTo>
                      <a:pt x="560560" y="303457"/>
                      <a:pt x="560560" y="188210"/>
                      <a:pt x="489575" y="117334"/>
                    </a:cubicBezTo>
                    <a:cubicBezTo>
                      <a:pt x="454082" y="81896"/>
                      <a:pt x="407479" y="64177"/>
                      <a:pt x="360877" y="64177"/>
                    </a:cubicBezTo>
                    <a:close/>
                    <a:moveTo>
                      <a:pt x="360876" y="0"/>
                    </a:moveTo>
                    <a:cubicBezTo>
                      <a:pt x="423942" y="0"/>
                      <a:pt x="487008" y="23980"/>
                      <a:pt x="535041" y="71938"/>
                    </a:cubicBezTo>
                    <a:cubicBezTo>
                      <a:pt x="631106" y="167855"/>
                      <a:pt x="631106" y="323812"/>
                      <a:pt x="535041" y="419729"/>
                    </a:cubicBezTo>
                    <a:cubicBezTo>
                      <a:pt x="453495" y="501148"/>
                      <a:pt x="332350" y="513449"/>
                      <a:pt x="237751" y="456778"/>
                    </a:cubicBezTo>
                    <a:cubicBezTo>
                      <a:pt x="237751" y="456778"/>
                      <a:pt x="230858" y="452677"/>
                      <a:pt x="225138" y="458388"/>
                    </a:cubicBezTo>
                    <a:cubicBezTo>
                      <a:pt x="193752" y="489726"/>
                      <a:pt x="99740" y="583593"/>
                      <a:pt x="99740" y="583593"/>
                    </a:cubicBezTo>
                    <a:cubicBezTo>
                      <a:pt x="74660" y="608634"/>
                      <a:pt x="39754" y="614638"/>
                      <a:pt x="17607" y="592379"/>
                    </a:cubicBezTo>
                    <a:lnTo>
                      <a:pt x="13794" y="588572"/>
                    </a:lnTo>
                    <a:cubicBezTo>
                      <a:pt x="-8499" y="566460"/>
                      <a:pt x="-2486" y="531608"/>
                      <a:pt x="22594" y="506567"/>
                    </a:cubicBezTo>
                    <a:cubicBezTo>
                      <a:pt x="22594" y="506567"/>
                      <a:pt x="116753" y="412407"/>
                      <a:pt x="148139" y="381069"/>
                    </a:cubicBezTo>
                    <a:cubicBezTo>
                      <a:pt x="153712" y="375651"/>
                      <a:pt x="149606" y="368768"/>
                      <a:pt x="149606" y="368768"/>
                    </a:cubicBezTo>
                    <a:cubicBezTo>
                      <a:pt x="92846" y="274316"/>
                      <a:pt x="105166" y="153358"/>
                      <a:pt x="186712" y="71938"/>
                    </a:cubicBezTo>
                    <a:cubicBezTo>
                      <a:pt x="234745" y="23980"/>
                      <a:pt x="297810" y="0"/>
                      <a:pt x="3608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1" name="îṩḻïdé">
              <a:extLst>
                <a:ext uri="{FF2B5EF4-FFF2-40B4-BE49-F238E27FC236}">
                  <a16:creationId xmlns:a16="http://schemas.microsoft.com/office/drawing/2014/main" id="{4D5C24C6-4DD0-4193-AD42-019C1134797B}"/>
                </a:ext>
              </a:extLst>
            </p:cNvPr>
            <p:cNvSpPr txBox="1"/>
            <p:nvPr/>
          </p:nvSpPr>
          <p:spPr bwMode="auto">
            <a:xfrm>
              <a:off x="6407050" y="3917187"/>
              <a:ext cx="4375805" cy="5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04 </a:t>
              </a:r>
              <a:r>
                <a:rPr lang="zh-CN" altLang="en-US" sz="2400" b="1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请输入主题</a:t>
              </a:r>
              <a:endParaRPr lang="en-US" altLang="zh-CN" sz="2400" b="1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393556" y="5554362"/>
            <a:ext cx="5280669" cy="785516"/>
            <a:chOff x="4832995" y="4891610"/>
            <a:chExt cx="5280669" cy="785516"/>
          </a:xfrm>
        </p:grpSpPr>
        <p:grpSp>
          <p:nvGrpSpPr>
            <p:cNvPr id="34" name="组合 33"/>
            <p:cNvGrpSpPr/>
            <p:nvPr/>
          </p:nvGrpSpPr>
          <p:grpSpPr>
            <a:xfrm>
              <a:off x="4832995" y="4891610"/>
              <a:ext cx="785518" cy="785516"/>
              <a:chOff x="4605961" y="724959"/>
              <a:chExt cx="785518" cy="785516"/>
            </a:xfrm>
          </p:grpSpPr>
          <p:sp>
            <p:nvSpPr>
              <p:cNvPr id="35" name="îṣļiḍé"/>
              <p:cNvSpPr/>
              <p:nvPr/>
            </p:nvSpPr>
            <p:spPr>
              <a:xfrm>
                <a:off x="4605961" y="724959"/>
                <a:ext cx="785518" cy="785516"/>
              </a:xfrm>
              <a:prstGeom prst="ellipse">
                <a:avLst/>
              </a:prstGeom>
              <a:solidFill>
                <a:srgbClr val="8F1E8C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îṥľíde"/>
              <p:cNvSpPr/>
              <p:nvPr/>
            </p:nvSpPr>
            <p:spPr>
              <a:xfrm>
                <a:off x="4661119" y="780114"/>
                <a:ext cx="675205" cy="675205"/>
              </a:xfrm>
              <a:prstGeom prst="ellipse">
                <a:avLst/>
              </a:prstGeom>
              <a:solidFill>
                <a:srgbClr val="8F1E8C"/>
              </a:solidFill>
              <a:ln w="381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íṥlíḍê"/>
              <p:cNvSpPr/>
              <p:nvPr/>
            </p:nvSpPr>
            <p:spPr>
              <a:xfrm>
                <a:off x="4836757" y="990963"/>
                <a:ext cx="323928" cy="323428"/>
              </a:xfrm>
              <a:custGeom>
                <a:avLst/>
                <a:gdLst>
                  <a:gd name="connsiteX0" fmla="*/ 444103 w 607089"/>
                  <a:gd name="connsiteY0" fmla="*/ 163584 h 606152"/>
                  <a:gd name="connsiteX1" fmla="*/ 469914 w 607089"/>
                  <a:gd name="connsiteY1" fmla="*/ 176766 h 606152"/>
                  <a:gd name="connsiteX2" fmla="*/ 475193 w 607089"/>
                  <a:gd name="connsiteY2" fmla="*/ 220412 h 606152"/>
                  <a:gd name="connsiteX3" fmla="*/ 378258 w 607089"/>
                  <a:gd name="connsiteY3" fmla="*/ 317225 h 606152"/>
                  <a:gd name="connsiteX4" fmla="*/ 346435 w 607089"/>
                  <a:gd name="connsiteY4" fmla="*/ 330260 h 606152"/>
                  <a:gd name="connsiteX5" fmla="*/ 313879 w 607089"/>
                  <a:gd name="connsiteY5" fmla="*/ 316492 h 606152"/>
                  <a:gd name="connsiteX6" fmla="*/ 248913 w 607089"/>
                  <a:gd name="connsiteY6" fmla="*/ 251755 h 606152"/>
                  <a:gd name="connsiteX7" fmla="*/ 242021 w 607089"/>
                  <a:gd name="connsiteY7" fmla="*/ 228760 h 606152"/>
                  <a:gd name="connsiteX8" fmla="*/ 254926 w 607089"/>
                  <a:gd name="connsiteY8" fmla="*/ 208695 h 606152"/>
                  <a:gd name="connsiteX9" fmla="*/ 280883 w 607089"/>
                  <a:gd name="connsiteY9" fmla="*/ 195074 h 606152"/>
                  <a:gd name="connsiteX10" fmla="*/ 297894 w 607089"/>
                  <a:gd name="connsiteY10" fmla="*/ 202836 h 606152"/>
                  <a:gd name="connsiteX11" fmla="*/ 342036 w 607089"/>
                  <a:gd name="connsiteY11" fmla="*/ 246922 h 606152"/>
                  <a:gd name="connsiteX12" fmla="*/ 346435 w 607089"/>
                  <a:gd name="connsiteY12" fmla="*/ 249705 h 606152"/>
                  <a:gd name="connsiteX13" fmla="*/ 350541 w 607089"/>
                  <a:gd name="connsiteY13" fmla="*/ 247068 h 606152"/>
                  <a:gd name="connsiteX14" fmla="*/ 426212 w 607089"/>
                  <a:gd name="connsiteY14" fmla="*/ 171493 h 606152"/>
                  <a:gd name="connsiteX15" fmla="*/ 444103 w 607089"/>
                  <a:gd name="connsiteY15" fmla="*/ 163584 h 606152"/>
                  <a:gd name="connsiteX16" fmla="*/ 360877 w 607089"/>
                  <a:gd name="connsiteY16" fmla="*/ 64177 h 606152"/>
                  <a:gd name="connsiteX17" fmla="*/ 232178 w 607089"/>
                  <a:gd name="connsiteY17" fmla="*/ 117334 h 606152"/>
                  <a:gd name="connsiteX18" fmla="*/ 232178 w 607089"/>
                  <a:gd name="connsiteY18" fmla="*/ 374333 h 606152"/>
                  <a:gd name="connsiteX19" fmla="*/ 489575 w 607089"/>
                  <a:gd name="connsiteY19" fmla="*/ 374333 h 606152"/>
                  <a:gd name="connsiteX20" fmla="*/ 489575 w 607089"/>
                  <a:gd name="connsiteY20" fmla="*/ 117334 h 606152"/>
                  <a:gd name="connsiteX21" fmla="*/ 360877 w 607089"/>
                  <a:gd name="connsiteY21" fmla="*/ 64177 h 606152"/>
                  <a:gd name="connsiteX22" fmla="*/ 360876 w 607089"/>
                  <a:gd name="connsiteY22" fmla="*/ 0 h 606152"/>
                  <a:gd name="connsiteX23" fmla="*/ 535041 w 607089"/>
                  <a:gd name="connsiteY23" fmla="*/ 71938 h 606152"/>
                  <a:gd name="connsiteX24" fmla="*/ 535041 w 607089"/>
                  <a:gd name="connsiteY24" fmla="*/ 419729 h 606152"/>
                  <a:gd name="connsiteX25" fmla="*/ 237751 w 607089"/>
                  <a:gd name="connsiteY25" fmla="*/ 456778 h 606152"/>
                  <a:gd name="connsiteX26" fmla="*/ 225138 w 607089"/>
                  <a:gd name="connsiteY26" fmla="*/ 458388 h 606152"/>
                  <a:gd name="connsiteX27" fmla="*/ 99740 w 607089"/>
                  <a:gd name="connsiteY27" fmla="*/ 583593 h 606152"/>
                  <a:gd name="connsiteX28" fmla="*/ 17607 w 607089"/>
                  <a:gd name="connsiteY28" fmla="*/ 592379 h 606152"/>
                  <a:gd name="connsiteX29" fmla="*/ 13794 w 607089"/>
                  <a:gd name="connsiteY29" fmla="*/ 588572 h 606152"/>
                  <a:gd name="connsiteX30" fmla="*/ 22594 w 607089"/>
                  <a:gd name="connsiteY30" fmla="*/ 506567 h 606152"/>
                  <a:gd name="connsiteX31" fmla="*/ 148139 w 607089"/>
                  <a:gd name="connsiteY31" fmla="*/ 381069 h 606152"/>
                  <a:gd name="connsiteX32" fmla="*/ 149606 w 607089"/>
                  <a:gd name="connsiteY32" fmla="*/ 368768 h 606152"/>
                  <a:gd name="connsiteX33" fmla="*/ 186712 w 607089"/>
                  <a:gd name="connsiteY33" fmla="*/ 71938 h 606152"/>
                  <a:gd name="connsiteX34" fmla="*/ 360876 w 607089"/>
                  <a:gd name="connsiteY34" fmla="*/ 0 h 6061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607089" h="606152">
                    <a:moveTo>
                      <a:pt x="444103" y="163584"/>
                    </a:moveTo>
                    <a:cubicBezTo>
                      <a:pt x="452462" y="163584"/>
                      <a:pt x="461261" y="167978"/>
                      <a:pt x="469914" y="176766"/>
                    </a:cubicBezTo>
                    <a:cubicBezTo>
                      <a:pt x="485459" y="192291"/>
                      <a:pt x="487365" y="208256"/>
                      <a:pt x="475193" y="220412"/>
                    </a:cubicBezTo>
                    <a:lnTo>
                      <a:pt x="378258" y="317225"/>
                    </a:lnTo>
                    <a:cubicBezTo>
                      <a:pt x="369459" y="326013"/>
                      <a:pt x="359047" y="330260"/>
                      <a:pt x="346435" y="330260"/>
                    </a:cubicBezTo>
                    <a:cubicBezTo>
                      <a:pt x="337783" y="330260"/>
                      <a:pt x="325171" y="327917"/>
                      <a:pt x="313879" y="316492"/>
                    </a:cubicBezTo>
                    <a:lnTo>
                      <a:pt x="248913" y="251755"/>
                    </a:lnTo>
                    <a:cubicBezTo>
                      <a:pt x="242314" y="245018"/>
                      <a:pt x="239821" y="237109"/>
                      <a:pt x="242021" y="228760"/>
                    </a:cubicBezTo>
                    <a:cubicBezTo>
                      <a:pt x="243634" y="222463"/>
                      <a:pt x="247887" y="215872"/>
                      <a:pt x="254926" y="208695"/>
                    </a:cubicBezTo>
                    <a:cubicBezTo>
                      <a:pt x="264165" y="199614"/>
                      <a:pt x="272670" y="195074"/>
                      <a:pt x="280883" y="195074"/>
                    </a:cubicBezTo>
                    <a:cubicBezTo>
                      <a:pt x="287042" y="195074"/>
                      <a:pt x="292761" y="197710"/>
                      <a:pt x="297894" y="202836"/>
                    </a:cubicBezTo>
                    <a:cubicBezTo>
                      <a:pt x="298187" y="203129"/>
                      <a:pt x="326491" y="231397"/>
                      <a:pt x="342036" y="246922"/>
                    </a:cubicBezTo>
                    <a:cubicBezTo>
                      <a:pt x="343649" y="248533"/>
                      <a:pt x="344529" y="249705"/>
                      <a:pt x="346435" y="249705"/>
                    </a:cubicBezTo>
                    <a:cubicBezTo>
                      <a:pt x="348195" y="249705"/>
                      <a:pt x="349075" y="248533"/>
                      <a:pt x="350541" y="247068"/>
                    </a:cubicBezTo>
                    <a:cubicBezTo>
                      <a:pt x="376058" y="221584"/>
                      <a:pt x="425626" y="172079"/>
                      <a:pt x="426212" y="171493"/>
                    </a:cubicBezTo>
                    <a:cubicBezTo>
                      <a:pt x="431492" y="166220"/>
                      <a:pt x="437504" y="163584"/>
                      <a:pt x="444103" y="163584"/>
                    </a:cubicBezTo>
                    <a:close/>
                    <a:moveTo>
                      <a:pt x="360877" y="64177"/>
                    </a:moveTo>
                    <a:cubicBezTo>
                      <a:pt x="314274" y="64177"/>
                      <a:pt x="267671" y="81896"/>
                      <a:pt x="232178" y="117334"/>
                    </a:cubicBezTo>
                    <a:cubicBezTo>
                      <a:pt x="161192" y="188210"/>
                      <a:pt x="161192" y="303457"/>
                      <a:pt x="232178" y="374333"/>
                    </a:cubicBezTo>
                    <a:cubicBezTo>
                      <a:pt x="303164" y="445209"/>
                      <a:pt x="418589" y="445209"/>
                      <a:pt x="489575" y="374333"/>
                    </a:cubicBezTo>
                    <a:cubicBezTo>
                      <a:pt x="560560" y="303457"/>
                      <a:pt x="560560" y="188210"/>
                      <a:pt x="489575" y="117334"/>
                    </a:cubicBezTo>
                    <a:cubicBezTo>
                      <a:pt x="454082" y="81896"/>
                      <a:pt x="407479" y="64177"/>
                      <a:pt x="360877" y="64177"/>
                    </a:cubicBezTo>
                    <a:close/>
                    <a:moveTo>
                      <a:pt x="360876" y="0"/>
                    </a:moveTo>
                    <a:cubicBezTo>
                      <a:pt x="423942" y="0"/>
                      <a:pt x="487008" y="23980"/>
                      <a:pt x="535041" y="71938"/>
                    </a:cubicBezTo>
                    <a:cubicBezTo>
                      <a:pt x="631106" y="167855"/>
                      <a:pt x="631106" y="323812"/>
                      <a:pt x="535041" y="419729"/>
                    </a:cubicBezTo>
                    <a:cubicBezTo>
                      <a:pt x="453495" y="501148"/>
                      <a:pt x="332350" y="513449"/>
                      <a:pt x="237751" y="456778"/>
                    </a:cubicBezTo>
                    <a:cubicBezTo>
                      <a:pt x="237751" y="456778"/>
                      <a:pt x="230858" y="452677"/>
                      <a:pt x="225138" y="458388"/>
                    </a:cubicBezTo>
                    <a:cubicBezTo>
                      <a:pt x="193752" y="489726"/>
                      <a:pt x="99740" y="583593"/>
                      <a:pt x="99740" y="583593"/>
                    </a:cubicBezTo>
                    <a:cubicBezTo>
                      <a:pt x="74660" y="608634"/>
                      <a:pt x="39754" y="614638"/>
                      <a:pt x="17607" y="592379"/>
                    </a:cubicBezTo>
                    <a:lnTo>
                      <a:pt x="13794" y="588572"/>
                    </a:lnTo>
                    <a:cubicBezTo>
                      <a:pt x="-8499" y="566460"/>
                      <a:pt x="-2486" y="531608"/>
                      <a:pt x="22594" y="506567"/>
                    </a:cubicBezTo>
                    <a:cubicBezTo>
                      <a:pt x="22594" y="506567"/>
                      <a:pt x="116753" y="412407"/>
                      <a:pt x="148139" y="381069"/>
                    </a:cubicBezTo>
                    <a:cubicBezTo>
                      <a:pt x="153712" y="375651"/>
                      <a:pt x="149606" y="368768"/>
                      <a:pt x="149606" y="368768"/>
                    </a:cubicBezTo>
                    <a:cubicBezTo>
                      <a:pt x="92846" y="274316"/>
                      <a:pt x="105166" y="153358"/>
                      <a:pt x="186712" y="71938"/>
                    </a:cubicBezTo>
                    <a:cubicBezTo>
                      <a:pt x="234745" y="23980"/>
                      <a:pt x="297810" y="0"/>
                      <a:pt x="360876" y="0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 cap="rnd">
                <a:solidFill>
                  <a:schemeClr val="bg1"/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 fontScale="92500" lnSpcReduction="20000"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 defTabSz="913765"/>
                <a:endParaRPr lang="zh-CN" altLang="en-US" sz="20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2" name="îṩḻïdé">
              <a:extLst>
                <a:ext uri="{FF2B5EF4-FFF2-40B4-BE49-F238E27FC236}">
                  <a16:creationId xmlns:a16="http://schemas.microsoft.com/office/drawing/2014/main" id="{4D5C24C6-4DD0-4193-AD42-019C1134797B}"/>
                </a:ext>
              </a:extLst>
            </p:cNvPr>
            <p:cNvSpPr txBox="1"/>
            <p:nvPr/>
          </p:nvSpPr>
          <p:spPr bwMode="auto">
            <a:xfrm>
              <a:off x="5737859" y="5059721"/>
              <a:ext cx="4375805" cy="519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sz="2400" b="1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05 </a:t>
              </a:r>
              <a:r>
                <a:rPr lang="zh-CN" altLang="en-US" sz="2400" b="1" dirty="0">
                  <a:solidFill>
                    <a:srgbClr val="8F1E8C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请输入主题</a:t>
              </a:r>
              <a:endParaRPr lang="en-US" altLang="zh-CN" sz="2400" b="1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</p:grpSp>
      <p:sp>
        <p:nvSpPr>
          <p:cNvPr id="179" name="椭圆 178"/>
          <p:cNvSpPr/>
          <p:nvPr/>
        </p:nvSpPr>
        <p:spPr>
          <a:xfrm>
            <a:off x="1444598" y="896150"/>
            <a:ext cx="519512" cy="519512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8F1E8C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椭圆 181"/>
          <p:cNvSpPr/>
          <p:nvPr/>
        </p:nvSpPr>
        <p:spPr>
          <a:xfrm>
            <a:off x="1952072" y="5259584"/>
            <a:ext cx="141870" cy="141870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88000">
                  <a:srgbClr val="8F1E8C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椭圆 182"/>
          <p:cNvSpPr/>
          <p:nvPr/>
        </p:nvSpPr>
        <p:spPr>
          <a:xfrm>
            <a:off x="1163488" y="2194367"/>
            <a:ext cx="281109" cy="281109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68000">
                  <a:srgbClr val="8F1E8C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椭圆 183"/>
          <p:cNvSpPr/>
          <p:nvPr/>
        </p:nvSpPr>
        <p:spPr>
          <a:xfrm>
            <a:off x="2419201" y="1455753"/>
            <a:ext cx="239086" cy="239086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8F1E8C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椭圆 190"/>
          <p:cNvSpPr/>
          <p:nvPr/>
        </p:nvSpPr>
        <p:spPr>
          <a:xfrm>
            <a:off x="561716" y="5897880"/>
            <a:ext cx="402270" cy="402270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8F1E8C"/>
                </a:gs>
              </a:gsLst>
              <a:lin ang="162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2" name="椭圆 191"/>
          <p:cNvSpPr/>
          <p:nvPr/>
        </p:nvSpPr>
        <p:spPr>
          <a:xfrm>
            <a:off x="3134282" y="4858352"/>
            <a:ext cx="235663" cy="235663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8F1E8C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3" name="椭圆 192"/>
          <p:cNvSpPr/>
          <p:nvPr/>
        </p:nvSpPr>
        <p:spPr>
          <a:xfrm>
            <a:off x="2216592" y="4274836"/>
            <a:ext cx="259756" cy="259756"/>
          </a:xfrm>
          <a:prstGeom prst="ellipse">
            <a:avLst/>
          </a:prstGeom>
          <a:noFill/>
          <a:ln w="635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rgbClr val="8F1E8C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831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74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/>
          <p:cNvGrpSpPr/>
          <p:nvPr/>
        </p:nvGrpSpPr>
        <p:grpSpPr>
          <a:xfrm>
            <a:off x="0" y="990600"/>
            <a:ext cx="7904465" cy="4833257"/>
            <a:chOff x="0" y="990600"/>
            <a:chExt cx="7391400" cy="4833257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EE1EBD59-DE80-47A6-B522-2FD964AD3C91}"/>
                </a:ext>
              </a:extLst>
            </p:cNvPr>
            <p:cNvSpPr/>
            <p:nvPr/>
          </p:nvSpPr>
          <p:spPr>
            <a:xfrm>
              <a:off x="0" y="990600"/>
              <a:ext cx="7391400" cy="4833257"/>
            </a:xfrm>
            <a:prstGeom prst="rect">
              <a:avLst/>
            </a:prstGeom>
            <a:solidFill>
              <a:srgbClr val="8F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4FAFAFF8-1733-4067-82BB-FAB192D1D310}"/>
                </a:ext>
              </a:extLst>
            </p:cNvPr>
            <p:cNvGrpSpPr/>
            <p:nvPr/>
          </p:nvGrpSpPr>
          <p:grpSpPr>
            <a:xfrm>
              <a:off x="1248940" y="1437724"/>
              <a:ext cx="3896558" cy="764447"/>
              <a:chOff x="4532498" y="4323460"/>
              <a:chExt cx="3896558" cy="764447"/>
            </a:xfrm>
          </p:grpSpPr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D20DBCB-A543-4AF6-A656-231DCE368A92}"/>
                  </a:ext>
                </a:extLst>
              </p:cNvPr>
              <p:cNvSpPr txBox="1"/>
              <p:nvPr/>
            </p:nvSpPr>
            <p:spPr>
              <a:xfrm>
                <a:off x="5265231" y="4355583"/>
                <a:ext cx="31638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800" b="0" i="0" u="none" strike="noStrike" kern="1200" cap="none" spc="60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ea"/>
                    <a:sym typeface="Arial" panose="020B0604020202020204" pitchFamily="34" charset="0"/>
                  </a:rPr>
                  <a:t>请输入主题</a:t>
                </a: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1C13C77-FEBE-4EF2-B265-8A03211390A1}"/>
                  </a:ext>
                </a:extLst>
              </p:cNvPr>
              <p:cNvSpPr/>
              <p:nvPr/>
            </p:nvSpPr>
            <p:spPr>
              <a:xfrm>
                <a:off x="5293416" y="4810908"/>
                <a:ext cx="2295442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 algn="dist">
                  <a:defRPr/>
                </a:pPr>
                <a:r>
                  <a:rPr lang="en-US" altLang="zh-CN" sz="1200" dirty="0">
                    <a:solidFill>
                      <a:prstClr val="white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PLEASE ENTER YOUR TITLE</a:t>
                </a: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FF49BCF-DBC9-4097-9020-CB0A724AC2F8}"/>
                  </a:ext>
                </a:extLst>
              </p:cNvPr>
              <p:cNvSpPr txBox="1"/>
              <p:nvPr/>
            </p:nvSpPr>
            <p:spPr>
              <a:xfrm>
                <a:off x="4532498" y="4323460"/>
                <a:ext cx="97108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icrosoft YaHei" panose="020B0503020204020204" pitchFamily="34" charset="-122"/>
                    <a:cs typeface="+mn-ea"/>
                    <a:sym typeface="Arial" panose="020B0604020202020204" pitchFamily="34" charset="0"/>
                  </a:rPr>
                  <a:t>01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0D6622D-963C-4BEE-826C-EE53DB0F7E70}"/>
                </a:ext>
              </a:extLst>
            </p:cNvPr>
            <p:cNvGrpSpPr/>
            <p:nvPr/>
          </p:nvGrpSpPr>
          <p:grpSpPr>
            <a:xfrm>
              <a:off x="1248940" y="2426661"/>
              <a:ext cx="3921459" cy="764944"/>
              <a:chOff x="8025569" y="4309404"/>
              <a:chExt cx="3921459" cy="764944"/>
            </a:xfrm>
          </p:grpSpPr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7FC921DC-C9A5-4470-9BC4-ED7B97820E79}"/>
                  </a:ext>
                </a:extLst>
              </p:cNvPr>
              <p:cNvSpPr txBox="1"/>
              <p:nvPr/>
            </p:nvSpPr>
            <p:spPr>
              <a:xfrm>
                <a:off x="8783203" y="4355934"/>
                <a:ext cx="316382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defRPr/>
                </a:pPr>
                <a:r>
                  <a:rPr lang="zh-CN" altLang="en-US" sz="2800" spc="600" dirty="0">
                    <a:solidFill>
                      <a:prstClr val="white"/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  <a:cs typeface="+mn-ea"/>
                    <a:sym typeface="Arial" panose="020B0604020202020204" pitchFamily="34" charset="0"/>
                  </a:rPr>
                  <a:t>请输入主题</a:t>
                </a: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BDC9EEAD-E78F-46E9-926E-302392F7A73E}"/>
                  </a:ext>
                </a:extLst>
              </p:cNvPr>
              <p:cNvSpPr/>
              <p:nvPr/>
            </p:nvSpPr>
            <p:spPr>
              <a:xfrm>
                <a:off x="8803514" y="4797349"/>
                <a:ext cx="2278415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>
                  <a:defRPr/>
                </a:pPr>
                <a:r>
                  <a:rPr lang="en-US" altLang="zh-CN" sz="1200" dirty="0">
                    <a:solidFill>
                      <a:prstClr val="white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PLEASE ENTER YOUR TITLE</a:t>
                </a: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35B15EBC-F3EE-45F7-A7C0-00388EB051DD}"/>
                  </a:ext>
                </a:extLst>
              </p:cNvPr>
              <p:cNvSpPr txBox="1"/>
              <p:nvPr/>
            </p:nvSpPr>
            <p:spPr>
              <a:xfrm>
                <a:off x="8025569" y="4309404"/>
                <a:ext cx="97108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icrosoft YaHei" panose="020B0503020204020204" pitchFamily="34" charset="-122"/>
                    <a:cs typeface="+mn-ea"/>
                    <a:sym typeface="Arial" panose="020B0604020202020204" pitchFamily="34" charset="0"/>
                  </a:rPr>
                  <a:t>02</a:t>
                </a:r>
                <a:endParaRPr kumimoji="0" lang="zh-CN" altLang="en-US" sz="3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Microsoft YaHei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1AC157C-0D8A-4EC0-B509-D52CA08ED4CA}"/>
                </a:ext>
              </a:extLst>
            </p:cNvPr>
            <p:cNvGrpSpPr/>
            <p:nvPr/>
          </p:nvGrpSpPr>
          <p:grpSpPr>
            <a:xfrm>
              <a:off x="1248940" y="3416095"/>
              <a:ext cx="3913406" cy="785063"/>
              <a:chOff x="4517355" y="5502182"/>
              <a:chExt cx="3913406" cy="785063"/>
            </a:xfrm>
          </p:grpSpPr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87A905FC-D843-4A2A-8369-997C93EC1F08}"/>
                  </a:ext>
                </a:extLst>
              </p:cNvPr>
              <p:cNvSpPr/>
              <p:nvPr/>
            </p:nvSpPr>
            <p:spPr>
              <a:xfrm>
                <a:off x="5294514" y="6010246"/>
                <a:ext cx="2279201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>
                  <a:defRPr/>
                </a:pPr>
                <a:r>
                  <a:rPr lang="en-US" altLang="zh-CN" sz="1200" dirty="0">
                    <a:solidFill>
                      <a:prstClr val="white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PLEASE ENTER YOUR TITLE</a:t>
                </a:r>
              </a:p>
            </p:txBody>
          </p: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E5CBF42D-48CF-4D67-8B13-25BA4170FEE6}"/>
                  </a:ext>
                </a:extLst>
              </p:cNvPr>
              <p:cNvGrpSpPr/>
              <p:nvPr/>
            </p:nvGrpSpPr>
            <p:grpSpPr>
              <a:xfrm>
                <a:off x="4517355" y="5502182"/>
                <a:ext cx="3913406" cy="584775"/>
                <a:chOff x="4517355" y="5469524"/>
                <a:chExt cx="3913406" cy="584775"/>
              </a:xfrm>
            </p:grpSpPr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3CEF983E-4B1E-48FA-9B0C-DB88BB6BA3F2}"/>
                    </a:ext>
                  </a:extLst>
                </p:cNvPr>
                <p:cNvSpPr txBox="1"/>
                <p:nvPr/>
              </p:nvSpPr>
              <p:spPr>
                <a:xfrm>
                  <a:off x="5266936" y="5523474"/>
                  <a:ext cx="316382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R="0" lvl="0" indent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2800" b="0" i="0" u="none" strike="noStrike" cap="none" spc="600" normalizeH="0" baseline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pPr>
                    <a:defRPr/>
                  </a:pPr>
                  <a:r>
                    <a:rPr lang="zh-CN" altLang="en-US" dirty="0">
                      <a:latin typeface="思源黑体 CN Regular" panose="020B0500000000000000" pitchFamily="34" charset="-122"/>
                      <a:ea typeface="思源黑体 CN Regular" panose="020B0500000000000000" pitchFamily="34" charset="-122"/>
                      <a:cs typeface="+mn-ea"/>
                      <a:sym typeface="Arial" panose="020B0604020202020204" pitchFamily="34" charset="0"/>
                    </a:rPr>
                    <a:t>请输入主题</a:t>
                  </a:r>
                </a:p>
              </p:txBody>
            </p:sp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88463CC6-BD24-4F23-BE06-9363597A7BE0}"/>
                    </a:ext>
                  </a:extLst>
                </p:cNvPr>
                <p:cNvSpPr txBox="1"/>
                <p:nvPr/>
              </p:nvSpPr>
              <p:spPr>
                <a:xfrm>
                  <a:off x="4517355" y="5469524"/>
                  <a:ext cx="97108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3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icrosoft YaHei" panose="020B0503020204020204" pitchFamily="34" charset="-122"/>
                      <a:cs typeface="+mn-ea"/>
                      <a:sym typeface="Arial" panose="020B0604020202020204" pitchFamily="34" charset="0"/>
                    </a:rPr>
                    <a:t>03</a:t>
                  </a:r>
                  <a:endPara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icrosoft YaHei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</p:grp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7779A08A-053D-4516-A495-8EA295AD54C3}"/>
                </a:ext>
              </a:extLst>
            </p:cNvPr>
            <p:cNvGrpSpPr/>
            <p:nvPr/>
          </p:nvGrpSpPr>
          <p:grpSpPr>
            <a:xfrm>
              <a:off x="1248940" y="4425647"/>
              <a:ext cx="3921457" cy="768663"/>
              <a:chOff x="8025569" y="5513988"/>
              <a:chExt cx="3921457" cy="768663"/>
            </a:xfrm>
          </p:grpSpPr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18FB5B70-9671-41AB-BD8B-DB947DA044F0}"/>
                  </a:ext>
                </a:extLst>
              </p:cNvPr>
              <p:cNvSpPr/>
              <p:nvPr/>
            </p:nvSpPr>
            <p:spPr>
              <a:xfrm>
                <a:off x="8810770" y="6005652"/>
                <a:ext cx="2271159" cy="2769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dist">
                  <a:defRPr/>
                </a:pPr>
                <a:r>
                  <a:rPr lang="en-US" altLang="zh-CN" sz="1200" dirty="0">
                    <a:solidFill>
                      <a:prstClr val="white"/>
                    </a:solidFill>
                    <a:latin typeface="Arial" panose="020B0604020202020204" pitchFamily="34" charset="0"/>
                    <a:ea typeface="Microsoft YaHei" panose="020B0503020204020204" pitchFamily="34" charset="-122"/>
                    <a:cs typeface="Arial" panose="020B0604020202020204" pitchFamily="34" charset="0"/>
                    <a:sym typeface="Arial" panose="020B0604020202020204" pitchFamily="34" charset="0"/>
                  </a:rPr>
                  <a:t>PLEASE ENTER YOUR TITLE</a:t>
                </a:r>
              </a:p>
            </p:txBody>
          </p: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74E0DD7A-AC03-4FF4-8D60-99299DB3A072}"/>
                  </a:ext>
                </a:extLst>
              </p:cNvPr>
              <p:cNvGrpSpPr/>
              <p:nvPr/>
            </p:nvGrpSpPr>
            <p:grpSpPr>
              <a:xfrm>
                <a:off x="8025569" y="5513988"/>
                <a:ext cx="3921457" cy="584775"/>
                <a:chOff x="8025569" y="5481330"/>
                <a:chExt cx="3921457" cy="584775"/>
              </a:xfrm>
            </p:grpSpPr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EBF54625-AA4E-42DC-8593-0723DBD74164}"/>
                    </a:ext>
                  </a:extLst>
                </p:cNvPr>
                <p:cNvSpPr txBox="1"/>
                <p:nvPr/>
              </p:nvSpPr>
              <p:spPr>
                <a:xfrm>
                  <a:off x="8783201" y="5509447"/>
                  <a:ext cx="3163825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>
                  <a:defPPr>
                    <a:defRPr lang="zh-CN"/>
                  </a:defPPr>
                  <a:lvl1pPr marR="0" lvl="0" indent="0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 kumimoji="0" sz="2800" b="0" i="0" u="none" strike="noStrike" cap="none" spc="600" normalizeH="0" baseline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微软雅黑" panose="020B0503020204020204" pitchFamily="34" charset="-122"/>
                      <a:ea typeface="微软雅黑" panose="020B0503020204020204" pitchFamily="34" charset="-122"/>
                    </a:defRPr>
                  </a:lvl1pPr>
                </a:lstStyle>
                <a:p>
                  <a:pPr>
                    <a:defRPr/>
                  </a:pPr>
                  <a:r>
                    <a:rPr lang="zh-CN" altLang="en-US" dirty="0">
                      <a:latin typeface="思源黑体 CN Regular" panose="020B0500000000000000" pitchFamily="34" charset="-122"/>
                      <a:ea typeface="思源黑体 CN Regular" panose="020B0500000000000000" pitchFamily="34" charset="-122"/>
                      <a:cs typeface="+mn-ea"/>
                      <a:sym typeface="Arial" panose="020B0604020202020204" pitchFamily="34" charset="0"/>
                    </a:rPr>
                    <a:t>请输入主题</a:t>
                  </a:r>
                </a:p>
              </p:txBody>
            </p:sp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FEB7088C-BE58-4250-A776-FC7E6FB08291}"/>
                    </a:ext>
                  </a:extLst>
                </p:cNvPr>
                <p:cNvSpPr txBox="1"/>
                <p:nvPr/>
              </p:nvSpPr>
              <p:spPr>
                <a:xfrm>
                  <a:off x="8025569" y="5481330"/>
                  <a:ext cx="971082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3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Microsoft YaHei" panose="020B0503020204020204" pitchFamily="34" charset="-122"/>
                      <a:cs typeface="+mn-ea"/>
                      <a:sym typeface="Arial" panose="020B0604020202020204" pitchFamily="34" charset="0"/>
                    </a:rPr>
                    <a:t>04</a:t>
                  </a:r>
                  <a:endParaRPr kumimoji="0" lang="zh-CN" altLang="en-US" sz="3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Microsoft YaHei" panose="020B0503020204020204" pitchFamily="34" charset="-122"/>
                    <a:cs typeface="+mn-ea"/>
                    <a:sym typeface="Arial" panose="020B0604020202020204" pitchFamily="34" charset="0"/>
                  </a:endParaRPr>
                </a:p>
              </p:txBody>
            </p:sp>
          </p:grpSp>
        </p:grpSp>
      </p:grpSp>
      <p:sp>
        <p:nvSpPr>
          <p:cNvPr id="26" name="文本框 25"/>
          <p:cNvSpPr txBox="1"/>
          <p:nvPr/>
        </p:nvSpPr>
        <p:spPr>
          <a:xfrm>
            <a:off x="6729476" y="2419350"/>
            <a:ext cx="7705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5400" dirty="0">
                <a:ln>
                  <a:solidFill>
                    <a:schemeClr val="bg1"/>
                  </a:solidFill>
                </a:ln>
                <a:solidFill>
                  <a:srgbClr val="8F1E8C"/>
                </a:solidFill>
                <a:latin typeface="Times New Roman" panose="02020603050405020304" pitchFamily="18" charset="0"/>
                <a:ea typeface="思源黑体 CN Heavy" panose="020B0A00000000000000" pitchFamily="34" charset="-122"/>
                <a:cs typeface="Times New Roman" panose="02020603050405020304" pitchFamily="18" charset="0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28710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5000" r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5581650"/>
          </a:xfrm>
          <a:prstGeom prst="rect">
            <a:avLst/>
          </a:prstGeom>
          <a:gradFill flip="none" rotWithShape="1">
            <a:gsLst>
              <a:gs pos="48000">
                <a:srgbClr val="891D86">
                  <a:alpha val="52000"/>
                </a:srgbClr>
              </a:gs>
              <a:gs pos="99083">
                <a:schemeClr val="bg1">
                  <a:alpha val="0"/>
                </a:schemeClr>
              </a:gs>
              <a:gs pos="80000">
                <a:srgbClr val="891D86">
                  <a:alpha val="28000"/>
                </a:srgbClr>
              </a:gs>
              <a:gs pos="0">
                <a:srgbClr val="891D8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800" dirty="0">
              <a:solidFill>
                <a:schemeClr val="bg1"/>
              </a:solidFill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27599" y="1160111"/>
            <a:ext cx="6026664" cy="2654335"/>
            <a:chOff x="627599" y="1160111"/>
            <a:chExt cx="6026664" cy="2654335"/>
          </a:xfrm>
        </p:grpSpPr>
        <p:sp>
          <p:nvSpPr>
            <p:cNvPr id="11" name="文本框 10"/>
            <p:cNvSpPr txBox="1"/>
            <p:nvPr/>
          </p:nvSpPr>
          <p:spPr>
            <a:xfrm>
              <a:off x="1185862" y="2891116"/>
              <a:ext cx="478526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dirty="0">
                  <a:solidFill>
                    <a:schemeClr val="bg1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请输入主题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2276933" y="1160111"/>
              <a:ext cx="24217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0 1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  <p:cxnSp>
          <p:nvCxnSpPr>
            <p:cNvPr id="10" name="直接连接符 9"/>
            <p:cNvCxnSpPr/>
            <p:nvPr/>
          </p:nvCxnSpPr>
          <p:spPr>
            <a:xfrm>
              <a:off x="627599" y="3338046"/>
              <a:ext cx="558263" cy="0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6096000" y="3338046"/>
              <a:ext cx="558263" cy="0"/>
            </a:xfrm>
            <a:prstGeom prst="line">
              <a:avLst/>
            </a:prstGeom>
            <a:ln w="635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46022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1587483"/>
            <a:ext cx="12192000" cy="337060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127039" y="1777983"/>
            <a:ext cx="366353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800" spc="600" dirty="0">
                <a:solidFill>
                  <a:srgbClr val="891D8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rPr>
              <a:t>0 1</a:t>
            </a:r>
            <a:endParaRPr lang="zh-CN" altLang="en-US" sz="8800" spc="600" dirty="0">
              <a:solidFill>
                <a:srgbClr val="891D8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3546371" y="3426926"/>
            <a:ext cx="4824873" cy="1261449"/>
            <a:chOff x="1016660" y="2629216"/>
            <a:chExt cx="4824873" cy="1261449"/>
          </a:xfrm>
        </p:grpSpPr>
        <p:sp>
          <p:nvSpPr>
            <p:cNvPr id="11" name="文本框 10"/>
            <p:cNvSpPr txBox="1"/>
            <p:nvPr/>
          </p:nvSpPr>
          <p:spPr>
            <a:xfrm>
              <a:off x="1016660" y="2629216"/>
              <a:ext cx="478526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dirty="0">
                  <a:solidFill>
                    <a:srgbClr val="8F1E8C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请输入主题</a:t>
              </a: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056270" y="3429000"/>
              <a:ext cx="47852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spc="-150" dirty="0">
                  <a:solidFill>
                    <a:srgbClr val="8F1E8C"/>
                  </a:solidFill>
                  <a:latin typeface="Arial" panose="020B0604020202020204" pitchFamily="34" charset="0"/>
                  <a:ea typeface="思源黑体 CN Heavy" panose="020B0A00000000000000" pitchFamily="34" charset="-122"/>
                  <a:cs typeface="Arial" panose="020B0604020202020204" pitchFamily="34" charset="0"/>
                </a:rPr>
                <a:t>PLEASE ENTER YOUR TITLE</a:t>
              </a:r>
            </a:p>
          </p:txBody>
        </p:sp>
      </p:grpSp>
      <p:sp>
        <p:nvSpPr>
          <p:cNvPr id="14" name="等腰三角形 13"/>
          <p:cNvSpPr/>
          <p:nvPr/>
        </p:nvSpPr>
        <p:spPr>
          <a:xfrm rot="20463223">
            <a:off x="937453" y="3162889"/>
            <a:ext cx="933154" cy="804443"/>
          </a:xfrm>
          <a:prstGeom prst="triangle">
            <a:avLst/>
          </a:prstGeom>
          <a:solidFill>
            <a:srgbClr val="891D86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等腰三角形 14"/>
          <p:cNvSpPr/>
          <p:nvPr/>
        </p:nvSpPr>
        <p:spPr>
          <a:xfrm rot="13761133">
            <a:off x="10636663" y="2153936"/>
            <a:ext cx="805785" cy="694642"/>
          </a:xfrm>
          <a:prstGeom prst="triangle">
            <a:avLst/>
          </a:prstGeom>
          <a:solidFill>
            <a:srgbClr val="891D86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等腰三角形 15"/>
          <p:cNvSpPr/>
          <p:nvPr/>
        </p:nvSpPr>
        <p:spPr>
          <a:xfrm rot="8556320">
            <a:off x="11241856" y="3939891"/>
            <a:ext cx="1272297" cy="1096807"/>
          </a:xfrm>
          <a:prstGeom prst="triangle">
            <a:avLst/>
          </a:prstGeom>
          <a:solidFill>
            <a:srgbClr val="891D86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等腰三角形 16"/>
          <p:cNvSpPr/>
          <p:nvPr/>
        </p:nvSpPr>
        <p:spPr>
          <a:xfrm rot="16712623">
            <a:off x="-107272" y="1940142"/>
            <a:ext cx="1272297" cy="1096807"/>
          </a:xfrm>
          <a:prstGeom prst="triangle">
            <a:avLst/>
          </a:prstGeom>
          <a:solidFill>
            <a:srgbClr val="891D86">
              <a:alpha val="9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7365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8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307531" y="0"/>
            <a:ext cx="4876800" cy="6858000"/>
          </a:xfrm>
          <a:prstGeom prst="rect">
            <a:avLst/>
          </a:prstGeom>
          <a:solidFill>
            <a:srgbClr val="8F1E8C"/>
          </a:solidFill>
          <a:ln>
            <a:noFill/>
          </a:ln>
          <a:effectLst>
            <a:glow>
              <a:schemeClr val="bg1">
                <a:alpha val="66000"/>
              </a:schemeClr>
            </a:glow>
            <a:outerShdw blurRad="952500" dir="11280000" sx="1000" sy="1000" algn="ctr" rotWithShape="0">
              <a:srgbClr val="000000">
                <a:alpha val="63000"/>
              </a:srgbClr>
            </a:outerShdw>
            <a:reflection stA="45000" endPos="0" dist="50800" dir="5400000" sy="-100000" algn="bl" rotWithShape="0"/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7820025" y="1982450"/>
            <a:ext cx="3981451" cy="2893100"/>
            <a:chOff x="7715247" y="881638"/>
            <a:chExt cx="3981451" cy="2893100"/>
          </a:xfrm>
        </p:grpSpPr>
        <p:sp>
          <p:nvSpPr>
            <p:cNvPr id="5" name="文本框 4"/>
            <p:cNvSpPr txBox="1"/>
            <p:nvPr/>
          </p:nvSpPr>
          <p:spPr>
            <a:xfrm>
              <a:off x="8495102" y="2328188"/>
              <a:ext cx="2421743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0 1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7715247" y="881638"/>
              <a:ext cx="3981451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8800" spc="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Impact" panose="020B0806030902050204" pitchFamily="34" charset="0"/>
                </a:rPr>
                <a:t>PART</a:t>
              </a:r>
              <a:endParaRPr lang="zh-CN" altLang="en-US" sz="8800" spc="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Impact" panose="020B0806030902050204" pitchFamily="34" charset="0"/>
              </a:endParaRPr>
            </a:p>
          </p:txBody>
        </p:sp>
      </p:grpSp>
      <p:sp>
        <p:nvSpPr>
          <p:cNvPr id="10" name="等腰三角形 9"/>
          <p:cNvSpPr/>
          <p:nvPr/>
        </p:nvSpPr>
        <p:spPr>
          <a:xfrm rot="16200000">
            <a:off x="6201663" y="2936062"/>
            <a:ext cx="1143617" cy="985877"/>
          </a:xfrm>
          <a:prstGeom prst="triangle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1016660" y="2798276"/>
            <a:ext cx="4824873" cy="1261449"/>
            <a:chOff x="1016660" y="2629216"/>
            <a:chExt cx="4824873" cy="1261449"/>
          </a:xfrm>
        </p:grpSpPr>
        <p:sp>
          <p:nvSpPr>
            <p:cNvPr id="4" name="文本框 3"/>
            <p:cNvSpPr txBox="1"/>
            <p:nvPr/>
          </p:nvSpPr>
          <p:spPr>
            <a:xfrm>
              <a:off x="1016660" y="2629216"/>
              <a:ext cx="478526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dirty="0">
                  <a:solidFill>
                    <a:srgbClr val="8F1E8C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请输入主题</a:t>
              </a: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1056270" y="3429000"/>
              <a:ext cx="47852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spc="-150" dirty="0">
                  <a:solidFill>
                    <a:srgbClr val="8F1E8C"/>
                  </a:solidFill>
                  <a:latin typeface="Arial" panose="020B0604020202020204" pitchFamily="34" charset="0"/>
                  <a:ea typeface="思源黑体 CN Heavy" panose="020B0A00000000000000" pitchFamily="34" charset="-122"/>
                  <a:cs typeface="Arial" panose="020B0604020202020204" pitchFamily="34" charset="0"/>
                </a:rPr>
                <a:t>PLEASE ENTER YOUR TITLE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86963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文本框 78"/>
          <p:cNvSpPr txBox="1"/>
          <p:nvPr/>
        </p:nvSpPr>
        <p:spPr>
          <a:xfrm>
            <a:off x="485775" y="1470637"/>
            <a:ext cx="10910106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南京理工大学，位于江苏省南京市，北依紫金山，西临明城墙，是隶属于工业和信息化部，由工信部、教育部与江苏省人民政府共建的全国重点大学，是国家“世界一流学科建设高校“，是国家“</a:t>
            </a:r>
            <a:r>
              <a:rPr lang="en-US" altLang="zh-CN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211</a:t>
            </a:r>
            <a:r>
              <a:rPr lang="zh-CN" altLang="en-US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工程”、“</a:t>
            </a:r>
            <a:r>
              <a:rPr lang="en-US" altLang="zh-CN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985</a:t>
            </a:r>
            <a:r>
              <a:rPr lang="zh-CN" altLang="en-US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工程优势学科创新平台”重点建设高校，是全国</a:t>
            </a:r>
            <a:r>
              <a:rPr lang="en-US" altLang="zh-CN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18</a:t>
            </a:r>
            <a:r>
              <a:rPr lang="zh-CN" altLang="en-US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所获批国家双创示范基地的高校之一。</a:t>
            </a:r>
            <a:endParaRPr lang="en-US" altLang="zh-CN" sz="2400" spc="12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 indent="720000">
              <a:lnSpc>
                <a:spcPct val="130000"/>
              </a:lnSpc>
            </a:pPr>
            <a:r>
              <a:rPr lang="zh-CN" altLang="en-US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南京理工大学，位于江苏省南京市，北依紫金山，西临明城墙，是隶属于工业和信息化部，由工信部、教育部与江苏省人民政府共建的全国重点大学，是国家“世界一流学科建设高校“，是国家“</a:t>
            </a:r>
            <a:r>
              <a:rPr lang="en-US" altLang="zh-CN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211</a:t>
            </a:r>
            <a:r>
              <a:rPr lang="zh-CN" altLang="en-US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工程”、“</a:t>
            </a:r>
            <a:r>
              <a:rPr lang="en-US" altLang="zh-CN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985</a:t>
            </a:r>
            <a:r>
              <a:rPr lang="zh-CN" altLang="en-US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工程优势学科创新平台”重点建设高校，是全国</a:t>
            </a:r>
            <a:r>
              <a:rPr lang="en-US" altLang="zh-CN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18</a:t>
            </a:r>
            <a:r>
              <a:rPr lang="zh-CN" altLang="en-US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所获批国家双创示范基地的高校之一。</a:t>
            </a:r>
            <a:endParaRPr lang="en-US" altLang="zh-CN" sz="2400" spc="12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0" name="半闭框 79"/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91D86"/>
                </a:solidFill>
              </a:rPr>
              <a:t>章节标题</a:t>
            </a:r>
            <a:r>
              <a:rPr lang="en-US" altLang="zh-CN" dirty="0">
                <a:solidFill>
                  <a:srgbClr val="891D86"/>
                </a:solidFill>
              </a:rPr>
              <a:t>-</a:t>
            </a:r>
            <a:r>
              <a:rPr lang="zh-CN" altLang="en-US" dirty="0">
                <a:solidFill>
                  <a:srgbClr val="891D86"/>
                </a:solidFill>
              </a:rPr>
              <a:t>大段文字页面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6211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半闭框 79"/>
          <p:cNvSpPr/>
          <p:nvPr/>
        </p:nvSpPr>
        <p:spPr>
          <a:xfrm rot="10800000">
            <a:off x="9383613" y="4024213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91D86"/>
                </a:solidFill>
              </a:rPr>
              <a:t>章节标题</a:t>
            </a:r>
            <a:r>
              <a:rPr lang="en-US" altLang="zh-CN" dirty="0">
                <a:solidFill>
                  <a:srgbClr val="891D86"/>
                </a:solidFill>
              </a:rPr>
              <a:t>-</a:t>
            </a:r>
            <a:r>
              <a:rPr lang="zh-CN" altLang="en-US" dirty="0">
                <a:solidFill>
                  <a:srgbClr val="891D86"/>
                </a:solidFill>
              </a:rPr>
              <a:t>两段</a:t>
            </a:r>
            <a:r>
              <a:rPr lang="en-US" altLang="zh-CN" dirty="0">
                <a:solidFill>
                  <a:srgbClr val="891D86"/>
                </a:solidFill>
              </a:rPr>
              <a:t>/</a:t>
            </a:r>
            <a:r>
              <a:rPr lang="zh-CN" altLang="en-US" dirty="0">
                <a:solidFill>
                  <a:srgbClr val="891D86"/>
                </a:solidFill>
              </a:rPr>
              <a:t>对比文字页面</a:t>
            </a:r>
            <a:endParaRPr lang="zh-CN" altLang="en-US" dirty="0"/>
          </a:p>
        </p:txBody>
      </p:sp>
      <p:sp>
        <p:nvSpPr>
          <p:cNvPr id="5" name="半闭框 4"/>
          <p:cNvSpPr/>
          <p:nvPr/>
        </p:nvSpPr>
        <p:spPr>
          <a:xfrm>
            <a:off x="619077" y="1112530"/>
            <a:ext cx="2313087" cy="2313087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9729" y="2097858"/>
            <a:ext cx="4863399" cy="39333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</a:pPr>
            <a:r>
              <a: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南京理工大学，位于江苏省南京市，北依紫金山，西临明城墙，是隶属于工业和信息化部，由工信部、教育部与江苏省人民政府共建的全国重点大学，是国家“世界一流学科建设高校“，是国家“</a:t>
            </a:r>
            <a:r>
              <a:rPr lang="en-US" altLang="zh-CN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211</a:t>
            </a:r>
            <a:r>
              <a: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工程”、“</a:t>
            </a:r>
            <a:r>
              <a:rPr lang="en-US" altLang="zh-CN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985</a:t>
            </a:r>
            <a:r>
              <a: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工程优势学科创新平台”重点建设高校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355057" y="2097858"/>
            <a:ext cx="4863399" cy="393338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indent="457200">
              <a:lnSpc>
                <a:spcPct val="130000"/>
              </a:lnSpc>
            </a:pPr>
            <a:r>
              <a: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南京理工大学，位于江苏省南京市，北依紫金山，西临明城墙，是隶属于工业和信息化部，由工信部、教育部与江苏省人民政府共建的全国重点大学，是国家“世界一流学科建设高校“，是国家“</a:t>
            </a:r>
            <a:r>
              <a:rPr lang="en-US" altLang="zh-CN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211</a:t>
            </a:r>
            <a:r>
              <a: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工程”、“</a:t>
            </a:r>
            <a:r>
              <a:rPr lang="en-US" altLang="zh-CN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985</a:t>
            </a:r>
            <a:r>
              <a: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工程优势学科创新平台”重点建设高校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6086475" y="2428126"/>
            <a:ext cx="0" cy="1500188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组合 1"/>
          <p:cNvGrpSpPr/>
          <p:nvPr/>
        </p:nvGrpSpPr>
        <p:grpSpPr>
          <a:xfrm>
            <a:off x="2808230" y="1507166"/>
            <a:ext cx="1581551" cy="543831"/>
            <a:chOff x="3081221" y="1262142"/>
            <a:chExt cx="1581551" cy="543831"/>
          </a:xfrm>
        </p:grpSpPr>
        <p:sp>
          <p:nvSpPr>
            <p:cNvPr id="11" name="文本框 10"/>
            <p:cNvSpPr txBox="1"/>
            <p:nvPr/>
          </p:nvSpPr>
          <p:spPr>
            <a:xfrm>
              <a:off x="3081221" y="1262142"/>
              <a:ext cx="1581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28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28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3296449" y="1800056"/>
              <a:ext cx="523266" cy="5917"/>
            </a:xfrm>
            <a:prstGeom prst="line">
              <a:avLst/>
            </a:prstGeom>
            <a:ln w="38100">
              <a:solidFill>
                <a:srgbClr val="891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/>
          <p:cNvGrpSpPr/>
          <p:nvPr/>
        </p:nvGrpSpPr>
        <p:grpSpPr>
          <a:xfrm>
            <a:off x="8091513" y="1499411"/>
            <a:ext cx="1390486" cy="543831"/>
            <a:chOff x="3081222" y="1262142"/>
            <a:chExt cx="1390486" cy="543831"/>
          </a:xfrm>
        </p:grpSpPr>
        <p:sp>
          <p:nvSpPr>
            <p:cNvPr id="15" name="文本框 14"/>
            <p:cNvSpPr txBox="1"/>
            <p:nvPr/>
          </p:nvSpPr>
          <p:spPr>
            <a:xfrm>
              <a:off x="3081222" y="1262142"/>
              <a:ext cx="139048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28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2</a:t>
              </a:r>
              <a:endParaRPr lang="zh-CN" altLang="en-US" sz="28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16" name="直接连接符 15"/>
            <p:cNvCxnSpPr/>
            <p:nvPr/>
          </p:nvCxnSpPr>
          <p:spPr>
            <a:xfrm>
              <a:off x="3351041" y="1800056"/>
              <a:ext cx="523266" cy="5917"/>
            </a:xfrm>
            <a:prstGeom prst="line">
              <a:avLst/>
            </a:prstGeom>
            <a:ln w="38100">
              <a:solidFill>
                <a:srgbClr val="891D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5763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91D86"/>
                </a:solidFill>
              </a:rPr>
              <a:t>章节标题</a:t>
            </a:r>
            <a:r>
              <a:rPr lang="en-US" altLang="zh-CN" dirty="0">
                <a:solidFill>
                  <a:srgbClr val="891D86"/>
                </a:solidFill>
              </a:rPr>
              <a:t>-</a:t>
            </a:r>
            <a:r>
              <a:rPr lang="zh-CN" altLang="en-US" dirty="0">
                <a:solidFill>
                  <a:srgbClr val="891D86"/>
                </a:solidFill>
              </a:rPr>
              <a:t>三段文字页面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737938" y="1510306"/>
            <a:ext cx="10668000" cy="1363580"/>
          </a:xfrm>
          <a:prstGeom prst="rect">
            <a:avLst/>
          </a:prstGeom>
          <a:noFill/>
          <a:ln w="38100">
            <a:solidFill>
              <a:srgbClr val="891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62958" y="1173424"/>
            <a:ext cx="2113194" cy="577516"/>
          </a:xfrm>
          <a:prstGeom prst="rect">
            <a:avLst/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+mj-ea"/>
                <a:ea typeface="+mj-ea"/>
              </a:rPr>
              <a:t>标题</a:t>
            </a:r>
            <a:r>
              <a:rPr lang="en-US" altLang="zh-CN" sz="2800" dirty="0">
                <a:latin typeface="+mj-ea"/>
                <a:ea typeface="+mj-ea"/>
              </a:rPr>
              <a:t>1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37938" y="3381073"/>
            <a:ext cx="10668000" cy="1363580"/>
          </a:xfrm>
          <a:prstGeom prst="rect">
            <a:avLst/>
          </a:prstGeom>
          <a:noFill/>
          <a:ln w="38100">
            <a:solidFill>
              <a:srgbClr val="891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62958" y="3044191"/>
            <a:ext cx="2113194" cy="577516"/>
          </a:xfrm>
          <a:prstGeom prst="rect">
            <a:avLst/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+mj-ea"/>
                <a:ea typeface="+mj-ea"/>
              </a:rPr>
              <a:t>标题</a:t>
            </a:r>
            <a:r>
              <a:rPr lang="en-US" altLang="zh-CN" sz="2800" dirty="0">
                <a:latin typeface="+mj-ea"/>
                <a:ea typeface="+mj-ea"/>
              </a:rPr>
              <a:t>2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7938" y="5251841"/>
            <a:ext cx="10668000" cy="1363580"/>
          </a:xfrm>
          <a:prstGeom prst="rect">
            <a:avLst/>
          </a:prstGeom>
          <a:noFill/>
          <a:ln w="38100">
            <a:solidFill>
              <a:srgbClr val="891D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62958" y="4914959"/>
            <a:ext cx="2113194" cy="577516"/>
          </a:xfrm>
          <a:prstGeom prst="rect">
            <a:avLst/>
          </a:pr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+mj-ea"/>
                <a:ea typeface="+mj-ea"/>
              </a:rPr>
              <a:t>标题</a:t>
            </a:r>
            <a:r>
              <a:rPr lang="en-US" altLang="zh-CN" sz="2800" dirty="0">
                <a:latin typeface="+mj-ea"/>
                <a:ea typeface="+mj-ea"/>
              </a:rPr>
              <a:t>3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37938" y="1718551"/>
            <a:ext cx="10668000" cy="10525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南京理工大学，位于江苏省南京市，北依紫金山，西临明城墙，是隶属于工业和信息化部，由工信部、教育部与江苏省人民政府共建的全国重点大学。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37938" y="3637031"/>
            <a:ext cx="10668000" cy="10525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南京理工大学，位于江苏省南京市，北依紫金山，西临明城墙，是隶属于工业和信息化部，由工信部、教育部与江苏省人民政府共建的全国重点大学。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37938" y="5439417"/>
            <a:ext cx="10668000" cy="10525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南京理工大学，位于江苏省南京市，北依紫金山，西临明城墙，是隶属于工业和信息化部，由工信部、教育部与江苏省人民政府共建的全国重点大学。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730796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91D86"/>
                </a:solidFill>
              </a:rPr>
              <a:t>章节标题</a:t>
            </a:r>
            <a:r>
              <a:rPr lang="en-US" altLang="zh-CN" dirty="0">
                <a:solidFill>
                  <a:srgbClr val="891D86"/>
                </a:solidFill>
              </a:rPr>
              <a:t>-</a:t>
            </a:r>
            <a:r>
              <a:rPr lang="zh-CN" altLang="en-US" dirty="0">
                <a:solidFill>
                  <a:srgbClr val="891D86"/>
                </a:solidFill>
              </a:rPr>
              <a:t>四段文字页面</a:t>
            </a:r>
            <a:endParaRPr lang="zh-CN" altLang="en-US" dirty="0"/>
          </a:p>
        </p:txBody>
      </p:sp>
      <p:grpSp>
        <p:nvGrpSpPr>
          <p:cNvPr id="28" name="组合 27"/>
          <p:cNvGrpSpPr/>
          <p:nvPr/>
        </p:nvGrpSpPr>
        <p:grpSpPr>
          <a:xfrm>
            <a:off x="482601" y="1039012"/>
            <a:ext cx="11214100" cy="5377663"/>
            <a:chOff x="482601" y="1039012"/>
            <a:chExt cx="11214100" cy="5377663"/>
          </a:xfrm>
        </p:grpSpPr>
        <p:grpSp>
          <p:nvGrpSpPr>
            <p:cNvPr id="27" name="组合 26"/>
            <p:cNvGrpSpPr/>
            <p:nvPr/>
          </p:nvGrpSpPr>
          <p:grpSpPr>
            <a:xfrm>
              <a:off x="482601" y="1039012"/>
              <a:ext cx="11214100" cy="5377663"/>
              <a:chOff x="482601" y="1039012"/>
              <a:chExt cx="11214100" cy="5377663"/>
            </a:xfrm>
          </p:grpSpPr>
          <p:grpSp>
            <p:nvGrpSpPr>
              <p:cNvPr id="4" name="组合 3"/>
              <p:cNvGrpSpPr/>
              <p:nvPr/>
            </p:nvGrpSpPr>
            <p:grpSpPr>
              <a:xfrm>
                <a:off x="482601" y="1039012"/>
                <a:ext cx="11214100" cy="5377663"/>
                <a:chOff x="482601" y="1039012"/>
                <a:chExt cx="11214100" cy="5377663"/>
              </a:xfrm>
              <a:solidFill>
                <a:srgbClr val="891D86">
                  <a:alpha val="43000"/>
                </a:srgbClr>
              </a:solidFill>
            </p:grpSpPr>
            <p:sp>
              <p:nvSpPr>
                <p:cNvPr id="5" name="矩形 4"/>
                <p:cNvSpPr/>
                <p:nvPr/>
              </p:nvSpPr>
              <p:spPr>
                <a:xfrm>
                  <a:off x="482601" y="1039012"/>
                  <a:ext cx="2803525" cy="5377663"/>
                </a:xfrm>
                <a:prstGeom prst="rect">
                  <a:avLst/>
                </a:prstGeom>
                <a:grpFill/>
                <a:ln w="1016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" name="矩形 5"/>
                <p:cNvSpPr/>
                <p:nvPr/>
              </p:nvSpPr>
              <p:spPr>
                <a:xfrm>
                  <a:off x="3286126" y="1039012"/>
                  <a:ext cx="2803525" cy="5377663"/>
                </a:xfrm>
                <a:prstGeom prst="rect">
                  <a:avLst/>
                </a:prstGeom>
                <a:grpFill/>
                <a:ln w="1016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" name="矩形 6"/>
                <p:cNvSpPr/>
                <p:nvPr/>
              </p:nvSpPr>
              <p:spPr>
                <a:xfrm>
                  <a:off x="6089651" y="1039012"/>
                  <a:ext cx="2803525" cy="5377663"/>
                </a:xfrm>
                <a:prstGeom prst="rect">
                  <a:avLst/>
                </a:prstGeom>
                <a:grpFill/>
                <a:ln w="1016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" name="矩形 7"/>
                <p:cNvSpPr/>
                <p:nvPr/>
              </p:nvSpPr>
              <p:spPr>
                <a:xfrm>
                  <a:off x="8893176" y="1039012"/>
                  <a:ext cx="2803525" cy="5377663"/>
                </a:xfrm>
                <a:prstGeom prst="rect">
                  <a:avLst/>
                </a:prstGeom>
                <a:grpFill/>
                <a:ln w="1016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sp>
            <p:nvSpPr>
              <p:cNvPr id="23" name="矩形 22"/>
              <p:cNvSpPr/>
              <p:nvPr/>
            </p:nvSpPr>
            <p:spPr>
              <a:xfrm>
                <a:off x="534740" y="6176210"/>
                <a:ext cx="2686298" cy="177132"/>
              </a:xfrm>
              <a:prstGeom prst="rect">
                <a:avLst/>
              </a:prstGeom>
              <a:solidFill>
                <a:srgbClr val="891D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" name="矩形 23"/>
              <p:cNvSpPr/>
              <p:nvPr/>
            </p:nvSpPr>
            <p:spPr>
              <a:xfrm>
                <a:off x="3348333" y="6193087"/>
                <a:ext cx="2686298" cy="177132"/>
              </a:xfrm>
              <a:prstGeom prst="rect">
                <a:avLst/>
              </a:prstGeom>
              <a:solidFill>
                <a:srgbClr val="891D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" name="矩形 24"/>
              <p:cNvSpPr/>
              <p:nvPr/>
            </p:nvSpPr>
            <p:spPr>
              <a:xfrm>
                <a:off x="6138280" y="6193087"/>
                <a:ext cx="2686298" cy="177132"/>
              </a:xfrm>
              <a:prstGeom prst="rect">
                <a:avLst/>
              </a:prstGeom>
              <a:solidFill>
                <a:srgbClr val="891D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" name="矩形 25"/>
              <p:cNvSpPr/>
              <p:nvPr/>
            </p:nvSpPr>
            <p:spPr>
              <a:xfrm>
                <a:off x="8948196" y="6193087"/>
                <a:ext cx="2686298" cy="177132"/>
              </a:xfrm>
              <a:prstGeom prst="rect">
                <a:avLst/>
              </a:prstGeom>
              <a:solidFill>
                <a:srgbClr val="891D8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9" name="椭圆 8"/>
            <p:cNvSpPr/>
            <p:nvPr/>
          </p:nvSpPr>
          <p:spPr>
            <a:xfrm>
              <a:off x="1338932" y="1443789"/>
              <a:ext cx="1090863" cy="1090863"/>
            </a:xfrm>
            <a:prstGeom prst="ellipse">
              <a:avLst/>
            </a:prstGeom>
            <a:solidFill>
              <a:srgbClr val="891D86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latin typeface="Arial Black" panose="020B0A04020102020204" pitchFamily="34" charset="0"/>
                </a:rPr>
                <a:t>01</a:t>
              </a:r>
              <a:endParaRPr lang="zh-CN" altLang="en-US" sz="3200" dirty="0">
                <a:latin typeface="Arial Black" panose="020B0A04020102020204" pitchFamily="34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142457" y="1443789"/>
              <a:ext cx="1090863" cy="1090863"/>
            </a:xfrm>
            <a:prstGeom prst="ellipse">
              <a:avLst/>
            </a:prstGeom>
            <a:solidFill>
              <a:srgbClr val="891D86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latin typeface="Arial Black" panose="020B0A04020102020204" pitchFamily="34" charset="0"/>
                </a:rPr>
                <a:t>02</a:t>
              </a:r>
              <a:endParaRPr lang="zh-CN" altLang="en-US" sz="3200" dirty="0">
                <a:latin typeface="Arial Black" panose="020B0A04020102020204" pitchFamily="34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6945982" y="1443789"/>
              <a:ext cx="1090863" cy="1090863"/>
            </a:xfrm>
            <a:prstGeom prst="ellipse">
              <a:avLst/>
            </a:prstGeom>
            <a:solidFill>
              <a:srgbClr val="891D86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latin typeface="Arial Black" panose="020B0A04020102020204" pitchFamily="34" charset="0"/>
                </a:rPr>
                <a:t>03</a:t>
              </a:r>
              <a:endParaRPr lang="zh-CN" altLang="en-US" sz="3200" dirty="0">
                <a:latin typeface="Arial Black" panose="020B0A04020102020204" pitchFamily="34" charset="0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9749506" y="1443789"/>
              <a:ext cx="1090863" cy="1090863"/>
            </a:xfrm>
            <a:prstGeom prst="ellipse">
              <a:avLst/>
            </a:prstGeom>
            <a:solidFill>
              <a:srgbClr val="891D86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200" dirty="0">
                  <a:latin typeface="Arial Black" panose="020B0A04020102020204" pitchFamily="34" charset="0"/>
                </a:rPr>
                <a:t>04</a:t>
              </a:r>
              <a:endParaRPr lang="zh-CN" altLang="en-US" sz="3200" dirty="0">
                <a:latin typeface="Arial Black" panose="020B0A04020102020204" pitchFamily="34" charset="0"/>
              </a:endParaRPr>
            </a:p>
          </p:txBody>
        </p:sp>
      </p:grpSp>
      <p:sp>
        <p:nvSpPr>
          <p:cNvPr id="19" name="文本框 18"/>
          <p:cNvSpPr txBox="1"/>
          <p:nvPr/>
        </p:nvSpPr>
        <p:spPr>
          <a:xfrm>
            <a:off x="547687" y="2736315"/>
            <a:ext cx="2673351" cy="20128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411957" y="2736315"/>
            <a:ext cx="267452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南京理工大学，位于江苏省南京市，北依紫金山，西临明城墙，是隶属于工业和信息化部。</a:t>
            </a:r>
            <a:endParaRPr lang="en-US" altLang="zh-CN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6202698" y="2736315"/>
            <a:ext cx="267452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南京理工大学，位于江苏省南京市，北依紫金山，西临明城墙，是隶属于工业和信息化部。</a:t>
            </a:r>
            <a:endParaRPr lang="en-US" altLang="zh-CN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958261" y="2736314"/>
            <a:ext cx="2673351" cy="201285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9695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数据结论页</a:t>
            </a:r>
          </a:p>
        </p:txBody>
      </p:sp>
      <p:sp>
        <p:nvSpPr>
          <p:cNvPr id="8" name="íślidè">
            <a:extLst>
              <a:ext uri="{FF2B5EF4-FFF2-40B4-BE49-F238E27FC236}">
                <a16:creationId xmlns:a16="http://schemas.microsoft.com/office/drawing/2014/main" id="{A0E1B48D-147F-46F5-B41F-CC629343781F}"/>
              </a:ext>
            </a:extLst>
          </p:cNvPr>
          <p:cNvSpPr/>
          <p:nvPr/>
        </p:nvSpPr>
        <p:spPr>
          <a:xfrm>
            <a:off x="9145132" y="1227051"/>
            <a:ext cx="2611211" cy="2094132"/>
          </a:xfrm>
          <a:prstGeom prst="rect">
            <a:avLst/>
          </a:prstGeom>
          <a:solidFill>
            <a:srgbClr val="8F1E8C">
              <a:alpha val="14000"/>
            </a:srgbClr>
          </a:solidFill>
          <a:ln w="762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12" name="îślîde">
            <a:extLst>
              <a:ext uri="{FF2B5EF4-FFF2-40B4-BE49-F238E27FC236}">
                <a16:creationId xmlns:a16="http://schemas.microsoft.com/office/drawing/2014/main" id="{97072E36-8420-4886-8099-84E5E348F2F7}"/>
              </a:ext>
            </a:extLst>
          </p:cNvPr>
          <p:cNvGrpSpPr/>
          <p:nvPr/>
        </p:nvGrpSpPr>
        <p:grpSpPr>
          <a:xfrm>
            <a:off x="10030959" y="2901404"/>
            <a:ext cx="839558" cy="839558"/>
            <a:chOff x="5540485" y="3042629"/>
            <a:chExt cx="1142776" cy="1142776"/>
          </a:xfrm>
        </p:grpSpPr>
        <p:sp>
          <p:nvSpPr>
            <p:cNvPr id="27" name="íṡľïḍê">
              <a:extLst>
                <a:ext uri="{FF2B5EF4-FFF2-40B4-BE49-F238E27FC236}">
                  <a16:creationId xmlns:a16="http://schemas.microsoft.com/office/drawing/2014/main" id="{BF7502AA-98D5-4CBC-94B5-19DDEF00F90F}"/>
                </a:ext>
              </a:extLst>
            </p:cNvPr>
            <p:cNvSpPr/>
            <p:nvPr/>
          </p:nvSpPr>
          <p:spPr>
            <a:xfrm>
              <a:off x="5540485" y="3042629"/>
              <a:ext cx="1142776" cy="1142776"/>
            </a:xfrm>
            <a:prstGeom prst="ellipse">
              <a:avLst/>
            </a:prstGeom>
            <a:solidFill>
              <a:srgbClr val="8F1E8C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8" name="išlîďê">
              <a:extLst>
                <a:ext uri="{FF2B5EF4-FFF2-40B4-BE49-F238E27FC236}">
                  <a16:creationId xmlns:a16="http://schemas.microsoft.com/office/drawing/2014/main" id="{89194C3A-2D34-4D7A-8D44-6534B6938F55}"/>
                </a:ext>
              </a:extLst>
            </p:cNvPr>
            <p:cNvSpPr/>
            <p:nvPr/>
          </p:nvSpPr>
          <p:spPr bwMode="auto">
            <a:xfrm>
              <a:off x="5791978" y="3365211"/>
              <a:ext cx="639790" cy="497612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rgbClr val="8F1E8C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9" name="iSḷïḋe">
            <a:extLst>
              <a:ext uri="{FF2B5EF4-FFF2-40B4-BE49-F238E27FC236}">
                <a16:creationId xmlns:a16="http://schemas.microsoft.com/office/drawing/2014/main" id="{3FA98816-49F4-440E-A0D8-5AD6A6058A2E}"/>
              </a:ext>
            </a:extLst>
          </p:cNvPr>
          <p:cNvSpPr/>
          <p:nvPr/>
        </p:nvSpPr>
        <p:spPr>
          <a:xfrm>
            <a:off x="9695718" y="1462948"/>
            <a:ext cx="1510038" cy="4706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0" algn="ctr" defTabSz="913765">
              <a:buSzPct val="25000"/>
              <a:defRPr/>
            </a:pPr>
            <a:r>
              <a:rPr lang="zh-CN" altLang="en-US" sz="2800" b="1" dirty="0"/>
              <a:t>数据</a:t>
            </a:r>
            <a:endParaRPr lang="de-DE" altLang="zh-CN" sz="2800" b="1" dirty="0"/>
          </a:p>
        </p:txBody>
      </p:sp>
      <p:sp>
        <p:nvSpPr>
          <p:cNvPr id="20" name="iś1îdé">
            <a:extLst>
              <a:ext uri="{FF2B5EF4-FFF2-40B4-BE49-F238E27FC236}">
                <a16:creationId xmlns:a16="http://schemas.microsoft.com/office/drawing/2014/main" id="{29ABF768-9122-4BD0-898F-831C85BB118C}"/>
              </a:ext>
            </a:extLst>
          </p:cNvPr>
          <p:cNvSpPr txBox="1"/>
          <p:nvPr/>
        </p:nvSpPr>
        <p:spPr bwMode="auto">
          <a:xfrm>
            <a:off x="9420977" y="1973703"/>
            <a:ext cx="2059520" cy="74491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50000"/>
              </a:lnSpc>
              <a:buSzPct val="100000"/>
              <a:defRPr/>
            </a:pPr>
            <a:r>
              <a:rPr lang="zh-CN" altLang="en-US" sz="2000" dirty="0"/>
              <a:t>数据说明等信息</a:t>
            </a:r>
            <a:endParaRPr lang="en-US" altLang="zh-CN" sz="2000" dirty="0"/>
          </a:p>
        </p:txBody>
      </p:sp>
      <p:sp>
        <p:nvSpPr>
          <p:cNvPr id="21" name="isḷïďè">
            <a:extLst>
              <a:ext uri="{FF2B5EF4-FFF2-40B4-BE49-F238E27FC236}">
                <a16:creationId xmlns:a16="http://schemas.microsoft.com/office/drawing/2014/main" id="{6F767781-F273-4FA8-8E33-BE74369B1E88}"/>
              </a:ext>
            </a:extLst>
          </p:cNvPr>
          <p:cNvSpPr/>
          <p:nvPr/>
        </p:nvSpPr>
        <p:spPr bwMode="auto">
          <a:xfrm>
            <a:off x="9192758" y="3852440"/>
            <a:ext cx="2515960" cy="90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论点</a:t>
            </a:r>
            <a:endParaRPr lang="en-US" altLang="zh-CN" sz="2400" dirty="0">
              <a:latin typeface="+mn-ea"/>
            </a:endParaRPr>
          </a:p>
        </p:txBody>
      </p:sp>
      <p:sp>
        <p:nvSpPr>
          <p:cNvPr id="6" name="îŝļídê">
            <a:extLst>
              <a:ext uri="{FF2B5EF4-FFF2-40B4-BE49-F238E27FC236}">
                <a16:creationId xmlns:a16="http://schemas.microsoft.com/office/drawing/2014/main" id="{E8148E6F-1EB2-44B2-8EA9-5D64B1780D85}"/>
              </a:ext>
            </a:extLst>
          </p:cNvPr>
          <p:cNvSpPr/>
          <p:nvPr/>
        </p:nvSpPr>
        <p:spPr>
          <a:xfrm>
            <a:off x="3349389" y="1227051"/>
            <a:ext cx="2611211" cy="2094132"/>
          </a:xfrm>
          <a:prstGeom prst="rect">
            <a:avLst/>
          </a:prstGeom>
          <a:solidFill>
            <a:srgbClr val="8F1E8C">
              <a:alpha val="14000"/>
            </a:srgbClr>
          </a:solidFill>
          <a:ln w="762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10" name="iṥḻîdè">
            <a:extLst>
              <a:ext uri="{FF2B5EF4-FFF2-40B4-BE49-F238E27FC236}">
                <a16:creationId xmlns:a16="http://schemas.microsoft.com/office/drawing/2014/main" id="{B1B24B5B-6A2C-4DA8-BF66-C3EB7797549C}"/>
              </a:ext>
            </a:extLst>
          </p:cNvPr>
          <p:cNvGrpSpPr/>
          <p:nvPr/>
        </p:nvGrpSpPr>
        <p:grpSpPr>
          <a:xfrm>
            <a:off x="4235215" y="2901404"/>
            <a:ext cx="839558" cy="839558"/>
            <a:chOff x="5540485" y="3042629"/>
            <a:chExt cx="1142776" cy="1142776"/>
          </a:xfrm>
        </p:grpSpPr>
        <p:sp>
          <p:nvSpPr>
            <p:cNvPr id="31" name="íṥļiďê">
              <a:extLst>
                <a:ext uri="{FF2B5EF4-FFF2-40B4-BE49-F238E27FC236}">
                  <a16:creationId xmlns:a16="http://schemas.microsoft.com/office/drawing/2014/main" id="{F3775C53-C669-4A31-862F-35A8E6A832A2}"/>
                </a:ext>
              </a:extLst>
            </p:cNvPr>
            <p:cNvSpPr/>
            <p:nvPr/>
          </p:nvSpPr>
          <p:spPr>
            <a:xfrm>
              <a:off x="5540485" y="3042629"/>
              <a:ext cx="1142776" cy="1142776"/>
            </a:xfrm>
            <a:prstGeom prst="ellipse">
              <a:avLst/>
            </a:prstGeom>
            <a:solidFill>
              <a:srgbClr val="8F1E8C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2" name="ïṡḷïḍê">
              <a:extLst>
                <a:ext uri="{FF2B5EF4-FFF2-40B4-BE49-F238E27FC236}">
                  <a16:creationId xmlns:a16="http://schemas.microsoft.com/office/drawing/2014/main" id="{B18C3464-D35C-42B1-85F7-68F7C821600D}"/>
                </a:ext>
              </a:extLst>
            </p:cNvPr>
            <p:cNvSpPr/>
            <p:nvPr/>
          </p:nvSpPr>
          <p:spPr bwMode="auto">
            <a:xfrm>
              <a:off x="5791978" y="3365211"/>
              <a:ext cx="639790" cy="497612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rgbClr val="8F1E8C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5" name="ïṧḷidè">
            <a:extLst>
              <a:ext uri="{FF2B5EF4-FFF2-40B4-BE49-F238E27FC236}">
                <a16:creationId xmlns:a16="http://schemas.microsoft.com/office/drawing/2014/main" id="{12798EBA-1B88-403E-9899-5E20DEB91DE2}"/>
              </a:ext>
            </a:extLst>
          </p:cNvPr>
          <p:cNvSpPr/>
          <p:nvPr/>
        </p:nvSpPr>
        <p:spPr>
          <a:xfrm>
            <a:off x="3899975" y="1462948"/>
            <a:ext cx="1510038" cy="4706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0" algn="ctr" defTabSz="913765">
              <a:buSzPct val="25000"/>
              <a:defRPr/>
            </a:pPr>
            <a:r>
              <a:rPr lang="zh-CN" altLang="en-US" sz="2800" b="1" dirty="0"/>
              <a:t>数据</a:t>
            </a:r>
            <a:endParaRPr lang="de-DE" altLang="zh-CN" sz="2800" b="1" dirty="0"/>
          </a:p>
        </p:txBody>
      </p:sp>
      <p:sp>
        <p:nvSpPr>
          <p:cNvPr id="16" name="îṡlíḑé">
            <a:extLst>
              <a:ext uri="{FF2B5EF4-FFF2-40B4-BE49-F238E27FC236}">
                <a16:creationId xmlns:a16="http://schemas.microsoft.com/office/drawing/2014/main" id="{81066D56-B267-4FCB-94F4-BC6E09250BDE}"/>
              </a:ext>
            </a:extLst>
          </p:cNvPr>
          <p:cNvSpPr txBox="1"/>
          <p:nvPr/>
        </p:nvSpPr>
        <p:spPr bwMode="auto">
          <a:xfrm>
            <a:off x="3625234" y="1973703"/>
            <a:ext cx="2059520" cy="74491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50000"/>
              </a:lnSpc>
              <a:buSzPct val="100000"/>
              <a:defRPr/>
            </a:pPr>
            <a:r>
              <a:rPr lang="zh-CN" altLang="en-US" sz="2000" dirty="0"/>
              <a:t>数据说明等信息</a:t>
            </a:r>
            <a:endParaRPr lang="en-US" altLang="zh-CN" sz="2000" dirty="0"/>
          </a:p>
        </p:txBody>
      </p:sp>
      <p:sp>
        <p:nvSpPr>
          <p:cNvPr id="23" name="ïşļíḑê">
            <a:extLst>
              <a:ext uri="{FF2B5EF4-FFF2-40B4-BE49-F238E27FC236}">
                <a16:creationId xmlns:a16="http://schemas.microsoft.com/office/drawing/2014/main" id="{5D421C5A-67CC-4A98-8891-52AA9474F718}"/>
              </a:ext>
            </a:extLst>
          </p:cNvPr>
          <p:cNvSpPr/>
          <p:nvPr/>
        </p:nvSpPr>
        <p:spPr bwMode="auto">
          <a:xfrm>
            <a:off x="3375393" y="3852440"/>
            <a:ext cx="2515960" cy="90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论点</a:t>
            </a:r>
            <a:endParaRPr lang="en-US" altLang="zh-CN" sz="2400" dirty="0">
              <a:latin typeface="+mn-ea"/>
            </a:endParaRPr>
          </a:p>
        </p:txBody>
      </p:sp>
      <p:sp>
        <p:nvSpPr>
          <p:cNvPr id="7" name="îŝḻiḋe">
            <a:extLst>
              <a:ext uri="{FF2B5EF4-FFF2-40B4-BE49-F238E27FC236}">
                <a16:creationId xmlns:a16="http://schemas.microsoft.com/office/drawing/2014/main" id="{0B013577-91B2-49A4-90F9-8B41810CAA34}"/>
              </a:ext>
            </a:extLst>
          </p:cNvPr>
          <p:cNvSpPr/>
          <p:nvPr/>
        </p:nvSpPr>
        <p:spPr>
          <a:xfrm>
            <a:off x="6247261" y="1227051"/>
            <a:ext cx="2611211" cy="2094132"/>
          </a:xfrm>
          <a:prstGeom prst="rect">
            <a:avLst/>
          </a:prstGeom>
          <a:solidFill>
            <a:srgbClr val="8F1E8C">
              <a:alpha val="14000"/>
            </a:srgbClr>
          </a:solidFill>
          <a:ln w="762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11" name="íŝļídè">
            <a:extLst>
              <a:ext uri="{FF2B5EF4-FFF2-40B4-BE49-F238E27FC236}">
                <a16:creationId xmlns:a16="http://schemas.microsoft.com/office/drawing/2014/main" id="{4858B3D3-B575-4A51-949D-EC5D78EFA10E}"/>
              </a:ext>
            </a:extLst>
          </p:cNvPr>
          <p:cNvGrpSpPr/>
          <p:nvPr/>
        </p:nvGrpSpPr>
        <p:grpSpPr>
          <a:xfrm>
            <a:off x="7133088" y="2901404"/>
            <a:ext cx="839558" cy="839558"/>
            <a:chOff x="5540485" y="3042629"/>
            <a:chExt cx="1142776" cy="1142776"/>
          </a:xfrm>
        </p:grpSpPr>
        <p:sp>
          <p:nvSpPr>
            <p:cNvPr id="29" name="ïṡḻiḋè">
              <a:extLst>
                <a:ext uri="{FF2B5EF4-FFF2-40B4-BE49-F238E27FC236}">
                  <a16:creationId xmlns:a16="http://schemas.microsoft.com/office/drawing/2014/main" id="{A2DD3201-AE4D-446E-A5CD-79B9A83138CC}"/>
                </a:ext>
              </a:extLst>
            </p:cNvPr>
            <p:cNvSpPr/>
            <p:nvPr/>
          </p:nvSpPr>
          <p:spPr>
            <a:xfrm>
              <a:off x="5540485" y="3042629"/>
              <a:ext cx="1142776" cy="1142776"/>
            </a:xfrm>
            <a:prstGeom prst="ellipse">
              <a:avLst/>
            </a:prstGeom>
            <a:solidFill>
              <a:srgbClr val="8F1E8C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0" name="îšḷïḋe">
              <a:extLst>
                <a:ext uri="{FF2B5EF4-FFF2-40B4-BE49-F238E27FC236}">
                  <a16:creationId xmlns:a16="http://schemas.microsoft.com/office/drawing/2014/main" id="{24B20D63-32F4-49C8-B29F-E25B8FA3CFC5}"/>
                </a:ext>
              </a:extLst>
            </p:cNvPr>
            <p:cNvSpPr/>
            <p:nvPr/>
          </p:nvSpPr>
          <p:spPr bwMode="auto">
            <a:xfrm>
              <a:off x="5791978" y="3365211"/>
              <a:ext cx="639790" cy="497612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rgbClr val="8F1E8C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</p:grpSp>
      <p:sp>
        <p:nvSpPr>
          <p:cNvPr id="17" name="íSḻïḑé">
            <a:extLst>
              <a:ext uri="{FF2B5EF4-FFF2-40B4-BE49-F238E27FC236}">
                <a16:creationId xmlns:a16="http://schemas.microsoft.com/office/drawing/2014/main" id="{EAE75AE7-AC08-412F-B24A-F03026840481}"/>
              </a:ext>
            </a:extLst>
          </p:cNvPr>
          <p:cNvSpPr/>
          <p:nvPr/>
        </p:nvSpPr>
        <p:spPr>
          <a:xfrm>
            <a:off x="6797847" y="1462948"/>
            <a:ext cx="1510038" cy="4706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lvl="0" algn="ctr" defTabSz="913765">
              <a:buSzPct val="25000"/>
              <a:defRPr/>
            </a:pPr>
            <a:r>
              <a:rPr lang="zh-CN" altLang="en-US" sz="2800" b="1" dirty="0"/>
              <a:t>数据</a:t>
            </a:r>
            <a:endParaRPr lang="de-DE" altLang="zh-CN" sz="2800" b="1" dirty="0"/>
          </a:p>
        </p:txBody>
      </p:sp>
      <p:sp>
        <p:nvSpPr>
          <p:cNvPr id="18" name="îṡļiḓê">
            <a:extLst>
              <a:ext uri="{FF2B5EF4-FFF2-40B4-BE49-F238E27FC236}">
                <a16:creationId xmlns:a16="http://schemas.microsoft.com/office/drawing/2014/main" id="{A73A1C3F-C5F4-46F3-9A6C-A7B0435955A4}"/>
              </a:ext>
            </a:extLst>
          </p:cNvPr>
          <p:cNvSpPr txBox="1"/>
          <p:nvPr/>
        </p:nvSpPr>
        <p:spPr bwMode="auto">
          <a:xfrm>
            <a:off x="6523106" y="1973703"/>
            <a:ext cx="2059520" cy="74491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50000"/>
              </a:lnSpc>
              <a:buSzPct val="100000"/>
              <a:defRPr/>
            </a:pPr>
            <a:r>
              <a:rPr lang="zh-CN" altLang="en-US" sz="2000" dirty="0"/>
              <a:t>数据说明等信息</a:t>
            </a:r>
            <a:endParaRPr lang="en-US" altLang="zh-CN" sz="2000" dirty="0"/>
          </a:p>
        </p:txBody>
      </p:sp>
      <p:sp>
        <p:nvSpPr>
          <p:cNvPr id="22" name="îşḷîde">
            <a:extLst>
              <a:ext uri="{FF2B5EF4-FFF2-40B4-BE49-F238E27FC236}">
                <a16:creationId xmlns:a16="http://schemas.microsoft.com/office/drawing/2014/main" id="{80F9F7D6-B803-4737-AD16-D30A7C64E7DE}"/>
              </a:ext>
            </a:extLst>
          </p:cNvPr>
          <p:cNvSpPr/>
          <p:nvPr/>
        </p:nvSpPr>
        <p:spPr bwMode="auto">
          <a:xfrm>
            <a:off x="6284077" y="3852440"/>
            <a:ext cx="2515960" cy="90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论点</a:t>
            </a:r>
            <a:r>
              <a:rPr lang="en-US" altLang="zh-CN" sz="2400" dirty="0">
                <a:latin typeface="+mn-ea"/>
              </a:rPr>
              <a:t>1</a:t>
            </a:r>
          </a:p>
        </p:txBody>
      </p:sp>
      <p:sp>
        <p:nvSpPr>
          <p:cNvPr id="25" name="ïŝliḋè">
            <a:extLst>
              <a:ext uri="{FF2B5EF4-FFF2-40B4-BE49-F238E27FC236}">
                <a16:creationId xmlns:a16="http://schemas.microsoft.com/office/drawing/2014/main" id="{6CBDA61C-A9CB-4CAA-A080-BD9132599BE8}"/>
              </a:ext>
            </a:extLst>
          </p:cNvPr>
          <p:cNvSpPr/>
          <p:nvPr/>
        </p:nvSpPr>
        <p:spPr bwMode="auto">
          <a:xfrm>
            <a:off x="6284077" y="5053786"/>
            <a:ext cx="2515960" cy="90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论点</a:t>
            </a:r>
            <a:r>
              <a:rPr lang="en-US" altLang="zh-CN" sz="2400" dirty="0">
                <a:latin typeface="+mn-ea"/>
              </a:rPr>
              <a:t>2</a:t>
            </a:r>
          </a:p>
        </p:txBody>
      </p:sp>
      <p:sp>
        <p:nvSpPr>
          <p:cNvPr id="5" name="iṧľíḑè">
            <a:extLst>
              <a:ext uri="{FF2B5EF4-FFF2-40B4-BE49-F238E27FC236}">
                <a16:creationId xmlns:a16="http://schemas.microsoft.com/office/drawing/2014/main" id="{719FC3DC-2B87-475A-A752-478F9E08E441}"/>
              </a:ext>
            </a:extLst>
          </p:cNvPr>
          <p:cNvSpPr/>
          <p:nvPr/>
        </p:nvSpPr>
        <p:spPr>
          <a:xfrm>
            <a:off x="451517" y="1227051"/>
            <a:ext cx="2611211" cy="2094132"/>
          </a:xfrm>
          <a:prstGeom prst="rect">
            <a:avLst/>
          </a:prstGeom>
          <a:solidFill>
            <a:srgbClr val="8F1E8C">
              <a:alpha val="14000"/>
            </a:srgbClr>
          </a:solidFill>
          <a:ln w="76200" cap="flat" cmpd="sng" algn="ctr">
            <a:solidFill>
              <a:schemeClr val="bg1"/>
            </a:solidFill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/>
          </a:p>
        </p:txBody>
      </p:sp>
      <p:grpSp>
        <p:nvGrpSpPr>
          <p:cNvPr id="9" name="ïŝļiḑê">
            <a:extLst>
              <a:ext uri="{FF2B5EF4-FFF2-40B4-BE49-F238E27FC236}">
                <a16:creationId xmlns:a16="http://schemas.microsoft.com/office/drawing/2014/main" id="{E3218FA6-ADB1-447F-8E9C-07A8E99B941F}"/>
              </a:ext>
            </a:extLst>
          </p:cNvPr>
          <p:cNvGrpSpPr/>
          <p:nvPr/>
        </p:nvGrpSpPr>
        <p:grpSpPr>
          <a:xfrm>
            <a:off x="1337343" y="2901404"/>
            <a:ext cx="839558" cy="839558"/>
            <a:chOff x="5540485" y="3042629"/>
            <a:chExt cx="1142776" cy="1142776"/>
          </a:xfrm>
        </p:grpSpPr>
        <p:sp>
          <p:nvSpPr>
            <p:cNvPr id="33" name="iṩḻiḋê">
              <a:extLst>
                <a:ext uri="{FF2B5EF4-FFF2-40B4-BE49-F238E27FC236}">
                  <a16:creationId xmlns:a16="http://schemas.microsoft.com/office/drawing/2014/main" id="{71C0BBFA-57EB-47FE-9294-1732A0FD979B}"/>
                </a:ext>
              </a:extLst>
            </p:cNvPr>
            <p:cNvSpPr/>
            <p:nvPr/>
          </p:nvSpPr>
          <p:spPr>
            <a:xfrm>
              <a:off x="5540485" y="3042629"/>
              <a:ext cx="1142776" cy="1142776"/>
            </a:xfrm>
            <a:prstGeom prst="ellipse">
              <a:avLst/>
            </a:prstGeom>
            <a:solidFill>
              <a:srgbClr val="8F1E8C"/>
            </a:solidFill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ïSļîḍè">
              <a:extLst>
                <a:ext uri="{FF2B5EF4-FFF2-40B4-BE49-F238E27FC236}">
                  <a16:creationId xmlns:a16="http://schemas.microsoft.com/office/drawing/2014/main" id="{3F84A60C-1F39-4AA4-B5E2-FB2DA581B926}"/>
                </a:ext>
              </a:extLst>
            </p:cNvPr>
            <p:cNvSpPr/>
            <p:nvPr/>
          </p:nvSpPr>
          <p:spPr bwMode="auto">
            <a:xfrm>
              <a:off x="5791978" y="3365211"/>
              <a:ext cx="639790" cy="497612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rgbClr val="8F1E8C">
                <a:alpha val="14000"/>
              </a:srgbClr>
            </a:solidFill>
            <a:ln w="762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3" name="íṩlîḋé">
            <a:extLst>
              <a:ext uri="{FF2B5EF4-FFF2-40B4-BE49-F238E27FC236}">
                <a16:creationId xmlns:a16="http://schemas.microsoft.com/office/drawing/2014/main" id="{31D14BFE-C248-42EF-8B38-F04C985628E3}"/>
              </a:ext>
            </a:extLst>
          </p:cNvPr>
          <p:cNvSpPr/>
          <p:nvPr/>
        </p:nvSpPr>
        <p:spPr>
          <a:xfrm>
            <a:off x="1002103" y="1462948"/>
            <a:ext cx="1510038" cy="470612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 anchorCtr="0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2800" b="1" noProof="0" dirty="0"/>
              <a:t>数据</a:t>
            </a:r>
            <a:endParaRPr kumimoji="0" lang="de-DE" sz="2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4" name="î$1iḋê">
            <a:extLst>
              <a:ext uri="{FF2B5EF4-FFF2-40B4-BE49-F238E27FC236}">
                <a16:creationId xmlns:a16="http://schemas.microsoft.com/office/drawing/2014/main" id="{0785AC0A-9F62-4CC3-AF62-55A648008E1C}"/>
              </a:ext>
            </a:extLst>
          </p:cNvPr>
          <p:cNvSpPr txBox="1"/>
          <p:nvPr/>
        </p:nvSpPr>
        <p:spPr bwMode="auto">
          <a:xfrm>
            <a:off x="727362" y="1973703"/>
            <a:ext cx="2059520" cy="74491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rmAutofit/>
          </a:bodyPr>
          <a:lstStyle/>
          <a:p>
            <a:pPr lvl="0" algn="ctr">
              <a:lnSpc>
                <a:spcPct val="150000"/>
              </a:lnSpc>
              <a:buSzPct val="100000"/>
              <a:defRPr/>
            </a:pPr>
            <a:r>
              <a:rPr lang="zh-CN" altLang="en-US" sz="2000" dirty="0"/>
              <a:t>数据说明等信息</a:t>
            </a:r>
            <a:endParaRPr lang="en-US" altLang="zh-CN" sz="2000" dirty="0"/>
          </a:p>
        </p:txBody>
      </p:sp>
      <p:sp>
        <p:nvSpPr>
          <p:cNvPr id="24" name="íṣ1ïďe">
            <a:extLst>
              <a:ext uri="{FF2B5EF4-FFF2-40B4-BE49-F238E27FC236}">
                <a16:creationId xmlns:a16="http://schemas.microsoft.com/office/drawing/2014/main" id="{B97FDD43-A8E2-4616-B86A-E7473CF560AF}"/>
              </a:ext>
            </a:extLst>
          </p:cNvPr>
          <p:cNvSpPr/>
          <p:nvPr/>
        </p:nvSpPr>
        <p:spPr bwMode="auto">
          <a:xfrm>
            <a:off x="466710" y="3852440"/>
            <a:ext cx="2515960" cy="90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论点</a:t>
            </a:r>
            <a:r>
              <a:rPr lang="en-US" altLang="zh-CN" sz="2400" dirty="0">
                <a:latin typeface="+mn-ea"/>
              </a:rPr>
              <a:t>1</a:t>
            </a:r>
          </a:p>
        </p:txBody>
      </p:sp>
      <p:sp>
        <p:nvSpPr>
          <p:cNvPr id="26" name="îš1iḑè">
            <a:extLst>
              <a:ext uri="{FF2B5EF4-FFF2-40B4-BE49-F238E27FC236}">
                <a16:creationId xmlns:a16="http://schemas.microsoft.com/office/drawing/2014/main" id="{3C585CE1-EA47-44B1-9A22-01022DFB4CC9}"/>
              </a:ext>
            </a:extLst>
          </p:cNvPr>
          <p:cNvSpPr/>
          <p:nvPr/>
        </p:nvSpPr>
        <p:spPr bwMode="auto">
          <a:xfrm>
            <a:off x="466710" y="5053786"/>
            <a:ext cx="2515960" cy="90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zh-CN" altLang="en-US" sz="2400" dirty="0">
                <a:latin typeface="+mn-ea"/>
              </a:rPr>
              <a:t>论点</a:t>
            </a:r>
            <a:r>
              <a:rPr lang="en-US" altLang="zh-CN" sz="2400" dirty="0">
                <a:latin typeface="+mn-ea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82297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775" y="1661784"/>
            <a:ext cx="5157788" cy="33147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9" name="文本框 78"/>
          <p:cNvSpPr txBox="1"/>
          <p:nvPr/>
        </p:nvSpPr>
        <p:spPr>
          <a:xfrm>
            <a:off x="6455853" y="1661784"/>
            <a:ext cx="5185895" cy="4413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南京理工大学，位于江苏省南京市，北依紫金山，西临明城墙，是隶属于工业和信息化部，由工信部、教育部与江苏省人民政府共建的全国重点大学，是国家“世界一流学科建设高校“，是国家“</a:t>
            </a:r>
            <a:r>
              <a:rPr lang="en-US" altLang="zh-CN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211</a:t>
            </a:r>
            <a:r>
              <a:rPr lang="zh-CN" altLang="en-US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工程”、“</a:t>
            </a:r>
            <a:r>
              <a:rPr lang="en-US" altLang="zh-CN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985</a:t>
            </a:r>
            <a:r>
              <a:rPr lang="zh-CN" altLang="en-US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工程优势学科创新平台”重点建设高校，是全国</a:t>
            </a:r>
            <a:r>
              <a:rPr lang="en-US" altLang="zh-CN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18</a:t>
            </a:r>
            <a:r>
              <a:rPr lang="zh-CN" altLang="en-US" sz="2400" spc="12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所获批国家双创示范基地的高校之一</a:t>
            </a:r>
            <a:r>
              <a: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。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6086475" y="2428126"/>
            <a:ext cx="0" cy="1500188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91D86"/>
                </a:solidFill>
              </a:rPr>
              <a:t>章节标题</a:t>
            </a:r>
            <a:r>
              <a:rPr lang="en-US" altLang="zh-CN" dirty="0">
                <a:solidFill>
                  <a:srgbClr val="891D86"/>
                </a:solidFill>
              </a:rPr>
              <a:t>-</a:t>
            </a:r>
            <a:r>
              <a:rPr lang="zh-CN" altLang="en-US" dirty="0">
                <a:solidFill>
                  <a:srgbClr val="891D86"/>
                </a:solidFill>
              </a:rPr>
              <a:t>单图文页面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682815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02" b="14400"/>
          <a:stretch/>
        </p:blipFill>
        <p:spPr>
          <a:xfrm>
            <a:off x="482600" y="1091022"/>
            <a:ext cx="11214100" cy="2155638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2008781" y="2839951"/>
            <a:ext cx="2113194" cy="780167"/>
          </a:xfrm>
          <a:prstGeom prst="roundRect">
            <a:avLst/>
          </a:prstGeom>
          <a:solidFill>
            <a:srgbClr val="891D86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+mj-ea"/>
                <a:ea typeface="+mj-ea"/>
              </a:rPr>
              <a:t>标题</a:t>
            </a:r>
            <a:r>
              <a:rPr lang="en-US" altLang="zh-CN" sz="2800" dirty="0">
                <a:latin typeface="+mj-ea"/>
                <a:ea typeface="+mj-ea"/>
              </a:rPr>
              <a:t>1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21" name="标题 2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91D86"/>
                </a:solidFill>
              </a:rPr>
              <a:t>章节标题</a:t>
            </a:r>
            <a:r>
              <a:rPr lang="en-US" altLang="zh-CN" dirty="0">
                <a:solidFill>
                  <a:srgbClr val="891D86"/>
                </a:solidFill>
              </a:rPr>
              <a:t>-</a:t>
            </a:r>
            <a:r>
              <a:rPr lang="zh-CN" altLang="en-US" dirty="0">
                <a:solidFill>
                  <a:srgbClr val="891D86"/>
                </a:solidFill>
              </a:rPr>
              <a:t>一图两段页面</a:t>
            </a:r>
            <a:endParaRPr lang="zh-CN" altLang="en-US" dirty="0"/>
          </a:p>
        </p:txBody>
      </p:sp>
      <p:sp>
        <p:nvSpPr>
          <p:cNvPr id="24" name="圆角矩形 23"/>
          <p:cNvSpPr/>
          <p:nvPr/>
        </p:nvSpPr>
        <p:spPr>
          <a:xfrm>
            <a:off x="8057324" y="2839951"/>
            <a:ext cx="2113194" cy="780167"/>
          </a:xfrm>
          <a:prstGeom prst="roundRect">
            <a:avLst/>
          </a:prstGeom>
          <a:solidFill>
            <a:srgbClr val="891D86"/>
          </a:solidFill>
          <a:ln w="444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>
                <a:latin typeface="+mj-ea"/>
                <a:ea typeface="+mj-ea"/>
              </a:rPr>
              <a:t>标题</a:t>
            </a:r>
            <a:r>
              <a:rPr lang="en-US" altLang="zh-CN" sz="2800" dirty="0">
                <a:latin typeface="+mj-ea"/>
                <a:ea typeface="+mj-ea"/>
              </a:rPr>
              <a:t>2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82600" y="3669336"/>
            <a:ext cx="5165557" cy="2453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南京理工大学，位于江苏省南京市，北依紫金山，西临明城墙，是隶属于工业和信息化部，由工信部、教育部与江苏省人民政府共建的全国重点大学。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531143" y="3669336"/>
            <a:ext cx="5165557" cy="2453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南京理工大学，位于江苏省南京市，北依紫金山，西临明城墙，是隶属于工业和信息化部，由工信部、教育部与江苏省人民政府共建的全国重点大学。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85960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11" t="56" r="33035" b="7534"/>
          <a:stretch/>
        </p:blipFill>
        <p:spPr>
          <a:xfrm>
            <a:off x="485775" y="1058724"/>
            <a:ext cx="5553014" cy="5815461"/>
          </a:xfrm>
          <a:custGeom>
            <a:avLst/>
            <a:gdLst>
              <a:gd name="connsiteX0" fmla="*/ 0 w 5553014"/>
              <a:gd name="connsiteY0" fmla="*/ 0 h 5815461"/>
              <a:gd name="connsiteX1" fmla="*/ 4099149 w 5553014"/>
              <a:gd name="connsiteY1" fmla="*/ 0 h 5815461"/>
              <a:gd name="connsiteX2" fmla="*/ 5553014 w 5553014"/>
              <a:gd name="connsiteY2" fmla="*/ 5815461 h 5815461"/>
              <a:gd name="connsiteX3" fmla="*/ 0 w 5553014"/>
              <a:gd name="connsiteY3" fmla="*/ 5815461 h 58154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53014" h="5815461">
                <a:moveTo>
                  <a:pt x="0" y="0"/>
                </a:moveTo>
                <a:lnTo>
                  <a:pt x="4099149" y="0"/>
                </a:lnTo>
                <a:lnTo>
                  <a:pt x="5553014" y="5815461"/>
                </a:lnTo>
                <a:lnTo>
                  <a:pt x="0" y="5815461"/>
                </a:lnTo>
                <a:close/>
              </a:path>
            </a:pathLst>
          </a:cu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91D86"/>
                </a:solidFill>
              </a:rPr>
              <a:t>章节标题</a:t>
            </a:r>
            <a:r>
              <a:rPr lang="en-US" altLang="zh-CN" dirty="0">
                <a:solidFill>
                  <a:srgbClr val="891D86"/>
                </a:solidFill>
              </a:rPr>
              <a:t>-</a:t>
            </a:r>
            <a:r>
              <a:rPr lang="zh-CN" altLang="en-US" dirty="0">
                <a:solidFill>
                  <a:srgbClr val="891D86"/>
                </a:solidFill>
              </a:rPr>
              <a:t>一图三段页面</a:t>
            </a:r>
            <a:endParaRPr lang="zh-CN" altLang="en-US" dirty="0"/>
          </a:p>
        </p:txBody>
      </p:sp>
      <p:grpSp>
        <p:nvGrpSpPr>
          <p:cNvPr id="13" name="组合 12"/>
          <p:cNvGrpSpPr/>
          <p:nvPr/>
        </p:nvGrpSpPr>
        <p:grpSpPr>
          <a:xfrm>
            <a:off x="5306011" y="4813911"/>
            <a:ext cx="738904" cy="738904"/>
            <a:chOff x="8037095" y="2550695"/>
            <a:chExt cx="1171073" cy="1171073"/>
          </a:xfrm>
        </p:grpSpPr>
        <p:sp>
          <p:nvSpPr>
            <p:cNvPr id="12" name="椭圆 11"/>
            <p:cNvSpPr/>
            <p:nvPr/>
          </p:nvSpPr>
          <p:spPr>
            <a:xfrm>
              <a:off x="8037095" y="2550695"/>
              <a:ext cx="1171073" cy="1171073"/>
            </a:xfrm>
            <a:prstGeom prst="ellipse">
              <a:avLst/>
            </a:prstGeom>
            <a:solidFill>
              <a:srgbClr val="8F1E8C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location_90567"/>
            <p:cNvSpPr>
              <a:spLocks noChangeAspect="1"/>
            </p:cNvSpPr>
            <p:nvPr/>
          </p:nvSpPr>
          <p:spPr bwMode="auto">
            <a:xfrm>
              <a:off x="8322043" y="2831388"/>
              <a:ext cx="601176" cy="609685"/>
            </a:xfrm>
            <a:custGeom>
              <a:avLst/>
              <a:gdLst>
                <a:gd name="connsiteX0" fmla="*/ 160141 w 600342"/>
                <a:gd name="connsiteY0" fmla="*/ 389169 h 608839"/>
                <a:gd name="connsiteX1" fmla="*/ 176366 w 600342"/>
                <a:gd name="connsiteY1" fmla="*/ 409610 h 608839"/>
                <a:gd name="connsiteX2" fmla="*/ 121792 w 600342"/>
                <a:gd name="connsiteY2" fmla="*/ 439627 h 608839"/>
                <a:gd name="connsiteX3" fmla="*/ 121792 w 600342"/>
                <a:gd name="connsiteY3" fmla="*/ 469460 h 608839"/>
                <a:gd name="connsiteX4" fmla="*/ 187428 w 600342"/>
                <a:gd name="connsiteY4" fmla="*/ 502792 h 608839"/>
                <a:gd name="connsiteX5" fmla="*/ 269289 w 600342"/>
                <a:gd name="connsiteY5" fmla="*/ 515683 h 608839"/>
                <a:gd name="connsiteX6" fmla="*/ 300079 w 600342"/>
                <a:gd name="connsiteY6" fmla="*/ 516604 h 608839"/>
                <a:gd name="connsiteX7" fmla="*/ 331053 w 600342"/>
                <a:gd name="connsiteY7" fmla="*/ 515683 h 608839"/>
                <a:gd name="connsiteX8" fmla="*/ 412914 w 600342"/>
                <a:gd name="connsiteY8" fmla="*/ 502792 h 608839"/>
                <a:gd name="connsiteX9" fmla="*/ 478550 w 600342"/>
                <a:gd name="connsiteY9" fmla="*/ 469460 h 608839"/>
                <a:gd name="connsiteX10" fmla="*/ 478550 w 600342"/>
                <a:gd name="connsiteY10" fmla="*/ 439627 h 608839"/>
                <a:gd name="connsiteX11" fmla="*/ 423976 w 600342"/>
                <a:gd name="connsiteY11" fmla="*/ 409610 h 608839"/>
                <a:gd name="connsiteX12" fmla="*/ 440201 w 600342"/>
                <a:gd name="connsiteY12" fmla="*/ 389169 h 608839"/>
                <a:gd name="connsiteX13" fmla="*/ 497171 w 600342"/>
                <a:gd name="connsiteY13" fmla="*/ 423606 h 608839"/>
                <a:gd name="connsiteX14" fmla="*/ 497171 w 600342"/>
                <a:gd name="connsiteY14" fmla="*/ 485482 h 608839"/>
                <a:gd name="connsiteX15" fmla="*/ 419367 w 600342"/>
                <a:gd name="connsiteY15" fmla="*/ 526548 h 608839"/>
                <a:gd name="connsiteX16" fmla="*/ 306347 w 600342"/>
                <a:gd name="connsiteY16" fmla="*/ 541096 h 608839"/>
                <a:gd name="connsiteX17" fmla="*/ 300079 w 600342"/>
                <a:gd name="connsiteY17" fmla="*/ 541096 h 608839"/>
                <a:gd name="connsiteX18" fmla="*/ 293995 w 600342"/>
                <a:gd name="connsiteY18" fmla="*/ 541096 h 608839"/>
                <a:gd name="connsiteX19" fmla="*/ 180791 w 600342"/>
                <a:gd name="connsiteY19" fmla="*/ 526548 h 608839"/>
                <a:gd name="connsiteX20" fmla="*/ 103171 w 600342"/>
                <a:gd name="connsiteY20" fmla="*/ 485482 h 608839"/>
                <a:gd name="connsiteX21" fmla="*/ 103171 w 600342"/>
                <a:gd name="connsiteY21" fmla="*/ 423606 h 608839"/>
                <a:gd name="connsiteX22" fmla="*/ 160141 w 600342"/>
                <a:gd name="connsiteY22" fmla="*/ 389169 h 608839"/>
                <a:gd name="connsiteX23" fmla="*/ 121599 w 600342"/>
                <a:gd name="connsiteY23" fmla="*/ 336386 h 608839"/>
                <a:gd name="connsiteX24" fmla="*/ 143540 w 600342"/>
                <a:gd name="connsiteY24" fmla="*/ 367313 h 608839"/>
                <a:gd name="connsiteX25" fmla="*/ 140405 w 600342"/>
                <a:gd name="connsiteY25" fmla="*/ 368786 h 608839"/>
                <a:gd name="connsiteX26" fmla="*/ 47293 w 600342"/>
                <a:gd name="connsiteY26" fmla="*/ 427879 h 608839"/>
                <a:gd name="connsiteX27" fmla="*/ 47293 w 600342"/>
                <a:gd name="connsiteY27" fmla="*/ 488628 h 608839"/>
                <a:gd name="connsiteX28" fmla="*/ 140405 w 600342"/>
                <a:gd name="connsiteY28" fmla="*/ 547721 h 608839"/>
                <a:gd name="connsiteX29" fmla="*/ 300079 w 600342"/>
                <a:gd name="connsiteY29" fmla="*/ 572021 h 608839"/>
                <a:gd name="connsiteX30" fmla="*/ 459937 w 600342"/>
                <a:gd name="connsiteY30" fmla="*/ 547721 h 608839"/>
                <a:gd name="connsiteX31" fmla="*/ 553049 w 600342"/>
                <a:gd name="connsiteY31" fmla="*/ 488628 h 608839"/>
                <a:gd name="connsiteX32" fmla="*/ 553049 w 600342"/>
                <a:gd name="connsiteY32" fmla="*/ 427879 h 608839"/>
                <a:gd name="connsiteX33" fmla="*/ 459937 w 600342"/>
                <a:gd name="connsiteY33" fmla="*/ 368786 h 608839"/>
                <a:gd name="connsiteX34" fmla="*/ 456802 w 600342"/>
                <a:gd name="connsiteY34" fmla="*/ 367313 h 608839"/>
                <a:gd name="connsiteX35" fmla="*/ 478744 w 600342"/>
                <a:gd name="connsiteY35" fmla="*/ 336386 h 608839"/>
                <a:gd name="connsiteX36" fmla="*/ 583472 w 600342"/>
                <a:gd name="connsiteY36" fmla="*/ 406892 h 608839"/>
                <a:gd name="connsiteX37" fmla="*/ 583472 w 600342"/>
                <a:gd name="connsiteY37" fmla="*/ 509615 h 608839"/>
                <a:gd name="connsiteX38" fmla="*/ 471737 w 600342"/>
                <a:gd name="connsiteY38" fmla="*/ 582514 h 608839"/>
                <a:gd name="connsiteX39" fmla="*/ 300079 w 600342"/>
                <a:gd name="connsiteY39" fmla="*/ 608839 h 608839"/>
                <a:gd name="connsiteX40" fmla="*/ 128421 w 600342"/>
                <a:gd name="connsiteY40" fmla="*/ 582514 h 608839"/>
                <a:gd name="connsiteX41" fmla="*/ 16870 w 600342"/>
                <a:gd name="connsiteY41" fmla="*/ 509615 h 608839"/>
                <a:gd name="connsiteX42" fmla="*/ 16870 w 600342"/>
                <a:gd name="connsiteY42" fmla="*/ 406892 h 608839"/>
                <a:gd name="connsiteX43" fmla="*/ 121599 w 600342"/>
                <a:gd name="connsiteY43" fmla="*/ 336386 h 608839"/>
                <a:gd name="connsiteX44" fmla="*/ 300079 w 600342"/>
                <a:gd name="connsiteY44" fmla="*/ 92795 h 608839"/>
                <a:gd name="connsiteX45" fmla="*/ 215073 w 600342"/>
                <a:gd name="connsiteY45" fmla="*/ 177860 h 608839"/>
                <a:gd name="connsiteX46" fmla="*/ 300079 w 600342"/>
                <a:gd name="connsiteY46" fmla="*/ 262741 h 608839"/>
                <a:gd name="connsiteX47" fmla="*/ 385270 w 600342"/>
                <a:gd name="connsiteY47" fmla="*/ 177860 h 608839"/>
                <a:gd name="connsiteX48" fmla="*/ 300079 w 600342"/>
                <a:gd name="connsiteY48" fmla="*/ 92795 h 608839"/>
                <a:gd name="connsiteX49" fmla="*/ 300079 w 600342"/>
                <a:gd name="connsiteY49" fmla="*/ 68307 h 608839"/>
                <a:gd name="connsiteX50" fmla="*/ 409795 w 600342"/>
                <a:gd name="connsiteY50" fmla="*/ 177860 h 608839"/>
                <a:gd name="connsiteX51" fmla="*/ 300079 w 600342"/>
                <a:gd name="connsiteY51" fmla="*/ 287413 h 608839"/>
                <a:gd name="connsiteX52" fmla="*/ 190548 w 600342"/>
                <a:gd name="connsiteY52" fmla="*/ 177860 h 608839"/>
                <a:gd name="connsiteX53" fmla="*/ 300079 w 600342"/>
                <a:gd name="connsiteY53" fmla="*/ 68307 h 608839"/>
                <a:gd name="connsiteX54" fmla="*/ 300078 w 600342"/>
                <a:gd name="connsiteY54" fmla="*/ 36820 h 608839"/>
                <a:gd name="connsiteX55" fmla="*/ 153120 w 600342"/>
                <a:gd name="connsiteY55" fmla="*/ 183731 h 608839"/>
                <a:gd name="connsiteX56" fmla="*/ 300078 w 600342"/>
                <a:gd name="connsiteY56" fmla="*/ 410172 h 608839"/>
                <a:gd name="connsiteX57" fmla="*/ 447221 w 600342"/>
                <a:gd name="connsiteY57" fmla="*/ 183731 h 608839"/>
                <a:gd name="connsiteX58" fmla="*/ 300078 w 600342"/>
                <a:gd name="connsiteY58" fmla="*/ 36820 h 608839"/>
                <a:gd name="connsiteX59" fmla="*/ 300078 w 600342"/>
                <a:gd name="connsiteY59" fmla="*/ 0 h 608839"/>
                <a:gd name="connsiteX60" fmla="*/ 484099 w 600342"/>
                <a:gd name="connsiteY60" fmla="*/ 183731 h 608839"/>
                <a:gd name="connsiteX61" fmla="*/ 397252 w 600342"/>
                <a:gd name="connsiteY61" fmla="*/ 355679 h 608839"/>
                <a:gd name="connsiteX62" fmla="*/ 312986 w 600342"/>
                <a:gd name="connsiteY62" fmla="*/ 449385 h 608839"/>
                <a:gd name="connsiteX63" fmla="*/ 300078 w 600342"/>
                <a:gd name="connsiteY63" fmla="*/ 454724 h 608839"/>
                <a:gd name="connsiteX64" fmla="*/ 287356 w 600342"/>
                <a:gd name="connsiteY64" fmla="*/ 449385 h 608839"/>
                <a:gd name="connsiteX65" fmla="*/ 203090 w 600342"/>
                <a:gd name="connsiteY65" fmla="*/ 355679 h 608839"/>
                <a:gd name="connsiteX66" fmla="*/ 116242 w 600342"/>
                <a:gd name="connsiteY66" fmla="*/ 183731 h 608839"/>
                <a:gd name="connsiteX67" fmla="*/ 300078 w 600342"/>
                <a:gd name="connsiteY67" fmla="*/ 0 h 608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00342" h="608839">
                  <a:moveTo>
                    <a:pt x="160141" y="389169"/>
                  </a:moveTo>
                  <a:cubicBezTo>
                    <a:pt x="165488" y="396167"/>
                    <a:pt x="170835" y="402981"/>
                    <a:pt x="176366" y="409610"/>
                  </a:cubicBezTo>
                  <a:cubicBezTo>
                    <a:pt x="150738" y="417713"/>
                    <a:pt x="131564" y="428210"/>
                    <a:pt x="121792" y="439627"/>
                  </a:cubicBezTo>
                  <a:cubicBezTo>
                    <a:pt x="112758" y="449940"/>
                    <a:pt x="112758" y="459148"/>
                    <a:pt x="121792" y="469460"/>
                  </a:cubicBezTo>
                  <a:cubicBezTo>
                    <a:pt x="132855" y="482535"/>
                    <a:pt x="156270" y="494321"/>
                    <a:pt x="187428" y="502792"/>
                  </a:cubicBezTo>
                  <a:cubicBezTo>
                    <a:pt x="211581" y="509422"/>
                    <a:pt x="239790" y="513841"/>
                    <a:pt x="269289" y="515683"/>
                  </a:cubicBezTo>
                  <a:cubicBezTo>
                    <a:pt x="279429" y="516235"/>
                    <a:pt x="289754" y="516604"/>
                    <a:pt x="300079" y="516604"/>
                  </a:cubicBezTo>
                  <a:cubicBezTo>
                    <a:pt x="310588" y="516604"/>
                    <a:pt x="320913" y="516235"/>
                    <a:pt x="331053" y="515683"/>
                  </a:cubicBezTo>
                  <a:cubicBezTo>
                    <a:pt x="360553" y="513841"/>
                    <a:pt x="388761" y="509422"/>
                    <a:pt x="412914" y="502792"/>
                  </a:cubicBezTo>
                  <a:cubicBezTo>
                    <a:pt x="444073" y="494321"/>
                    <a:pt x="467488" y="482535"/>
                    <a:pt x="478550" y="469460"/>
                  </a:cubicBezTo>
                  <a:cubicBezTo>
                    <a:pt x="487584" y="459148"/>
                    <a:pt x="487584" y="449940"/>
                    <a:pt x="478550" y="439627"/>
                  </a:cubicBezTo>
                  <a:cubicBezTo>
                    <a:pt x="468778" y="428210"/>
                    <a:pt x="449604" y="417713"/>
                    <a:pt x="423976" y="409610"/>
                  </a:cubicBezTo>
                  <a:cubicBezTo>
                    <a:pt x="429323" y="402981"/>
                    <a:pt x="434854" y="396167"/>
                    <a:pt x="440201" y="389169"/>
                  </a:cubicBezTo>
                  <a:cubicBezTo>
                    <a:pt x="466013" y="398377"/>
                    <a:pt x="485556" y="410163"/>
                    <a:pt x="497171" y="423606"/>
                  </a:cubicBezTo>
                  <a:cubicBezTo>
                    <a:pt x="513949" y="442942"/>
                    <a:pt x="513949" y="466145"/>
                    <a:pt x="497171" y="485482"/>
                  </a:cubicBezTo>
                  <a:cubicBezTo>
                    <a:pt x="482606" y="502424"/>
                    <a:pt x="455688" y="516604"/>
                    <a:pt x="419367" y="526548"/>
                  </a:cubicBezTo>
                  <a:cubicBezTo>
                    <a:pt x="386180" y="535571"/>
                    <a:pt x="347093" y="540728"/>
                    <a:pt x="306347" y="541096"/>
                  </a:cubicBezTo>
                  <a:cubicBezTo>
                    <a:pt x="304319" y="541096"/>
                    <a:pt x="302291" y="541096"/>
                    <a:pt x="300079" y="541096"/>
                  </a:cubicBezTo>
                  <a:cubicBezTo>
                    <a:pt x="298051" y="541096"/>
                    <a:pt x="296023" y="541096"/>
                    <a:pt x="293995" y="541096"/>
                  </a:cubicBezTo>
                  <a:cubicBezTo>
                    <a:pt x="253249" y="540728"/>
                    <a:pt x="214162" y="535571"/>
                    <a:pt x="180791" y="526548"/>
                  </a:cubicBezTo>
                  <a:cubicBezTo>
                    <a:pt x="144654" y="516604"/>
                    <a:pt x="117736" y="502424"/>
                    <a:pt x="103171" y="485482"/>
                  </a:cubicBezTo>
                  <a:cubicBezTo>
                    <a:pt x="86393" y="466145"/>
                    <a:pt x="86393" y="442942"/>
                    <a:pt x="103171" y="423606"/>
                  </a:cubicBezTo>
                  <a:cubicBezTo>
                    <a:pt x="114786" y="410163"/>
                    <a:pt x="134329" y="398377"/>
                    <a:pt x="160141" y="389169"/>
                  </a:cubicBezTo>
                  <a:close/>
                  <a:moveTo>
                    <a:pt x="121599" y="336386"/>
                  </a:moveTo>
                  <a:cubicBezTo>
                    <a:pt x="128789" y="346879"/>
                    <a:pt x="136165" y="357188"/>
                    <a:pt x="143540" y="367313"/>
                  </a:cubicBezTo>
                  <a:cubicBezTo>
                    <a:pt x="142618" y="367865"/>
                    <a:pt x="141512" y="368418"/>
                    <a:pt x="140405" y="368786"/>
                  </a:cubicBezTo>
                  <a:cubicBezTo>
                    <a:pt x="96338" y="383697"/>
                    <a:pt x="63334" y="404867"/>
                    <a:pt x="47293" y="427879"/>
                  </a:cubicBezTo>
                  <a:cubicBezTo>
                    <a:pt x="33280" y="448129"/>
                    <a:pt x="33280" y="468378"/>
                    <a:pt x="47293" y="488628"/>
                  </a:cubicBezTo>
                  <a:cubicBezTo>
                    <a:pt x="63150" y="511640"/>
                    <a:pt x="96338" y="532810"/>
                    <a:pt x="140405" y="547721"/>
                  </a:cubicBezTo>
                  <a:cubicBezTo>
                    <a:pt x="186316" y="563369"/>
                    <a:pt x="243105" y="572021"/>
                    <a:pt x="300079" y="572021"/>
                  </a:cubicBezTo>
                  <a:cubicBezTo>
                    <a:pt x="357237" y="572021"/>
                    <a:pt x="414026" y="563369"/>
                    <a:pt x="459937" y="547721"/>
                  </a:cubicBezTo>
                  <a:cubicBezTo>
                    <a:pt x="504004" y="532810"/>
                    <a:pt x="537008" y="511640"/>
                    <a:pt x="553049" y="488628"/>
                  </a:cubicBezTo>
                  <a:cubicBezTo>
                    <a:pt x="567062" y="468378"/>
                    <a:pt x="567062" y="448129"/>
                    <a:pt x="553049" y="427879"/>
                  </a:cubicBezTo>
                  <a:cubicBezTo>
                    <a:pt x="537008" y="404867"/>
                    <a:pt x="504004" y="383697"/>
                    <a:pt x="459937" y="368786"/>
                  </a:cubicBezTo>
                  <a:cubicBezTo>
                    <a:pt x="458830" y="368418"/>
                    <a:pt x="457724" y="367865"/>
                    <a:pt x="456802" y="367313"/>
                  </a:cubicBezTo>
                  <a:cubicBezTo>
                    <a:pt x="464178" y="357188"/>
                    <a:pt x="471553" y="346879"/>
                    <a:pt x="478744" y="336386"/>
                  </a:cubicBezTo>
                  <a:cubicBezTo>
                    <a:pt x="527420" y="354059"/>
                    <a:pt x="563559" y="378358"/>
                    <a:pt x="583472" y="406892"/>
                  </a:cubicBezTo>
                  <a:cubicBezTo>
                    <a:pt x="605966" y="439476"/>
                    <a:pt x="605966" y="477031"/>
                    <a:pt x="583472" y="509615"/>
                  </a:cubicBezTo>
                  <a:cubicBezTo>
                    <a:pt x="562637" y="539621"/>
                    <a:pt x="524101" y="564842"/>
                    <a:pt x="471737" y="582514"/>
                  </a:cubicBezTo>
                  <a:cubicBezTo>
                    <a:pt x="421401" y="599819"/>
                    <a:pt x="362031" y="608839"/>
                    <a:pt x="300079" y="608839"/>
                  </a:cubicBezTo>
                  <a:cubicBezTo>
                    <a:pt x="238311" y="608839"/>
                    <a:pt x="178941" y="599819"/>
                    <a:pt x="128421" y="582514"/>
                  </a:cubicBezTo>
                  <a:cubicBezTo>
                    <a:pt x="76241" y="564842"/>
                    <a:pt x="37705" y="539621"/>
                    <a:pt x="16870" y="509615"/>
                  </a:cubicBezTo>
                  <a:cubicBezTo>
                    <a:pt x="-5624" y="477031"/>
                    <a:pt x="-5624" y="439476"/>
                    <a:pt x="16870" y="406892"/>
                  </a:cubicBezTo>
                  <a:cubicBezTo>
                    <a:pt x="36783" y="378358"/>
                    <a:pt x="72922" y="354059"/>
                    <a:pt x="121599" y="336386"/>
                  </a:cubicBezTo>
                  <a:close/>
                  <a:moveTo>
                    <a:pt x="300079" y="92795"/>
                  </a:moveTo>
                  <a:cubicBezTo>
                    <a:pt x="253243" y="92795"/>
                    <a:pt x="215073" y="130909"/>
                    <a:pt x="215073" y="177860"/>
                  </a:cubicBezTo>
                  <a:cubicBezTo>
                    <a:pt x="215073" y="224627"/>
                    <a:pt x="253243" y="262741"/>
                    <a:pt x="300079" y="262741"/>
                  </a:cubicBezTo>
                  <a:cubicBezTo>
                    <a:pt x="347100" y="262741"/>
                    <a:pt x="385270" y="224627"/>
                    <a:pt x="385270" y="177860"/>
                  </a:cubicBezTo>
                  <a:cubicBezTo>
                    <a:pt x="385270" y="130909"/>
                    <a:pt x="347100" y="92795"/>
                    <a:pt x="300079" y="92795"/>
                  </a:cubicBezTo>
                  <a:close/>
                  <a:moveTo>
                    <a:pt x="300079" y="68307"/>
                  </a:moveTo>
                  <a:cubicBezTo>
                    <a:pt x="360561" y="68307"/>
                    <a:pt x="409795" y="117468"/>
                    <a:pt x="409795" y="177860"/>
                  </a:cubicBezTo>
                  <a:cubicBezTo>
                    <a:pt x="409795" y="238252"/>
                    <a:pt x="360561" y="287413"/>
                    <a:pt x="300079" y="287413"/>
                  </a:cubicBezTo>
                  <a:cubicBezTo>
                    <a:pt x="239597" y="287413"/>
                    <a:pt x="190548" y="238252"/>
                    <a:pt x="190548" y="177860"/>
                  </a:cubicBezTo>
                  <a:cubicBezTo>
                    <a:pt x="190548" y="117468"/>
                    <a:pt x="239597" y="68307"/>
                    <a:pt x="300079" y="68307"/>
                  </a:cubicBezTo>
                  <a:close/>
                  <a:moveTo>
                    <a:pt x="300078" y="36820"/>
                  </a:moveTo>
                  <a:cubicBezTo>
                    <a:pt x="219131" y="36820"/>
                    <a:pt x="153120" y="102727"/>
                    <a:pt x="153120" y="183731"/>
                  </a:cubicBezTo>
                  <a:cubicBezTo>
                    <a:pt x="153120" y="246140"/>
                    <a:pt x="249556" y="358256"/>
                    <a:pt x="300078" y="410172"/>
                  </a:cubicBezTo>
                  <a:cubicBezTo>
                    <a:pt x="350785" y="358256"/>
                    <a:pt x="447221" y="246140"/>
                    <a:pt x="447221" y="183731"/>
                  </a:cubicBezTo>
                  <a:cubicBezTo>
                    <a:pt x="447221" y="102727"/>
                    <a:pt x="381210" y="36820"/>
                    <a:pt x="300078" y="36820"/>
                  </a:cubicBezTo>
                  <a:close/>
                  <a:moveTo>
                    <a:pt x="300078" y="0"/>
                  </a:moveTo>
                  <a:cubicBezTo>
                    <a:pt x="401493" y="0"/>
                    <a:pt x="484099" y="82292"/>
                    <a:pt x="484099" y="183731"/>
                  </a:cubicBezTo>
                  <a:cubicBezTo>
                    <a:pt x="484099" y="225705"/>
                    <a:pt x="454966" y="283696"/>
                    <a:pt x="397252" y="355679"/>
                  </a:cubicBezTo>
                  <a:cubicBezTo>
                    <a:pt x="355764" y="407779"/>
                    <a:pt x="314830" y="447728"/>
                    <a:pt x="312986" y="449385"/>
                  </a:cubicBezTo>
                  <a:cubicBezTo>
                    <a:pt x="309482" y="452883"/>
                    <a:pt x="304873" y="454724"/>
                    <a:pt x="300078" y="454724"/>
                  </a:cubicBezTo>
                  <a:cubicBezTo>
                    <a:pt x="295469" y="454724"/>
                    <a:pt x="290859" y="452883"/>
                    <a:pt x="287356" y="449385"/>
                  </a:cubicBezTo>
                  <a:cubicBezTo>
                    <a:pt x="285512" y="447728"/>
                    <a:pt x="244577" y="407779"/>
                    <a:pt x="203090" y="355679"/>
                  </a:cubicBezTo>
                  <a:cubicBezTo>
                    <a:pt x="145376" y="283696"/>
                    <a:pt x="116242" y="225705"/>
                    <a:pt x="116242" y="183731"/>
                  </a:cubicBezTo>
                  <a:cubicBezTo>
                    <a:pt x="116242" y="82292"/>
                    <a:pt x="198664" y="0"/>
                    <a:pt x="3000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14" name="组合 13"/>
          <p:cNvGrpSpPr/>
          <p:nvPr/>
        </p:nvGrpSpPr>
        <p:grpSpPr>
          <a:xfrm>
            <a:off x="4451184" y="1741821"/>
            <a:ext cx="738904" cy="738904"/>
            <a:chOff x="8037095" y="2550695"/>
            <a:chExt cx="1171073" cy="1171073"/>
          </a:xfrm>
        </p:grpSpPr>
        <p:sp>
          <p:nvSpPr>
            <p:cNvPr id="15" name="椭圆 14"/>
            <p:cNvSpPr/>
            <p:nvPr/>
          </p:nvSpPr>
          <p:spPr>
            <a:xfrm>
              <a:off x="8037095" y="2550695"/>
              <a:ext cx="1171073" cy="1171073"/>
            </a:xfrm>
            <a:prstGeom prst="ellipse">
              <a:avLst/>
            </a:prstGeom>
            <a:solidFill>
              <a:srgbClr val="8F1E8C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location_90567"/>
            <p:cNvSpPr>
              <a:spLocks noChangeAspect="1"/>
            </p:cNvSpPr>
            <p:nvPr/>
          </p:nvSpPr>
          <p:spPr bwMode="auto">
            <a:xfrm>
              <a:off x="8322043" y="2831388"/>
              <a:ext cx="601176" cy="609685"/>
            </a:xfrm>
            <a:custGeom>
              <a:avLst/>
              <a:gdLst>
                <a:gd name="connsiteX0" fmla="*/ 160141 w 600342"/>
                <a:gd name="connsiteY0" fmla="*/ 389169 h 608839"/>
                <a:gd name="connsiteX1" fmla="*/ 176366 w 600342"/>
                <a:gd name="connsiteY1" fmla="*/ 409610 h 608839"/>
                <a:gd name="connsiteX2" fmla="*/ 121792 w 600342"/>
                <a:gd name="connsiteY2" fmla="*/ 439627 h 608839"/>
                <a:gd name="connsiteX3" fmla="*/ 121792 w 600342"/>
                <a:gd name="connsiteY3" fmla="*/ 469460 h 608839"/>
                <a:gd name="connsiteX4" fmla="*/ 187428 w 600342"/>
                <a:gd name="connsiteY4" fmla="*/ 502792 h 608839"/>
                <a:gd name="connsiteX5" fmla="*/ 269289 w 600342"/>
                <a:gd name="connsiteY5" fmla="*/ 515683 h 608839"/>
                <a:gd name="connsiteX6" fmla="*/ 300079 w 600342"/>
                <a:gd name="connsiteY6" fmla="*/ 516604 h 608839"/>
                <a:gd name="connsiteX7" fmla="*/ 331053 w 600342"/>
                <a:gd name="connsiteY7" fmla="*/ 515683 h 608839"/>
                <a:gd name="connsiteX8" fmla="*/ 412914 w 600342"/>
                <a:gd name="connsiteY8" fmla="*/ 502792 h 608839"/>
                <a:gd name="connsiteX9" fmla="*/ 478550 w 600342"/>
                <a:gd name="connsiteY9" fmla="*/ 469460 h 608839"/>
                <a:gd name="connsiteX10" fmla="*/ 478550 w 600342"/>
                <a:gd name="connsiteY10" fmla="*/ 439627 h 608839"/>
                <a:gd name="connsiteX11" fmla="*/ 423976 w 600342"/>
                <a:gd name="connsiteY11" fmla="*/ 409610 h 608839"/>
                <a:gd name="connsiteX12" fmla="*/ 440201 w 600342"/>
                <a:gd name="connsiteY12" fmla="*/ 389169 h 608839"/>
                <a:gd name="connsiteX13" fmla="*/ 497171 w 600342"/>
                <a:gd name="connsiteY13" fmla="*/ 423606 h 608839"/>
                <a:gd name="connsiteX14" fmla="*/ 497171 w 600342"/>
                <a:gd name="connsiteY14" fmla="*/ 485482 h 608839"/>
                <a:gd name="connsiteX15" fmla="*/ 419367 w 600342"/>
                <a:gd name="connsiteY15" fmla="*/ 526548 h 608839"/>
                <a:gd name="connsiteX16" fmla="*/ 306347 w 600342"/>
                <a:gd name="connsiteY16" fmla="*/ 541096 h 608839"/>
                <a:gd name="connsiteX17" fmla="*/ 300079 w 600342"/>
                <a:gd name="connsiteY17" fmla="*/ 541096 h 608839"/>
                <a:gd name="connsiteX18" fmla="*/ 293995 w 600342"/>
                <a:gd name="connsiteY18" fmla="*/ 541096 h 608839"/>
                <a:gd name="connsiteX19" fmla="*/ 180791 w 600342"/>
                <a:gd name="connsiteY19" fmla="*/ 526548 h 608839"/>
                <a:gd name="connsiteX20" fmla="*/ 103171 w 600342"/>
                <a:gd name="connsiteY20" fmla="*/ 485482 h 608839"/>
                <a:gd name="connsiteX21" fmla="*/ 103171 w 600342"/>
                <a:gd name="connsiteY21" fmla="*/ 423606 h 608839"/>
                <a:gd name="connsiteX22" fmla="*/ 160141 w 600342"/>
                <a:gd name="connsiteY22" fmla="*/ 389169 h 608839"/>
                <a:gd name="connsiteX23" fmla="*/ 121599 w 600342"/>
                <a:gd name="connsiteY23" fmla="*/ 336386 h 608839"/>
                <a:gd name="connsiteX24" fmla="*/ 143540 w 600342"/>
                <a:gd name="connsiteY24" fmla="*/ 367313 h 608839"/>
                <a:gd name="connsiteX25" fmla="*/ 140405 w 600342"/>
                <a:gd name="connsiteY25" fmla="*/ 368786 h 608839"/>
                <a:gd name="connsiteX26" fmla="*/ 47293 w 600342"/>
                <a:gd name="connsiteY26" fmla="*/ 427879 h 608839"/>
                <a:gd name="connsiteX27" fmla="*/ 47293 w 600342"/>
                <a:gd name="connsiteY27" fmla="*/ 488628 h 608839"/>
                <a:gd name="connsiteX28" fmla="*/ 140405 w 600342"/>
                <a:gd name="connsiteY28" fmla="*/ 547721 h 608839"/>
                <a:gd name="connsiteX29" fmla="*/ 300079 w 600342"/>
                <a:gd name="connsiteY29" fmla="*/ 572021 h 608839"/>
                <a:gd name="connsiteX30" fmla="*/ 459937 w 600342"/>
                <a:gd name="connsiteY30" fmla="*/ 547721 h 608839"/>
                <a:gd name="connsiteX31" fmla="*/ 553049 w 600342"/>
                <a:gd name="connsiteY31" fmla="*/ 488628 h 608839"/>
                <a:gd name="connsiteX32" fmla="*/ 553049 w 600342"/>
                <a:gd name="connsiteY32" fmla="*/ 427879 h 608839"/>
                <a:gd name="connsiteX33" fmla="*/ 459937 w 600342"/>
                <a:gd name="connsiteY33" fmla="*/ 368786 h 608839"/>
                <a:gd name="connsiteX34" fmla="*/ 456802 w 600342"/>
                <a:gd name="connsiteY34" fmla="*/ 367313 h 608839"/>
                <a:gd name="connsiteX35" fmla="*/ 478744 w 600342"/>
                <a:gd name="connsiteY35" fmla="*/ 336386 h 608839"/>
                <a:gd name="connsiteX36" fmla="*/ 583472 w 600342"/>
                <a:gd name="connsiteY36" fmla="*/ 406892 h 608839"/>
                <a:gd name="connsiteX37" fmla="*/ 583472 w 600342"/>
                <a:gd name="connsiteY37" fmla="*/ 509615 h 608839"/>
                <a:gd name="connsiteX38" fmla="*/ 471737 w 600342"/>
                <a:gd name="connsiteY38" fmla="*/ 582514 h 608839"/>
                <a:gd name="connsiteX39" fmla="*/ 300079 w 600342"/>
                <a:gd name="connsiteY39" fmla="*/ 608839 h 608839"/>
                <a:gd name="connsiteX40" fmla="*/ 128421 w 600342"/>
                <a:gd name="connsiteY40" fmla="*/ 582514 h 608839"/>
                <a:gd name="connsiteX41" fmla="*/ 16870 w 600342"/>
                <a:gd name="connsiteY41" fmla="*/ 509615 h 608839"/>
                <a:gd name="connsiteX42" fmla="*/ 16870 w 600342"/>
                <a:gd name="connsiteY42" fmla="*/ 406892 h 608839"/>
                <a:gd name="connsiteX43" fmla="*/ 121599 w 600342"/>
                <a:gd name="connsiteY43" fmla="*/ 336386 h 608839"/>
                <a:gd name="connsiteX44" fmla="*/ 300079 w 600342"/>
                <a:gd name="connsiteY44" fmla="*/ 92795 h 608839"/>
                <a:gd name="connsiteX45" fmla="*/ 215073 w 600342"/>
                <a:gd name="connsiteY45" fmla="*/ 177860 h 608839"/>
                <a:gd name="connsiteX46" fmla="*/ 300079 w 600342"/>
                <a:gd name="connsiteY46" fmla="*/ 262741 h 608839"/>
                <a:gd name="connsiteX47" fmla="*/ 385270 w 600342"/>
                <a:gd name="connsiteY47" fmla="*/ 177860 h 608839"/>
                <a:gd name="connsiteX48" fmla="*/ 300079 w 600342"/>
                <a:gd name="connsiteY48" fmla="*/ 92795 h 608839"/>
                <a:gd name="connsiteX49" fmla="*/ 300079 w 600342"/>
                <a:gd name="connsiteY49" fmla="*/ 68307 h 608839"/>
                <a:gd name="connsiteX50" fmla="*/ 409795 w 600342"/>
                <a:gd name="connsiteY50" fmla="*/ 177860 h 608839"/>
                <a:gd name="connsiteX51" fmla="*/ 300079 w 600342"/>
                <a:gd name="connsiteY51" fmla="*/ 287413 h 608839"/>
                <a:gd name="connsiteX52" fmla="*/ 190548 w 600342"/>
                <a:gd name="connsiteY52" fmla="*/ 177860 h 608839"/>
                <a:gd name="connsiteX53" fmla="*/ 300079 w 600342"/>
                <a:gd name="connsiteY53" fmla="*/ 68307 h 608839"/>
                <a:gd name="connsiteX54" fmla="*/ 300078 w 600342"/>
                <a:gd name="connsiteY54" fmla="*/ 36820 h 608839"/>
                <a:gd name="connsiteX55" fmla="*/ 153120 w 600342"/>
                <a:gd name="connsiteY55" fmla="*/ 183731 h 608839"/>
                <a:gd name="connsiteX56" fmla="*/ 300078 w 600342"/>
                <a:gd name="connsiteY56" fmla="*/ 410172 h 608839"/>
                <a:gd name="connsiteX57" fmla="*/ 447221 w 600342"/>
                <a:gd name="connsiteY57" fmla="*/ 183731 h 608839"/>
                <a:gd name="connsiteX58" fmla="*/ 300078 w 600342"/>
                <a:gd name="connsiteY58" fmla="*/ 36820 h 608839"/>
                <a:gd name="connsiteX59" fmla="*/ 300078 w 600342"/>
                <a:gd name="connsiteY59" fmla="*/ 0 h 608839"/>
                <a:gd name="connsiteX60" fmla="*/ 484099 w 600342"/>
                <a:gd name="connsiteY60" fmla="*/ 183731 h 608839"/>
                <a:gd name="connsiteX61" fmla="*/ 397252 w 600342"/>
                <a:gd name="connsiteY61" fmla="*/ 355679 h 608839"/>
                <a:gd name="connsiteX62" fmla="*/ 312986 w 600342"/>
                <a:gd name="connsiteY62" fmla="*/ 449385 h 608839"/>
                <a:gd name="connsiteX63" fmla="*/ 300078 w 600342"/>
                <a:gd name="connsiteY63" fmla="*/ 454724 h 608839"/>
                <a:gd name="connsiteX64" fmla="*/ 287356 w 600342"/>
                <a:gd name="connsiteY64" fmla="*/ 449385 h 608839"/>
                <a:gd name="connsiteX65" fmla="*/ 203090 w 600342"/>
                <a:gd name="connsiteY65" fmla="*/ 355679 h 608839"/>
                <a:gd name="connsiteX66" fmla="*/ 116242 w 600342"/>
                <a:gd name="connsiteY66" fmla="*/ 183731 h 608839"/>
                <a:gd name="connsiteX67" fmla="*/ 300078 w 600342"/>
                <a:gd name="connsiteY67" fmla="*/ 0 h 608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00342" h="608839">
                  <a:moveTo>
                    <a:pt x="160141" y="389169"/>
                  </a:moveTo>
                  <a:cubicBezTo>
                    <a:pt x="165488" y="396167"/>
                    <a:pt x="170835" y="402981"/>
                    <a:pt x="176366" y="409610"/>
                  </a:cubicBezTo>
                  <a:cubicBezTo>
                    <a:pt x="150738" y="417713"/>
                    <a:pt x="131564" y="428210"/>
                    <a:pt x="121792" y="439627"/>
                  </a:cubicBezTo>
                  <a:cubicBezTo>
                    <a:pt x="112758" y="449940"/>
                    <a:pt x="112758" y="459148"/>
                    <a:pt x="121792" y="469460"/>
                  </a:cubicBezTo>
                  <a:cubicBezTo>
                    <a:pt x="132855" y="482535"/>
                    <a:pt x="156270" y="494321"/>
                    <a:pt x="187428" y="502792"/>
                  </a:cubicBezTo>
                  <a:cubicBezTo>
                    <a:pt x="211581" y="509422"/>
                    <a:pt x="239790" y="513841"/>
                    <a:pt x="269289" y="515683"/>
                  </a:cubicBezTo>
                  <a:cubicBezTo>
                    <a:pt x="279429" y="516235"/>
                    <a:pt x="289754" y="516604"/>
                    <a:pt x="300079" y="516604"/>
                  </a:cubicBezTo>
                  <a:cubicBezTo>
                    <a:pt x="310588" y="516604"/>
                    <a:pt x="320913" y="516235"/>
                    <a:pt x="331053" y="515683"/>
                  </a:cubicBezTo>
                  <a:cubicBezTo>
                    <a:pt x="360553" y="513841"/>
                    <a:pt x="388761" y="509422"/>
                    <a:pt x="412914" y="502792"/>
                  </a:cubicBezTo>
                  <a:cubicBezTo>
                    <a:pt x="444073" y="494321"/>
                    <a:pt x="467488" y="482535"/>
                    <a:pt x="478550" y="469460"/>
                  </a:cubicBezTo>
                  <a:cubicBezTo>
                    <a:pt x="487584" y="459148"/>
                    <a:pt x="487584" y="449940"/>
                    <a:pt x="478550" y="439627"/>
                  </a:cubicBezTo>
                  <a:cubicBezTo>
                    <a:pt x="468778" y="428210"/>
                    <a:pt x="449604" y="417713"/>
                    <a:pt x="423976" y="409610"/>
                  </a:cubicBezTo>
                  <a:cubicBezTo>
                    <a:pt x="429323" y="402981"/>
                    <a:pt x="434854" y="396167"/>
                    <a:pt x="440201" y="389169"/>
                  </a:cubicBezTo>
                  <a:cubicBezTo>
                    <a:pt x="466013" y="398377"/>
                    <a:pt x="485556" y="410163"/>
                    <a:pt x="497171" y="423606"/>
                  </a:cubicBezTo>
                  <a:cubicBezTo>
                    <a:pt x="513949" y="442942"/>
                    <a:pt x="513949" y="466145"/>
                    <a:pt x="497171" y="485482"/>
                  </a:cubicBezTo>
                  <a:cubicBezTo>
                    <a:pt x="482606" y="502424"/>
                    <a:pt x="455688" y="516604"/>
                    <a:pt x="419367" y="526548"/>
                  </a:cubicBezTo>
                  <a:cubicBezTo>
                    <a:pt x="386180" y="535571"/>
                    <a:pt x="347093" y="540728"/>
                    <a:pt x="306347" y="541096"/>
                  </a:cubicBezTo>
                  <a:cubicBezTo>
                    <a:pt x="304319" y="541096"/>
                    <a:pt x="302291" y="541096"/>
                    <a:pt x="300079" y="541096"/>
                  </a:cubicBezTo>
                  <a:cubicBezTo>
                    <a:pt x="298051" y="541096"/>
                    <a:pt x="296023" y="541096"/>
                    <a:pt x="293995" y="541096"/>
                  </a:cubicBezTo>
                  <a:cubicBezTo>
                    <a:pt x="253249" y="540728"/>
                    <a:pt x="214162" y="535571"/>
                    <a:pt x="180791" y="526548"/>
                  </a:cubicBezTo>
                  <a:cubicBezTo>
                    <a:pt x="144654" y="516604"/>
                    <a:pt x="117736" y="502424"/>
                    <a:pt x="103171" y="485482"/>
                  </a:cubicBezTo>
                  <a:cubicBezTo>
                    <a:pt x="86393" y="466145"/>
                    <a:pt x="86393" y="442942"/>
                    <a:pt x="103171" y="423606"/>
                  </a:cubicBezTo>
                  <a:cubicBezTo>
                    <a:pt x="114786" y="410163"/>
                    <a:pt x="134329" y="398377"/>
                    <a:pt x="160141" y="389169"/>
                  </a:cubicBezTo>
                  <a:close/>
                  <a:moveTo>
                    <a:pt x="121599" y="336386"/>
                  </a:moveTo>
                  <a:cubicBezTo>
                    <a:pt x="128789" y="346879"/>
                    <a:pt x="136165" y="357188"/>
                    <a:pt x="143540" y="367313"/>
                  </a:cubicBezTo>
                  <a:cubicBezTo>
                    <a:pt x="142618" y="367865"/>
                    <a:pt x="141512" y="368418"/>
                    <a:pt x="140405" y="368786"/>
                  </a:cubicBezTo>
                  <a:cubicBezTo>
                    <a:pt x="96338" y="383697"/>
                    <a:pt x="63334" y="404867"/>
                    <a:pt x="47293" y="427879"/>
                  </a:cubicBezTo>
                  <a:cubicBezTo>
                    <a:pt x="33280" y="448129"/>
                    <a:pt x="33280" y="468378"/>
                    <a:pt x="47293" y="488628"/>
                  </a:cubicBezTo>
                  <a:cubicBezTo>
                    <a:pt x="63150" y="511640"/>
                    <a:pt x="96338" y="532810"/>
                    <a:pt x="140405" y="547721"/>
                  </a:cubicBezTo>
                  <a:cubicBezTo>
                    <a:pt x="186316" y="563369"/>
                    <a:pt x="243105" y="572021"/>
                    <a:pt x="300079" y="572021"/>
                  </a:cubicBezTo>
                  <a:cubicBezTo>
                    <a:pt x="357237" y="572021"/>
                    <a:pt x="414026" y="563369"/>
                    <a:pt x="459937" y="547721"/>
                  </a:cubicBezTo>
                  <a:cubicBezTo>
                    <a:pt x="504004" y="532810"/>
                    <a:pt x="537008" y="511640"/>
                    <a:pt x="553049" y="488628"/>
                  </a:cubicBezTo>
                  <a:cubicBezTo>
                    <a:pt x="567062" y="468378"/>
                    <a:pt x="567062" y="448129"/>
                    <a:pt x="553049" y="427879"/>
                  </a:cubicBezTo>
                  <a:cubicBezTo>
                    <a:pt x="537008" y="404867"/>
                    <a:pt x="504004" y="383697"/>
                    <a:pt x="459937" y="368786"/>
                  </a:cubicBezTo>
                  <a:cubicBezTo>
                    <a:pt x="458830" y="368418"/>
                    <a:pt x="457724" y="367865"/>
                    <a:pt x="456802" y="367313"/>
                  </a:cubicBezTo>
                  <a:cubicBezTo>
                    <a:pt x="464178" y="357188"/>
                    <a:pt x="471553" y="346879"/>
                    <a:pt x="478744" y="336386"/>
                  </a:cubicBezTo>
                  <a:cubicBezTo>
                    <a:pt x="527420" y="354059"/>
                    <a:pt x="563559" y="378358"/>
                    <a:pt x="583472" y="406892"/>
                  </a:cubicBezTo>
                  <a:cubicBezTo>
                    <a:pt x="605966" y="439476"/>
                    <a:pt x="605966" y="477031"/>
                    <a:pt x="583472" y="509615"/>
                  </a:cubicBezTo>
                  <a:cubicBezTo>
                    <a:pt x="562637" y="539621"/>
                    <a:pt x="524101" y="564842"/>
                    <a:pt x="471737" y="582514"/>
                  </a:cubicBezTo>
                  <a:cubicBezTo>
                    <a:pt x="421401" y="599819"/>
                    <a:pt x="362031" y="608839"/>
                    <a:pt x="300079" y="608839"/>
                  </a:cubicBezTo>
                  <a:cubicBezTo>
                    <a:pt x="238311" y="608839"/>
                    <a:pt x="178941" y="599819"/>
                    <a:pt x="128421" y="582514"/>
                  </a:cubicBezTo>
                  <a:cubicBezTo>
                    <a:pt x="76241" y="564842"/>
                    <a:pt x="37705" y="539621"/>
                    <a:pt x="16870" y="509615"/>
                  </a:cubicBezTo>
                  <a:cubicBezTo>
                    <a:pt x="-5624" y="477031"/>
                    <a:pt x="-5624" y="439476"/>
                    <a:pt x="16870" y="406892"/>
                  </a:cubicBezTo>
                  <a:cubicBezTo>
                    <a:pt x="36783" y="378358"/>
                    <a:pt x="72922" y="354059"/>
                    <a:pt x="121599" y="336386"/>
                  </a:cubicBezTo>
                  <a:close/>
                  <a:moveTo>
                    <a:pt x="300079" y="92795"/>
                  </a:moveTo>
                  <a:cubicBezTo>
                    <a:pt x="253243" y="92795"/>
                    <a:pt x="215073" y="130909"/>
                    <a:pt x="215073" y="177860"/>
                  </a:cubicBezTo>
                  <a:cubicBezTo>
                    <a:pt x="215073" y="224627"/>
                    <a:pt x="253243" y="262741"/>
                    <a:pt x="300079" y="262741"/>
                  </a:cubicBezTo>
                  <a:cubicBezTo>
                    <a:pt x="347100" y="262741"/>
                    <a:pt x="385270" y="224627"/>
                    <a:pt x="385270" y="177860"/>
                  </a:cubicBezTo>
                  <a:cubicBezTo>
                    <a:pt x="385270" y="130909"/>
                    <a:pt x="347100" y="92795"/>
                    <a:pt x="300079" y="92795"/>
                  </a:cubicBezTo>
                  <a:close/>
                  <a:moveTo>
                    <a:pt x="300079" y="68307"/>
                  </a:moveTo>
                  <a:cubicBezTo>
                    <a:pt x="360561" y="68307"/>
                    <a:pt x="409795" y="117468"/>
                    <a:pt x="409795" y="177860"/>
                  </a:cubicBezTo>
                  <a:cubicBezTo>
                    <a:pt x="409795" y="238252"/>
                    <a:pt x="360561" y="287413"/>
                    <a:pt x="300079" y="287413"/>
                  </a:cubicBezTo>
                  <a:cubicBezTo>
                    <a:pt x="239597" y="287413"/>
                    <a:pt x="190548" y="238252"/>
                    <a:pt x="190548" y="177860"/>
                  </a:cubicBezTo>
                  <a:cubicBezTo>
                    <a:pt x="190548" y="117468"/>
                    <a:pt x="239597" y="68307"/>
                    <a:pt x="300079" y="68307"/>
                  </a:cubicBezTo>
                  <a:close/>
                  <a:moveTo>
                    <a:pt x="300078" y="36820"/>
                  </a:moveTo>
                  <a:cubicBezTo>
                    <a:pt x="219131" y="36820"/>
                    <a:pt x="153120" y="102727"/>
                    <a:pt x="153120" y="183731"/>
                  </a:cubicBezTo>
                  <a:cubicBezTo>
                    <a:pt x="153120" y="246140"/>
                    <a:pt x="249556" y="358256"/>
                    <a:pt x="300078" y="410172"/>
                  </a:cubicBezTo>
                  <a:cubicBezTo>
                    <a:pt x="350785" y="358256"/>
                    <a:pt x="447221" y="246140"/>
                    <a:pt x="447221" y="183731"/>
                  </a:cubicBezTo>
                  <a:cubicBezTo>
                    <a:pt x="447221" y="102727"/>
                    <a:pt x="381210" y="36820"/>
                    <a:pt x="300078" y="36820"/>
                  </a:cubicBezTo>
                  <a:close/>
                  <a:moveTo>
                    <a:pt x="300078" y="0"/>
                  </a:moveTo>
                  <a:cubicBezTo>
                    <a:pt x="401493" y="0"/>
                    <a:pt x="484099" y="82292"/>
                    <a:pt x="484099" y="183731"/>
                  </a:cubicBezTo>
                  <a:cubicBezTo>
                    <a:pt x="484099" y="225705"/>
                    <a:pt x="454966" y="283696"/>
                    <a:pt x="397252" y="355679"/>
                  </a:cubicBezTo>
                  <a:cubicBezTo>
                    <a:pt x="355764" y="407779"/>
                    <a:pt x="314830" y="447728"/>
                    <a:pt x="312986" y="449385"/>
                  </a:cubicBezTo>
                  <a:cubicBezTo>
                    <a:pt x="309482" y="452883"/>
                    <a:pt x="304873" y="454724"/>
                    <a:pt x="300078" y="454724"/>
                  </a:cubicBezTo>
                  <a:cubicBezTo>
                    <a:pt x="295469" y="454724"/>
                    <a:pt x="290859" y="452883"/>
                    <a:pt x="287356" y="449385"/>
                  </a:cubicBezTo>
                  <a:cubicBezTo>
                    <a:pt x="285512" y="447728"/>
                    <a:pt x="244577" y="407779"/>
                    <a:pt x="203090" y="355679"/>
                  </a:cubicBezTo>
                  <a:cubicBezTo>
                    <a:pt x="145376" y="283696"/>
                    <a:pt x="116242" y="225705"/>
                    <a:pt x="116242" y="183731"/>
                  </a:cubicBezTo>
                  <a:cubicBezTo>
                    <a:pt x="116242" y="82292"/>
                    <a:pt x="198664" y="0"/>
                    <a:pt x="3000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grpSp>
        <p:nvGrpSpPr>
          <p:cNvPr id="17" name="组合 16"/>
          <p:cNvGrpSpPr/>
          <p:nvPr/>
        </p:nvGrpSpPr>
        <p:grpSpPr>
          <a:xfrm>
            <a:off x="4820636" y="3277866"/>
            <a:ext cx="738904" cy="738904"/>
            <a:chOff x="8037095" y="2550695"/>
            <a:chExt cx="1171073" cy="1171073"/>
          </a:xfrm>
        </p:grpSpPr>
        <p:sp>
          <p:nvSpPr>
            <p:cNvPr id="18" name="椭圆 17"/>
            <p:cNvSpPr/>
            <p:nvPr/>
          </p:nvSpPr>
          <p:spPr>
            <a:xfrm>
              <a:off x="8037095" y="2550695"/>
              <a:ext cx="1171073" cy="1171073"/>
            </a:xfrm>
            <a:prstGeom prst="ellipse">
              <a:avLst/>
            </a:prstGeom>
            <a:solidFill>
              <a:srgbClr val="8F1E8C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location_90567"/>
            <p:cNvSpPr>
              <a:spLocks noChangeAspect="1"/>
            </p:cNvSpPr>
            <p:nvPr/>
          </p:nvSpPr>
          <p:spPr bwMode="auto">
            <a:xfrm>
              <a:off x="8322043" y="2831388"/>
              <a:ext cx="601176" cy="609685"/>
            </a:xfrm>
            <a:custGeom>
              <a:avLst/>
              <a:gdLst>
                <a:gd name="connsiteX0" fmla="*/ 160141 w 600342"/>
                <a:gd name="connsiteY0" fmla="*/ 389169 h 608839"/>
                <a:gd name="connsiteX1" fmla="*/ 176366 w 600342"/>
                <a:gd name="connsiteY1" fmla="*/ 409610 h 608839"/>
                <a:gd name="connsiteX2" fmla="*/ 121792 w 600342"/>
                <a:gd name="connsiteY2" fmla="*/ 439627 h 608839"/>
                <a:gd name="connsiteX3" fmla="*/ 121792 w 600342"/>
                <a:gd name="connsiteY3" fmla="*/ 469460 h 608839"/>
                <a:gd name="connsiteX4" fmla="*/ 187428 w 600342"/>
                <a:gd name="connsiteY4" fmla="*/ 502792 h 608839"/>
                <a:gd name="connsiteX5" fmla="*/ 269289 w 600342"/>
                <a:gd name="connsiteY5" fmla="*/ 515683 h 608839"/>
                <a:gd name="connsiteX6" fmla="*/ 300079 w 600342"/>
                <a:gd name="connsiteY6" fmla="*/ 516604 h 608839"/>
                <a:gd name="connsiteX7" fmla="*/ 331053 w 600342"/>
                <a:gd name="connsiteY7" fmla="*/ 515683 h 608839"/>
                <a:gd name="connsiteX8" fmla="*/ 412914 w 600342"/>
                <a:gd name="connsiteY8" fmla="*/ 502792 h 608839"/>
                <a:gd name="connsiteX9" fmla="*/ 478550 w 600342"/>
                <a:gd name="connsiteY9" fmla="*/ 469460 h 608839"/>
                <a:gd name="connsiteX10" fmla="*/ 478550 w 600342"/>
                <a:gd name="connsiteY10" fmla="*/ 439627 h 608839"/>
                <a:gd name="connsiteX11" fmla="*/ 423976 w 600342"/>
                <a:gd name="connsiteY11" fmla="*/ 409610 h 608839"/>
                <a:gd name="connsiteX12" fmla="*/ 440201 w 600342"/>
                <a:gd name="connsiteY12" fmla="*/ 389169 h 608839"/>
                <a:gd name="connsiteX13" fmla="*/ 497171 w 600342"/>
                <a:gd name="connsiteY13" fmla="*/ 423606 h 608839"/>
                <a:gd name="connsiteX14" fmla="*/ 497171 w 600342"/>
                <a:gd name="connsiteY14" fmla="*/ 485482 h 608839"/>
                <a:gd name="connsiteX15" fmla="*/ 419367 w 600342"/>
                <a:gd name="connsiteY15" fmla="*/ 526548 h 608839"/>
                <a:gd name="connsiteX16" fmla="*/ 306347 w 600342"/>
                <a:gd name="connsiteY16" fmla="*/ 541096 h 608839"/>
                <a:gd name="connsiteX17" fmla="*/ 300079 w 600342"/>
                <a:gd name="connsiteY17" fmla="*/ 541096 h 608839"/>
                <a:gd name="connsiteX18" fmla="*/ 293995 w 600342"/>
                <a:gd name="connsiteY18" fmla="*/ 541096 h 608839"/>
                <a:gd name="connsiteX19" fmla="*/ 180791 w 600342"/>
                <a:gd name="connsiteY19" fmla="*/ 526548 h 608839"/>
                <a:gd name="connsiteX20" fmla="*/ 103171 w 600342"/>
                <a:gd name="connsiteY20" fmla="*/ 485482 h 608839"/>
                <a:gd name="connsiteX21" fmla="*/ 103171 w 600342"/>
                <a:gd name="connsiteY21" fmla="*/ 423606 h 608839"/>
                <a:gd name="connsiteX22" fmla="*/ 160141 w 600342"/>
                <a:gd name="connsiteY22" fmla="*/ 389169 h 608839"/>
                <a:gd name="connsiteX23" fmla="*/ 121599 w 600342"/>
                <a:gd name="connsiteY23" fmla="*/ 336386 h 608839"/>
                <a:gd name="connsiteX24" fmla="*/ 143540 w 600342"/>
                <a:gd name="connsiteY24" fmla="*/ 367313 h 608839"/>
                <a:gd name="connsiteX25" fmla="*/ 140405 w 600342"/>
                <a:gd name="connsiteY25" fmla="*/ 368786 h 608839"/>
                <a:gd name="connsiteX26" fmla="*/ 47293 w 600342"/>
                <a:gd name="connsiteY26" fmla="*/ 427879 h 608839"/>
                <a:gd name="connsiteX27" fmla="*/ 47293 w 600342"/>
                <a:gd name="connsiteY27" fmla="*/ 488628 h 608839"/>
                <a:gd name="connsiteX28" fmla="*/ 140405 w 600342"/>
                <a:gd name="connsiteY28" fmla="*/ 547721 h 608839"/>
                <a:gd name="connsiteX29" fmla="*/ 300079 w 600342"/>
                <a:gd name="connsiteY29" fmla="*/ 572021 h 608839"/>
                <a:gd name="connsiteX30" fmla="*/ 459937 w 600342"/>
                <a:gd name="connsiteY30" fmla="*/ 547721 h 608839"/>
                <a:gd name="connsiteX31" fmla="*/ 553049 w 600342"/>
                <a:gd name="connsiteY31" fmla="*/ 488628 h 608839"/>
                <a:gd name="connsiteX32" fmla="*/ 553049 w 600342"/>
                <a:gd name="connsiteY32" fmla="*/ 427879 h 608839"/>
                <a:gd name="connsiteX33" fmla="*/ 459937 w 600342"/>
                <a:gd name="connsiteY33" fmla="*/ 368786 h 608839"/>
                <a:gd name="connsiteX34" fmla="*/ 456802 w 600342"/>
                <a:gd name="connsiteY34" fmla="*/ 367313 h 608839"/>
                <a:gd name="connsiteX35" fmla="*/ 478744 w 600342"/>
                <a:gd name="connsiteY35" fmla="*/ 336386 h 608839"/>
                <a:gd name="connsiteX36" fmla="*/ 583472 w 600342"/>
                <a:gd name="connsiteY36" fmla="*/ 406892 h 608839"/>
                <a:gd name="connsiteX37" fmla="*/ 583472 w 600342"/>
                <a:gd name="connsiteY37" fmla="*/ 509615 h 608839"/>
                <a:gd name="connsiteX38" fmla="*/ 471737 w 600342"/>
                <a:gd name="connsiteY38" fmla="*/ 582514 h 608839"/>
                <a:gd name="connsiteX39" fmla="*/ 300079 w 600342"/>
                <a:gd name="connsiteY39" fmla="*/ 608839 h 608839"/>
                <a:gd name="connsiteX40" fmla="*/ 128421 w 600342"/>
                <a:gd name="connsiteY40" fmla="*/ 582514 h 608839"/>
                <a:gd name="connsiteX41" fmla="*/ 16870 w 600342"/>
                <a:gd name="connsiteY41" fmla="*/ 509615 h 608839"/>
                <a:gd name="connsiteX42" fmla="*/ 16870 w 600342"/>
                <a:gd name="connsiteY42" fmla="*/ 406892 h 608839"/>
                <a:gd name="connsiteX43" fmla="*/ 121599 w 600342"/>
                <a:gd name="connsiteY43" fmla="*/ 336386 h 608839"/>
                <a:gd name="connsiteX44" fmla="*/ 300079 w 600342"/>
                <a:gd name="connsiteY44" fmla="*/ 92795 h 608839"/>
                <a:gd name="connsiteX45" fmla="*/ 215073 w 600342"/>
                <a:gd name="connsiteY45" fmla="*/ 177860 h 608839"/>
                <a:gd name="connsiteX46" fmla="*/ 300079 w 600342"/>
                <a:gd name="connsiteY46" fmla="*/ 262741 h 608839"/>
                <a:gd name="connsiteX47" fmla="*/ 385270 w 600342"/>
                <a:gd name="connsiteY47" fmla="*/ 177860 h 608839"/>
                <a:gd name="connsiteX48" fmla="*/ 300079 w 600342"/>
                <a:gd name="connsiteY48" fmla="*/ 92795 h 608839"/>
                <a:gd name="connsiteX49" fmla="*/ 300079 w 600342"/>
                <a:gd name="connsiteY49" fmla="*/ 68307 h 608839"/>
                <a:gd name="connsiteX50" fmla="*/ 409795 w 600342"/>
                <a:gd name="connsiteY50" fmla="*/ 177860 h 608839"/>
                <a:gd name="connsiteX51" fmla="*/ 300079 w 600342"/>
                <a:gd name="connsiteY51" fmla="*/ 287413 h 608839"/>
                <a:gd name="connsiteX52" fmla="*/ 190548 w 600342"/>
                <a:gd name="connsiteY52" fmla="*/ 177860 h 608839"/>
                <a:gd name="connsiteX53" fmla="*/ 300079 w 600342"/>
                <a:gd name="connsiteY53" fmla="*/ 68307 h 608839"/>
                <a:gd name="connsiteX54" fmla="*/ 300078 w 600342"/>
                <a:gd name="connsiteY54" fmla="*/ 36820 h 608839"/>
                <a:gd name="connsiteX55" fmla="*/ 153120 w 600342"/>
                <a:gd name="connsiteY55" fmla="*/ 183731 h 608839"/>
                <a:gd name="connsiteX56" fmla="*/ 300078 w 600342"/>
                <a:gd name="connsiteY56" fmla="*/ 410172 h 608839"/>
                <a:gd name="connsiteX57" fmla="*/ 447221 w 600342"/>
                <a:gd name="connsiteY57" fmla="*/ 183731 h 608839"/>
                <a:gd name="connsiteX58" fmla="*/ 300078 w 600342"/>
                <a:gd name="connsiteY58" fmla="*/ 36820 h 608839"/>
                <a:gd name="connsiteX59" fmla="*/ 300078 w 600342"/>
                <a:gd name="connsiteY59" fmla="*/ 0 h 608839"/>
                <a:gd name="connsiteX60" fmla="*/ 484099 w 600342"/>
                <a:gd name="connsiteY60" fmla="*/ 183731 h 608839"/>
                <a:gd name="connsiteX61" fmla="*/ 397252 w 600342"/>
                <a:gd name="connsiteY61" fmla="*/ 355679 h 608839"/>
                <a:gd name="connsiteX62" fmla="*/ 312986 w 600342"/>
                <a:gd name="connsiteY62" fmla="*/ 449385 h 608839"/>
                <a:gd name="connsiteX63" fmla="*/ 300078 w 600342"/>
                <a:gd name="connsiteY63" fmla="*/ 454724 h 608839"/>
                <a:gd name="connsiteX64" fmla="*/ 287356 w 600342"/>
                <a:gd name="connsiteY64" fmla="*/ 449385 h 608839"/>
                <a:gd name="connsiteX65" fmla="*/ 203090 w 600342"/>
                <a:gd name="connsiteY65" fmla="*/ 355679 h 608839"/>
                <a:gd name="connsiteX66" fmla="*/ 116242 w 600342"/>
                <a:gd name="connsiteY66" fmla="*/ 183731 h 608839"/>
                <a:gd name="connsiteX67" fmla="*/ 300078 w 600342"/>
                <a:gd name="connsiteY67" fmla="*/ 0 h 608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600342" h="608839">
                  <a:moveTo>
                    <a:pt x="160141" y="389169"/>
                  </a:moveTo>
                  <a:cubicBezTo>
                    <a:pt x="165488" y="396167"/>
                    <a:pt x="170835" y="402981"/>
                    <a:pt x="176366" y="409610"/>
                  </a:cubicBezTo>
                  <a:cubicBezTo>
                    <a:pt x="150738" y="417713"/>
                    <a:pt x="131564" y="428210"/>
                    <a:pt x="121792" y="439627"/>
                  </a:cubicBezTo>
                  <a:cubicBezTo>
                    <a:pt x="112758" y="449940"/>
                    <a:pt x="112758" y="459148"/>
                    <a:pt x="121792" y="469460"/>
                  </a:cubicBezTo>
                  <a:cubicBezTo>
                    <a:pt x="132855" y="482535"/>
                    <a:pt x="156270" y="494321"/>
                    <a:pt x="187428" y="502792"/>
                  </a:cubicBezTo>
                  <a:cubicBezTo>
                    <a:pt x="211581" y="509422"/>
                    <a:pt x="239790" y="513841"/>
                    <a:pt x="269289" y="515683"/>
                  </a:cubicBezTo>
                  <a:cubicBezTo>
                    <a:pt x="279429" y="516235"/>
                    <a:pt x="289754" y="516604"/>
                    <a:pt x="300079" y="516604"/>
                  </a:cubicBezTo>
                  <a:cubicBezTo>
                    <a:pt x="310588" y="516604"/>
                    <a:pt x="320913" y="516235"/>
                    <a:pt x="331053" y="515683"/>
                  </a:cubicBezTo>
                  <a:cubicBezTo>
                    <a:pt x="360553" y="513841"/>
                    <a:pt x="388761" y="509422"/>
                    <a:pt x="412914" y="502792"/>
                  </a:cubicBezTo>
                  <a:cubicBezTo>
                    <a:pt x="444073" y="494321"/>
                    <a:pt x="467488" y="482535"/>
                    <a:pt x="478550" y="469460"/>
                  </a:cubicBezTo>
                  <a:cubicBezTo>
                    <a:pt x="487584" y="459148"/>
                    <a:pt x="487584" y="449940"/>
                    <a:pt x="478550" y="439627"/>
                  </a:cubicBezTo>
                  <a:cubicBezTo>
                    <a:pt x="468778" y="428210"/>
                    <a:pt x="449604" y="417713"/>
                    <a:pt x="423976" y="409610"/>
                  </a:cubicBezTo>
                  <a:cubicBezTo>
                    <a:pt x="429323" y="402981"/>
                    <a:pt x="434854" y="396167"/>
                    <a:pt x="440201" y="389169"/>
                  </a:cubicBezTo>
                  <a:cubicBezTo>
                    <a:pt x="466013" y="398377"/>
                    <a:pt x="485556" y="410163"/>
                    <a:pt x="497171" y="423606"/>
                  </a:cubicBezTo>
                  <a:cubicBezTo>
                    <a:pt x="513949" y="442942"/>
                    <a:pt x="513949" y="466145"/>
                    <a:pt x="497171" y="485482"/>
                  </a:cubicBezTo>
                  <a:cubicBezTo>
                    <a:pt x="482606" y="502424"/>
                    <a:pt x="455688" y="516604"/>
                    <a:pt x="419367" y="526548"/>
                  </a:cubicBezTo>
                  <a:cubicBezTo>
                    <a:pt x="386180" y="535571"/>
                    <a:pt x="347093" y="540728"/>
                    <a:pt x="306347" y="541096"/>
                  </a:cubicBezTo>
                  <a:cubicBezTo>
                    <a:pt x="304319" y="541096"/>
                    <a:pt x="302291" y="541096"/>
                    <a:pt x="300079" y="541096"/>
                  </a:cubicBezTo>
                  <a:cubicBezTo>
                    <a:pt x="298051" y="541096"/>
                    <a:pt x="296023" y="541096"/>
                    <a:pt x="293995" y="541096"/>
                  </a:cubicBezTo>
                  <a:cubicBezTo>
                    <a:pt x="253249" y="540728"/>
                    <a:pt x="214162" y="535571"/>
                    <a:pt x="180791" y="526548"/>
                  </a:cubicBezTo>
                  <a:cubicBezTo>
                    <a:pt x="144654" y="516604"/>
                    <a:pt x="117736" y="502424"/>
                    <a:pt x="103171" y="485482"/>
                  </a:cubicBezTo>
                  <a:cubicBezTo>
                    <a:pt x="86393" y="466145"/>
                    <a:pt x="86393" y="442942"/>
                    <a:pt x="103171" y="423606"/>
                  </a:cubicBezTo>
                  <a:cubicBezTo>
                    <a:pt x="114786" y="410163"/>
                    <a:pt x="134329" y="398377"/>
                    <a:pt x="160141" y="389169"/>
                  </a:cubicBezTo>
                  <a:close/>
                  <a:moveTo>
                    <a:pt x="121599" y="336386"/>
                  </a:moveTo>
                  <a:cubicBezTo>
                    <a:pt x="128789" y="346879"/>
                    <a:pt x="136165" y="357188"/>
                    <a:pt x="143540" y="367313"/>
                  </a:cubicBezTo>
                  <a:cubicBezTo>
                    <a:pt x="142618" y="367865"/>
                    <a:pt x="141512" y="368418"/>
                    <a:pt x="140405" y="368786"/>
                  </a:cubicBezTo>
                  <a:cubicBezTo>
                    <a:pt x="96338" y="383697"/>
                    <a:pt x="63334" y="404867"/>
                    <a:pt x="47293" y="427879"/>
                  </a:cubicBezTo>
                  <a:cubicBezTo>
                    <a:pt x="33280" y="448129"/>
                    <a:pt x="33280" y="468378"/>
                    <a:pt x="47293" y="488628"/>
                  </a:cubicBezTo>
                  <a:cubicBezTo>
                    <a:pt x="63150" y="511640"/>
                    <a:pt x="96338" y="532810"/>
                    <a:pt x="140405" y="547721"/>
                  </a:cubicBezTo>
                  <a:cubicBezTo>
                    <a:pt x="186316" y="563369"/>
                    <a:pt x="243105" y="572021"/>
                    <a:pt x="300079" y="572021"/>
                  </a:cubicBezTo>
                  <a:cubicBezTo>
                    <a:pt x="357237" y="572021"/>
                    <a:pt x="414026" y="563369"/>
                    <a:pt x="459937" y="547721"/>
                  </a:cubicBezTo>
                  <a:cubicBezTo>
                    <a:pt x="504004" y="532810"/>
                    <a:pt x="537008" y="511640"/>
                    <a:pt x="553049" y="488628"/>
                  </a:cubicBezTo>
                  <a:cubicBezTo>
                    <a:pt x="567062" y="468378"/>
                    <a:pt x="567062" y="448129"/>
                    <a:pt x="553049" y="427879"/>
                  </a:cubicBezTo>
                  <a:cubicBezTo>
                    <a:pt x="537008" y="404867"/>
                    <a:pt x="504004" y="383697"/>
                    <a:pt x="459937" y="368786"/>
                  </a:cubicBezTo>
                  <a:cubicBezTo>
                    <a:pt x="458830" y="368418"/>
                    <a:pt x="457724" y="367865"/>
                    <a:pt x="456802" y="367313"/>
                  </a:cubicBezTo>
                  <a:cubicBezTo>
                    <a:pt x="464178" y="357188"/>
                    <a:pt x="471553" y="346879"/>
                    <a:pt x="478744" y="336386"/>
                  </a:cubicBezTo>
                  <a:cubicBezTo>
                    <a:pt x="527420" y="354059"/>
                    <a:pt x="563559" y="378358"/>
                    <a:pt x="583472" y="406892"/>
                  </a:cubicBezTo>
                  <a:cubicBezTo>
                    <a:pt x="605966" y="439476"/>
                    <a:pt x="605966" y="477031"/>
                    <a:pt x="583472" y="509615"/>
                  </a:cubicBezTo>
                  <a:cubicBezTo>
                    <a:pt x="562637" y="539621"/>
                    <a:pt x="524101" y="564842"/>
                    <a:pt x="471737" y="582514"/>
                  </a:cubicBezTo>
                  <a:cubicBezTo>
                    <a:pt x="421401" y="599819"/>
                    <a:pt x="362031" y="608839"/>
                    <a:pt x="300079" y="608839"/>
                  </a:cubicBezTo>
                  <a:cubicBezTo>
                    <a:pt x="238311" y="608839"/>
                    <a:pt x="178941" y="599819"/>
                    <a:pt x="128421" y="582514"/>
                  </a:cubicBezTo>
                  <a:cubicBezTo>
                    <a:pt x="76241" y="564842"/>
                    <a:pt x="37705" y="539621"/>
                    <a:pt x="16870" y="509615"/>
                  </a:cubicBezTo>
                  <a:cubicBezTo>
                    <a:pt x="-5624" y="477031"/>
                    <a:pt x="-5624" y="439476"/>
                    <a:pt x="16870" y="406892"/>
                  </a:cubicBezTo>
                  <a:cubicBezTo>
                    <a:pt x="36783" y="378358"/>
                    <a:pt x="72922" y="354059"/>
                    <a:pt x="121599" y="336386"/>
                  </a:cubicBezTo>
                  <a:close/>
                  <a:moveTo>
                    <a:pt x="300079" y="92795"/>
                  </a:moveTo>
                  <a:cubicBezTo>
                    <a:pt x="253243" y="92795"/>
                    <a:pt x="215073" y="130909"/>
                    <a:pt x="215073" y="177860"/>
                  </a:cubicBezTo>
                  <a:cubicBezTo>
                    <a:pt x="215073" y="224627"/>
                    <a:pt x="253243" y="262741"/>
                    <a:pt x="300079" y="262741"/>
                  </a:cubicBezTo>
                  <a:cubicBezTo>
                    <a:pt x="347100" y="262741"/>
                    <a:pt x="385270" y="224627"/>
                    <a:pt x="385270" y="177860"/>
                  </a:cubicBezTo>
                  <a:cubicBezTo>
                    <a:pt x="385270" y="130909"/>
                    <a:pt x="347100" y="92795"/>
                    <a:pt x="300079" y="92795"/>
                  </a:cubicBezTo>
                  <a:close/>
                  <a:moveTo>
                    <a:pt x="300079" y="68307"/>
                  </a:moveTo>
                  <a:cubicBezTo>
                    <a:pt x="360561" y="68307"/>
                    <a:pt x="409795" y="117468"/>
                    <a:pt x="409795" y="177860"/>
                  </a:cubicBezTo>
                  <a:cubicBezTo>
                    <a:pt x="409795" y="238252"/>
                    <a:pt x="360561" y="287413"/>
                    <a:pt x="300079" y="287413"/>
                  </a:cubicBezTo>
                  <a:cubicBezTo>
                    <a:pt x="239597" y="287413"/>
                    <a:pt x="190548" y="238252"/>
                    <a:pt x="190548" y="177860"/>
                  </a:cubicBezTo>
                  <a:cubicBezTo>
                    <a:pt x="190548" y="117468"/>
                    <a:pt x="239597" y="68307"/>
                    <a:pt x="300079" y="68307"/>
                  </a:cubicBezTo>
                  <a:close/>
                  <a:moveTo>
                    <a:pt x="300078" y="36820"/>
                  </a:moveTo>
                  <a:cubicBezTo>
                    <a:pt x="219131" y="36820"/>
                    <a:pt x="153120" y="102727"/>
                    <a:pt x="153120" y="183731"/>
                  </a:cubicBezTo>
                  <a:cubicBezTo>
                    <a:pt x="153120" y="246140"/>
                    <a:pt x="249556" y="358256"/>
                    <a:pt x="300078" y="410172"/>
                  </a:cubicBezTo>
                  <a:cubicBezTo>
                    <a:pt x="350785" y="358256"/>
                    <a:pt x="447221" y="246140"/>
                    <a:pt x="447221" y="183731"/>
                  </a:cubicBezTo>
                  <a:cubicBezTo>
                    <a:pt x="447221" y="102727"/>
                    <a:pt x="381210" y="36820"/>
                    <a:pt x="300078" y="36820"/>
                  </a:cubicBezTo>
                  <a:close/>
                  <a:moveTo>
                    <a:pt x="300078" y="0"/>
                  </a:moveTo>
                  <a:cubicBezTo>
                    <a:pt x="401493" y="0"/>
                    <a:pt x="484099" y="82292"/>
                    <a:pt x="484099" y="183731"/>
                  </a:cubicBezTo>
                  <a:cubicBezTo>
                    <a:pt x="484099" y="225705"/>
                    <a:pt x="454966" y="283696"/>
                    <a:pt x="397252" y="355679"/>
                  </a:cubicBezTo>
                  <a:cubicBezTo>
                    <a:pt x="355764" y="407779"/>
                    <a:pt x="314830" y="447728"/>
                    <a:pt x="312986" y="449385"/>
                  </a:cubicBezTo>
                  <a:cubicBezTo>
                    <a:pt x="309482" y="452883"/>
                    <a:pt x="304873" y="454724"/>
                    <a:pt x="300078" y="454724"/>
                  </a:cubicBezTo>
                  <a:cubicBezTo>
                    <a:pt x="295469" y="454724"/>
                    <a:pt x="290859" y="452883"/>
                    <a:pt x="287356" y="449385"/>
                  </a:cubicBezTo>
                  <a:cubicBezTo>
                    <a:pt x="285512" y="447728"/>
                    <a:pt x="244577" y="407779"/>
                    <a:pt x="203090" y="355679"/>
                  </a:cubicBezTo>
                  <a:cubicBezTo>
                    <a:pt x="145376" y="283696"/>
                    <a:pt x="116242" y="225705"/>
                    <a:pt x="116242" y="183731"/>
                  </a:cubicBezTo>
                  <a:cubicBezTo>
                    <a:pt x="116242" y="82292"/>
                    <a:pt x="198664" y="0"/>
                    <a:pt x="300078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7" name="文本框 26"/>
          <p:cNvSpPr txBox="1"/>
          <p:nvPr/>
        </p:nvSpPr>
        <p:spPr>
          <a:xfrm>
            <a:off x="5268865" y="1667957"/>
            <a:ext cx="6427835" cy="10525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559541" y="3121019"/>
            <a:ext cx="6137160" cy="10525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038789" y="4849409"/>
            <a:ext cx="5657911" cy="10525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759190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91D86"/>
                </a:solidFill>
              </a:rPr>
              <a:t>章节标题</a:t>
            </a:r>
            <a:r>
              <a:rPr lang="en-US" altLang="zh-CN" dirty="0">
                <a:solidFill>
                  <a:srgbClr val="891D86"/>
                </a:solidFill>
              </a:rPr>
              <a:t>-</a:t>
            </a:r>
            <a:r>
              <a:rPr lang="zh-CN" altLang="en-US" dirty="0">
                <a:solidFill>
                  <a:srgbClr val="891D86"/>
                </a:solidFill>
              </a:rPr>
              <a:t>一图四段页面</a:t>
            </a:r>
            <a:endParaRPr lang="zh-CN" altLang="en-US" dirty="0"/>
          </a:p>
        </p:txBody>
      </p:sp>
      <p:grpSp>
        <p:nvGrpSpPr>
          <p:cNvPr id="8" name="组合 7"/>
          <p:cNvGrpSpPr/>
          <p:nvPr/>
        </p:nvGrpSpPr>
        <p:grpSpPr>
          <a:xfrm>
            <a:off x="482601" y="1039012"/>
            <a:ext cx="11214100" cy="5377663"/>
            <a:chOff x="482601" y="1039012"/>
            <a:chExt cx="11214100" cy="5377663"/>
          </a:xfrm>
          <a:blipFill dpi="0" rotWithShape="1">
            <a:blip r:embed="rId3">
              <a:alphaModFix amt="58000"/>
            </a:blip>
            <a:srcRect/>
            <a:stretch>
              <a:fillRect/>
            </a:stretch>
          </a:blipFill>
        </p:grpSpPr>
        <p:sp>
          <p:nvSpPr>
            <p:cNvPr id="3" name="矩形 2"/>
            <p:cNvSpPr/>
            <p:nvPr/>
          </p:nvSpPr>
          <p:spPr>
            <a:xfrm>
              <a:off x="482601" y="1039012"/>
              <a:ext cx="2803525" cy="5377663"/>
            </a:xfrm>
            <a:prstGeom prst="rect">
              <a:avLst/>
            </a:prstGeom>
            <a:grp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3286126" y="1039012"/>
              <a:ext cx="2803525" cy="5377663"/>
            </a:xfrm>
            <a:prstGeom prst="rect">
              <a:avLst/>
            </a:prstGeom>
            <a:grp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矩形 4"/>
            <p:cNvSpPr/>
            <p:nvPr/>
          </p:nvSpPr>
          <p:spPr>
            <a:xfrm>
              <a:off x="6089651" y="1039012"/>
              <a:ext cx="2803525" cy="5377663"/>
            </a:xfrm>
            <a:prstGeom prst="rect">
              <a:avLst/>
            </a:prstGeom>
            <a:grp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8893176" y="1039012"/>
              <a:ext cx="2803525" cy="5377663"/>
            </a:xfrm>
            <a:prstGeom prst="rect">
              <a:avLst/>
            </a:prstGeom>
            <a:grpFill/>
            <a:ln w="1016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545517" y="3722437"/>
            <a:ext cx="2677694" cy="2614863"/>
          </a:xfrm>
          <a:prstGeom prst="rect">
            <a:avLst/>
          </a:prstGeom>
          <a:solidFill>
            <a:srgbClr val="891D86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349041" y="1112980"/>
            <a:ext cx="2677694" cy="2614863"/>
          </a:xfrm>
          <a:prstGeom prst="rect">
            <a:avLst/>
          </a:prstGeom>
          <a:solidFill>
            <a:srgbClr val="891D86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152566" y="1107574"/>
            <a:ext cx="2677694" cy="2614863"/>
          </a:xfrm>
          <a:prstGeom prst="rect">
            <a:avLst/>
          </a:prstGeom>
          <a:solidFill>
            <a:srgbClr val="891D86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956091" y="3722436"/>
            <a:ext cx="2677694" cy="2614863"/>
          </a:xfrm>
          <a:prstGeom prst="rect">
            <a:avLst/>
          </a:prstGeom>
          <a:solidFill>
            <a:srgbClr val="891D86">
              <a:alpha val="6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45517" y="4353393"/>
            <a:ext cx="2677693" cy="16602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0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349041" y="1116023"/>
            <a:ext cx="255445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0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6152567" y="1116023"/>
            <a:ext cx="2574388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0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956092" y="4364128"/>
            <a:ext cx="2677694" cy="16927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0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545517" y="3745425"/>
            <a:ext cx="1581551" cy="543831"/>
            <a:chOff x="3081221" y="1262142"/>
            <a:chExt cx="1581551" cy="543831"/>
          </a:xfrm>
        </p:grpSpPr>
        <p:sp>
          <p:nvSpPr>
            <p:cNvPr id="19" name="文本框 18"/>
            <p:cNvSpPr txBox="1"/>
            <p:nvPr/>
          </p:nvSpPr>
          <p:spPr>
            <a:xfrm>
              <a:off x="3081221" y="1262142"/>
              <a:ext cx="1581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28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1</a:t>
              </a:r>
              <a:endPara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3296449" y="1800056"/>
              <a:ext cx="523266" cy="591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组合 20"/>
          <p:cNvGrpSpPr/>
          <p:nvPr/>
        </p:nvGrpSpPr>
        <p:grpSpPr>
          <a:xfrm>
            <a:off x="3411956" y="3128882"/>
            <a:ext cx="1581551" cy="543831"/>
            <a:chOff x="3081221" y="1262142"/>
            <a:chExt cx="1581551" cy="543831"/>
          </a:xfrm>
        </p:grpSpPr>
        <p:sp>
          <p:nvSpPr>
            <p:cNvPr id="22" name="文本框 21"/>
            <p:cNvSpPr txBox="1"/>
            <p:nvPr/>
          </p:nvSpPr>
          <p:spPr>
            <a:xfrm>
              <a:off x="3081221" y="1262142"/>
              <a:ext cx="1581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28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2</a:t>
              </a:r>
              <a:endPara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>
              <a:off x="3296449" y="1800056"/>
              <a:ext cx="523266" cy="591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组合 29"/>
          <p:cNvGrpSpPr/>
          <p:nvPr/>
        </p:nvGrpSpPr>
        <p:grpSpPr>
          <a:xfrm>
            <a:off x="7145403" y="3128882"/>
            <a:ext cx="1581551" cy="529137"/>
            <a:chOff x="7241655" y="3128882"/>
            <a:chExt cx="1581551" cy="529137"/>
          </a:xfrm>
        </p:grpSpPr>
        <p:sp>
          <p:nvSpPr>
            <p:cNvPr id="25" name="文本框 24"/>
            <p:cNvSpPr txBox="1"/>
            <p:nvPr/>
          </p:nvSpPr>
          <p:spPr>
            <a:xfrm>
              <a:off x="7241655" y="3128882"/>
              <a:ext cx="1581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8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28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3</a:t>
              </a:r>
              <a:endPara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8032430" y="3652102"/>
              <a:ext cx="523266" cy="591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组合 30"/>
          <p:cNvGrpSpPr/>
          <p:nvPr/>
        </p:nvGrpSpPr>
        <p:grpSpPr>
          <a:xfrm>
            <a:off x="9986187" y="3754202"/>
            <a:ext cx="1581551" cy="529137"/>
            <a:chOff x="7241655" y="3128882"/>
            <a:chExt cx="1581551" cy="529137"/>
          </a:xfrm>
        </p:grpSpPr>
        <p:sp>
          <p:nvSpPr>
            <p:cNvPr id="32" name="文本框 31"/>
            <p:cNvSpPr txBox="1"/>
            <p:nvPr/>
          </p:nvSpPr>
          <p:spPr>
            <a:xfrm>
              <a:off x="7241655" y="3128882"/>
              <a:ext cx="15815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8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标题</a:t>
              </a:r>
              <a:r>
                <a:rPr lang="en-US" altLang="zh-CN" sz="2800" dirty="0">
                  <a:solidFill>
                    <a:schemeClr val="bg1"/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4</a:t>
              </a:r>
              <a:endParaRPr lang="zh-CN" altLang="en-US" sz="28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>
              <a:off x="8032430" y="3652102"/>
              <a:ext cx="523266" cy="591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21963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91D86"/>
                </a:solidFill>
              </a:rPr>
              <a:t>章节标题</a:t>
            </a:r>
            <a:r>
              <a:rPr lang="en-US" altLang="zh-CN" dirty="0">
                <a:solidFill>
                  <a:srgbClr val="891D86"/>
                </a:solidFill>
              </a:rPr>
              <a:t>-</a:t>
            </a:r>
            <a:r>
              <a:rPr lang="zh-CN" altLang="en-US" dirty="0">
                <a:solidFill>
                  <a:srgbClr val="891D86"/>
                </a:solidFill>
              </a:rPr>
              <a:t>一图五段页面</a:t>
            </a:r>
            <a:endParaRPr lang="zh-CN" altLang="en-US" dirty="0"/>
          </a:p>
        </p:txBody>
      </p:sp>
      <p:sp>
        <p:nvSpPr>
          <p:cNvPr id="4" name="正五边形 3"/>
          <p:cNvSpPr/>
          <p:nvPr/>
        </p:nvSpPr>
        <p:spPr>
          <a:xfrm>
            <a:off x="3683935" y="2273746"/>
            <a:ext cx="4381481" cy="3349453"/>
          </a:xfrm>
          <a:prstGeom prst="pentagon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Oval 4"/>
          <p:cNvSpPr/>
          <p:nvPr/>
        </p:nvSpPr>
        <p:spPr>
          <a:xfrm>
            <a:off x="2982740" y="3253730"/>
            <a:ext cx="544494" cy="533022"/>
          </a:xfrm>
          <a:custGeom>
            <a:avLst/>
            <a:gdLst>
              <a:gd name="T0" fmla="*/ 2895 w 12754"/>
              <a:gd name="T1" fmla="*/ 3482 h 12486"/>
              <a:gd name="T2" fmla="*/ 6377 w 12754"/>
              <a:gd name="T3" fmla="*/ 0 h 12486"/>
              <a:gd name="T4" fmla="*/ 9859 w 12754"/>
              <a:gd name="T5" fmla="*/ 3482 h 12486"/>
              <a:gd name="T6" fmla="*/ 6377 w 12754"/>
              <a:gd name="T7" fmla="*/ 6963 h 12486"/>
              <a:gd name="T8" fmla="*/ 2895 w 12754"/>
              <a:gd name="T9" fmla="*/ 3482 h 12486"/>
              <a:gd name="T10" fmla="*/ 0 w 12754"/>
              <a:gd name="T11" fmla="*/ 12468 h 12486"/>
              <a:gd name="T12" fmla="*/ 3586 w 12754"/>
              <a:gd name="T13" fmla="*/ 7045 h 12486"/>
              <a:gd name="T14" fmla="*/ 6377 w 12754"/>
              <a:gd name="T15" fmla="*/ 8014 h 12486"/>
              <a:gd name="T16" fmla="*/ 9182 w 12754"/>
              <a:gd name="T17" fmla="*/ 7036 h 12486"/>
              <a:gd name="T18" fmla="*/ 12754 w 12754"/>
              <a:gd name="T19" fmla="*/ 12468 h 12486"/>
              <a:gd name="T20" fmla="*/ 0 w 12754"/>
              <a:gd name="T21" fmla="*/ 12468 h 12486"/>
              <a:gd name="T22" fmla="*/ 0 w 12754"/>
              <a:gd name="T23" fmla="*/ 12468 h 124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12754" h="12486">
                <a:moveTo>
                  <a:pt x="2895" y="3482"/>
                </a:moveTo>
                <a:cubicBezTo>
                  <a:pt x="2895" y="1562"/>
                  <a:pt x="4457" y="0"/>
                  <a:pt x="6377" y="0"/>
                </a:cubicBezTo>
                <a:cubicBezTo>
                  <a:pt x="8297" y="0"/>
                  <a:pt x="9859" y="1562"/>
                  <a:pt x="9859" y="3482"/>
                </a:cubicBezTo>
                <a:cubicBezTo>
                  <a:pt x="9859" y="5402"/>
                  <a:pt x="8297" y="6963"/>
                  <a:pt x="6377" y="6963"/>
                </a:cubicBezTo>
                <a:cubicBezTo>
                  <a:pt x="4457" y="6963"/>
                  <a:pt x="2895" y="5402"/>
                  <a:pt x="2895" y="3482"/>
                </a:cubicBezTo>
                <a:close/>
                <a:moveTo>
                  <a:pt x="0" y="12468"/>
                </a:moveTo>
                <a:cubicBezTo>
                  <a:pt x="75" y="11626"/>
                  <a:pt x="479" y="8643"/>
                  <a:pt x="3586" y="7045"/>
                </a:cubicBezTo>
                <a:cubicBezTo>
                  <a:pt x="4356" y="7650"/>
                  <a:pt x="5324" y="8014"/>
                  <a:pt x="6377" y="8014"/>
                </a:cubicBezTo>
                <a:cubicBezTo>
                  <a:pt x="7436" y="8014"/>
                  <a:pt x="8409" y="7647"/>
                  <a:pt x="9182" y="7036"/>
                </a:cubicBezTo>
                <a:cubicBezTo>
                  <a:pt x="12302" y="8627"/>
                  <a:pt x="12678" y="11589"/>
                  <a:pt x="12754" y="12468"/>
                </a:cubicBezTo>
                <a:cubicBezTo>
                  <a:pt x="12736" y="12486"/>
                  <a:pt x="18" y="12470"/>
                  <a:pt x="0" y="12468"/>
                </a:cubicBezTo>
                <a:close/>
                <a:moveTo>
                  <a:pt x="0" y="12468"/>
                </a:moveTo>
                <a:close/>
              </a:path>
            </a:pathLst>
          </a:cu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1" name="Oval 5"/>
          <p:cNvSpPr/>
          <p:nvPr/>
        </p:nvSpPr>
        <p:spPr>
          <a:xfrm>
            <a:off x="8222117" y="3253730"/>
            <a:ext cx="558619" cy="559807"/>
          </a:xfrm>
          <a:custGeom>
            <a:avLst/>
            <a:gdLst>
              <a:gd name="T0" fmla="*/ 12123 w 12728"/>
              <a:gd name="T1" fmla="*/ 2794 h 12755"/>
              <a:gd name="T2" fmla="*/ 11574 w 12728"/>
              <a:gd name="T3" fmla="*/ 3342 h 12755"/>
              <a:gd name="T4" fmla="*/ 9386 w 12728"/>
              <a:gd name="T5" fmla="*/ 1151 h 12755"/>
              <a:gd name="T6" fmla="*/ 9932 w 12728"/>
              <a:gd name="T7" fmla="*/ 605 h 12755"/>
              <a:gd name="T8" fmla="*/ 12123 w 12728"/>
              <a:gd name="T9" fmla="*/ 605 h 12755"/>
              <a:gd name="T10" fmla="*/ 12123 w 12728"/>
              <a:gd name="T11" fmla="*/ 2794 h 12755"/>
              <a:gd name="T12" fmla="*/ 10479 w 12728"/>
              <a:gd name="T13" fmla="*/ 4436 h 12755"/>
              <a:gd name="T14" fmla="*/ 7742 w 12728"/>
              <a:gd name="T15" fmla="*/ 7169 h 12755"/>
              <a:gd name="T16" fmla="*/ 3926 w 12728"/>
              <a:gd name="T17" fmla="*/ 8827 h 12755"/>
              <a:gd name="T18" fmla="*/ 5551 w 12728"/>
              <a:gd name="T19" fmla="*/ 4980 h 12755"/>
              <a:gd name="T20" fmla="*/ 8290 w 12728"/>
              <a:gd name="T21" fmla="*/ 2245 h 12755"/>
              <a:gd name="T22" fmla="*/ 10479 w 12728"/>
              <a:gd name="T23" fmla="*/ 4436 h 12755"/>
              <a:gd name="T24" fmla="*/ 4711 w 12728"/>
              <a:gd name="T25" fmla="*/ 1735 h 12755"/>
              <a:gd name="T26" fmla="*/ 2356 w 12728"/>
              <a:gd name="T27" fmla="*/ 1735 h 12755"/>
              <a:gd name="T28" fmla="*/ 1570 w 12728"/>
              <a:gd name="T29" fmla="*/ 2522 h 12755"/>
              <a:gd name="T30" fmla="*/ 1570 w 12728"/>
              <a:gd name="T31" fmla="*/ 10392 h 12755"/>
              <a:gd name="T32" fmla="*/ 2356 w 12728"/>
              <a:gd name="T33" fmla="*/ 11179 h 12755"/>
              <a:gd name="T34" fmla="*/ 10210 w 12728"/>
              <a:gd name="T35" fmla="*/ 11179 h 12755"/>
              <a:gd name="T36" fmla="*/ 10995 w 12728"/>
              <a:gd name="T37" fmla="*/ 10392 h 12755"/>
              <a:gd name="T38" fmla="*/ 10995 w 12728"/>
              <a:gd name="T39" fmla="*/ 7245 h 12755"/>
              <a:gd name="T40" fmla="*/ 11780 w 12728"/>
              <a:gd name="T41" fmla="*/ 6458 h 12755"/>
              <a:gd name="T42" fmla="*/ 12565 w 12728"/>
              <a:gd name="T43" fmla="*/ 7245 h 12755"/>
              <a:gd name="T44" fmla="*/ 12565 w 12728"/>
              <a:gd name="T45" fmla="*/ 11181 h 12755"/>
              <a:gd name="T46" fmla="*/ 10995 w 12728"/>
              <a:gd name="T47" fmla="*/ 12755 h 12755"/>
              <a:gd name="T48" fmla="*/ 1570 w 12728"/>
              <a:gd name="T49" fmla="*/ 12755 h 12755"/>
              <a:gd name="T50" fmla="*/ 0 w 12728"/>
              <a:gd name="T51" fmla="*/ 11181 h 12755"/>
              <a:gd name="T52" fmla="*/ 0 w 12728"/>
              <a:gd name="T53" fmla="*/ 1735 h 12755"/>
              <a:gd name="T54" fmla="*/ 1570 w 12728"/>
              <a:gd name="T55" fmla="*/ 161 h 12755"/>
              <a:gd name="T56" fmla="*/ 4711 w 12728"/>
              <a:gd name="T57" fmla="*/ 161 h 12755"/>
              <a:gd name="T58" fmla="*/ 5496 w 12728"/>
              <a:gd name="T59" fmla="*/ 948 h 12755"/>
              <a:gd name="T60" fmla="*/ 4711 w 12728"/>
              <a:gd name="T61" fmla="*/ 1735 h 12755"/>
              <a:gd name="T62" fmla="*/ 4711 w 12728"/>
              <a:gd name="T63" fmla="*/ 1735 h 127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728" h="12755">
                <a:moveTo>
                  <a:pt x="12123" y="2794"/>
                </a:moveTo>
                <a:lnTo>
                  <a:pt x="11574" y="3342"/>
                </a:lnTo>
                <a:lnTo>
                  <a:pt x="9386" y="1151"/>
                </a:lnTo>
                <a:lnTo>
                  <a:pt x="9932" y="605"/>
                </a:lnTo>
                <a:cubicBezTo>
                  <a:pt x="10537" y="0"/>
                  <a:pt x="11518" y="0"/>
                  <a:pt x="12123" y="605"/>
                </a:cubicBezTo>
                <a:cubicBezTo>
                  <a:pt x="12728" y="1208"/>
                  <a:pt x="12728" y="2189"/>
                  <a:pt x="12123" y="2794"/>
                </a:cubicBezTo>
                <a:close/>
                <a:moveTo>
                  <a:pt x="10479" y="4436"/>
                </a:moveTo>
                <a:lnTo>
                  <a:pt x="7742" y="7169"/>
                </a:lnTo>
                <a:lnTo>
                  <a:pt x="3926" y="8827"/>
                </a:lnTo>
                <a:lnTo>
                  <a:pt x="5551" y="4980"/>
                </a:lnTo>
                <a:lnTo>
                  <a:pt x="8290" y="2245"/>
                </a:lnTo>
                <a:lnTo>
                  <a:pt x="10479" y="4436"/>
                </a:lnTo>
                <a:close/>
                <a:moveTo>
                  <a:pt x="4711" y="1735"/>
                </a:moveTo>
                <a:lnTo>
                  <a:pt x="2356" y="1735"/>
                </a:lnTo>
                <a:cubicBezTo>
                  <a:pt x="1921" y="1735"/>
                  <a:pt x="1570" y="2088"/>
                  <a:pt x="1570" y="2522"/>
                </a:cubicBezTo>
                <a:lnTo>
                  <a:pt x="1570" y="10392"/>
                </a:lnTo>
                <a:cubicBezTo>
                  <a:pt x="1570" y="10826"/>
                  <a:pt x="1921" y="11179"/>
                  <a:pt x="2356" y="11179"/>
                </a:cubicBezTo>
                <a:lnTo>
                  <a:pt x="10210" y="11179"/>
                </a:lnTo>
                <a:cubicBezTo>
                  <a:pt x="10644" y="11179"/>
                  <a:pt x="10995" y="10826"/>
                  <a:pt x="10995" y="10392"/>
                </a:cubicBezTo>
                <a:lnTo>
                  <a:pt x="10995" y="7245"/>
                </a:lnTo>
                <a:cubicBezTo>
                  <a:pt x="10995" y="6811"/>
                  <a:pt x="11346" y="6458"/>
                  <a:pt x="11780" y="6458"/>
                </a:cubicBezTo>
                <a:cubicBezTo>
                  <a:pt x="12214" y="6458"/>
                  <a:pt x="12565" y="6811"/>
                  <a:pt x="12565" y="7245"/>
                </a:cubicBezTo>
                <a:lnTo>
                  <a:pt x="12565" y="11181"/>
                </a:lnTo>
                <a:cubicBezTo>
                  <a:pt x="12565" y="12049"/>
                  <a:pt x="11861" y="12755"/>
                  <a:pt x="10995" y="12755"/>
                </a:cubicBezTo>
                <a:lnTo>
                  <a:pt x="1570" y="12755"/>
                </a:lnTo>
                <a:cubicBezTo>
                  <a:pt x="704" y="12755"/>
                  <a:pt x="0" y="12051"/>
                  <a:pt x="0" y="11181"/>
                </a:cubicBezTo>
                <a:lnTo>
                  <a:pt x="0" y="1735"/>
                </a:lnTo>
                <a:cubicBezTo>
                  <a:pt x="0" y="866"/>
                  <a:pt x="704" y="161"/>
                  <a:pt x="1570" y="161"/>
                </a:cubicBezTo>
                <a:lnTo>
                  <a:pt x="4711" y="161"/>
                </a:lnTo>
                <a:cubicBezTo>
                  <a:pt x="5145" y="161"/>
                  <a:pt x="5496" y="514"/>
                  <a:pt x="5496" y="948"/>
                </a:cubicBezTo>
                <a:cubicBezTo>
                  <a:pt x="5496" y="1384"/>
                  <a:pt x="5145" y="1735"/>
                  <a:pt x="4711" y="1735"/>
                </a:cubicBezTo>
                <a:close/>
                <a:moveTo>
                  <a:pt x="4711" y="1735"/>
                </a:moveTo>
                <a:close/>
              </a:path>
            </a:pathLst>
          </a:cu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5" name="Oval 6"/>
          <p:cNvSpPr/>
          <p:nvPr/>
        </p:nvSpPr>
        <p:spPr>
          <a:xfrm>
            <a:off x="5674003" y="1563754"/>
            <a:ext cx="401345" cy="583704"/>
          </a:xfrm>
          <a:custGeom>
            <a:avLst/>
            <a:gdLst>
              <a:gd name="T0" fmla="*/ 4967 w 5341"/>
              <a:gd name="T1" fmla="*/ 1831 h 7768"/>
              <a:gd name="T2" fmla="*/ 4967 w 5341"/>
              <a:gd name="T3" fmla="*/ 1276 h 7768"/>
              <a:gd name="T4" fmla="*/ 5341 w 5341"/>
              <a:gd name="T5" fmla="*/ 1276 h 7768"/>
              <a:gd name="T6" fmla="*/ 5341 w 5341"/>
              <a:gd name="T7" fmla="*/ 0 h 7768"/>
              <a:gd name="T8" fmla="*/ 0 w 5341"/>
              <a:gd name="T9" fmla="*/ 0 h 7768"/>
              <a:gd name="T10" fmla="*/ 0 w 5341"/>
              <a:gd name="T11" fmla="*/ 1276 h 7768"/>
              <a:gd name="T12" fmla="*/ 374 w 5341"/>
              <a:gd name="T13" fmla="*/ 1276 h 7768"/>
              <a:gd name="T14" fmla="*/ 374 w 5341"/>
              <a:gd name="T15" fmla="*/ 1831 h 7768"/>
              <a:gd name="T16" fmla="*/ 1495 w 5341"/>
              <a:gd name="T17" fmla="*/ 3884 h 7768"/>
              <a:gd name="T18" fmla="*/ 374 w 5341"/>
              <a:gd name="T19" fmla="*/ 5937 h 7768"/>
              <a:gd name="T20" fmla="*/ 374 w 5341"/>
              <a:gd name="T21" fmla="*/ 6492 h 7768"/>
              <a:gd name="T22" fmla="*/ 0 w 5341"/>
              <a:gd name="T23" fmla="*/ 6492 h 7768"/>
              <a:gd name="T24" fmla="*/ 0 w 5341"/>
              <a:gd name="T25" fmla="*/ 7768 h 7768"/>
              <a:gd name="T26" fmla="*/ 5341 w 5341"/>
              <a:gd name="T27" fmla="*/ 7768 h 7768"/>
              <a:gd name="T28" fmla="*/ 5341 w 5341"/>
              <a:gd name="T29" fmla="*/ 6492 h 7768"/>
              <a:gd name="T30" fmla="*/ 4967 w 5341"/>
              <a:gd name="T31" fmla="*/ 6492 h 7768"/>
              <a:gd name="T32" fmla="*/ 4967 w 5341"/>
              <a:gd name="T33" fmla="*/ 5937 h 7768"/>
              <a:gd name="T34" fmla="*/ 3845 w 5341"/>
              <a:gd name="T35" fmla="*/ 3884 h 7768"/>
              <a:gd name="T36" fmla="*/ 4967 w 5341"/>
              <a:gd name="T37" fmla="*/ 1831 h 7768"/>
              <a:gd name="T38" fmla="*/ 4326 w 5341"/>
              <a:gd name="T39" fmla="*/ 5937 h 7768"/>
              <a:gd name="T40" fmla="*/ 4326 w 5341"/>
              <a:gd name="T41" fmla="*/ 6492 h 7768"/>
              <a:gd name="T42" fmla="*/ 1015 w 5341"/>
              <a:gd name="T43" fmla="*/ 6492 h 7768"/>
              <a:gd name="T44" fmla="*/ 1015 w 5341"/>
              <a:gd name="T45" fmla="*/ 5937 h 7768"/>
              <a:gd name="T46" fmla="*/ 2670 w 5341"/>
              <a:gd name="T47" fmla="*/ 4217 h 7768"/>
              <a:gd name="T48" fmla="*/ 4326 w 5341"/>
              <a:gd name="T49" fmla="*/ 5937 h 7768"/>
              <a:gd name="T50" fmla="*/ 4326 w 5341"/>
              <a:gd name="T51" fmla="*/ 5937 h 7768"/>
              <a:gd name="T52" fmla="*/ 2670 w 5341"/>
              <a:gd name="T53" fmla="*/ 3551 h 7768"/>
              <a:gd name="T54" fmla="*/ 1015 w 5341"/>
              <a:gd name="T55" fmla="*/ 1831 h 7768"/>
              <a:gd name="T56" fmla="*/ 1015 w 5341"/>
              <a:gd name="T57" fmla="*/ 1276 h 7768"/>
              <a:gd name="T58" fmla="*/ 4326 w 5341"/>
              <a:gd name="T59" fmla="*/ 1276 h 7768"/>
              <a:gd name="T60" fmla="*/ 4326 w 5341"/>
              <a:gd name="T61" fmla="*/ 1831 h 7768"/>
              <a:gd name="T62" fmla="*/ 2670 w 5341"/>
              <a:gd name="T63" fmla="*/ 3551 h 7768"/>
              <a:gd name="T64" fmla="*/ 2670 w 5341"/>
              <a:gd name="T65" fmla="*/ 3551 h 776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341" h="7768">
                <a:moveTo>
                  <a:pt x="4967" y="1831"/>
                </a:moveTo>
                <a:lnTo>
                  <a:pt x="4967" y="1276"/>
                </a:lnTo>
                <a:lnTo>
                  <a:pt x="5341" y="1276"/>
                </a:lnTo>
                <a:lnTo>
                  <a:pt x="5341" y="0"/>
                </a:lnTo>
                <a:lnTo>
                  <a:pt x="0" y="0"/>
                </a:lnTo>
                <a:lnTo>
                  <a:pt x="0" y="1276"/>
                </a:lnTo>
                <a:lnTo>
                  <a:pt x="374" y="1276"/>
                </a:lnTo>
                <a:lnTo>
                  <a:pt x="374" y="1831"/>
                </a:lnTo>
                <a:cubicBezTo>
                  <a:pt x="374" y="2719"/>
                  <a:pt x="855" y="3496"/>
                  <a:pt x="1495" y="3884"/>
                </a:cubicBezTo>
                <a:cubicBezTo>
                  <a:pt x="801" y="4328"/>
                  <a:pt x="374" y="5049"/>
                  <a:pt x="374" y="5937"/>
                </a:cubicBezTo>
                <a:lnTo>
                  <a:pt x="374" y="6492"/>
                </a:lnTo>
                <a:lnTo>
                  <a:pt x="0" y="6492"/>
                </a:lnTo>
                <a:lnTo>
                  <a:pt x="0" y="7768"/>
                </a:lnTo>
                <a:lnTo>
                  <a:pt x="5341" y="7768"/>
                </a:lnTo>
                <a:lnTo>
                  <a:pt x="5341" y="6492"/>
                </a:lnTo>
                <a:lnTo>
                  <a:pt x="4967" y="6492"/>
                </a:lnTo>
                <a:lnTo>
                  <a:pt x="4967" y="5937"/>
                </a:lnTo>
                <a:cubicBezTo>
                  <a:pt x="4967" y="5049"/>
                  <a:pt x="4486" y="4272"/>
                  <a:pt x="3845" y="3884"/>
                </a:cubicBezTo>
                <a:cubicBezTo>
                  <a:pt x="4486" y="3440"/>
                  <a:pt x="4967" y="2719"/>
                  <a:pt x="4967" y="1831"/>
                </a:cubicBezTo>
                <a:close/>
                <a:moveTo>
                  <a:pt x="4326" y="5937"/>
                </a:moveTo>
                <a:lnTo>
                  <a:pt x="4326" y="6492"/>
                </a:lnTo>
                <a:lnTo>
                  <a:pt x="1015" y="6492"/>
                </a:lnTo>
                <a:lnTo>
                  <a:pt x="1015" y="5937"/>
                </a:lnTo>
                <a:cubicBezTo>
                  <a:pt x="1015" y="4994"/>
                  <a:pt x="1763" y="4217"/>
                  <a:pt x="2670" y="4217"/>
                </a:cubicBezTo>
                <a:cubicBezTo>
                  <a:pt x="3578" y="4217"/>
                  <a:pt x="4326" y="4994"/>
                  <a:pt x="4326" y="5937"/>
                </a:cubicBezTo>
                <a:lnTo>
                  <a:pt x="4326" y="5937"/>
                </a:lnTo>
                <a:close/>
                <a:moveTo>
                  <a:pt x="2670" y="3551"/>
                </a:moveTo>
                <a:cubicBezTo>
                  <a:pt x="1763" y="3551"/>
                  <a:pt x="1015" y="2774"/>
                  <a:pt x="1015" y="1831"/>
                </a:cubicBezTo>
                <a:lnTo>
                  <a:pt x="1015" y="1276"/>
                </a:lnTo>
                <a:lnTo>
                  <a:pt x="4326" y="1276"/>
                </a:lnTo>
                <a:lnTo>
                  <a:pt x="4326" y="1831"/>
                </a:lnTo>
                <a:cubicBezTo>
                  <a:pt x="4326" y="2774"/>
                  <a:pt x="3578" y="3551"/>
                  <a:pt x="2670" y="3551"/>
                </a:cubicBezTo>
                <a:close/>
                <a:moveTo>
                  <a:pt x="2670" y="3551"/>
                </a:moveTo>
                <a:close/>
              </a:path>
            </a:pathLst>
          </a:cu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0" name="Oval 7"/>
          <p:cNvSpPr/>
          <p:nvPr/>
        </p:nvSpPr>
        <p:spPr>
          <a:xfrm>
            <a:off x="4207273" y="5736585"/>
            <a:ext cx="818146" cy="498076"/>
          </a:xfrm>
          <a:custGeom>
            <a:avLst/>
            <a:gdLst>
              <a:gd name="T0" fmla="*/ 9934 w 12800"/>
              <a:gd name="T1" fmla="*/ 4202 h 7792"/>
              <a:gd name="T2" fmla="*/ 6623 w 12800"/>
              <a:gd name="T3" fmla="*/ 2783 h 7792"/>
              <a:gd name="T4" fmla="*/ 2894 w 12800"/>
              <a:gd name="T5" fmla="*/ 4202 h 7792"/>
              <a:gd name="T6" fmla="*/ 1837 w 12800"/>
              <a:gd name="T7" fmla="*/ 3757 h 7792"/>
              <a:gd name="T8" fmla="*/ 1837 w 12800"/>
              <a:gd name="T9" fmla="*/ 5037 h 7792"/>
              <a:gd name="T10" fmla="*/ 2115 w 12800"/>
              <a:gd name="T11" fmla="*/ 5426 h 7792"/>
              <a:gd name="T12" fmla="*/ 1837 w 12800"/>
              <a:gd name="T13" fmla="*/ 5816 h 7792"/>
              <a:gd name="T14" fmla="*/ 2143 w 12800"/>
              <a:gd name="T15" fmla="*/ 7179 h 7792"/>
              <a:gd name="T16" fmla="*/ 1197 w 12800"/>
              <a:gd name="T17" fmla="*/ 7179 h 7792"/>
              <a:gd name="T18" fmla="*/ 1503 w 12800"/>
              <a:gd name="T19" fmla="*/ 5788 h 7792"/>
              <a:gd name="T20" fmla="*/ 1252 w 12800"/>
              <a:gd name="T21" fmla="*/ 5399 h 7792"/>
              <a:gd name="T22" fmla="*/ 1503 w 12800"/>
              <a:gd name="T23" fmla="*/ 5009 h 7792"/>
              <a:gd name="T24" fmla="*/ 1503 w 12800"/>
              <a:gd name="T25" fmla="*/ 3618 h 7792"/>
              <a:gd name="T26" fmla="*/ 0 w 12800"/>
              <a:gd name="T27" fmla="*/ 3006 h 7792"/>
              <a:gd name="T28" fmla="*/ 6678 w 12800"/>
              <a:gd name="T29" fmla="*/ 0 h 7792"/>
              <a:gd name="T30" fmla="*/ 12800 w 12800"/>
              <a:gd name="T31" fmla="*/ 3033 h 7792"/>
              <a:gd name="T32" fmla="*/ 9934 w 12800"/>
              <a:gd name="T33" fmla="*/ 4202 h 7792"/>
              <a:gd name="T34" fmla="*/ 6511 w 12800"/>
              <a:gd name="T35" fmla="*/ 3479 h 7792"/>
              <a:gd name="T36" fmla="*/ 9517 w 12800"/>
              <a:gd name="T37" fmla="*/ 4508 h 7792"/>
              <a:gd name="T38" fmla="*/ 9517 w 12800"/>
              <a:gd name="T39" fmla="*/ 6985 h 7792"/>
              <a:gd name="T40" fmla="*/ 6344 w 12800"/>
              <a:gd name="T41" fmla="*/ 7792 h 7792"/>
              <a:gd name="T42" fmla="*/ 3534 w 12800"/>
              <a:gd name="T43" fmla="*/ 6985 h 7792"/>
              <a:gd name="T44" fmla="*/ 3534 w 12800"/>
              <a:gd name="T45" fmla="*/ 4508 h 7792"/>
              <a:gd name="T46" fmla="*/ 6511 w 12800"/>
              <a:gd name="T47" fmla="*/ 3479 h 7792"/>
              <a:gd name="T48" fmla="*/ 6483 w 12800"/>
              <a:gd name="T49" fmla="*/ 7346 h 7792"/>
              <a:gd name="T50" fmla="*/ 8904 w 12800"/>
              <a:gd name="T51" fmla="*/ 6734 h 7792"/>
              <a:gd name="T52" fmla="*/ 6483 w 12800"/>
              <a:gd name="T53" fmla="*/ 6122 h 7792"/>
              <a:gd name="T54" fmla="*/ 4063 w 12800"/>
              <a:gd name="T55" fmla="*/ 6734 h 7792"/>
              <a:gd name="T56" fmla="*/ 6483 w 12800"/>
              <a:gd name="T57" fmla="*/ 7346 h 7792"/>
              <a:gd name="T58" fmla="*/ 6483 w 12800"/>
              <a:gd name="T59" fmla="*/ 7346 h 77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</a:cxnLst>
            <a:rect l="0" t="0" r="r" b="b"/>
            <a:pathLst>
              <a:path w="12800" h="7792">
                <a:moveTo>
                  <a:pt x="9934" y="4202"/>
                </a:moveTo>
                <a:cubicBezTo>
                  <a:pt x="9934" y="4202"/>
                  <a:pt x="8543" y="2783"/>
                  <a:pt x="6623" y="2783"/>
                </a:cubicBezTo>
                <a:cubicBezTo>
                  <a:pt x="4730" y="2783"/>
                  <a:pt x="2894" y="4202"/>
                  <a:pt x="2894" y="4202"/>
                </a:cubicBezTo>
                <a:lnTo>
                  <a:pt x="1837" y="3757"/>
                </a:lnTo>
                <a:lnTo>
                  <a:pt x="1837" y="5037"/>
                </a:lnTo>
                <a:cubicBezTo>
                  <a:pt x="2003" y="5093"/>
                  <a:pt x="2115" y="5232"/>
                  <a:pt x="2115" y="5426"/>
                </a:cubicBezTo>
                <a:cubicBezTo>
                  <a:pt x="2115" y="5621"/>
                  <a:pt x="2003" y="5760"/>
                  <a:pt x="1837" y="5816"/>
                </a:cubicBezTo>
                <a:lnTo>
                  <a:pt x="2143" y="7179"/>
                </a:lnTo>
                <a:lnTo>
                  <a:pt x="1197" y="7179"/>
                </a:lnTo>
                <a:lnTo>
                  <a:pt x="1503" y="5788"/>
                </a:lnTo>
                <a:cubicBezTo>
                  <a:pt x="1363" y="5733"/>
                  <a:pt x="1252" y="5566"/>
                  <a:pt x="1252" y="5399"/>
                </a:cubicBezTo>
                <a:cubicBezTo>
                  <a:pt x="1252" y="5232"/>
                  <a:pt x="1363" y="5093"/>
                  <a:pt x="1503" y="5009"/>
                </a:cubicBezTo>
                <a:lnTo>
                  <a:pt x="1503" y="3618"/>
                </a:lnTo>
                <a:lnTo>
                  <a:pt x="0" y="3006"/>
                </a:lnTo>
                <a:lnTo>
                  <a:pt x="6678" y="0"/>
                </a:lnTo>
                <a:lnTo>
                  <a:pt x="12800" y="3033"/>
                </a:lnTo>
                <a:lnTo>
                  <a:pt x="9934" y="4202"/>
                </a:lnTo>
                <a:close/>
                <a:moveTo>
                  <a:pt x="6511" y="3479"/>
                </a:moveTo>
                <a:cubicBezTo>
                  <a:pt x="8459" y="3479"/>
                  <a:pt x="9517" y="4508"/>
                  <a:pt x="9517" y="4508"/>
                </a:cubicBezTo>
                <a:lnTo>
                  <a:pt x="9517" y="6985"/>
                </a:lnTo>
                <a:cubicBezTo>
                  <a:pt x="9517" y="6985"/>
                  <a:pt x="8403" y="7792"/>
                  <a:pt x="6344" y="7792"/>
                </a:cubicBezTo>
                <a:cubicBezTo>
                  <a:pt x="4285" y="7792"/>
                  <a:pt x="3534" y="6985"/>
                  <a:pt x="3534" y="6985"/>
                </a:cubicBezTo>
                <a:lnTo>
                  <a:pt x="3534" y="4508"/>
                </a:lnTo>
                <a:cubicBezTo>
                  <a:pt x="3562" y="4508"/>
                  <a:pt x="4591" y="3479"/>
                  <a:pt x="6511" y="3479"/>
                </a:cubicBezTo>
                <a:close/>
                <a:moveTo>
                  <a:pt x="6483" y="7346"/>
                </a:moveTo>
                <a:cubicBezTo>
                  <a:pt x="7819" y="7346"/>
                  <a:pt x="8904" y="7068"/>
                  <a:pt x="8904" y="6734"/>
                </a:cubicBezTo>
                <a:cubicBezTo>
                  <a:pt x="8904" y="6400"/>
                  <a:pt x="7819" y="6122"/>
                  <a:pt x="6483" y="6122"/>
                </a:cubicBezTo>
                <a:cubicBezTo>
                  <a:pt x="5148" y="6122"/>
                  <a:pt x="4063" y="6400"/>
                  <a:pt x="4063" y="6734"/>
                </a:cubicBezTo>
                <a:cubicBezTo>
                  <a:pt x="4063" y="7068"/>
                  <a:pt x="5148" y="7346"/>
                  <a:pt x="6483" y="7346"/>
                </a:cubicBezTo>
                <a:close/>
                <a:moveTo>
                  <a:pt x="6483" y="7346"/>
                </a:moveTo>
                <a:close/>
              </a:path>
            </a:pathLst>
          </a:cu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3" name="Oval 8"/>
          <p:cNvSpPr/>
          <p:nvPr/>
        </p:nvSpPr>
        <p:spPr>
          <a:xfrm>
            <a:off x="6863214" y="5677806"/>
            <a:ext cx="655455" cy="615634"/>
          </a:xfrm>
          <a:custGeom>
            <a:avLst/>
            <a:gdLst>
              <a:gd name="T0" fmla="*/ 12986 w 14400"/>
              <a:gd name="T1" fmla="*/ 7216 h 13526"/>
              <a:gd name="T2" fmla="*/ 10935 w 14400"/>
              <a:gd name="T3" fmla="*/ 8006 h 13526"/>
              <a:gd name="T4" fmla="*/ 10800 w 14400"/>
              <a:gd name="T5" fmla="*/ 3600 h 13526"/>
              <a:gd name="T6" fmla="*/ 5893 w 14400"/>
              <a:gd name="T7" fmla="*/ 3518 h 13526"/>
              <a:gd name="T8" fmla="*/ 6800 w 14400"/>
              <a:gd name="T9" fmla="*/ 1368 h 13526"/>
              <a:gd name="T10" fmla="*/ 5263 w 14400"/>
              <a:gd name="T11" fmla="*/ 0 h 13526"/>
              <a:gd name="T12" fmla="*/ 3604 w 14400"/>
              <a:gd name="T13" fmla="*/ 1409 h 13526"/>
              <a:gd name="T14" fmla="*/ 4397 w 14400"/>
              <a:gd name="T15" fmla="*/ 3452 h 13526"/>
              <a:gd name="T16" fmla="*/ 0 w 14400"/>
              <a:gd name="T17" fmla="*/ 4169 h 13526"/>
              <a:gd name="T18" fmla="*/ 0 w 14400"/>
              <a:gd name="T19" fmla="*/ 12500 h 13526"/>
              <a:gd name="T20" fmla="*/ 4466 w 14400"/>
              <a:gd name="T21" fmla="*/ 11783 h 13526"/>
              <a:gd name="T22" fmla="*/ 3466 w 14400"/>
              <a:gd name="T23" fmla="*/ 9747 h 13526"/>
              <a:gd name="T24" fmla="*/ 5055 w 14400"/>
              <a:gd name="T25" fmla="*/ 8338 h 13526"/>
              <a:gd name="T26" fmla="*/ 6600 w 14400"/>
              <a:gd name="T27" fmla="*/ 9706 h 13526"/>
              <a:gd name="T28" fmla="*/ 5693 w 14400"/>
              <a:gd name="T29" fmla="*/ 11855 h 13526"/>
              <a:gd name="T30" fmla="*/ 10224 w 14400"/>
              <a:gd name="T31" fmla="*/ 12499 h 13526"/>
              <a:gd name="T32" fmla="*/ 10869 w 14400"/>
              <a:gd name="T33" fmla="*/ 9496 h 13526"/>
              <a:gd name="T34" fmla="*/ 13027 w 14400"/>
              <a:gd name="T35" fmla="*/ 10400 h 13526"/>
              <a:gd name="T36" fmla="*/ 14400 w 14400"/>
              <a:gd name="T37" fmla="*/ 8861 h 13526"/>
              <a:gd name="T38" fmla="*/ 12986 w 14400"/>
              <a:gd name="T39" fmla="*/ 7216 h 135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14400" h="13526">
                <a:moveTo>
                  <a:pt x="12986" y="7216"/>
                </a:moveTo>
                <a:cubicBezTo>
                  <a:pt x="11948" y="7216"/>
                  <a:pt x="11499" y="8006"/>
                  <a:pt x="10935" y="8006"/>
                </a:cubicBezTo>
                <a:cubicBezTo>
                  <a:pt x="9435" y="8006"/>
                  <a:pt x="10800" y="3600"/>
                  <a:pt x="10800" y="3600"/>
                </a:cubicBezTo>
                <a:cubicBezTo>
                  <a:pt x="10800" y="3600"/>
                  <a:pt x="5893" y="5600"/>
                  <a:pt x="5893" y="3518"/>
                </a:cubicBezTo>
                <a:cubicBezTo>
                  <a:pt x="5893" y="2622"/>
                  <a:pt x="6800" y="2361"/>
                  <a:pt x="6800" y="1368"/>
                </a:cubicBezTo>
                <a:cubicBezTo>
                  <a:pt x="6800" y="480"/>
                  <a:pt x="6097" y="0"/>
                  <a:pt x="5263" y="0"/>
                </a:cubicBezTo>
                <a:cubicBezTo>
                  <a:pt x="4397" y="0"/>
                  <a:pt x="3604" y="472"/>
                  <a:pt x="3604" y="1409"/>
                </a:cubicBezTo>
                <a:cubicBezTo>
                  <a:pt x="3604" y="2443"/>
                  <a:pt x="4397" y="2891"/>
                  <a:pt x="4397" y="3452"/>
                </a:cubicBezTo>
                <a:cubicBezTo>
                  <a:pt x="4397" y="5193"/>
                  <a:pt x="0" y="4169"/>
                  <a:pt x="0" y="4169"/>
                </a:cubicBezTo>
                <a:lnTo>
                  <a:pt x="0" y="12500"/>
                </a:lnTo>
                <a:cubicBezTo>
                  <a:pt x="0" y="12500"/>
                  <a:pt x="4466" y="13526"/>
                  <a:pt x="4466" y="11783"/>
                </a:cubicBezTo>
                <a:cubicBezTo>
                  <a:pt x="4466" y="11222"/>
                  <a:pt x="3466" y="10781"/>
                  <a:pt x="3466" y="9747"/>
                </a:cubicBezTo>
                <a:cubicBezTo>
                  <a:pt x="3466" y="8810"/>
                  <a:pt x="4197" y="8338"/>
                  <a:pt x="5055" y="8338"/>
                </a:cubicBezTo>
                <a:cubicBezTo>
                  <a:pt x="5897" y="8338"/>
                  <a:pt x="6600" y="8818"/>
                  <a:pt x="6600" y="9706"/>
                </a:cubicBezTo>
                <a:cubicBezTo>
                  <a:pt x="6600" y="10699"/>
                  <a:pt x="5693" y="10960"/>
                  <a:pt x="5693" y="11855"/>
                </a:cubicBezTo>
                <a:cubicBezTo>
                  <a:pt x="5693" y="13376"/>
                  <a:pt x="8935" y="12499"/>
                  <a:pt x="10224" y="12499"/>
                </a:cubicBezTo>
                <a:cubicBezTo>
                  <a:pt x="10224" y="12499"/>
                  <a:pt x="9355" y="9496"/>
                  <a:pt x="10869" y="9496"/>
                </a:cubicBezTo>
                <a:cubicBezTo>
                  <a:pt x="11768" y="9496"/>
                  <a:pt x="12030" y="10400"/>
                  <a:pt x="13027" y="10400"/>
                </a:cubicBezTo>
                <a:cubicBezTo>
                  <a:pt x="13918" y="10400"/>
                  <a:pt x="14400" y="9700"/>
                  <a:pt x="14400" y="8861"/>
                </a:cubicBezTo>
                <a:cubicBezTo>
                  <a:pt x="14400" y="8006"/>
                  <a:pt x="13926" y="7216"/>
                  <a:pt x="12986" y="7216"/>
                </a:cubicBezTo>
                <a:close/>
              </a:path>
            </a:pathLst>
          </a:custGeom>
          <a:solidFill>
            <a:srgbClr val="891D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09911" y="1221150"/>
            <a:ext cx="5141649" cy="105259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010856" y="2540257"/>
            <a:ext cx="2612485" cy="24929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05623" y="1747448"/>
            <a:ext cx="2612485" cy="249299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741570" y="5219259"/>
            <a:ext cx="3854919" cy="15327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50471" y="4685186"/>
            <a:ext cx="3656802" cy="15327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192032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85775" y="1323980"/>
            <a:ext cx="2334613" cy="2334613"/>
          </a:xfrm>
          <a:prstGeom prst="roundRect">
            <a:avLst/>
          </a:prstGeom>
          <a:blipFill dpi="0" rotWithShape="1">
            <a:blip r:embed="rId3"/>
            <a:srcRect/>
            <a:stretch>
              <a:fillRect l="-113004" r="-12873" b="-90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/>
        </p:nvSpPr>
        <p:spPr>
          <a:xfrm>
            <a:off x="3318498" y="1181446"/>
            <a:ext cx="1793911" cy="52322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标题</a:t>
            </a:r>
          </a:p>
        </p:txBody>
      </p:sp>
      <p:sp>
        <p:nvSpPr>
          <p:cNvPr id="3" name="圆角矩形 2"/>
          <p:cNvSpPr/>
          <p:nvPr/>
        </p:nvSpPr>
        <p:spPr>
          <a:xfrm>
            <a:off x="9359064" y="4057916"/>
            <a:ext cx="2337636" cy="2364054"/>
          </a:xfrm>
          <a:prstGeom prst="roundRect">
            <a:avLst/>
          </a:prstGeom>
          <a:blipFill dpi="0" rotWithShape="0">
            <a:blip r:embed="rId4"/>
            <a:srcRect/>
            <a:stretch>
              <a:fillRect b="-906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/>
        </p:nvSpPr>
        <p:spPr>
          <a:xfrm>
            <a:off x="6786819" y="4003937"/>
            <a:ext cx="2053007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zh-CN" altLang="en-US" sz="28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标题</a:t>
            </a:r>
          </a:p>
        </p:txBody>
      </p:sp>
      <p:sp>
        <p:nvSpPr>
          <p:cNvPr id="87" name="文本框 86"/>
          <p:cNvSpPr txBox="1"/>
          <p:nvPr/>
        </p:nvSpPr>
        <p:spPr>
          <a:xfrm>
            <a:off x="682388" y="4708200"/>
            <a:ext cx="7970883" cy="15327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南京理工大学，位于江苏省南京市，北依紫金山，西临明城墙，是隶属于工业和信息化部，由工信部、教育部与江苏省人民政府共建的全国重点大学。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91D86"/>
                </a:solidFill>
              </a:rPr>
              <a:t>章节标题</a:t>
            </a:r>
            <a:r>
              <a:rPr lang="en-US" altLang="zh-CN" dirty="0">
                <a:solidFill>
                  <a:srgbClr val="891D86"/>
                </a:solidFill>
              </a:rPr>
              <a:t>-</a:t>
            </a:r>
            <a:r>
              <a:rPr lang="zh-CN" altLang="en-US" dirty="0">
                <a:solidFill>
                  <a:srgbClr val="891D86"/>
                </a:solidFill>
              </a:rPr>
              <a:t>两图文页面</a:t>
            </a:r>
            <a:endParaRPr lang="zh-CN" altLang="en-US" dirty="0"/>
          </a:p>
        </p:txBody>
      </p:sp>
      <p:sp>
        <p:nvSpPr>
          <p:cNvPr id="99" name="半闭框 98"/>
          <p:cNvSpPr/>
          <p:nvPr/>
        </p:nvSpPr>
        <p:spPr>
          <a:xfrm rot="10800000">
            <a:off x="10858139" y="2820032"/>
            <a:ext cx="838561" cy="838561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0" name="半闭框 99"/>
          <p:cNvSpPr/>
          <p:nvPr/>
        </p:nvSpPr>
        <p:spPr>
          <a:xfrm>
            <a:off x="3318498" y="1704666"/>
            <a:ext cx="838561" cy="838561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1" name="半闭框 100"/>
          <p:cNvSpPr/>
          <p:nvPr/>
        </p:nvSpPr>
        <p:spPr>
          <a:xfrm rot="5400000">
            <a:off x="8001265" y="4530303"/>
            <a:ext cx="838561" cy="838561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2" name="半闭框 101"/>
          <p:cNvSpPr/>
          <p:nvPr/>
        </p:nvSpPr>
        <p:spPr>
          <a:xfrm rot="16200000">
            <a:off x="482600" y="5583409"/>
            <a:ext cx="838561" cy="838561"/>
          </a:xfrm>
          <a:prstGeom prst="halfFrame">
            <a:avLst>
              <a:gd name="adj1" fmla="val 11965"/>
              <a:gd name="adj2" fmla="val 10896"/>
            </a:avLst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528371" y="1917035"/>
            <a:ext cx="7970883" cy="153272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indent="720000">
              <a:lnSpc>
                <a:spcPct val="130000"/>
              </a:lnSpc>
            </a:pP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南京理工大学，位于江苏省南京市，北依紫金山，西临明城墙，是隶属于工业和信息化部，由工信部、教育部与江苏省人民政府共建的全国重点大学。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5458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91D86"/>
                </a:solidFill>
              </a:rPr>
              <a:t>章节标题</a:t>
            </a:r>
            <a:r>
              <a:rPr lang="en-US" altLang="zh-CN" dirty="0">
                <a:solidFill>
                  <a:srgbClr val="891D86"/>
                </a:solidFill>
              </a:rPr>
              <a:t>-</a:t>
            </a:r>
            <a:r>
              <a:rPr lang="zh-CN" altLang="en-US" dirty="0">
                <a:solidFill>
                  <a:srgbClr val="891D86"/>
                </a:solidFill>
              </a:rPr>
              <a:t>三图文页面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85774" y="1039012"/>
            <a:ext cx="3736975" cy="5298288"/>
          </a:xfrm>
          <a:prstGeom prst="rect">
            <a:avLst/>
          </a:prstGeom>
          <a:solidFill>
            <a:srgbClr val="8F1E8C">
              <a:alpha val="63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4222749" y="1039012"/>
            <a:ext cx="3736975" cy="5298288"/>
          </a:xfrm>
          <a:prstGeom prst="rect">
            <a:avLst/>
          </a:prstGeom>
          <a:solidFill>
            <a:srgbClr val="8F1E8C">
              <a:alpha val="63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959724" y="1039012"/>
            <a:ext cx="3736975" cy="5298288"/>
          </a:xfrm>
          <a:prstGeom prst="rect">
            <a:avLst/>
          </a:prstGeom>
          <a:solidFill>
            <a:srgbClr val="8F1E8C">
              <a:alpha val="63000"/>
            </a:srgb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71"/>
          <a:stretch/>
        </p:blipFill>
        <p:spPr>
          <a:xfrm>
            <a:off x="682561" y="1230830"/>
            <a:ext cx="3343402" cy="2731406"/>
          </a:xfrm>
          <a:prstGeom prst="rect">
            <a:avLst/>
          </a:prstGeom>
          <a:effectLst>
            <a:outerShdw blurRad="50800" dist="50800" dir="5400000" sx="104000" sy="104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71"/>
          <a:stretch/>
        </p:blipFill>
        <p:spPr>
          <a:xfrm>
            <a:off x="4419535" y="1230830"/>
            <a:ext cx="3343402" cy="2731406"/>
          </a:xfrm>
          <a:prstGeom prst="rect">
            <a:avLst/>
          </a:prstGeom>
          <a:effectLst>
            <a:outerShdw blurRad="50800" dist="50800" dir="5400000" sx="104000" sy="104000" algn="ctr" rotWithShape="0">
              <a:srgbClr val="000000">
                <a:alpha val="43137"/>
              </a:srgbClr>
            </a:outerShdw>
          </a:effectLst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671"/>
          <a:stretch/>
        </p:blipFill>
        <p:spPr>
          <a:xfrm>
            <a:off x="8156510" y="1230830"/>
            <a:ext cx="3343402" cy="2731406"/>
          </a:xfrm>
          <a:prstGeom prst="rect">
            <a:avLst/>
          </a:prstGeom>
          <a:effectLst>
            <a:outerShdw blurRad="50800" dist="50800" dir="5400000" sx="104000" sy="104000" algn="ctr" rotWithShape="0">
              <a:srgbClr val="000000">
                <a:alpha val="43137"/>
              </a:srgbClr>
            </a:outerShdw>
          </a:effectLst>
        </p:spPr>
      </p:pic>
      <p:sp>
        <p:nvSpPr>
          <p:cNvPr id="14" name="文本框 13"/>
          <p:cNvSpPr txBox="1"/>
          <p:nvPr/>
        </p:nvSpPr>
        <p:spPr>
          <a:xfrm>
            <a:off x="682561" y="4364938"/>
            <a:ext cx="33434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419535" y="4364938"/>
            <a:ext cx="33434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156510" y="4364938"/>
            <a:ext cx="33434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1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endParaRPr lang="zh-CN" altLang="en-US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7037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485774" y="1365675"/>
            <a:ext cx="2468489" cy="4461153"/>
            <a:chOff x="485774" y="1365675"/>
            <a:chExt cx="2468489" cy="4461153"/>
          </a:xfrm>
        </p:grpSpPr>
        <p:sp>
          <p:nvSpPr>
            <p:cNvPr id="4" name="剪去对角的矩形 3"/>
            <p:cNvSpPr/>
            <p:nvPr/>
          </p:nvSpPr>
          <p:spPr>
            <a:xfrm>
              <a:off x="687507" y="1365675"/>
              <a:ext cx="2266756" cy="1679510"/>
            </a:xfrm>
            <a:prstGeom prst="snip2DiagRect">
              <a:avLst/>
            </a:prstGeom>
            <a:solidFill>
              <a:srgbClr val="8F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85775" y="3574840"/>
              <a:ext cx="2266755" cy="2251988"/>
              <a:chOff x="485775" y="4405264"/>
              <a:chExt cx="2265047" cy="2251988"/>
            </a:xfrm>
          </p:grpSpPr>
          <p:sp>
            <p:nvSpPr>
              <p:cNvPr id="86" name="文本框 85"/>
              <p:cNvSpPr txBox="1"/>
              <p:nvPr/>
            </p:nvSpPr>
            <p:spPr>
              <a:xfrm>
                <a:off x="485775" y="4405264"/>
                <a:ext cx="15612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标题</a:t>
                </a:r>
              </a:p>
            </p:txBody>
          </p:sp>
          <p:sp>
            <p:nvSpPr>
              <p:cNvPr id="87" name="文本框 86"/>
              <p:cNvSpPr txBox="1"/>
              <p:nvPr/>
            </p:nvSpPr>
            <p:spPr>
              <a:xfrm>
                <a:off x="485775" y="5087592"/>
                <a:ext cx="226504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2">
                        <a:lumMod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请输入内容</a:t>
                </a:r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  <a:p>
                <a:endParaRPr lang="en-US" altLang="zh-CN" sz="2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  <a:p>
                <a:endParaRPr lang="en-US" altLang="zh-CN" sz="2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  <a:p>
                <a:endParaRPr lang="zh-CN" altLang="en-US" sz="2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cxnSp>
            <p:nvCxnSpPr>
              <p:cNvPr id="89" name="直接连接符 88"/>
              <p:cNvCxnSpPr/>
              <p:nvPr/>
            </p:nvCxnSpPr>
            <p:spPr>
              <a:xfrm>
                <a:off x="700840" y="4984122"/>
                <a:ext cx="522872" cy="5917"/>
              </a:xfrm>
              <a:prstGeom prst="line">
                <a:avLst/>
              </a:prstGeom>
              <a:ln w="38100">
                <a:solidFill>
                  <a:srgbClr val="891D8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" name="剪去对角的矩形 4"/>
            <p:cNvSpPr/>
            <p:nvPr/>
          </p:nvSpPr>
          <p:spPr>
            <a:xfrm>
              <a:off x="485774" y="1596570"/>
              <a:ext cx="2266757" cy="1679510"/>
            </a:xfrm>
            <a:prstGeom prst="snip2DiagRect">
              <a:avLst/>
            </a:prstGeom>
            <a:blipFill>
              <a:blip r:embed="rId3"/>
              <a:stretch>
                <a:fillRect/>
              </a:stretch>
            </a:blipFill>
            <a:ln>
              <a:noFill/>
            </a:ln>
            <a:effectLst>
              <a:outerShdw dist="50800" dir="5400000" algn="ctr" rotWithShape="0">
                <a:srgbClr val="000000">
                  <a:alpha val="43137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396410" y="1365675"/>
            <a:ext cx="2468488" cy="4461153"/>
            <a:chOff x="3472381" y="1365675"/>
            <a:chExt cx="2468488" cy="4461153"/>
          </a:xfrm>
        </p:grpSpPr>
        <p:sp>
          <p:nvSpPr>
            <p:cNvPr id="91" name="剪去对角的矩形 90"/>
            <p:cNvSpPr/>
            <p:nvPr/>
          </p:nvSpPr>
          <p:spPr>
            <a:xfrm>
              <a:off x="3674113" y="1365675"/>
              <a:ext cx="2266756" cy="1679510"/>
            </a:xfrm>
            <a:prstGeom prst="snip2DiagRect">
              <a:avLst/>
            </a:prstGeom>
            <a:solidFill>
              <a:srgbClr val="8F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剪去对角的矩形 77"/>
            <p:cNvSpPr/>
            <p:nvPr/>
          </p:nvSpPr>
          <p:spPr>
            <a:xfrm>
              <a:off x="3472381" y="1596570"/>
              <a:ext cx="2266757" cy="1679510"/>
            </a:xfrm>
            <a:prstGeom prst="snip2DiagRect">
              <a:avLst/>
            </a:prstGeom>
            <a:blipFill>
              <a:blip r:embed="rId4"/>
              <a:stretch>
                <a:fillRect/>
              </a:stretch>
            </a:blipFill>
            <a:ln>
              <a:noFill/>
            </a:ln>
            <a:effectLst>
              <a:outerShdw dist="50800" dir="5400000" algn="ctr" rotWithShape="0">
                <a:srgbClr val="000000">
                  <a:alpha val="43137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9" name="组合 98"/>
            <p:cNvGrpSpPr/>
            <p:nvPr/>
          </p:nvGrpSpPr>
          <p:grpSpPr>
            <a:xfrm>
              <a:off x="3472383" y="3574840"/>
              <a:ext cx="2266755" cy="2251988"/>
              <a:chOff x="485775" y="4405264"/>
              <a:chExt cx="2265047" cy="2251988"/>
            </a:xfrm>
          </p:grpSpPr>
          <p:sp>
            <p:nvSpPr>
              <p:cNvPr id="100" name="文本框 99"/>
              <p:cNvSpPr txBox="1"/>
              <p:nvPr/>
            </p:nvSpPr>
            <p:spPr>
              <a:xfrm>
                <a:off x="485775" y="4405264"/>
                <a:ext cx="15612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标题</a:t>
                </a:r>
              </a:p>
            </p:txBody>
          </p:sp>
          <p:sp>
            <p:nvSpPr>
              <p:cNvPr id="101" name="文本框 100"/>
              <p:cNvSpPr txBox="1"/>
              <p:nvPr/>
            </p:nvSpPr>
            <p:spPr>
              <a:xfrm>
                <a:off x="485775" y="5087592"/>
                <a:ext cx="226504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2">
                        <a:lumMod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请输入内容</a:t>
                </a:r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  <a:p>
                <a:endParaRPr lang="en-US" altLang="zh-CN" sz="2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  <a:p>
                <a:endParaRPr lang="en-US" altLang="zh-CN" sz="2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  <a:p>
                <a:endParaRPr lang="zh-CN" altLang="en-US" sz="2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cxnSp>
            <p:nvCxnSpPr>
              <p:cNvPr id="102" name="直接连接符 101"/>
              <p:cNvCxnSpPr/>
              <p:nvPr/>
            </p:nvCxnSpPr>
            <p:spPr>
              <a:xfrm>
                <a:off x="700840" y="4984122"/>
                <a:ext cx="522872" cy="5917"/>
              </a:xfrm>
              <a:prstGeom prst="line">
                <a:avLst/>
              </a:prstGeom>
              <a:ln w="38100">
                <a:solidFill>
                  <a:srgbClr val="891D8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9" name="组合 8"/>
          <p:cNvGrpSpPr/>
          <p:nvPr/>
        </p:nvGrpSpPr>
        <p:grpSpPr>
          <a:xfrm>
            <a:off x="6307045" y="1365675"/>
            <a:ext cx="2468487" cy="4461153"/>
            <a:chOff x="6458988" y="1365675"/>
            <a:chExt cx="2468487" cy="4461153"/>
          </a:xfrm>
        </p:grpSpPr>
        <p:sp>
          <p:nvSpPr>
            <p:cNvPr id="88" name="剪去对角的矩形 87"/>
            <p:cNvSpPr/>
            <p:nvPr/>
          </p:nvSpPr>
          <p:spPr>
            <a:xfrm>
              <a:off x="6660719" y="1365675"/>
              <a:ext cx="2266756" cy="1679510"/>
            </a:xfrm>
            <a:prstGeom prst="snip2DiagRect">
              <a:avLst/>
            </a:prstGeom>
            <a:solidFill>
              <a:srgbClr val="8F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剪去对角的矩形 78"/>
            <p:cNvSpPr/>
            <p:nvPr/>
          </p:nvSpPr>
          <p:spPr>
            <a:xfrm>
              <a:off x="6458988" y="1596570"/>
              <a:ext cx="2266757" cy="1679510"/>
            </a:xfrm>
            <a:prstGeom prst="snip2DiagRect">
              <a:avLst/>
            </a:prstGeom>
            <a:blipFill>
              <a:blip r:embed="rId5"/>
              <a:stretch>
                <a:fillRect/>
              </a:stretch>
            </a:blipFill>
            <a:ln>
              <a:noFill/>
            </a:ln>
            <a:effectLst>
              <a:outerShdw dist="50800" dir="5400000" algn="ctr" rotWithShape="0">
                <a:srgbClr val="000000">
                  <a:alpha val="43137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3" name="组合 102"/>
            <p:cNvGrpSpPr/>
            <p:nvPr/>
          </p:nvGrpSpPr>
          <p:grpSpPr>
            <a:xfrm>
              <a:off x="6458988" y="3574840"/>
              <a:ext cx="2266755" cy="2251988"/>
              <a:chOff x="485775" y="4405264"/>
              <a:chExt cx="2265047" cy="2251988"/>
            </a:xfrm>
          </p:grpSpPr>
          <p:sp>
            <p:nvSpPr>
              <p:cNvPr id="104" name="文本框 103"/>
              <p:cNvSpPr txBox="1"/>
              <p:nvPr/>
            </p:nvSpPr>
            <p:spPr>
              <a:xfrm>
                <a:off x="485775" y="4405264"/>
                <a:ext cx="15612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标题</a:t>
                </a:r>
              </a:p>
            </p:txBody>
          </p:sp>
          <p:sp>
            <p:nvSpPr>
              <p:cNvPr id="105" name="文本框 104"/>
              <p:cNvSpPr txBox="1"/>
              <p:nvPr/>
            </p:nvSpPr>
            <p:spPr>
              <a:xfrm>
                <a:off x="485775" y="5087592"/>
                <a:ext cx="226504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2">
                        <a:lumMod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请输入内容</a:t>
                </a:r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  <a:p>
                <a:endParaRPr lang="en-US" altLang="zh-CN" sz="2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  <a:p>
                <a:endParaRPr lang="en-US" altLang="zh-CN" sz="2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  <a:p>
                <a:endParaRPr lang="zh-CN" altLang="en-US" sz="2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cxnSp>
            <p:nvCxnSpPr>
              <p:cNvPr id="106" name="直接连接符 105"/>
              <p:cNvCxnSpPr/>
              <p:nvPr/>
            </p:nvCxnSpPr>
            <p:spPr>
              <a:xfrm>
                <a:off x="700840" y="4984122"/>
                <a:ext cx="522872" cy="5917"/>
              </a:xfrm>
              <a:prstGeom prst="line">
                <a:avLst/>
              </a:prstGeom>
              <a:ln w="38100">
                <a:solidFill>
                  <a:srgbClr val="891D8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" name="组合 9"/>
          <p:cNvGrpSpPr/>
          <p:nvPr/>
        </p:nvGrpSpPr>
        <p:grpSpPr>
          <a:xfrm>
            <a:off x="9217680" y="1365675"/>
            <a:ext cx="2479020" cy="4461153"/>
            <a:chOff x="9435061" y="1365675"/>
            <a:chExt cx="2479020" cy="4461153"/>
          </a:xfrm>
        </p:grpSpPr>
        <p:sp>
          <p:nvSpPr>
            <p:cNvPr id="90" name="剪去对角的矩形 89"/>
            <p:cNvSpPr/>
            <p:nvPr/>
          </p:nvSpPr>
          <p:spPr>
            <a:xfrm>
              <a:off x="9647325" y="1365675"/>
              <a:ext cx="2266756" cy="1679510"/>
            </a:xfrm>
            <a:prstGeom prst="snip2DiagRect">
              <a:avLst/>
            </a:prstGeom>
            <a:solidFill>
              <a:srgbClr val="8F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剪去对角的矩形 79"/>
            <p:cNvSpPr/>
            <p:nvPr/>
          </p:nvSpPr>
          <p:spPr>
            <a:xfrm>
              <a:off x="9445595" y="1596570"/>
              <a:ext cx="2266757" cy="1679510"/>
            </a:xfrm>
            <a:prstGeom prst="snip2DiagRect">
              <a:avLst/>
            </a:prstGeom>
            <a:blipFill>
              <a:blip r:embed="rId6"/>
              <a:stretch>
                <a:fillRect/>
              </a:stretch>
            </a:blipFill>
            <a:ln>
              <a:noFill/>
            </a:ln>
            <a:effectLst>
              <a:outerShdw dist="50800" dir="5400000" algn="ctr" rotWithShape="0">
                <a:srgbClr val="000000">
                  <a:alpha val="43137"/>
                </a:srgbClr>
              </a:outerShdw>
              <a:reflection stA="45000" endPos="0" dist="50800" dir="5400000" sy="-100000" algn="bl" rotWithShape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7" name="组合 106"/>
            <p:cNvGrpSpPr/>
            <p:nvPr/>
          </p:nvGrpSpPr>
          <p:grpSpPr>
            <a:xfrm>
              <a:off x="9435061" y="3574840"/>
              <a:ext cx="2266755" cy="2251988"/>
              <a:chOff x="485775" y="4405264"/>
              <a:chExt cx="2265047" cy="2251988"/>
            </a:xfrm>
          </p:grpSpPr>
          <p:sp>
            <p:nvSpPr>
              <p:cNvPr id="108" name="文本框 107"/>
              <p:cNvSpPr txBox="1"/>
              <p:nvPr/>
            </p:nvSpPr>
            <p:spPr>
              <a:xfrm>
                <a:off x="485775" y="4405264"/>
                <a:ext cx="156121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3200" dirty="0"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标题</a:t>
                </a:r>
              </a:p>
            </p:txBody>
          </p:sp>
          <p:sp>
            <p:nvSpPr>
              <p:cNvPr id="109" name="文本框 108"/>
              <p:cNvSpPr txBox="1"/>
              <p:nvPr/>
            </p:nvSpPr>
            <p:spPr>
              <a:xfrm>
                <a:off x="485775" y="5087592"/>
                <a:ext cx="2265047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>
                    <a:solidFill>
                      <a:schemeClr val="bg2">
                        <a:lumMod val="50000"/>
                      </a:schemeClr>
                    </a:solidFill>
                    <a:latin typeface="思源黑体 CN Regular" panose="020B0500000000000000" pitchFamily="34" charset="-122"/>
                    <a:ea typeface="思源黑体 CN Regular" panose="020B0500000000000000" pitchFamily="34" charset="-122"/>
                  </a:rPr>
                  <a:t>请输入内容</a:t>
                </a:r>
                <a:endParaRPr lang="en-US" altLang="zh-CN" sz="2400" dirty="0">
                  <a:solidFill>
                    <a:schemeClr val="bg2">
                      <a:lumMod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  <a:p>
                <a:endParaRPr lang="en-US" altLang="zh-CN" sz="2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  <a:p>
                <a:endParaRPr lang="en-US" altLang="zh-CN" sz="2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  <a:p>
                <a:endParaRPr lang="zh-CN" altLang="en-US" sz="24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endParaRPr>
              </a:p>
            </p:txBody>
          </p:sp>
          <p:cxnSp>
            <p:nvCxnSpPr>
              <p:cNvPr id="110" name="直接连接符 109"/>
              <p:cNvCxnSpPr/>
              <p:nvPr/>
            </p:nvCxnSpPr>
            <p:spPr>
              <a:xfrm>
                <a:off x="700840" y="4984122"/>
                <a:ext cx="522872" cy="5917"/>
              </a:xfrm>
              <a:prstGeom prst="line">
                <a:avLst/>
              </a:prstGeom>
              <a:ln w="38100">
                <a:solidFill>
                  <a:srgbClr val="891D8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zh-CN" altLang="en-US" dirty="0">
                <a:solidFill>
                  <a:srgbClr val="891D86"/>
                </a:solidFill>
              </a:rPr>
              <a:t>章节标题</a:t>
            </a:r>
            <a:r>
              <a:rPr lang="en-US" altLang="zh-CN" dirty="0">
                <a:solidFill>
                  <a:srgbClr val="891D86"/>
                </a:solidFill>
              </a:rPr>
              <a:t>-</a:t>
            </a:r>
            <a:r>
              <a:rPr lang="zh-CN" altLang="en-US" dirty="0">
                <a:solidFill>
                  <a:srgbClr val="891D86"/>
                </a:solidFill>
              </a:rPr>
              <a:t>四图文页面</a:t>
            </a:r>
          </a:p>
        </p:txBody>
      </p:sp>
    </p:spTree>
    <p:extLst>
      <p:ext uri="{BB962C8B-B14F-4D97-AF65-F5344CB8AC3E}">
        <p14:creationId xmlns:p14="http://schemas.microsoft.com/office/powerpoint/2010/main" val="39503410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482600" y="2324100"/>
            <a:ext cx="11080750" cy="4013200"/>
          </a:xfrm>
          <a:prstGeom prst="rect">
            <a:avLst/>
          </a:prstGeom>
          <a:noFill/>
          <a:ln w="127000">
            <a:solidFill>
              <a:srgbClr val="8F1E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组合 4"/>
          <p:cNvGrpSpPr/>
          <p:nvPr/>
        </p:nvGrpSpPr>
        <p:grpSpPr>
          <a:xfrm>
            <a:off x="1015165" y="1390650"/>
            <a:ext cx="3243290" cy="4149351"/>
            <a:chOff x="8186710" y="581025"/>
            <a:chExt cx="3243290" cy="4149351"/>
          </a:xfrm>
        </p:grpSpPr>
        <p:sp>
          <p:nvSpPr>
            <p:cNvPr id="4" name="矩形 3"/>
            <p:cNvSpPr/>
            <p:nvPr/>
          </p:nvSpPr>
          <p:spPr>
            <a:xfrm>
              <a:off x="8534400" y="581025"/>
              <a:ext cx="2895600" cy="3762375"/>
            </a:xfrm>
            <a:prstGeom prst="rect">
              <a:avLst/>
            </a:prstGeom>
            <a:solidFill>
              <a:srgbClr val="8F1E8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4554"/>
                      </a14:imgEffect>
                      <a14:imgEffect>
                        <a14:saturation sat="34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1111" r="17963" b="16667"/>
            <a:stretch/>
          </p:blipFill>
          <p:spPr>
            <a:xfrm>
              <a:off x="8186710" y="990600"/>
              <a:ext cx="2843240" cy="3739776"/>
            </a:xfrm>
            <a:prstGeom prst="rect">
              <a:avLst/>
            </a:prstGeom>
            <a:noFill/>
          </p:spPr>
        </p:pic>
      </p:grpSp>
      <p:sp>
        <p:nvSpPr>
          <p:cNvPr id="6" name="文本框 5"/>
          <p:cNvSpPr txBox="1"/>
          <p:nvPr/>
        </p:nvSpPr>
        <p:spPr>
          <a:xfrm>
            <a:off x="4411757" y="1554659"/>
            <a:ext cx="69982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>
                <a:solidFill>
                  <a:srgbClr val="891D86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姓名</a:t>
            </a:r>
            <a:endParaRPr lang="en-US" altLang="zh-CN" sz="4400" dirty="0">
              <a:solidFill>
                <a:srgbClr val="891D86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330687" y="2546728"/>
            <a:ext cx="636033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请输入个人简介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请输入个人简介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请输入个人简介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请输入个人简介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en-US" altLang="zh-CN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(</a:t>
            </a:r>
            <a:r>
              <a:rPr lang="zh-CN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文字段落）</a:t>
            </a:r>
            <a:endParaRPr lang="en-US" altLang="zh-CN" sz="2800" dirty="0">
              <a:solidFill>
                <a:schemeClr val="tx1">
                  <a:lumMod val="75000"/>
                  <a:lumOff val="25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个人介绍</a:t>
            </a:r>
          </a:p>
        </p:txBody>
      </p:sp>
    </p:spTree>
    <p:extLst>
      <p:ext uri="{BB962C8B-B14F-4D97-AF65-F5344CB8AC3E}">
        <p14:creationId xmlns:p14="http://schemas.microsoft.com/office/powerpoint/2010/main" val="717992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团队介绍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62940" y="1485900"/>
            <a:ext cx="2286000" cy="2438400"/>
            <a:chOff x="857250" y="1485900"/>
            <a:chExt cx="2286000" cy="2438400"/>
          </a:xfrm>
        </p:grpSpPr>
        <p:sp>
          <p:nvSpPr>
            <p:cNvPr id="3" name="椭圆 2"/>
            <p:cNvSpPr/>
            <p:nvPr/>
          </p:nvSpPr>
          <p:spPr>
            <a:xfrm>
              <a:off x="857250" y="1485900"/>
              <a:ext cx="2286000" cy="2286000"/>
            </a:xfrm>
            <a:prstGeom prst="ellipse">
              <a:avLst/>
            </a:prstGeom>
            <a:solidFill>
              <a:srgbClr val="8F1E8C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250" y="1638300"/>
              <a:ext cx="2240280" cy="2286000"/>
            </a:xfrm>
            <a:prstGeom prst="ellipse">
              <a:avLst/>
            </a:prstGeom>
          </p:spPr>
        </p:pic>
      </p:grpSp>
      <p:grpSp>
        <p:nvGrpSpPr>
          <p:cNvPr id="6" name="组合 5"/>
          <p:cNvGrpSpPr/>
          <p:nvPr/>
        </p:nvGrpSpPr>
        <p:grpSpPr>
          <a:xfrm>
            <a:off x="3505200" y="1485900"/>
            <a:ext cx="2286000" cy="2438400"/>
            <a:chOff x="857250" y="1485900"/>
            <a:chExt cx="2286000" cy="2438400"/>
          </a:xfrm>
        </p:grpSpPr>
        <p:sp>
          <p:nvSpPr>
            <p:cNvPr id="7" name="椭圆 6"/>
            <p:cNvSpPr/>
            <p:nvPr/>
          </p:nvSpPr>
          <p:spPr>
            <a:xfrm>
              <a:off x="857250" y="1485900"/>
              <a:ext cx="2286000" cy="2286000"/>
            </a:xfrm>
            <a:prstGeom prst="ellipse">
              <a:avLst/>
            </a:prstGeom>
            <a:solidFill>
              <a:srgbClr val="8F1E8C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250" y="1638300"/>
              <a:ext cx="2240280" cy="2286000"/>
            </a:xfrm>
            <a:prstGeom prst="ellipse">
              <a:avLst/>
            </a:prstGeom>
          </p:spPr>
        </p:pic>
      </p:grpSp>
      <p:grpSp>
        <p:nvGrpSpPr>
          <p:cNvPr id="9" name="组合 8"/>
          <p:cNvGrpSpPr/>
          <p:nvPr/>
        </p:nvGrpSpPr>
        <p:grpSpPr>
          <a:xfrm>
            <a:off x="6267450" y="1485900"/>
            <a:ext cx="2286000" cy="2438400"/>
            <a:chOff x="857250" y="1485900"/>
            <a:chExt cx="2286000" cy="2438400"/>
          </a:xfrm>
        </p:grpSpPr>
        <p:sp>
          <p:nvSpPr>
            <p:cNvPr id="10" name="椭圆 9"/>
            <p:cNvSpPr/>
            <p:nvPr/>
          </p:nvSpPr>
          <p:spPr>
            <a:xfrm>
              <a:off x="857250" y="1485900"/>
              <a:ext cx="2286000" cy="2286000"/>
            </a:xfrm>
            <a:prstGeom prst="ellipse">
              <a:avLst/>
            </a:prstGeom>
            <a:solidFill>
              <a:srgbClr val="8F1E8C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250" y="1638300"/>
              <a:ext cx="2240280" cy="2286000"/>
            </a:xfrm>
            <a:prstGeom prst="ellipse">
              <a:avLst/>
            </a:prstGeom>
          </p:spPr>
        </p:pic>
      </p:grpSp>
      <p:grpSp>
        <p:nvGrpSpPr>
          <p:cNvPr id="12" name="组合 11"/>
          <p:cNvGrpSpPr/>
          <p:nvPr/>
        </p:nvGrpSpPr>
        <p:grpSpPr>
          <a:xfrm>
            <a:off x="9220200" y="1485900"/>
            <a:ext cx="2286000" cy="2438400"/>
            <a:chOff x="857250" y="1485900"/>
            <a:chExt cx="2286000" cy="2438400"/>
          </a:xfrm>
        </p:grpSpPr>
        <p:sp>
          <p:nvSpPr>
            <p:cNvPr id="13" name="椭圆 12"/>
            <p:cNvSpPr/>
            <p:nvPr/>
          </p:nvSpPr>
          <p:spPr>
            <a:xfrm>
              <a:off x="857250" y="1485900"/>
              <a:ext cx="2286000" cy="2286000"/>
            </a:xfrm>
            <a:prstGeom prst="ellipse">
              <a:avLst/>
            </a:prstGeom>
            <a:solidFill>
              <a:srgbClr val="8F1E8C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7250" y="1638300"/>
              <a:ext cx="2240280" cy="2286000"/>
            </a:xfrm>
            <a:prstGeom prst="ellipse">
              <a:avLst/>
            </a:prstGeom>
          </p:spPr>
        </p:pic>
      </p:grpSp>
      <p:grpSp>
        <p:nvGrpSpPr>
          <p:cNvPr id="17" name="组合 16"/>
          <p:cNvGrpSpPr/>
          <p:nvPr/>
        </p:nvGrpSpPr>
        <p:grpSpPr>
          <a:xfrm>
            <a:off x="662940" y="4076700"/>
            <a:ext cx="2286000" cy="2154435"/>
            <a:chOff x="482600" y="4167413"/>
            <a:chExt cx="2466340" cy="2154435"/>
          </a:xfrm>
        </p:grpSpPr>
        <p:sp>
          <p:nvSpPr>
            <p:cNvPr id="15" name="文本框 14"/>
            <p:cNvSpPr txBox="1"/>
            <p:nvPr/>
          </p:nvSpPr>
          <p:spPr>
            <a:xfrm>
              <a:off x="485775" y="4752188"/>
              <a:ext cx="246316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2">
                      <a:lumMod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请输入内容</a:t>
              </a:r>
              <a:endParaRPr lang="en-US" altLang="zh-CN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endParaRPr lang="en-US" altLang="zh-CN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endParaRPr lang="en-US" altLang="zh-CN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endPara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482600" y="4167413"/>
              <a:ext cx="24206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姓名</a:t>
              </a: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515360" y="4076700"/>
            <a:ext cx="2286000" cy="2154435"/>
            <a:chOff x="482600" y="4167413"/>
            <a:chExt cx="2466340" cy="2154435"/>
          </a:xfrm>
        </p:grpSpPr>
        <p:sp>
          <p:nvSpPr>
            <p:cNvPr id="19" name="文本框 18"/>
            <p:cNvSpPr txBox="1"/>
            <p:nvPr/>
          </p:nvSpPr>
          <p:spPr>
            <a:xfrm>
              <a:off x="485775" y="4752188"/>
              <a:ext cx="246316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2">
                      <a:lumMod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请输入内容</a:t>
              </a:r>
              <a:endParaRPr lang="en-US" altLang="zh-CN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endParaRPr lang="en-US" altLang="zh-CN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endParaRPr lang="en-US" altLang="zh-CN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endPara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482600" y="4167413"/>
              <a:ext cx="24206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姓名</a:t>
              </a: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367780" y="4076700"/>
            <a:ext cx="2286000" cy="2154435"/>
            <a:chOff x="482600" y="4167413"/>
            <a:chExt cx="2466340" cy="2154435"/>
          </a:xfrm>
        </p:grpSpPr>
        <p:sp>
          <p:nvSpPr>
            <p:cNvPr id="22" name="文本框 21"/>
            <p:cNvSpPr txBox="1"/>
            <p:nvPr/>
          </p:nvSpPr>
          <p:spPr>
            <a:xfrm>
              <a:off x="485775" y="4752188"/>
              <a:ext cx="246316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2">
                      <a:lumMod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请输入内容</a:t>
              </a:r>
              <a:endParaRPr lang="en-US" altLang="zh-CN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endParaRPr lang="en-US" altLang="zh-CN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endParaRPr lang="en-US" altLang="zh-CN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endPara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482600" y="4167413"/>
              <a:ext cx="24206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姓名</a:t>
              </a: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9220200" y="4076700"/>
            <a:ext cx="2286000" cy="2154435"/>
            <a:chOff x="482600" y="4167413"/>
            <a:chExt cx="2466340" cy="2154435"/>
          </a:xfrm>
        </p:grpSpPr>
        <p:sp>
          <p:nvSpPr>
            <p:cNvPr id="25" name="文本框 24"/>
            <p:cNvSpPr txBox="1"/>
            <p:nvPr/>
          </p:nvSpPr>
          <p:spPr>
            <a:xfrm>
              <a:off x="485775" y="4752188"/>
              <a:ext cx="246316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bg2">
                      <a:lumMod val="50000"/>
                    </a:schemeClr>
                  </a:solidFill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请输入内容</a:t>
              </a:r>
              <a:endParaRPr lang="en-US" altLang="zh-CN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endParaRPr lang="en-US" altLang="zh-CN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endParaRPr lang="en-US" altLang="zh-CN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  <a:p>
              <a:endParaRPr lang="zh-CN" altLang="en-US" sz="2400" dirty="0">
                <a:latin typeface="思源黑体 CN Regular" panose="020B0500000000000000" pitchFamily="34" charset="-122"/>
                <a:ea typeface="思源黑体 CN Regular" panose="020B0500000000000000" pitchFamily="34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482600" y="4167413"/>
              <a:ext cx="242062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dirty="0">
                  <a:latin typeface="思源黑体 CN Regular" panose="020B0500000000000000" pitchFamily="34" charset="-122"/>
                  <a:ea typeface="思源黑体 CN Regular" panose="020B0500000000000000" pitchFamily="34" charset="-122"/>
                </a:rPr>
                <a:t>姓名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414197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s1íďe">
            <a:extLst>
              <a:ext uri="{FF2B5EF4-FFF2-40B4-BE49-F238E27FC236}">
                <a16:creationId xmlns:a16="http://schemas.microsoft.com/office/drawing/2014/main" id="{2ECF9431-E8B4-4462-A6E7-0940FD0D2B34}"/>
              </a:ext>
            </a:extLst>
          </p:cNvPr>
          <p:cNvSpPr/>
          <p:nvPr/>
        </p:nvSpPr>
        <p:spPr bwMode="auto">
          <a:xfrm>
            <a:off x="669925" y="1700808"/>
            <a:ext cx="9794527" cy="3583614"/>
          </a:xfrm>
          <a:custGeom>
            <a:avLst/>
            <a:gdLst>
              <a:gd name="T0" fmla="*/ 0 w 2828"/>
              <a:gd name="T1" fmla="*/ 856 h 1032"/>
              <a:gd name="T2" fmla="*/ 660 w 2828"/>
              <a:gd name="T3" fmla="*/ 540 h 1032"/>
              <a:gd name="T4" fmla="*/ 1232 w 2828"/>
              <a:gd name="T5" fmla="*/ 720 h 1032"/>
              <a:gd name="T6" fmla="*/ 1772 w 2828"/>
              <a:gd name="T7" fmla="*/ 320 h 1032"/>
              <a:gd name="T8" fmla="*/ 2315 w 2828"/>
              <a:gd name="T9" fmla="*/ 479 h 1032"/>
              <a:gd name="T10" fmla="*/ 2828 w 2828"/>
              <a:gd name="T11" fmla="*/ 0 h 10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828" h="1032">
                <a:moveTo>
                  <a:pt x="0" y="856"/>
                </a:moveTo>
                <a:cubicBezTo>
                  <a:pt x="420" y="1032"/>
                  <a:pt x="464" y="536"/>
                  <a:pt x="660" y="540"/>
                </a:cubicBezTo>
                <a:cubicBezTo>
                  <a:pt x="856" y="544"/>
                  <a:pt x="976" y="736"/>
                  <a:pt x="1232" y="720"/>
                </a:cubicBezTo>
                <a:cubicBezTo>
                  <a:pt x="1488" y="704"/>
                  <a:pt x="1508" y="352"/>
                  <a:pt x="1772" y="320"/>
                </a:cubicBezTo>
                <a:cubicBezTo>
                  <a:pt x="2036" y="288"/>
                  <a:pt x="2063" y="491"/>
                  <a:pt x="2315" y="479"/>
                </a:cubicBezTo>
                <a:cubicBezTo>
                  <a:pt x="2567" y="467"/>
                  <a:pt x="2572" y="84"/>
                  <a:pt x="2828" y="0"/>
                </a:cubicBezTo>
              </a:path>
            </a:pathLst>
          </a:custGeom>
          <a:noFill/>
          <a:ln w="15875" cap="flat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6="http://schemas.microsoft.com/office/drawing/2014/main" xmlns:p14="http://schemas.microsoft.com/office/powerpoint/2010/main" xmlns:a14="http://schemas.microsoft.com/office/drawing/2010/main" xmlns:lc="http://schemas.openxmlformats.org/drawingml/2006/lockedCanvas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2514801" y="3095137"/>
            <a:ext cx="995966" cy="993236"/>
            <a:chOff x="2514801" y="3095137"/>
            <a:chExt cx="995966" cy="993236"/>
          </a:xfrm>
        </p:grpSpPr>
        <p:sp>
          <p:nvSpPr>
            <p:cNvPr id="5" name="iSľídê">
              <a:extLst>
                <a:ext uri="{FF2B5EF4-FFF2-40B4-BE49-F238E27FC236}">
                  <a16:creationId xmlns:a16="http://schemas.microsoft.com/office/drawing/2014/main" id="{08E6C1CA-C6D9-4B11-A916-F0860E05A179}"/>
                </a:ext>
              </a:extLst>
            </p:cNvPr>
            <p:cNvSpPr/>
            <p:nvPr/>
          </p:nvSpPr>
          <p:spPr bwMode="auto">
            <a:xfrm>
              <a:off x="2514801" y="3095137"/>
              <a:ext cx="995966" cy="993236"/>
            </a:xfrm>
            <a:prstGeom prst="ellipse">
              <a:avLst/>
            </a:prstGeom>
            <a:solidFill>
              <a:srgbClr val="8F1E8C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33" name="íŝliḓe">
              <a:extLst>
                <a:ext uri="{FF2B5EF4-FFF2-40B4-BE49-F238E27FC236}">
                  <a16:creationId xmlns:a16="http://schemas.microsoft.com/office/drawing/2014/main" id="{ED822D86-662E-40E0-9A90-B1960FF8D312}"/>
                </a:ext>
              </a:extLst>
            </p:cNvPr>
            <p:cNvSpPr/>
            <p:nvPr/>
          </p:nvSpPr>
          <p:spPr>
            <a:xfrm>
              <a:off x="2795472" y="3383681"/>
              <a:ext cx="434623" cy="398979"/>
            </a:xfrm>
            <a:custGeom>
              <a:avLst/>
              <a:gdLst>
                <a:gd name="connsiteX0" fmla="*/ 356894 w 603732"/>
                <a:gd name="connsiteY0" fmla="*/ 209509 h 554221"/>
                <a:gd name="connsiteX1" fmla="*/ 387943 w 603732"/>
                <a:gd name="connsiteY1" fmla="*/ 209509 h 554221"/>
                <a:gd name="connsiteX2" fmla="*/ 387943 w 603732"/>
                <a:gd name="connsiteY2" fmla="*/ 261727 h 554221"/>
                <a:gd name="connsiteX3" fmla="*/ 356894 w 603732"/>
                <a:gd name="connsiteY3" fmla="*/ 261727 h 554221"/>
                <a:gd name="connsiteX4" fmla="*/ 418286 w 603732"/>
                <a:gd name="connsiteY4" fmla="*/ 169922 h 554221"/>
                <a:gd name="connsiteX5" fmla="*/ 449264 w 603732"/>
                <a:gd name="connsiteY5" fmla="*/ 169922 h 554221"/>
                <a:gd name="connsiteX6" fmla="*/ 449264 w 603732"/>
                <a:gd name="connsiteY6" fmla="*/ 222140 h 554221"/>
                <a:gd name="connsiteX7" fmla="*/ 418286 w 603732"/>
                <a:gd name="connsiteY7" fmla="*/ 222140 h 554221"/>
                <a:gd name="connsiteX8" fmla="*/ 517218 w 603732"/>
                <a:gd name="connsiteY8" fmla="*/ 154821 h 554221"/>
                <a:gd name="connsiteX9" fmla="*/ 508386 w 603732"/>
                <a:gd name="connsiteY9" fmla="*/ 182851 h 554221"/>
                <a:gd name="connsiteX10" fmla="*/ 501139 w 603732"/>
                <a:gd name="connsiteY10" fmla="*/ 175391 h 554221"/>
                <a:gd name="connsiteX11" fmla="*/ 471247 w 603732"/>
                <a:gd name="connsiteY11" fmla="*/ 199352 h 554221"/>
                <a:gd name="connsiteX12" fmla="*/ 471247 w 603732"/>
                <a:gd name="connsiteY12" fmla="*/ 235293 h 554221"/>
                <a:gd name="connsiteX13" fmla="*/ 467397 w 603732"/>
                <a:gd name="connsiteY13" fmla="*/ 239136 h 554221"/>
                <a:gd name="connsiteX14" fmla="*/ 409875 w 603732"/>
                <a:gd name="connsiteY14" fmla="*/ 239136 h 554221"/>
                <a:gd name="connsiteX15" fmla="*/ 409875 w 603732"/>
                <a:gd name="connsiteY15" fmla="*/ 273268 h 554221"/>
                <a:gd name="connsiteX16" fmla="*/ 406026 w 603732"/>
                <a:gd name="connsiteY16" fmla="*/ 277111 h 554221"/>
                <a:gd name="connsiteX17" fmla="*/ 344655 w 603732"/>
                <a:gd name="connsiteY17" fmla="*/ 277111 h 554221"/>
                <a:gd name="connsiteX18" fmla="*/ 340805 w 603732"/>
                <a:gd name="connsiteY18" fmla="*/ 273268 h 554221"/>
                <a:gd name="connsiteX19" fmla="*/ 344655 w 603732"/>
                <a:gd name="connsiteY19" fmla="*/ 269652 h 554221"/>
                <a:gd name="connsiteX20" fmla="*/ 402176 w 603732"/>
                <a:gd name="connsiteY20" fmla="*/ 269652 h 554221"/>
                <a:gd name="connsiteX21" fmla="*/ 402176 w 603732"/>
                <a:gd name="connsiteY21" fmla="*/ 235293 h 554221"/>
                <a:gd name="connsiteX22" fmla="*/ 406026 w 603732"/>
                <a:gd name="connsiteY22" fmla="*/ 231676 h 554221"/>
                <a:gd name="connsiteX23" fmla="*/ 463547 w 603732"/>
                <a:gd name="connsiteY23" fmla="*/ 231676 h 554221"/>
                <a:gd name="connsiteX24" fmla="*/ 463547 w 603732"/>
                <a:gd name="connsiteY24" fmla="*/ 197543 h 554221"/>
                <a:gd name="connsiteX25" fmla="*/ 465132 w 603732"/>
                <a:gd name="connsiteY25" fmla="*/ 194605 h 554221"/>
                <a:gd name="connsiteX26" fmla="*/ 495704 w 603732"/>
                <a:gd name="connsiteY26" fmla="*/ 169966 h 554221"/>
                <a:gd name="connsiteX27" fmla="*/ 489137 w 603732"/>
                <a:gd name="connsiteY27" fmla="*/ 163637 h 554221"/>
                <a:gd name="connsiteX28" fmla="*/ 282410 w 603732"/>
                <a:gd name="connsiteY28" fmla="*/ 83857 h 554221"/>
                <a:gd name="connsiteX29" fmla="*/ 265427 w 603732"/>
                <a:gd name="connsiteY29" fmla="*/ 100809 h 554221"/>
                <a:gd name="connsiteX30" fmla="*/ 265427 w 603732"/>
                <a:gd name="connsiteY30" fmla="*/ 150761 h 554221"/>
                <a:gd name="connsiteX31" fmla="*/ 332454 w 603732"/>
                <a:gd name="connsiteY31" fmla="*/ 173138 h 554221"/>
                <a:gd name="connsiteX32" fmla="*/ 345361 w 603732"/>
                <a:gd name="connsiteY32" fmla="*/ 186474 h 554221"/>
                <a:gd name="connsiteX33" fmla="*/ 469905 w 603732"/>
                <a:gd name="connsiteY33" fmla="*/ 128836 h 554221"/>
                <a:gd name="connsiteX34" fmla="*/ 475566 w 603732"/>
                <a:gd name="connsiteY34" fmla="*/ 130871 h 554221"/>
                <a:gd name="connsiteX35" fmla="*/ 473528 w 603732"/>
                <a:gd name="connsiteY35" fmla="*/ 136521 h 554221"/>
                <a:gd name="connsiteX36" fmla="*/ 346267 w 603732"/>
                <a:gd name="connsiteY36" fmla="*/ 195289 h 554221"/>
                <a:gd name="connsiteX37" fmla="*/ 345814 w 603732"/>
                <a:gd name="connsiteY37" fmla="*/ 199809 h 554221"/>
                <a:gd name="connsiteX38" fmla="*/ 325661 w 603732"/>
                <a:gd name="connsiteY38" fmla="*/ 214275 h 554221"/>
                <a:gd name="connsiteX39" fmla="*/ 319094 w 603732"/>
                <a:gd name="connsiteY39" fmla="*/ 213145 h 554221"/>
                <a:gd name="connsiteX40" fmla="*/ 265427 w 603732"/>
                <a:gd name="connsiteY40" fmla="*/ 195289 h 554221"/>
                <a:gd name="connsiteX41" fmla="*/ 265427 w 603732"/>
                <a:gd name="connsiteY41" fmla="*/ 303330 h 554221"/>
                <a:gd name="connsiteX42" fmla="*/ 282410 w 603732"/>
                <a:gd name="connsiteY42" fmla="*/ 320282 h 554221"/>
                <a:gd name="connsiteX43" fmla="*/ 569992 w 603732"/>
                <a:gd name="connsiteY43" fmla="*/ 320282 h 554221"/>
                <a:gd name="connsiteX44" fmla="*/ 586975 w 603732"/>
                <a:gd name="connsiteY44" fmla="*/ 303330 h 554221"/>
                <a:gd name="connsiteX45" fmla="*/ 586975 w 603732"/>
                <a:gd name="connsiteY45" fmla="*/ 100809 h 554221"/>
                <a:gd name="connsiteX46" fmla="*/ 569992 w 603732"/>
                <a:gd name="connsiteY46" fmla="*/ 83857 h 554221"/>
                <a:gd name="connsiteX47" fmla="*/ 426201 w 603732"/>
                <a:gd name="connsiteY47" fmla="*/ 28932 h 554221"/>
                <a:gd name="connsiteX48" fmla="*/ 438882 w 603732"/>
                <a:gd name="connsiteY48" fmla="*/ 41590 h 554221"/>
                <a:gd name="connsiteX49" fmla="*/ 438882 w 603732"/>
                <a:gd name="connsiteY49" fmla="*/ 66905 h 554221"/>
                <a:gd name="connsiteX50" fmla="*/ 569992 w 603732"/>
                <a:gd name="connsiteY50" fmla="*/ 66905 h 554221"/>
                <a:gd name="connsiteX51" fmla="*/ 603732 w 603732"/>
                <a:gd name="connsiteY51" fmla="*/ 100809 h 554221"/>
                <a:gd name="connsiteX52" fmla="*/ 603732 w 603732"/>
                <a:gd name="connsiteY52" fmla="*/ 303330 h 554221"/>
                <a:gd name="connsiteX53" fmla="*/ 569992 w 603732"/>
                <a:gd name="connsiteY53" fmla="*/ 337008 h 554221"/>
                <a:gd name="connsiteX54" fmla="*/ 508400 w 603732"/>
                <a:gd name="connsiteY54" fmla="*/ 337008 h 554221"/>
                <a:gd name="connsiteX55" fmla="*/ 562293 w 603732"/>
                <a:gd name="connsiteY55" fmla="*/ 538399 h 554221"/>
                <a:gd name="connsiteX56" fmla="*/ 553462 w 603732"/>
                <a:gd name="connsiteY56" fmla="*/ 553995 h 554221"/>
                <a:gd name="connsiteX57" fmla="*/ 550065 w 603732"/>
                <a:gd name="connsiteY57" fmla="*/ 554221 h 554221"/>
                <a:gd name="connsiteX58" fmla="*/ 537837 w 603732"/>
                <a:gd name="connsiteY58" fmla="*/ 544954 h 554221"/>
                <a:gd name="connsiteX59" fmla="*/ 482133 w 603732"/>
                <a:gd name="connsiteY59" fmla="*/ 337008 h 554221"/>
                <a:gd name="connsiteX60" fmla="*/ 438882 w 603732"/>
                <a:gd name="connsiteY60" fmla="*/ 337008 h 554221"/>
                <a:gd name="connsiteX61" fmla="*/ 438882 w 603732"/>
                <a:gd name="connsiteY61" fmla="*/ 484378 h 554221"/>
                <a:gd name="connsiteX62" fmla="*/ 426201 w 603732"/>
                <a:gd name="connsiteY62" fmla="*/ 497036 h 554221"/>
                <a:gd name="connsiteX63" fmla="*/ 413520 w 603732"/>
                <a:gd name="connsiteY63" fmla="*/ 484378 h 554221"/>
                <a:gd name="connsiteX64" fmla="*/ 413520 w 603732"/>
                <a:gd name="connsiteY64" fmla="*/ 337008 h 554221"/>
                <a:gd name="connsiteX65" fmla="*/ 370270 w 603732"/>
                <a:gd name="connsiteY65" fmla="*/ 337008 h 554221"/>
                <a:gd name="connsiteX66" fmla="*/ 314339 w 603732"/>
                <a:gd name="connsiteY66" fmla="*/ 544954 h 554221"/>
                <a:gd name="connsiteX67" fmla="*/ 302111 w 603732"/>
                <a:gd name="connsiteY67" fmla="*/ 554221 h 554221"/>
                <a:gd name="connsiteX68" fmla="*/ 298941 w 603732"/>
                <a:gd name="connsiteY68" fmla="*/ 553995 h 554221"/>
                <a:gd name="connsiteX69" fmla="*/ 289883 w 603732"/>
                <a:gd name="connsiteY69" fmla="*/ 538399 h 554221"/>
                <a:gd name="connsiteX70" fmla="*/ 344003 w 603732"/>
                <a:gd name="connsiteY70" fmla="*/ 337008 h 554221"/>
                <a:gd name="connsiteX71" fmla="*/ 282410 w 603732"/>
                <a:gd name="connsiteY71" fmla="*/ 337008 h 554221"/>
                <a:gd name="connsiteX72" fmla="*/ 248444 w 603732"/>
                <a:gd name="connsiteY72" fmla="*/ 303330 h 554221"/>
                <a:gd name="connsiteX73" fmla="*/ 248444 w 603732"/>
                <a:gd name="connsiteY73" fmla="*/ 189638 h 554221"/>
                <a:gd name="connsiteX74" fmla="*/ 217421 w 603732"/>
                <a:gd name="connsiteY74" fmla="*/ 179241 h 554221"/>
                <a:gd name="connsiteX75" fmla="*/ 217195 w 603732"/>
                <a:gd name="connsiteY75" fmla="*/ 179241 h 554221"/>
                <a:gd name="connsiteX76" fmla="*/ 216969 w 603732"/>
                <a:gd name="connsiteY76" fmla="*/ 179241 h 554221"/>
                <a:gd name="connsiteX77" fmla="*/ 198853 w 603732"/>
                <a:gd name="connsiteY77" fmla="*/ 173590 h 554221"/>
                <a:gd name="connsiteX78" fmla="*/ 198853 w 603732"/>
                <a:gd name="connsiteY78" fmla="*/ 317570 h 554221"/>
                <a:gd name="connsiteX79" fmla="*/ 215610 w 603732"/>
                <a:gd name="connsiteY79" fmla="*/ 526420 h 554221"/>
                <a:gd name="connsiteX80" fmla="*/ 192286 w 603732"/>
                <a:gd name="connsiteY80" fmla="*/ 553769 h 554221"/>
                <a:gd name="connsiteX81" fmla="*/ 190248 w 603732"/>
                <a:gd name="connsiteY81" fmla="*/ 553769 h 554221"/>
                <a:gd name="connsiteX82" fmla="*/ 165113 w 603732"/>
                <a:gd name="connsiteY82" fmla="*/ 530488 h 554221"/>
                <a:gd name="connsiteX83" fmla="*/ 149942 w 603732"/>
                <a:gd name="connsiteY83" fmla="*/ 341755 h 554221"/>
                <a:gd name="connsiteX84" fmla="*/ 139525 w 603732"/>
                <a:gd name="connsiteY84" fmla="*/ 344015 h 554221"/>
                <a:gd name="connsiteX85" fmla="*/ 129335 w 603732"/>
                <a:gd name="connsiteY85" fmla="*/ 341755 h 554221"/>
                <a:gd name="connsiteX86" fmla="*/ 114164 w 603732"/>
                <a:gd name="connsiteY86" fmla="*/ 530488 h 554221"/>
                <a:gd name="connsiteX87" fmla="*/ 88802 w 603732"/>
                <a:gd name="connsiteY87" fmla="*/ 553769 h 554221"/>
                <a:gd name="connsiteX88" fmla="*/ 86764 w 603732"/>
                <a:gd name="connsiteY88" fmla="*/ 553769 h 554221"/>
                <a:gd name="connsiteX89" fmla="*/ 63667 w 603732"/>
                <a:gd name="connsiteY89" fmla="*/ 526420 h 554221"/>
                <a:gd name="connsiteX90" fmla="*/ 80424 w 603732"/>
                <a:gd name="connsiteY90" fmla="*/ 317570 h 554221"/>
                <a:gd name="connsiteX91" fmla="*/ 80424 w 603732"/>
                <a:gd name="connsiteY91" fmla="*/ 173590 h 554221"/>
                <a:gd name="connsiteX92" fmla="*/ 73178 w 603732"/>
                <a:gd name="connsiteY92" fmla="*/ 175624 h 554221"/>
                <a:gd name="connsiteX93" fmla="*/ 41929 w 603732"/>
                <a:gd name="connsiteY93" fmla="*/ 315988 h 554221"/>
                <a:gd name="connsiteX94" fmla="*/ 21096 w 603732"/>
                <a:gd name="connsiteY94" fmla="*/ 332488 h 554221"/>
                <a:gd name="connsiteX95" fmla="*/ 16567 w 603732"/>
                <a:gd name="connsiteY95" fmla="*/ 331810 h 554221"/>
                <a:gd name="connsiteX96" fmla="*/ 490 w 603732"/>
                <a:gd name="connsiteY96" fmla="*/ 306720 h 554221"/>
                <a:gd name="connsiteX97" fmla="*/ 34456 w 603732"/>
                <a:gd name="connsiteY97" fmla="*/ 154830 h 554221"/>
                <a:gd name="connsiteX98" fmla="*/ 35362 w 603732"/>
                <a:gd name="connsiteY98" fmla="*/ 152569 h 554221"/>
                <a:gd name="connsiteX99" fmla="*/ 36947 w 603732"/>
                <a:gd name="connsiteY99" fmla="*/ 148727 h 554221"/>
                <a:gd name="connsiteX100" fmla="*/ 39438 w 603732"/>
                <a:gd name="connsiteY100" fmla="*/ 145562 h 554221"/>
                <a:gd name="connsiteX101" fmla="*/ 42155 w 603732"/>
                <a:gd name="connsiteY101" fmla="*/ 142850 h 554221"/>
                <a:gd name="connsiteX102" fmla="*/ 46005 w 603732"/>
                <a:gd name="connsiteY102" fmla="*/ 140590 h 554221"/>
                <a:gd name="connsiteX103" fmla="*/ 47816 w 603732"/>
                <a:gd name="connsiteY103" fmla="*/ 139460 h 554221"/>
                <a:gd name="connsiteX104" fmla="*/ 131826 w 603732"/>
                <a:gd name="connsiteY104" fmla="*/ 121603 h 554221"/>
                <a:gd name="connsiteX105" fmla="*/ 136808 w 603732"/>
                <a:gd name="connsiteY105" fmla="*/ 131549 h 554221"/>
                <a:gd name="connsiteX106" fmla="*/ 137034 w 603732"/>
                <a:gd name="connsiteY106" fmla="*/ 131549 h 554221"/>
                <a:gd name="connsiteX107" fmla="*/ 122769 w 603732"/>
                <a:gd name="connsiteY107" fmla="*/ 242302 h 554221"/>
                <a:gd name="connsiteX108" fmla="*/ 139752 w 603732"/>
                <a:gd name="connsiteY108" fmla="*/ 271912 h 554221"/>
                <a:gd name="connsiteX109" fmla="*/ 156508 w 603732"/>
                <a:gd name="connsiteY109" fmla="*/ 242302 h 554221"/>
                <a:gd name="connsiteX110" fmla="*/ 142243 w 603732"/>
                <a:gd name="connsiteY110" fmla="*/ 131549 h 554221"/>
                <a:gd name="connsiteX111" fmla="*/ 142469 w 603732"/>
                <a:gd name="connsiteY111" fmla="*/ 131549 h 554221"/>
                <a:gd name="connsiteX112" fmla="*/ 147451 w 603732"/>
                <a:gd name="connsiteY112" fmla="*/ 121603 h 554221"/>
                <a:gd name="connsiteX113" fmla="*/ 231008 w 603732"/>
                <a:gd name="connsiteY113" fmla="*/ 139234 h 554221"/>
                <a:gd name="connsiteX114" fmla="*/ 248670 w 603732"/>
                <a:gd name="connsiteY114" fmla="*/ 145110 h 554221"/>
                <a:gd name="connsiteX115" fmla="*/ 248670 w 603732"/>
                <a:gd name="connsiteY115" fmla="*/ 100809 h 554221"/>
                <a:gd name="connsiteX116" fmla="*/ 282410 w 603732"/>
                <a:gd name="connsiteY116" fmla="*/ 66905 h 554221"/>
                <a:gd name="connsiteX117" fmla="*/ 413520 w 603732"/>
                <a:gd name="connsiteY117" fmla="*/ 66905 h 554221"/>
                <a:gd name="connsiteX118" fmla="*/ 413520 w 603732"/>
                <a:gd name="connsiteY118" fmla="*/ 41590 h 554221"/>
                <a:gd name="connsiteX119" fmla="*/ 426201 w 603732"/>
                <a:gd name="connsiteY119" fmla="*/ 28932 h 554221"/>
                <a:gd name="connsiteX120" fmla="*/ 139624 w 603732"/>
                <a:gd name="connsiteY120" fmla="*/ 0 h 554221"/>
                <a:gd name="connsiteX121" fmla="*/ 193183 w 603732"/>
                <a:gd name="connsiteY121" fmla="*/ 58534 h 554221"/>
                <a:gd name="connsiteX122" fmla="*/ 139624 w 603732"/>
                <a:gd name="connsiteY122" fmla="*/ 117068 h 554221"/>
                <a:gd name="connsiteX123" fmla="*/ 86065 w 603732"/>
                <a:gd name="connsiteY123" fmla="*/ 58534 h 554221"/>
                <a:gd name="connsiteX124" fmla="*/ 139624 w 603732"/>
                <a:gd name="connsiteY124" fmla="*/ 0 h 554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</a:cxnLst>
              <a:rect l="l" t="t" r="r" b="b"/>
              <a:pathLst>
                <a:path w="603732" h="554221">
                  <a:moveTo>
                    <a:pt x="356894" y="209509"/>
                  </a:moveTo>
                  <a:lnTo>
                    <a:pt x="387943" y="209509"/>
                  </a:lnTo>
                  <a:lnTo>
                    <a:pt x="387943" y="261727"/>
                  </a:lnTo>
                  <a:lnTo>
                    <a:pt x="356894" y="261727"/>
                  </a:lnTo>
                  <a:close/>
                  <a:moveTo>
                    <a:pt x="418286" y="169922"/>
                  </a:moveTo>
                  <a:lnTo>
                    <a:pt x="449264" y="169922"/>
                  </a:lnTo>
                  <a:lnTo>
                    <a:pt x="449264" y="222140"/>
                  </a:lnTo>
                  <a:lnTo>
                    <a:pt x="418286" y="222140"/>
                  </a:lnTo>
                  <a:close/>
                  <a:moveTo>
                    <a:pt x="517218" y="154821"/>
                  </a:moveTo>
                  <a:lnTo>
                    <a:pt x="508386" y="182851"/>
                  </a:lnTo>
                  <a:lnTo>
                    <a:pt x="501139" y="175391"/>
                  </a:lnTo>
                  <a:lnTo>
                    <a:pt x="471247" y="199352"/>
                  </a:lnTo>
                  <a:lnTo>
                    <a:pt x="471247" y="235293"/>
                  </a:lnTo>
                  <a:cubicBezTo>
                    <a:pt x="471247" y="237553"/>
                    <a:pt x="469435" y="239136"/>
                    <a:pt x="467397" y="239136"/>
                  </a:cubicBezTo>
                  <a:lnTo>
                    <a:pt x="409875" y="239136"/>
                  </a:lnTo>
                  <a:lnTo>
                    <a:pt x="409875" y="273268"/>
                  </a:lnTo>
                  <a:cubicBezTo>
                    <a:pt x="409875" y="275529"/>
                    <a:pt x="408064" y="277111"/>
                    <a:pt x="406026" y="277111"/>
                  </a:cubicBezTo>
                  <a:lnTo>
                    <a:pt x="344655" y="277111"/>
                  </a:lnTo>
                  <a:cubicBezTo>
                    <a:pt x="342617" y="277111"/>
                    <a:pt x="340805" y="275529"/>
                    <a:pt x="340805" y="273268"/>
                  </a:cubicBezTo>
                  <a:cubicBezTo>
                    <a:pt x="340805" y="271234"/>
                    <a:pt x="342617" y="269652"/>
                    <a:pt x="344655" y="269652"/>
                  </a:cubicBezTo>
                  <a:lnTo>
                    <a:pt x="402176" y="269652"/>
                  </a:lnTo>
                  <a:lnTo>
                    <a:pt x="402176" y="235293"/>
                  </a:lnTo>
                  <a:cubicBezTo>
                    <a:pt x="402176" y="233258"/>
                    <a:pt x="403987" y="231676"/>
                    <a:pt x="406026" y="231676"/>
                  </a:cubicBezTo>
                  <a:lnTo>
                    <a:pt x="463547" y="231676"/>
                  </a:lnTo>
                  <a:lnTo>
                    <a:pt x="463547" y="197543"/>
                  </a:lnTo>
                  <a:cubicBezTo>
                    <a:pt x="463547" y="196413"/>
                    <a:pt x="464226" y="195283"/>
                    <a:pt x="465132" y="194605"/>
                  </a:cubicBezTo>
                  <a:lnTo>
                    <a:pt x="495704" y="169966"/>
                  </a:lnTo>
                  <a:lnTo>
                    <a:pt x="489137" y="163637"/>
                  </a:lnTo>
                  <a:close/>
                  <a:moveTo>
                    <a:pt x="282410" y="83857"/>
                  </a:moveTo>
                  <a:cubicBezTo>
                    <a:pt x="273126" y="83857"/>
                    <a:pt x="265427" y="91316"/>
                    <a:pt x="265427" y="100809"/>
                  </a:cubicBezTo>
                  <a:lnTo>
                    <a:pt x="265427" y="150761"/>
                  </a:lnTo>
                  <a:lnTo>
                    <a:pt x="332454" y="173138"/>
                  </a:lnTo>
                  <a:cubicBezTo>
                    <a:pt x="339021" y="175172"/>
                    <a:pt x="343323" y="180371"/>
                    <a:pt x="345361" y="186474"/>
                  </a:cubicBezTo>
                  <a:lnTo>
                    <a:pt x="469905" y="128836"/>
                  </a:lnTo>
                  <a:cubicBezTo>
                    <a:pt x="472169" y="127932"/>
                    <a:pt x="474660" y="128836"/>
                    <a:pt x="475566" y="130871"/>
                  </a:cubicBezTo>
                  <a:cubicBezTo>
                    <a:pt x="476472" y="133131"/>
                    <a:pt x="475566" y="135617"/>
                    <a:pt x="473528" y="136521"/>
                  </a:cubicBezTo>
                  <a:lnTo>
                    <a:pt x="346267" y="195289"/>
                  </a:lnTo>
                  <a:cubicBezTo>
                    <a:pt x="346267" y="196871"/>
                    <a:pt x="346267" y="198227"/>
                    <a:pt x="345814" y="199809"/>
                  </a:cubicBezTo>
                  <a:cubicBezTo>
                    <a:pt x="342870" y="208624"/>
                    <a:pt x="334492" y="214275"/>
                    <a:pt x="325661" y="214275"/>
                  </a:cubicBezTo>
                  <a:cubicBezTo>
                    <a:pt x="323623" y="214275"/>
                    <a:pt x="321358" y="213823"/>
                    <a:pt x="319094" y="213145"/>
                  </a:cubicBezTo>
                  <a:lnTo>
                    <a:pt x="265427" y="195289"/>
                  </a:lnTo>
                  <a:lnTo>
                    <a:pt x="265427" y="303330"/>
                  </a:lnTo>
                  <a:cubicBezTo>
                    <a:pt x="265427" y="312597"/>
                    <a:pt x="273126" y="320282"/>
                    <a:pt x="282410" y="320282"/>
                  </a:cubicBezTo>
                  <a:lnTo>
                    <a:pt x="569992" y="320282"/>
                  </a:lnTo>
                  <a:cubicBezTo>
                    <a:pt x="579276" y="320282"/>
                    <a:pt x="586975" y="312597"/>
                    <a:pt x="586975" y="303330"/>
                  </a:cubicBezTo>
                  <a:lnTo>
                    <a:pt x="586975" y="100809"/>
                  </a:lnTo>
                  <a:cubicBezTo>
                    <a:pt x="586975" y="91316"/>
                    <a:pt x="579276" y="83857"/>
                    <a:pt x="569992" y="83857"/>
                  </a:cubicBezTo>
                  <a:close/>
                  <a:moveTo>
                    <a:pt x="426201" y="28932"/>
                  </a:moveTo>
                  <a:cubicBezTo>
                    <a:pt x="433221" y="28932"/>
                    <a:pt x="438882" y="34583"/>
                    <a:pt x="438882" y="41590"/>
                  </a:cubicBezTo>
                  <a:lnTo>
                    <a:pt x="438882" y="66905"/>
                  </a:lnTo>
                  <a:lnTo>
                    <a:pt x="569992" y="66905"/>
                  </a:lnTo>
                  <a:cubicBezTo>
                    <a:pt x="588561" y="66905"/>
                    <a:pt x="603732" y="82049"/>
                    <a:pt x="603732" y="100809"/>
                  </a:cubicBezTo>
                  <a:lnTo>
                    <a:pt x="603732" y="303330"/>
                  </a:lnTo>
                  <a:cubicBezTo>
                    <a:pt x="603732" y="321864"/>
                    <a:pt x="588561" y="337008"/>
                    <a:pt x="569992" y="337008"/>
                  </a:cubicBezTo>
                  <a:lnTo>
                    <a:pt x="508400" y="337008"/>
                  </a:lnTo>
                  <a:lnTo>
                    <a:pt x="562293" y="538399"/>
                  </a:lnTo>
                  <a:cubicBezTo>
                    <a:pt x="564331" y="545180"/>
                    <a:pt x="560255" y="552187"/>
                    <a:pt x="553462" y="553995"/>
                  </a:cubicBezTo>
                  <a:cubicBezTo>
                    <a:pt x="552330" y="554221"/>
                    <a:pt x="551198" y="554221"/>
                    <a:pt x="550065" y="554221"/>
                  </a:cubicBezTo>
                  <a:cubicBezTo>
                    <a:pt x="544631" y="554221"/>
                    <a:pt x="539423" y="550605"/>
                    <a:pt x="537837" y="544954"/>
                  </a:cubicBezTo>
                  <a:lnTo>
                    <a:pt x="482133" y="337008"/>
                  </a:lnTo>
                  <a:lnTo>
                    <a:pt x="438882" y="337008"/>
                  </a:lnTo>
                  <a:lnTo>
                    <a:pt x="438882" y="484378"/>
                  </a:lnTo>
                  <a:cubicBezTo>
                    <a:pt x="438882" y="491385"/>
                    <a:pt x="433221" y="497036"/>
                    <a:pt x="426201" y="497036"/>
                  </a:cubicBezTo>
                  <a:cubicBezTo>
                    <a:pt x="419182" y="497036"/>
                    <a:pt x="413520" y="491385"/>
                    <a:pt x="413520" y="484378"/>
                  </a:cubicBezTo>
                  <a:lnTo>
                    <a:pt x="413520" y="337008"/>
                  </a:lnTo>
                  <a:lnTo>
                    <a:pt x="370270" y="337008"/>
                  </a:lnTo>
                  <a:lnTo>
                    <a:pt x="314339" y="544954"/>
                  </a:lnTo>
                  <a:cubicBezTo>
                    <a:pt x="312980" y="550605"/>
                    <a:pt x="307772" y="554221"/>
                    <a:pt x="302111" y="554221"/>
                  </a:cubicBezTo>
                  <a:cubicBezTo>
                    <a:pt x="301205" y="554221"/>
                    <a:pt x="300073" y="554221"/>
                    <a:pt x="298941" y="553995"/>
                  </a:cubicBezTo>
                  <a:cubicBezTo>
                    <a:pt x="292147" y="552187"/>
                    <a:pt x="288071" y="545180"/>
                    <a:pt x="289883" y="538399"/>
                  </a:cubicBezTo>
                  <a:lnTo>
                    <a:pt x="344003" y="337008"/>
                  </a:lnTo>
                  <a:lnTo>
                    <a:pt x="282410" y="337008"/>
                  </a:lnTo>
                  <a:cubicBezTo>
                    <a:pt x="263616" y="337008"/>
                    <a:pt x="248444" y="322090"/>
                    <a:pt x="248444" y="303330"/>
                  </a:cubicBezTo>
                  <a:lnTo>
                    <a:pt x="248444" y="189638"/>
                  </a:lnTo>
                  <a:lnTo>
                    <a:pt x="217421" y="179241"/>
                  </a:lnTo>
                  <a:cubicBezTo>
                    <a:pt x="217421" y="179241"/>
                    <a:pt x="217421" y="179241"/>
                    <a:pt x="217195" y="179241"/>
                  </a:cubicBezTo>
                  <a:cubicBezTo>
                    <a:pt x="217195" y="179241"/>
                    <a:pt x="216969" y="179241"/>
                    <a:pt x="216969" y="179241"/>
                  </a:cubicBezTo>
                  <a:cubicBezTo>
                    <a:pt x="216742" y="179015"/>
                    <a:pt x="209496" y="176528"/>
                    <a:pt x="198853" y="173590"/>
                  </a:cubicBezTo>
                  <a:lnTo>
                    <a:pt x="198853" y="317570"/>
                  </a:lnTo>
                  <a:lnTo>
                    <a:pt x="215610" y="526420"/>
                  </a:lnTo>
                  <a:cubicBezTo>
                    <a:pt x="216742" y="540433"/>
                    <a:pt x="206326" y="552639"/>
                    <a:pt x="192286" y="553769"/>
                  </a:cubicBezTo>
                  <a:cubicBezTo>
                    <a:pt x="191607" y="553769"/>
                    <a:pt x="190928" y="553769"/>
                    <a:pt x="190248" y="553769"/>
                  </a:cubicBezTo>
                  <a:cubicBezTo>
                    <a:pt x="177341" y="553769"/>
                    <a:pt x="166019" y="543824"/>
                    <a:pt x="165113" y="530488"/>
                  </a:cubicBezTo>
                  <a:lnTo>
                    <a:pt x="149942" y="341755"/>
                  </a:lnTo>
                  <a:cubicBezTo>
                    <a:pt x="146771" y="343111"/>
                    <a:pt x="143148" y="344015"/>
                    <a:pt x="139525" y="344015"/>
                  </a:cubicBezTo>
                  <a:cubicBezTo>
                    <a:pt x="135902" y="344015"/>
                    <a:pt x="132506" y="343111"/>
                    <a:pt x="129335" y="341755"/>
                  </a:cubicBezTo>
                  <a:lnTo>
                    <a:pt x="114164" y="530488"/>
                  </a:lnTo>
                  <a:cubicBezTo>
                    <a:pt x="113032" y="543824"/>
                    <a:pt x="101936" y="553769"/>
                    <a:pt x="88802" y="553769"/>
                  </a:cubicBezTo>
                  <a:cubicBezTo>
                    <a:pt x="88123" y="553769"/>
                    <a:pt x="87444" y="553769"/>
                    <a:pt x="86764" y="553769"/>
                  </a:cubicBezTo>
                  <a:cubicBezTo>
                    <a:pt x="72951" y="552639"/>
                    <a:pt x="62535" y="540433"/>
                    <a:pt x="63667" y="526420"/>
                  </a:cubicBezTo>
                  <a:lnTo>
                    <a:pt x="80424" y="317570"/>
                  </a:lnTo>
                  <a:lnTo>
                    <a:pt x="80424" y="173590"/>
                  </a:lnTo>
                  <a:cubicBezTo>
                    <a:pt x="77707" y="174268"/>
                    <a:pt x="75216" y="174946"/>
                    <a:pt x="73178" y="175624"/>
                  </a:cubicBezTo>
                  <a:lnTo>
                    <a:pt x="41929" y="315988"/>
                  </a:lnTo>
                  <a:cubicBezTo>
                    <a:pt x="39664" y="325707"/>
                    <a:pt x="30833" y="332488"/>
                    <a:pt x="21096" y="332488"/>
                  </a:cubicBezTo>
                  <a:cubicBezTo>
                    <a:pt x="19737" y="332488"/>
                    <a:pt x="18152" y="332262"/>
                    <a:pt x="16567" y="331810"/>
                  </a:cubicBezTo>
                  <a:cubicBezTo>
                    <a:pt x="5245" y="329323"/>
                    <a:pt x="-2001" y="318022"/>
                    <a:pt x="490" y="306720"/>
                  </a:cubicBezTo>
                  <a:lnTo>
                    <a:pt x="34456" y="154830"/>
                  </a:lnTo>
                  <a:cubicBezTo>
                    <a:pt x="34456" y="153925"/>
                    <a:pt x="35135" y="153473"/>
                    <a:pt x="35362" y="152569"/>
                  </a:cubicBezTo>
                  <a:cubicBezTo>
                    <a:pt x="35815" y="151213"/>
                    <a:pt x="36268" y="150083"/>
                    <a:pt x="36947" y="148727"/>
                  </a:cubicBezTo>
                  <a:cubicBezTo>
                    <a:pt x="37626" y="147597"/>
                    <a:pt x="38532" y="146466"/>
                    <a:pt x="39438" y="145562"/>
                  </a:cubicBezTo>
                  <a:cubicBezTo>
                    <a:pt x="40344" y="144658"/>
                    <a:pt x="41249" y="143754"/>
                    <a:pt x="42155" y="142850"/>
                  </a:cubicBezTo>
                  <a:cubicBezTo>
                    <a:pt x="43287" y="141946"/>
                    <a:pt x="44646" y="141268"/>
                    <a:pt x="46005" y="140590"/>
                  </a:cubicBezTo>
                  <a:cubicBezTo>
                    <a:pt x="46684" y="140364"/>
                    <a:pt x="47137" y="139686"/>
                    <a:pt x="47816" y="139460"/>
                  </a:cubicBezTo>
                  <a:cubicBezTo>
                    <a:pt x="49854" y="138782"/>
                    <a:pt x="92652" y="123412"/>
                    <a:pt x="131826" y="121603"/>
                  </a:cubicBezTo>
                  <a:lnTo>
                    <a:pt x="136808" y="131549"/>
                  </a:lnTo>
                  <a:lnTo>
                    <a:pt x="137034" y="131549"/>
                  </a:lnTo>
                  <a:lnTo>
                    <a:pt x="122769" y="242302"/>
                  </a:lnTo>
                  <a:lnTo>
                    <a:pt x="139752" y="271912"/>
                  </a:lnTo>
                  <a:lnTo>
                    <a:pt x="156508" y="242302"/>
                  </a:lnTo>
                  <a:lnTo>
                    <a:pt x="142243" y="131549"/>
                  </a:lnTo>
                  <a:lnTo>
                    <a:pt x="142469" y="131549"/>
                  </a:lnTo>
                  <a:lnTo>
                    <a:pt x="147451" y="121603"/>
                  </a:lnTo>
                  <a:cubicBezTo>
                    <a:pt x="185267" y="123412"/>
                    <a:pt x="226253" y="137651"/>
                    <a:pt x="231008" y="139234"/>
                  </a:cubicBezTo>
                  <a:lnTo>
                    <a:pt x="248670" y="145110"/>
                  </a:lnTo>
                  <a:lnTo>
                    <a:pt x="248670" y="100809"/>
                  </a:lnTo>
                  <a:cubicBezTo>
                    <a:pt x="248670" y="82049"/>
                    <a:pt x="263842" y="66905"/>
                    <a:pt x="282410" y="66905"/>
                  </a:cubicBezTo>
                  <a:lnTo>
                    <a:pt x="413520" y="66905"/>
                  </a:lnTo>
                  <a:lnTo>
                    <a:pt x="413520" y="41590"/>
                  </a:lnTo>
                  <a:cubicBezTo>
                    <a:pt x="413520" y="34583"/>
                    <a:pt x="419182" y="28932"/>
                    <a:pt x="426201" y="28932"/>
                  </a:cubicBezTo>
                  <a:close/>
                  <a:moveTo>
                    <a:pt x="139624" y="0"/>
                  </a:moveTo>
                  <a:cubicBezTo>
                    <a:pt x="169204" y="0"/>
                    <a:pt x="193183" y="26207"/>
                    <a:pt x="193183" y="58534"/>
                  </a:cubicBezTo>
                  <a:cubicBezTo>
                    <a:pt x="193183" y="90861"/>
                    <a:pt x="169204" y="117068"/>
                    <a:pt x="139624" y="117068"/>
                  </a:cubicBezTo>
                  <a:cubicBezTo>
                    <a:pt x="110044" y="117068"/>
                    <a:pt x="86065" y="90861"/>
                    <a:pt x="86065" y="58534"/>
                  </a:cubicBezTo>
                  <a:cubicBezTo>
                    <a:pt x="86065" y="26207"/>
                    <a:pt x="110044" y="0"/>
                    <a:pt x="139624" y="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>
                <a:solidFill>
                  <a:schemeClr val="tx2"/>
                </a:solidFill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476658" y="3794810"/>
            <a:ext cx="777020" cy="774892"/>
            <a:chOff x="4476658" y="3794810"/>
            <a:chExt cx="777020" cy="774892"/>
          </a:xfrm>
        </p:grpSpPr>
        <p:sp>
          <p:nvSpPr>
            <p:cNvPr id="7" name="íŝļiḑé">
              <a:extLst>
                <a:ext uri="{FF2B5EF4-FFF2-40B4-BE49-F238E27FC236}">
                  <a16:creationId xmlns:a16="http://schemas.microsoft.com/office/drawing/2014/main" id="{7AC4880F-C4FE-4C83-93DC-4434344822CA}"/>
                </a:ext>
              </a:extLst>
            </p:cNvPr>
            <p:cNvSpPr/>
            <p:nvPr/>
          </p:nvSpPr>
          <p:spPr bwMode="auto">
            <a:xfrm>
              <a:off x="4476658" y="3794810"/>
              <a:ext cx="777020" cy="774892"/>
            </a:xfrm>
            <a:prstGeom prst="ellipse">
              <a:avLst/>
            </a:prstGeom>
            <a:solidFill>
              <a:srgbClr val="8F1E8C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34" name="iślîdé">
              <a:extLst>
                <a:ext uri="{FF2B5EF4-FFF2-40B4-BE49-F238E27FC236}">
                  <a16:creationId xmlns:a16="http://schemas.microsoft.com/office/drawing/2014/main" id="{458A8C31-6A41-4994-BC56-206C6CFB5FC2}"/>
                </a:ext>
              </a:extLst>
            </p:cNvPr>
            <p:cNvSpPr/>
            <p:nvPr/>
          </p:nvSpPr>
          <p:spPr>
            <a:xfrm>
              <a:off x="4717895" y="4005434"/>
              <a:ext cx="294545" cy="353644"/>
            </a:xfrm>
            <a:custGeom>
              <a:avLst/>
              <a:gdLst>
                <a:gd name="connsiteX0" fmla="*/ 404697 w 505319"/>
                <a:gd name="connsiteY0" fmla="*/ 440643 h 606706"/>
                <a:gd name="connsiteX1" fmla="*/ 410925 w 505319"/>
                <a:gd name="connsiteY1" fmla="*/ 452730 h 606706"/>
                <a:gd name="connsiteX2" fmla="*/ 366439 w 505319"/>
                <a:gd name="connsiteY2" fmla="*/ 523831 h 606706"/>
                <a:gd name="connsiteX3" fmla="*/ 267682 w 505319"/>
                <a:gd name="connsiteY3" fmla="*/ 567736 h 606706"/>
                <a:gd name="connsiteX4" fmla="*/ 266437 w 505319"/>
                <a:gd name="connsiteY4" fmla="*/ 567825 h 606706"/>
                <a:gd name="connsiteX5" fmla="*/ 256917 w 505319"/>
                <a:gd name="connsiteY5" fmla="*/ 559471 h 606706"/>
                <a:gd name="connsiteX6" fmla="*/ 265191 w 505319"/>
                <a:gd name="connsiteY6" fmla="*/ 548717 h 606706"/>
                <a:gd name="connsiteX7" fmla="*/ 353628 w 505319"/>
                <a:gd name="connsiteY7" fmla="*/ 509611 h 606706"/>
                <a:gd name="connsiteX8" fmla="*/ 353806 w 505319"/>
                <a:gd name="connsiteY8" fmla="*/ 509433 h 606706"/>
                <a:gd name="connsiteX9" fmla="*/ 392597 w 505319"/>
                <a:gd name="connsiteY9" fmla="*/ 446864 h 606706"/>
                <a:gd name="connsiteX10" fmla="*/ 404697 w 505319"/>
                <a:gd name="connsiteY10" fmla="*/ 440643 h 606706"/>
                <a:gd name="connsiteX11" fmla="*/ 408719 w 505319"/>
                <a:gd name="connsiteY11" fmla="*/ 393457 h 606706"/>
                <a:gd name="connsiteX12" fmla="*/ 418241 w 505319"/>
                <a:gd name="connsiteY12" fmla="*/ 402961 h 606706"/>
                <a:gd name="connsiteX13" fmla="*/ 417707 w 505319"/>
                <a:gd name="connsiteY13" fmla="*/ 417706 h 606706"/>
                <a:gd name="connsiteX14" fmla="*/ 408097 w 505319"/>
                <a:gd name="connsiteY14" fmla="*/ 426411 h 606706"/>
                <a:gd name="connsiteX15" fmla="*/ 407296 w 505319"/>
                <a:gd name="connsiteY15" fmla="*/ 426411 h 606706"/>
                <a:gd name="connsiteX16" fmla="*/ 398575 w 505319"/>
                <a:gd name="connsiteY16" fmla="*/ 416019 h 606706"/>
                <a:gd name="connsiteX17" fmla="*/ 399109 w 505319"/>
                <a:gd name="connsiteY17" fmla="*/ 402961 h 606706"/>
                <a:gd name="connsiteX18" fmla="*/ 408719 w 505319"/>
                <a:gd name="connsiteY18" fmla="*/ 393457 h 606706"/>
                <a:gd name="connsiteX19" fmla="*/ 257791 w 505319"/>
                <a:gd name="connsiteY19" fmla="*/ 378074 h 606706"/>
                <a:gd name="connsiteX20" fmla="*/ 290366 w 505319"/>
                <a:gd name="connsiteY20" fmla="*/ 410695 h 606706"/>
                <a:gd name="connsiteX21" fmla="*/ 290366 w 505319"/>
                <a:gd name="connsiteY21" fmla="*/ 413184 h 606706"/>
                <a:gd name="connsiteX22" fmla="*/ 287162 w 505319"/>
                <a:gd name="connsiteY22" fmla="*/ 420383 h 606706"/>
                <a:gd name="connsiteX23" fmla="*/ 260016 w 505319"/>
                <a:gd name="connsiteY23" fmla="*/ 444471 h 606706"/>
                <a:gd name="connsiteX24" fmla="*/ 285916 w 505319"/>
                <a:gd name="connsiteY24" fmla="*/ 444471 h 606706"/>
                <a:gd name="connsiteX25" fmla="*/ 295528 w 505319"/>
                <a:gd name="connsiteY25" fmla="*/ 454071 h 606706"/>
                <a:gd name="connsiteX26" fmla="*/ 285916 w 505319"/>
                <a:gd name="connsiteY26" fmla="*/ 463670 h 606706"/>
                <a:gd name="connsiteX27" fmla="*/ 234740 w 505319"/>
                <a:gd name="connsiteY27" fmla="*/ 463670 h 606706"/>
                <a:gd name="connsiteX28" fmla="*/ 225751 w 505319"/>
                <a:gd name="connsiteY28" fmla="*/ 457537 h 606706"/>
                <a:gd name="connsiteX29" fmla="*/ 228421 w 505319"/>
                <a:gd name="connsiteY29" fmla="*/ 446960 h 606706"/>
                <a:gd name="connsiteX30" fmla="*/ 271142 w 505319"/>
                <a:gd name="connsiteY30" fmla="*/ 409006 h 606706"/>
                <a:gd name="connsiteX31" fmla="*/ 257791 w 505319"/>
                <a:gd name="connsiteY31" fmla="*/ 397273 h 606706"/>
                <a:gd name="connsiteX32" fmla="*/ 244352 w 505319"/>
                <a:gd name="connsiteY32" fmla="*/ 410695 h 606706"/>
                <a:gd name="connsiteX33" fmla="*/ 234740 w 505319"/>
                <a:gd name="connsiteY33" fmla="*/ 420205 h 606706"/>
                <a:gd name="connsiteX34" fmla="*/ 225128 w 505319"/>
                <a:gd name="connsiteY34" fmla="*/ 410695 h 606706"/>
                <a:gd name="connsiteX35" fmla="*/ 257791 w 505319"/>
                <a:gd name="connsiteY35" fmla="*/ 378074 h 606706"/>
                <a:gd name="connsiteX36" fmla="*/ 316592 w 505319"/>
                <a:gd name="connsiteY36" fmla="*/ 295027 h 606706"/>
                <a:gd name="connsiteX37" fmla="*/ 280092 w 505319"/>
                <a:gd name="connsiteY37" fmla="*/ 331475 h 606706"/>
                <a:gd name="connsiteX38" fmla="*/ 316592 w 505319"/>
                <a:gd name="connsiteY38" fmla="*/ 367834 h 606706"/>
                <a:gd name="connsiteX39" fmla="*/ 353092 w 505319"/>
                <a:gd name="connsiteY39" fmla="*/ 331475 h 606706"/>
                <a:gd name="connsiteX40" fmla="*/ 316592 w 505319"/>
                <a:gd name="connsiteY40" fmla="*/ 295027 h 606706"/>
                <a:gd name="connsiteX41" fmla="*/ 316592 w 505319"/>
                <a:gd name="connsiteY41" fmla="*/ 275825 h 606706"/>
                <a:gd name="connsiteX42" fmla="*/ 372233 w 505319"/>
                <a:gd name="connsiteY42" fmla="*/ 331475 h 606706"/>
                <a:gd name="connsiteX43" fmla="*/ 316592 w 505319"/>
                <a:gd name="connsiteY43" fmla="*/ 387036 h 606706"/>
                <a:gd name="connsiteX44" fmla="*/ 260951 w 505319"/>
                <a:gd name="connsiteY44" fmla="*/ 331475 h 606706"/>
                <a:gd name="connsiteX45" fmla="*/ 316592 w 505319"/>
                <a:gd name="connsiteY45" fmla="*/ 275825 h 606706"/>
                <a:gd name="connsiteX46" fmla="*/ 142606 w 505319"/>
                <a:gd name="connsiteY46" fmla="*/ 275825 h 606706"/>
                <a:gd name="connsiteX47" fmla="*/ 152214 w 505319"/>
                <a:gd name="connsiteY47" fmla="*/ 285426 h 606706"/>
                <a:gd name="connsiteX48" fmla="*/ 152214 w 505319"/>
                <a:gd name="connsiteY48" fmla="*/ 321874 h 606706"/>
                <a:gd name="connsiteX49" fmla="*/ 204616 w 505319"/>
                <a:gd name="connsiteY49" fmla="*/ 321874 h 606706"/>
                <a:gd name="connsiteX50" fmla="*/ 204616 w 505319"/>
                <a:gd name="connsiteY50" fmla="*/ 285426 h 606706"/>
                <a:gd name="connsiteX51" fmla="*/ 214224 w 505319"/>
                <a:gd name="connsiteY51" fmla="*/ 275825 h 606706"/>
                <a:gd name="connsiteX52" fmla="*/ 223833 w 505319"/>
                <a:gd name="connsiteY52" fmla="*/ 285426 h 606706"/>
                <a:gd name="connsiteX53" fmla="*/ 223833 w 505319"/>
                <a:gd name="connsiteY53" fmla="*/ 377435 h 606706"/>
                <a:gd name="connsiteX54" fmla="*/ 214224 w 505319"/>
                <a:gd name="connsiteY54" fmla="*/ 387036 h 606706"/>
                <a:gd name="connsiteX55" fmla="*/ 204616 w 505319"/>
                <a:gd name="connsiteY55" fmla="*/ 377435 h 606706"/>
                <a:gd name="connsiteX56" fmla="*/ 204616 w 505319"/>
                <a:gd name="connsiteY56" fmla="*/ 340987 h 606706"/>
                <a:gd name="connsiteX57" fmla="*/ 152214 w 505319"/>
                <a:gd name="connsiteY57" fmla="*/ 340987 h 606706"/>
                <a:gd name="connsiteX58" fmla="*/ 152214 w 505319"/>
                <a:gd name="connsiteY58" fmla="*/ 377435 h 606706"/>
                <a:gd name="connsiteX59" fmla="*/ 142606 w 505319"/>
                <a:gd name="connsiteY59" fmla="*/ 387036 h 606706"/>
                <a:gd name="connsiteX60" fmla="*/ 133086 w 505319"/>
                <a:gd name="connsiteY60" fmla="*/ 377435 h 606706"/>
                <a:gd name="connsiteX61" fmla="*/ 133086 w 505319"/>
                <a:gd name="connsiteY61" fmla="*/ 285426 h 606706"/>
                <a:gd name="connsiteX62" fmla="*/ 142606 w 505319"/>
                <a:gd name="connsiteY62" fmla="*/ 275825 h 606706"/>
                <a:gd name="connsiteX63" fmla="*/ 441942 w 505319"/>
                <a:gd name="connsiteY63" fmla="*/ 66535 h 606706"/>
                <a:gd name="connsiteX64" fmla="*/ 436690 w 505319"/>
                <a:gd name="connsiteY64" fmla="*/ 74181 h 606706"/>
                <a:gd name="connsiteX65" fmla="*/ 417107 w 505319"/>
                <a:gd name="connsiteY65" fmla="*/ 91341 h 606706"/>
                <a:gd name="connsiteX66" fmla="*/ 436690 w 505319"/>
                <a:gd name="connsiteY66" fmla="*/ 108412 h 606706"/>
                <a:gd name="connsiteX67" fmla="*/ 441942 w 505319"/>
                <a:gd name="connsiteY67" fmla="*/ 116058 h 606706"/>
                <a:gd name="connsiteX68" fmla="*/ 447194 w 505319"/>
                <a:gd name="connsiteY68" fmla="*/ 108412 h 606706"/>
                <a:gd name="connsiteX69" fmla="*/ 466866 w 505319"/>
                <a:gd name="connsiteY69" fmla="*/ 91341 h 606706"/>
                <a:gd name="connsiteX70" fmla="*/ 447194 w 505319"/>
                <a:gd name="connsiteY70" fmla="*/ 74181 h 606706"/>
                <a:gd name="connsiteX71" fmla="*/ 441942 w 505319"/>
                <a:gd name="connsiteY71" fmla="*/ 66535 h 606706"/>
                <a:gd name="connsiteX72" fmla="*/ 63288 w 505319"/>
                <a:gd name="connsiteY72" fmla="*/ 66535 h 606706"/>
                <a:gd name="connsiteX73" fmla="*/ 58036 w 505319"/>
                <a:gd name="connsiteY73" fmla="*/ 74181 h 606706"/>
                <a:gd name="connsiteX74" fmla="*/ 38453 w 505319"/>
                <a:gd name="connsiteY74" fmla="*/ 91341 h 606706"/>
                <a:gd name="connsiteX75" fmla="*/ 58036 w 505319"/>
                <a:gd name="connsiteY75" fmla="*/ 108412 h 606706"/>
                <a:gd name="connsiteX76" fmla="*/ 63288 w 505319"/>
                <a:gd name="connsiteY76" fmla="*/ 116058 h 606706"/>
                <a:gd name="connsiteX77" fmla="*/ 68540 w 505319"/>
                <a:gd name="connsiteY77" fmla="*/ 108412 h 606706"/>
                <a:gd name="connsiteX78" fmla="*/ 88212 w 505319"/>
                <a:gd name="connsiteY78" fmla="*/ 91341 h 606706"/>
                <a:gd name="connsiteX79" fmla="*/ 68540 w 505319"/>
                <a:gd name="connsiteY79" fmla="*/ 74181 h 606706"/>
                <a:gd name="connsiteX80" fmla="*/ 63288 w 505319"/>
                <a:gd name="connsiteY80" fmla="*/ 66535 h 606706"/>
                <a:gd name="connsiteX81" fmla="*/ 441942 w 505319"/>
                <a:gd name="connsiteY81" fmla="*/ 25459 h 606706"/>
                <a:gd name="connsiteX82" fmla="*/ 451555 w 505319"/>
                <a:gd name="connsiteY82" fmla="*/ 34350 h 606706"/>
                <a:gd name="connsiteX83" fmla="*/ 462326 w 505319"/>
                <a:gd name="connsiteY83" fmla="*/ 62357 h 606706"/>
                <a:gd name="connsiteX84" fmla="*/ 496952 w 505319"/>
                <a:gd name="connsiteY84" fmla="*/ 81828 h 606706"/>
                <a:gd name="connsiteX85" fmla="*/ 505319 w 505319"/>
                <a:gd name="connsiteY85" fmla="*/ 91341 h 606706"/>
                <a:gd name="connsiteX86" fmla="*/ 496952 w 505319"/>
                <a:gd name="connsiteY86" fmla="*/ 100765 h 606706"/>
                <a:gd name="connsiteX87" fmla="*/ 462326 w 505319"/>
                <a:gd name="connsiteY87" fmla="*/ 120237 h 606706"/>
                <a:gd name="connsiteX88" fmla="*/ 451555 w 505319"/>
                <a:gd name="connsiteY88" fmla="*/ 148243 h 606706"/>
                <a:gd name="connsiteX89" fmla="*/ 441942 w 505319"/>
                <a:gd name="connsiteY89" fmla="*/ 157134 h 606706"/>
                <a:gd name="connsiteX90" fmla="*/ 432418 w 505319"/>
                <a:gd name="connsiteY90" fmla="*/ 148243 h 606706"/>
                <a:gd name="connsiteX91" fmla="*/ 421647 w 505319"/>
                <a:gd name="connsiteY91" fmla="*/ 120237 h 606706"/>
                <a:gd name="connsiteX92" fmla="*/ 387021 w 505319"/>
                <a:gd name="connsiteY92" fmla="*/ 100765 h 606706"/>
                <a:gd name="connsiteX93" fmla="*/ 378654 w 505319"/>
                <a:gd name="connsiteY93" fmla="*/ 91341 h 606706"/>
                <a:gd name="connsiteX94" fmla="*/ 387021 w 505319"/>
                <a:gd name="connsiteY94" fmla="*/ 81828 h 606706"/>
                <a:gd name="connsiteX95" fmla="*/ 421647 w 505319"/>
                <a:gd name="connsiteY95" fmla="*/ 62357 h 606706"/>
                <a:gd name="connsiteX96" fmla="*/ 432418 w 505319"/>
                <a:gd name="connsiteY96" fmla="*/ 34350 h 606706"/>
                <a:gd name="connsiteX97" fmla="*/ 441942 w 505319"/>
                <a:gd name="connsiteY97" fmla="*/ 25459 h 606706"/>
                <a:gd name="connsiteX98" fmla="*/ 63288 w 505319"/>
                <a:gd name="connsiteY98" fmla="*/ 25459 h 606706"/>
                <a:gd name="connsiteX99" fmla="*/ 72901 w 505319"/>
                <a:gd name="connsiteY99" fmla="*/ 34350 h 606706"/>
                <a:gd name="connsiteX100" fmla="*/ 83672 w 505319"/>
                <a:gd name="connsiteY100" fmla="*/ 62357 h 606706"/>
                <a:gd name="connsiteX101" fmla="*/ 118298 w 505319"/>
                <a:gd name="connsiteY101" fmla="*/ 81828 h 606706"/>
                <a:gd name="connsiteX102" fmla="*/ 126665 w 505319"/>
                <a:gd name="connsiteY102" fmla="*/ 91341 h 606706"/>
                <a:gd name="connsiteX103" fmla="*/ 118298 w 505319"/>
                <a:gd name="connsiteY103" fmla="*/ 100765 h 606706"/>
                <a:gd name="connsiteX104" fmla="*/ 83672 w 505319"/>
                <a:gd name="connsiteY104" fmla="*/ 120237 h 606706"/>
                <a:gd name="connsiteX105" fmla="*/ 72901 w 505319"/>
                <a:gd name="connsiteY105" fmla="*/ 148243 h 606706"/>
                <a:gd name="connsiteX106" fmla="*/ 63288 w 505319"/>
                <a:gd name="connsiteY106" fmla="*/ 157134 h 606706"/>
                <a:gd name="connsiteX107" fmla="*/ 53764 w 505319"/>
                <a:gd name="connsiteY107" fmla="*/ 148243 h 606706"/>
                <a:gd name="connsiteX108" fmla="*/ 42993 w 505319"/>
                <a:gd name="connsiteY108" fmla="*/ 120237 h 606706"/>
                <a:gd name="connsiteX109" fmla="*/ 8278 w 505319"/>
                <a:gd name="connsiteY109" fmla="*/ 100765 h 606706"/>
                <a:gd name="connsiteX110" fmla="*/ 0 w 505319"/>
                <a:gd name="connsiteY110" fmla="*/ 91341 h 606706"/>
                <a:gd name="connsiteX111" fmla="*/ 8278 w 505319"/>
                <a:gd name="connsiteY111" fmla="*/ 81828 h 606706"/>
                <a:gd name="connsiteX112" fmla="*/ 42993 w 505319"/>
                <a:gd name="connsiteY112" fmla="*/ 62357 h 606706"/>
                <a:gd name="connsiteX113" fmla="*/ 53764 w 505319"/>
                <a:gd name="connsiteY113" fmla="*/ 34350 h 606706"/>
                <a:gd name="connsiteX114" fmla="*/ 63288 w 505319"/>
                <a:gd name="connsiteY114" fmla="*/ 25459 h 606706"/>
                <a:gd name="connsiteX115" fmla="*/ 252683 w 505319"/>
                <a:gd name="connsiteY115" fmla="*/ 3 h 606706"/>
                <a:gd name="connsiteX116" fmla="*/ 260605 w 505319"/>
                <a:gd name="connsiteY116" fmla="*/ 4180 h 606706"/>
                <a:gd name="connsiteX117" fmla="*/ 456699 w 505319"/>
                <a:gd name="connsiteY117" fmla="*/ 402931 h 606706"/>
                <a:gd name="connsiteX118" fmla="*/ 255888 w 505319"/>
                <a:gd name="connsiteY118" fmla="*/ 606617 h 606706"/>
                <a:gd name="connsiteX119" fmla="*/ 255176 w 505319"/>
                <a:gd name="connsiteY119" fmla="*/ 606706 h 606706"/>
                <a:gd name="connsiteX120" fmla="*/ 252594 w 505319"/>
                <a:gd name="connsiteY120" fmla="*/ 606706 h 606706"/>
                <a:gd name="connsiteX121" fmla="*/ 251882 w 505319"/>
                <a:gd name="connsiteY121" fmla="*/ 606617 h 606706"/>
                <a:gd name="connsiteX122" fmla="*/ 51160 w 505319"/>
                <a:gd name="connsiteY122" fmla="*/ 402931 h 606706"/>
                <a:gd name="connsiteX123" fmla="*/ 88367 w 505319"/>
                <a:gd name="connsiteY123" fmla="*/ 278960 h 606706"/>
                <a:gd name="connsiteX124" fmla="*/ 101007 w 505319"/>
                <a:gd name="connsiteY124" fmla="*/ 274161 h 606706"/>
                <a:gd name="connsiteX125" fmla="*/ 105813 w 505319"/>
                <a:gd name="connsiteY125" fmla="*/ 286869 h 606706"/>
                <a:gd name="connsiteX126" fmla="*/ 70298 w 505319"/>
                <a:gd name="connsiteY126" fmla="*/ 402931 h 606706"/>
                <a:gd name="connsiteX127" fmla="*/ 253930 w 505319"/>
                <a:gd name="connsiteY127" fmla="*/ 587511 h 606706"/>
                <a:gd name="connsiteX128" fmla="*/ 437472 w 505319"/>
                <a:gd name="connsiteY128" fmla="*/ 402931 h 606706"/>
                <a:gd name="connsiteX129" fmla="*/ 252772 w 505319"/>
                <a:gd name="connsiteY129" fmla="*/ 27019 h 606706"/>
                <a:gd name="connsiteX130" fmla="*/ 134297 w 505319"/>
                <a:gd name="connsiteY130" fmla="*/ 223773 h 606706"/>
                <a:gd name="connsiteX131" fmla="*/ 121212 w 505319"/>
                <a:gd name="connsiteY131" fmla="*/ 227417 h 606706"/>
                <a:gd name="connsiteX132" fmla="*/ 117652 w 505319"/>
                <a:gd name="connsiteY132" fmla="*/ 214353 h 606706"/>
                <a:gd name="connsiteX133" fmla="*/ 244761 w 505319"/>
                <a:gd name="connsiteY133" fmla="*/ 4091 h 606706"/>
                <a:gd name="connsiteX134" fmla="*/ 252683 w 505319"/>
                <a:gd name="connsiteY134" fmla="*/ 3 h 606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505319" h="606706">
                  <a:moveTo>
                    <a:pt x="404697" y="440643"/>
                  </a:moveTo>
                  <a:cubicBezTo>
                    <a:pt x="409768" y="442331"/>
                    <a:pt x="412526" y="447664"/>
                    <a:pt x="410925" y="452730"/>
                  </a:cubicBezTo>
                  <a:cubicBezTo>
                    <a:pt x="401049" y="482948"/>
                    <a:pt x="386547" y="506234"/>
                    <a:pt x="366439" y="523831"/>
                  </a:cubicBezTo>
                  <a:cubicBezTo>
                    <a:pt x="339748" y="547917"/>
                    <a:pt x="306562" y="562670"/>
                    <a:pt x="267682" y="567736"/>
                  </a:cubicBezTo>
                  <a:cubicBezTo>
                    <a:pt x="267237" y="567736"/>
                    <a:pt x="266881" y="567825"/>
                    <a:pt x="266437" y="567825"/>
                  </a:cubicBezTo>
                  <a:cubicBezTo>
                    <a:pt x="261721" y="567825"/>
                    <a:pt x="257540" y="564270"/>
                    <a:pt x="256917" y="559471"/>
                  </a:cubicBezTo>
                  <a:cubicBezTo>
                    <a:pt x="256294" y="554227"/>
                    <a:pt x="259942" y="549428"/>
                    <a:pt x="265191" y="548717"/>
                  </a:cubicBezTo>
                  <a:cubicBezTo>
                    <a:pt x="300156" y="544184"/>
                    <a:pt x="329873" y="531030"/>
                    <a:pt x="353628" y="509611"/>
                  </a:cubicBezTo>
                  <a:cubicBezTo>
                    <a:pt x="353717" y="509522"/>
                    <a:pt x="353717" y="509522"/>
                    <a:pt x="353806" y="509433"/>
                  </a:cubicBezTo>
                  <a:cubicBezTo>
                    <a:pt x="371244" y="494235"/>
                    <a:pt x="383878" y="473705"/>
                    <a:pt x="392597" y="446864"/>
                  </a:cubicBezTo>
                  <a:cubicBezTo>
                    <a:pt x="394287" y="441798"/>
                    <a:pt x="399714" y="439043"/>
                    <a:pt x="404697" y="440643"/>
                  </a:cubicBezTo>
                  <a:close/>
                  <a:moveTo>
                    <a:pt x="408719" y="393457"/>
                  </a:moveTo>
                  <a:cubicBezTo>
                    <a:pt x="413970" y="393457"/>
                    <a:pt x="418241" y="397721"/>
                    <a:pt x="418241" y="402961"/>
                  </a:cubicBezTo>
                  <a:cubicBezTo>
                    <a:pt x="418241" y="407936"/>
                    <a:pt x="418063" y="412821"/>
                    <a:pt x="417707" y="417706"/>
                  </a:cubicBezTo>
                  <a:cubicBezTo>
                    <a:pt x="417262" y="422680"/>
                    <a:pt x="413080" y="426411"/>
                    <a:pt x="408097" y="426411"/>
                  </a:cubicBezTo>
                  <a:cubicBezTo>
                    <a:pt x="407830" y="426411"/>
                    <a:pt x="407563" y="426411"/>
                    <a:pt x="407296" y="426411"/>
                  </a:cubicBezTo>
                  <a:cubicBezTo>
                    <a:pt x="402045" y="425967"/>
                    <a:pt x="398130" y="421348"/>
                    <a:pt x="398575" y="416019"/>
                  </a:cubicBezTo>
                  <a:cubicBezTo>
                    <a:pt x="398931" y="411755"/>
                    <a:pt x="399109" y="407314"/>
                    <a:pt x="399109" y="402961"/>
                  </a:cubicBezTo>
                  <a:cubicBezTo>
                    <a:pt x="399109" y="397721"/>
                    <a:pt x="403380" y="393457"/>
                    <a:pt x="408719" y="393457"/>
                  </a:cubicBezTo>
                  <a:close/>
                  <a:moveTo>
                    <a:pt x="257791" y="378074"/>
                  </a:moveTo>
                  <a:cubicBezTo>
                    <a:pt x="275770" y="378074"/>
                    <a:pt x="290366" y="392651"/>
                    <a:pt x="290366" y="410695"/>
                  </a:cubicBezTo>
                  <a:lnTo>
                    <a:pt x="290366" y="413184"/>
                  </a:lnTo>
                  <a:cubicBezTo>
                    <a:pt x="290366" y="415939"/>
                    <a:pt x="289209" y="418517"/>
                    <a:pt x="287162" y="420383"/>
                  </a:cubicBezTo>
                  <a:lnTo>
                    <a:pt x="260016" y="444471"/>
                  </a:lnTo>
                  <a:lnTo>
                    <a:pt x="285916" y="444471"/>
                  </a:lnTo>
                  <a:cubicBezTo>
                    <a:pt x="291256" y="444471"/>
                    <a:pt x="295528" y="448826"/>
                    <a:pt x="295528" y="454071"/>
                  </a:cubicBezTo>
                  <a:cubicBezTo>
                    <a:pt x="295528" y="459404"/>
                    <a:pt x="291256" y="463670"/>
                    <a:pt x="285916" y="463670"/>
                  </a:cubicBezTo>
                  <a:lnTo>
                    <a:pt x="234740" y="463670"/>
                  </a:lnTo>
                  <a:cubicBezTo>
                    <a:pt x="230735" y="463670"/>
                    <a:pt x="227175" y="461181"/>
                    <a:pt x="225751" y="457537"/>
                  </a:cubicBezTo>
                  <a:cubicBezTo>
                    <a:pt x="224327" y="453804"/>
                    <a:pt x="225395" y="449537"/>
                    <a:pt x="228421" y="446960"/>
                  </a:cubicBezTo>
                  <a:lnTo>
                    <a:pt x="271142" y="409006"/>
                  </a:lnTo>
                  <a:cubicBezTo>
                    <a:pt x="270252" y="402340"/>
                    <a:pt x="264645" y="397273"/>
                    <a:pt x="257791" y="397273"/>
                  </a:cubicBezTo>
                  <a:cubicBezTo>
                    <a:pt x="250404" y="397273"/>
                    <a:pt x="244352" y="403228"/>
                    <a:pt x="244352" y="410695"/>
                  </a:cubicBezTo>
                  <a:cubicBezTo>
                    <a:pt x="244352" y="415939"/>
                    <a:pt x="240080" y="420205"/>
                    <a:pt x="234740" y="420205"/>
                  </a:cubicBezTo>
                  <a:cubicBezTo>
                    <a:pt x="229489" y="420205"/>
                    <a:pt x="225128" y="415939"/>
                    <a:pt x="225128" y="410695"/>
                  </a:cubicBezTo>
                  <a:cubicBezTo>
                    <a:pt x="225128" y="392740"/>
                    <a:pt x="239813" y="378074"/>
                    <a:pt x="257791" y="378074"/>
                  </a:cubicBezTo>
                  <a:close/>
                  <a:moveTo>
                    <a:pt x="316592" y="295027"/>
                  </a:moveTo>
                  <a:cubicBezTo>
                    <a:pt x="296472" y="295027"/>
                    <a:pt x="280092" y="311384"/>
                    <a:pt x="280092" y="331475"/>
                  </a:cubicBezTo>
                  <a:cubicBezTo>
                    <a:pt x="280092" y="351477"/>
                    <a:pt x="296472" y="367834"/>
                    <a:pt x="316592" y="367834"/>
                  </a:cubicBezTo>
                  <a:cubicBezTo>
                    <a:pt x="336712" y="367834"/>
                    <a:pt x="353092" y="351477"/>
                    <a:pt x="353092" y="331475"/>
                  </a:cubicBezTo>
                  <a:cubicBezTo>
                    <a:pt x="353092" y="311384"/>
                    <a:pt x="336712" y="295027"/>
                    <a:pt x="316592" y="295027"/>
                  </a:cubicBezTo>
                  <a:close/>
                  <a:moveTo>
                    <a:pt x="316592" y="275825"/>
                  </a:moveTo>
                  <a:cubicBezTo>
                    <a:pt x="347306" y="275825"/>
                    <a:pt x="372233" y="300805"/>
                    <a:pt x="372233" y="331475"/>
                  </a:cubicBezTo>
                  <a:cubicBezTo>
                    <a:pt x="372233" y="362056"/>
                    <a:pt x="347306" y="387036"/>
                    <a:pt x="316592" y="387036"/>
                  </a:cubicBezTo>
                  <a:cubicBezTo>
                    <a:pt x="285878" y="387036"/>
                    <a:pt x="260951" y="362056"/>
                    <a:pt x="260951" y="331475"/>
                  </a:cubicBezTo>
                  <a:cubicBezTo>
                    <a:pt x="260951" y="300805"/>
                    <a:pt x="285878" y="275825"/>
                    <a:pt x="316592" y="275825"/>
                  </a:cubicBezTo>
                  <a:close/>
                  <a:moveTo>
                    <a:pt x="142606" y="275825"/>
                  </a:moveTo>
                  <a:cubicBezTo>
                    <a:pt x="147944" y="275825"/>
                    <a:pt x="152214" y="280181"/>
                    <a:pt x="152214" y="285426"/>
                  </a:cubicBezTo>
                  <a:lnTo>
                    <a:pt x="152214" y="321874"/>
                  </a:lnTo>
                  <a:lnTo>
                    <a:pt x="204616" y="321874"/>
                  </a:lnTo>
                  <a:lnTo>
                    <a:pt x="204616" y="285426"/>
                  </a:lnTo>
                  <a:cubicBezTo>
                    <a:pt x="204616" y="280181"/>
                    <a:pt x="208975" y="275825"/>
                    <a:pt x="214224" y="275825"/>
                  </a:cubicBezTo>
                  <a:cubicBezTo>
                    <a:pt x="219563" y="275825"/>
                    <a:pt x="223833" y="280181"/>
                    <a:pt x="223833" y="285426"/>
                  </a:cubicBezTo>
                  <a:lnTo>
                    <a:pt x="223833" y="377435"/>
                  </a:lnTo>
                  <a:cubicBezTo>
                    <a:pt x="223833" y="382680"/>
                    <a:pt x="219563" y="387036"/>
                    <a:pt x="214224" y="387036"/>
                  </a:cubicBezTo>
                  <a:cubicBezTo>
                    <a:pt x="208975" y="387036"/>
                    <a:pt x="204616" y="382680"/>
                    <a:pt x="204616" y="377435"/>
                  </a:cubicBezTo>
                  <a:lnTo>
                    <a:pt x="204616" y="340987"/>
                  </a:lnTo>
                  <a:lnTo>
                    <a:pt x="152214" y="340987"/>
                  </a:lnTo>
                  <a:lnTo>
                    <a:pt x="152214" y="377435"/>
                  </a:lnTo>
                  <a:cubicBezTo>
                    <a:pt x="152214" y="382680"/>
                    <a:pt x="147944" y="387036"/>
                    <a:pt x="142606" y="387036"/>
                  </a:cubicBezTo>
                  <a:cubicBezTo>
                    <a:pt x="137356" y="387036"/>
                    <a:pt x="133086" y="382680"/>
                    <a:pt x="133086" y="377435"/>
                  </a:cubicBezTo>
                  <a:lnTo>
                    <a:pt x="133086" y="285426"/>
                  </a:lnTo>
                  <a:cubicBezTo>
                    <a:pt x="133086" y="280181"/>
                    <a:pt x="137356" y="275825"/>
                    <a:pt x="142606" y="275825"/>
                  </a:cubicBezTo>
                  <a:close/>
                  <a:moveTo>
                    <a:pt x="441942" y="66535"/>
                  </a:moveTo>
                  <a:cubicBezTo>
                    <a:pt x="440429" y="69114"/>
                    <a:pt x="438738" y="71692"/>
                    <a:pt x="436690" y="74181"/>
                  </a:cubicBezTo>
                  <a:cubicBezTo>
                    <a:pt x="430726" y="81917"/>
                    <a:pt x="423783" y="87340"/>
                    <a:pt x="417107" y="91341"/>
                  </a:cubicBezTo>
                  <a:cubicBezTo>
                    <a:pt x="423783" y="95253"/>
                    <a:pt x="430726" y="100765"/>
                    <a:pt x="436690" y="108412"/>
                  </a:cubicBezTo>
                  <a:cubicBezTo>
                    <a:pt x="438738" y="110901"/>
                    <a:pt x="440429" y="113479"/>
                    <a:pt x="441942" y="116058"/>
                  </a:cubicBezTo>
                  <a:cubicBezTo>
                    <a:pt x="443455" y="113479"/>
                    <a:pt x="445235" y="110901"/>
                    <a:pt x="447194" y="108412"/>
                  </a:cubicBezTo>
                  <a:cubicBezTo>
                    <a:pt x="453247" y="100765"/>
                    <a:pt x="460101" y="95253"/>
                    <a:pt x="466866" y="91341"/>
                  </a:cubicBezTo>
                  <a:cubicBezTo>
                    <a:pt x="460101" y="87340"/>
                    <a:pt x="453247" y="81917"/>
                    <a:pt x="447194" y="74181"/>
                  </a:cubicBezTo>
                  <a:cubicBezTo>
                    <a:pt x="445235" y="71692"/>
                    <a:pt x="443455" y="69114"/>
                    <a:pt x="441942" y="66535"/>
                  </a:cubicBezTo>
                  <a:close/>
                  <a:moveTo>
                    <a:pt x="63288" y="66535"/>
                  </a:moveTo>
                  <a:cubicBezTo>
                    <a:pt x="61775" y="69114"/>
                    <a:pt x="60084" y="71692"/>
                    <a:pt x="58036" y="74181"/>
                  </a:cubicBezTo>
                  <a:cubicBezTo>
                    <a:pt x="52072" y="81917"/>
                    <a:pt x="45129" y="87340"/>
                    <a:pt x="38453" y="91341"/>
                  </a:cubicBezTo>
                  <a:cubicBezTo>
                    <a:pt x="45129" y="95253"/>
                    <a:pt x="52072" y="100765"/>
                    <a:pt x="58036" y="108412"/>
                  </a:cubicBezTo>
                  <a:cubicBezTo>
                    <a:pt x="60084" y="110901"/>
                    <a:pt x="61775" y="113479"/>
                    <a:pt x="63288" y="116058"/>
                  </a:cubicBezTo>
                  <a:cubicBezTo>
                    <a:pt x="64801" y="113479"/>
                    <a:pt x="66581" y="110901"/>
                    <a:pt x="68540" y="108412"/>
                  </a:cubicBezTo>
                  <a:cubicBezTo>
                    <a:pt x="74593" y="100765"/>
                    <a:pt x="81447" y="95253"/>
                    <a:pt x="88212" y="91341"/>
                  </a:cubicBezTo>
                  <a:cubicBezTo>
                    <a:pt x="81447" y="87340"/>
                    <a:pt x="74593" y="81917"/>
                    <a:pt x="68540" y="74181"/>
                  </a:cubicBezTo>
                  <a:cubicBezTo>
                    <a:pt x="66581" y="71692"/>
                    <a:pt x="64801" y="69114"/>
                    <a:pt x="63288" y="66535"/>
                  </a:cubicBezTo>
                  <a:close/>
                  <a:moveTo>
                    <a:pt x="441942" y="25459"/>
                  </a:moveTo>
                  <a:cubicBezTo>
                    <a:pt x="447016" y="25459"/>
                    <a:pt x="451199" y="29371"/>
                    <a:pt x="451555" y="34350"/>
                  </a:cubicBezTo>
                  <a:cubicBezTo>
                    <a:pt x="452000" y="40307"/>
                    <a:pt x="453959" y="51776"/>
                    <a:pt x="462326" y="62357"/>
                  </a:cubicBezTo>
                  <a:cubicBezTo>
                    <a:pt x="474076" y="77293"/>
                    <a:pt x="490454" y="80939"/>
                    <a:pt x="496952" y="81828"/>
                  </a:cubicBezTo>
                  <a:cubicBezTo>
                    <a:pt x="501758" y="82450"/>
                    <a:pt x="505319" y="86540"/>
                    <a:pt x="505319" y="91341"/>
                  </a:cubicBezTo>
                  <a:cubicBezTo>
                    <a:pt x="505319" y="96142"/>
                    <a:pt x="501758" y="100143"/>
                    <a:pt x="496952" y="100765"/>
                  </a:cubicBezTo>
                  <a:cubicBezTo>
                    <a:pt x="490454" y="101655"/>
                    <a:pt x="474076" y="105300"/>
                    <a:pt x="462326" y="120237"/>
                  </a:cubicBezTo>
                  <a:cubicBezTo>
                    <a:pt x="453959" y="130817"/>
                    <a:pt x="452000" y="142375"/>
                    <a:pt x="451555" y="148243"/>
                  </a:cubicBezTo>
                  <a:cubicBezTo>
                    <a:pt x="451199" y="153222"/>
                    <a:pt x="447016" y="157134"/>
                    <a:pt x="441942" y="157134"/>
                  </a:cubicBezTo>
                  <a:cubicBezTo>
                    <a:pt x="436957" y="157134"/>
                    <a:pt x="432774" y="153222"/>
                    <a:pt x="432418" y="148243"/>
                  </a:cubicBezTo>
                  <a:cubicBezTo>
                    <a:pt x="431973" y="142375"/>
                    <a:pt x="429925" y="130817"/>
                    <a:pt x="421647" y="120237"/>
                  </a:cubicBezTo>
                  <a:cubicBezTo>
                    <a:pt x="409897" y="105300"/>
                    <a:pt x="393519" y="101655"/>
                    <a:pt x="387021" y="100765"/>
                  </a:cubicBezTo>
                  <a:cubicBezTo>
                    <a:pt x="382215" y="100143"/>
                    <a:pt x="378654" y="96142"/>
                    <a:pt x="378654" y="91341"/>
                  </a:cubicBezTo>
                  <a:cubicBezTo>
                    <a:pt x="378654" y="86540"/>
                    <a:pt x="382215" y="82450"/>
                    <a:pt x="387021" y="81828"/>
                  </a:cubicBezTo>
                  <a:cubicBezTo>
                    <a:pt x="393519" y="80939"/>
                    <a:pt x="409897" y="77293"/>
                    <a:pt x="421647" y="62357"/>
                  </a:cubicBezTo>
                  <a:cubicBezTo>
                    <a:pt x="429925" y="51776"/>
                    <a:pt x="431973" y="40307"/>
                    <a:pt x="432418" y="34350"/>
                  </a:cubicBezTo>
                  <a:cubicBezTo>
                    <a:pt x="432774" y="29371"/>
                    <a:pt x="436957" y="25459"/>
                    <a:pt x="441942" y="25459"/>
                  </a:cubicBezTo>
                  <a:close/>
                  <a:moveTo>
                    <a:pt x="63288" y="25459"/>
                  </a:moveTo>
                  <a:cubicBezTo>
                    <a:pt x="68362" y="25459"/>
                    <a:pt x="72545" y="29371"/>
                    <a:pt x="72901" y="34350"/>
                  </a:cubicBezTo>
                  <a:cubicBezTo>
                    <a:pt x="73346" y="40307"/>
                    <a:pt x="75305" y="51776"/>
                    <a:pt x="83672" y="62357"/>
                  </a:cubicBezTo>
                  <a:cubicBezTo>
                    <a:pt x="95422" y="77293"/>
                    <a:pt x="111800" y="80939"/>
                    <a:pt x="118298" y="81828"/>
                  </a:cubicBezTo>
                  <a:cubicBezTo>
                    <a:pt x="123104" y="82450"/>
                    <a:pt x="126665" y="86540"/>
                    <a:pt x="126665" y="91341"/>
                  </a:cubicBezTo>
                  <a:cubicBezTo>
                    <a:pt x="126665" y="96142"/>
                    <a:pt x="123104" y="100143"/>
                    <a:pt x="118298" y="100765"/>
                  </a:cubicBezTo>
                  <a:cubicBezTo>
                    <a:pt x="111800" y="101655"/>
                    <a:pt x="95422" y="105300"/>
                    <a:pt x="83672" y="120237"/>
                  </a:cubicBezTo>
                  <a:cubicBezTo>
                    <a:pt x="75305" y="130817"/>
                    <a:pt x="73346" y="142375"/>
                    <a:pt x="72901" y="148243"/>
                  </a:cubicBezTo>
                  <a:cubicBezTo>
                    <a:pt x="72456" y="153222"/>
                    <a:pt x="68362" y="157134"/>
                    <a:pt x="63288" y="157134"/>
                  </a:cubicBezTo>
                  <a:cubicBezTo>
                    <a:pt x="58303" y="157134"/>
                    <a:pt x="54120" y="153222"/>
                    <a:pt x="53764" y="148243"/>
                  </a:cubicBezTo>
                  <a:cubicBezTo>
                    <a:pt x="53319" y="142375"/>
                    <a:pt x="51271" y="130817"/>
                    <a:pt x="42993" y="120237"/>
                  </a:cubicBezTo>
                  <a:cubicBezTo>
                    <a:pt x="31243" y="105300"/>
                    <a:pt x="14865" y="101655"/>
                    <a:pt x="8278" y="100765"/>
                  </a:cubicBezTo>
                  <a:cubicBezTo>
                    <a:pt x="3561" y="100143"/>
                    <a:pt x="0" y="96142"/>
                    <a:pt x="0" y="91341"/>
                  </a:cubicBezTo>
                  <a:cubicBezTo>
                    <a:pt x="0" y="86540"/>
                    <a:pt x="3561" y="82450"/>
                    <a:pt x="8278" y="81828"/>
                  </a:cubicBezTo>
                  <a:cubicBezTo>
                    <a:pt x="14865" y="80939"/>
                    <a:pt x="31243" y="77293"/>
                    <a:pt x="42993" y="62357"/>
                  </a:cubicBezTo>
                  <a:cubicBezTo>
                    <a:pt x="51271" y="51776"/>
                    <a:pt x="53319" y="40307"/>
                    <a:pt x="53764" y="34350"/>
                  </a:cubicBezTo>
                  <a:cubicBezTo>
                    <a:pt x="54120" y="29371"/>
                    <a:pt x="58303" y="25459"/>
                    <a:pt x="63288" y="25459"/>
                  </a:cubicBezTo>
                  <a:close/>
                  <a:moveTo>
                    <a:pt x="252683" y="3"/>
                  </a:moveTo>
                  <a:cubicBezTo>
                    <a:pt x="255799" y="3"/>
                    <a:pt x="258825" y="1602"/>
                    <a:pt x="260605" y="4180"/>
                  </a:cubicBezTo>
                  <a:cubicBezTo>
                    <a:pt x="268616" y="15999"/>
                    <a:pt x="456699" y="294068"/>
                    <a:pt x="456699" y="402931"/>
                  </a:cubicBezTo>
                  <a:cubicBezTo>
                    <a:pt x="456699" y="514194"/>
                    <a:pt x="366886" y="604929"/>
                    <a:pt x="255888" y="606617"/>
                  </a:cubicBezTo>
                  <a:cubicBezTo>
                    <a:pt x="255621" y="606706"/>
                    <a:pt x="255443" y="606706"/>
                    <a:pt x="255176" y="606706"/>
                  </a:cubicBezTo>
                  <a:lnTo>
                    <a:pt x="252594" y="606706"/>
                  </a:lnTo>
                  <a:cubicBezTo>
                    <a:pt x="252416" y="606706"/>
                    <a:pt x="252149" y="606706"/>
                    <a:pt x="251882" y="606617"/>
                  </a:cubicBezTo>
                  <a:cubicBezTo>
                    <a:pt x="140884" y="604929"/>
                    <a:pt x="51160" y="514194"/>
                    <a:pt x="51160" y="402931"/>
                  </a:cubicBezTo>
                  <a:cubicBezTo>
                    <a:pt x="51160" y="374849"/>
                    <a:pt x="63622" y="333081"/>
                    <a:pt x="88367" y="278960"/>
                  </a:cubicBezTo>
                  <a:cubicBezTo>
                    <a:pt x="90503" y="274161"/>
                    <a:pt x="96200" y="272028"/>
                    <a:pt x="101007" y="274161"/>
                  </a:cubicBezTo>
                  <a:cubicBezTo>
                    <a:pt x="105902" y="276383"/>
                    <a:pt x="108039" y="282071"/>
                    <a:pt x="105813" y="286869"/>
                  </a:cubicBezTo>
                  <a:cubicBezTo>
                    <a:pt x="82225" y="338502"/>
                    <a:pt x="70298" y="377604"/>
                    <a:pt x="70298" y="402931"/>
                  </a:cubicBezTo>
                  <a:cubicBezTo>
                    <a:pt x="70298" y="504330"/>
                    <a:pt x="152545" y="586800"/>
                    <a:pt x="253930" y="587511"/>
                  </a:cubicBezTo>
                  <a:cubicBezTo>
                    <a:pt x="355225" y="586800"/>
                    <a:pt x="437472" y="504330"/>
                    <a:pt x="437472" y="402931"/>
                  </a:cubicBezTo>
                  <a:cubicBezTo>
                    <a:pt x="437472" y="312197"/>
                    <a:pt x="289356" y="82384"/>
                    <a:pt x="252772" y="27019"/>
                  </a:cubicBezTo>
                  <a:cubicBezTo>
                    <a:pt x="229718" y="63633"/>
                    <a:pt x="166253" y="167786"/>
                    <a:pt x="134297" y="223773"/>
                  </a:cubicBezTo>
                  <a:cubicBezTo>
                    <a:pt x="131716" y="228394"/>
                    <a:pt x="125841" y="229994"/>
                    <a:pt x="121212" y="227417"/>
                  </a:cubicBezTo>
                  <a:cubicBezTo>
                    <a:pt x="116673" y="224751"/>
                    <a:pt x="114982" y="218885"/>
                    <a:pt x="117652" y="214353"/>
                  </a:cubicBezTo>
                  <a:cubicBezTo>
                    <a:pt x="154948" y="148768"/>
                    <a:pt x="235593" y="17332"/>
                    <a:pt x="244761" y="4091"/>
                  </a:cubicBezTo>
                  <a:cubicBezTo>
                    <a:pt x="246542" y="1514"/>
                    <a:pt x="249479" y="-86"/>
                    <a:pt x="252683" y="3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19045" tIns="19045" rIns="19045" bIns="19045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defTabSz="228532">
                <a:defRPr sz="3000" cap="none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 sz="1500">
                <a:solidFill>
                  <a:schemeClr val="tx2"/>
                </a:solidFill>
              </a:endParaRPr>
            </a:p>
          </p:txBody>
        </p:sp>
      </p:grpSp>
      <p:sp>
        <p:nvSpPr>
          <p:cNvPr id="9" name="í$ļïḑe">
            <a:extLst>
              <a:ext uri="{FF2B5EF4-FFF2-40B4-BE49-F238E27FC236}">
                <a16:creationId xmlns:a16="http://schemas.microsoft.com/office/drawing/2014/main" id="{0D6EB179-DE79-41AC-B35F-C1881B757F0B}"/>
              </a:ext>
            </a:extLst>
          </p:cNvPr>
          <p:cNvSpPr/>
          <p:nvPr/>
        </p:nvSpPr>
        <p:spPr bwMode="auto">
          <a:xfrm>
            <a:off x="6466698" y="2537840"/>
            <a:ext cx="687758" cy="685872"/>
          </a:xfrm>
          <a:prstGeom prst="ellipse">
            <a:avLst/>
          </a:prstGeom>
          <a:solidFill>
            <a:srgbClr val="8F1E8C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36" name="iṣļîḑê">
            <a:extLst>
              <a:ext uri="{FF2B5EF4-FFF2-40B4-BE49-F238E27FC236}">
                <a16:creationId xmlns:a16="http://schemas.microsoft.com/office/drawing/2014/main" id="{753832CF-5A8E-48A2-8C1B-EA020D87C31D}"/>
              </a:ext>
            </a:extLst>
          </p:cNvPr>
          <p:cNvSpPr/>
          <p:nvPr/>
        </p:nvSpPr>
        <p:spPr>
          <a:xfrm>
            <a:off x="6679627" y="2692993"/>
            <a:ext cx="269927" cy="375566"/>
          </a:xfrm>
          <a:custGeom>
            <a:avLst/>
            <a:gdLst>
              <a:gd name="connsiteX0" fmla="*/ 264916 w 435254"/>
              <a:gd name="connsiteY0" fmla="*/ 387002 h 605592"/>
              <a:gd name="connsiteX1" fmla="*/ 232980 w 435254"/>
              <a:gd name="connsiteY1" fmla="*/ 444284 h 605592"/>
              <a:gd name="connsiteX2" fmla="*/ 290446 w 435254"/>
              <a:gd name="connsiteY2" fmla="*/ 476076 h 605592"/>
              <a:gd name="connsiteX3" fmla="*/ 322289 w 435254"/>
              <a:gd name="connsiteY3" fmla="*/ 418794 h 605592"/>
              <a:gd name="connsiteX4" fmla="*/ 264916 w 435254"/>
              <a:gd name="connsiteY4" fmla="*/ 387002 h 605592"/>
              <a:gd name="connsiteX5" fmla="*/ 139402 w 435254"/>
              <a:gd name="connsiteY5" fmla="*/ 338432 h 605592"/>
              <a:gd name="connsiteX6" fmla="*/ 295830 w 435254"/>
              <a:gd name="connsiteY6" fmla="*/ 338432 h 605592"/>
              <a:gd name="connsiteX7" fmla="*/ 380961 w 435254"/>
              <a:gd name="connsiteY7" fmla="*/ 497395 h 605592"/>
              <a:gd name="connsiteX8" fmla="*/ 379940 w 435254"/>
              <a:gd name="connsiteY8" fmla="*/ 538271 h 605592"/>
              <a:gd name="connsiteX9" fmla="*/ 344291 w 435254"/>
              <a:gd name="connsiteY9" fmla="*/ 558384 h 605592"/>
              <a:gd name="connsiteX10" fmla="*/ 90941 w 435254"/>
              <a:gd name="connsiteY10" fmla="*/ 558384 h 605592"/>
              <a:gd name="connsiteX11" fmla="*/ 55385 w 435254"/>
              <a:gd name="connsiteY11" fmla="*/ 538271 h 605592"/>
              <a:gd name="connsiteX12" fmla="*/ 54364 w 435254"/>
              <a:gd name="connsiteY12" fmla="*/ 497395 h 605592"/>
              <a:gd name="connsiteX13" fmla="*/ 206517 w 435254"/>
              <a:gd name="connsiteY13" fmla="*/ 242939 h 605592"/>
              <a:gd name="connsiteX14" fmla="*/ 242338 w 435254"/>
              <a:gd name="connsiteY14" fmla="*/ 262869 h 605592"/>
              <a:gd name="connsiteX15" fmla="*/ 222386 w 435254"/>
              <a:gd name="connsiteY15" fmla="*/ 298651 h 605592"/>
              <a:gd name="connsiteX16" fmla="*/ 186565 w 435254"/>
              <a:gd name="connsiteY16" fmla="*/ 278813 h 605592"/>
              <a:gd name="connsiteX17" fmla="*/ 206517 w 435254"/>
              <a:gd name="connsiteY17" fmla="*/ 242939 h 605592"/>
              <a:gd name="connsiteX18" fmla="*/ 247634 w 435254"/>
              <a:gd name="connsiteY18" fmla="*/ 115529 h 605592"/>
              <a:gd name="connsiteX19" fmla="*/ 277725 w 435254"/>
              <a:gd name="connsiteY19" fmla="*/ 132203 h 605592"/>
              <a:gd name="connsiteX20" fmla="*/ 261007 w 435254"/>
              <a:gd name="connsiteY20" fmla="*/ 162123 h 605592"/>
              <a:gd name="connsiteX21" fmla="*/ 231009 w 435254"/>
              <a:gd name="connsiteY21" fmla="*/ 145542 h 605592"/>
              <a:gd name="connsiteX22" fmla="*/ 247634 w 435254"/>
              <a:gd name="connsiteY22" fmla="*/ 115529 h 605592"/>
              <a:gd name="connsiteX23" fmla="*/ 150273 w 435254"/>
              <a:gd name="connsiteY23" fmla="*/ 71748 h 605592"/>
              <a:gd name="connsiteX24" fmla="*/ 150273 w 435254"/>
              <a:gd name="connsiteY24" fmla="*/ 263353 h 605592"/>
              <a:gd name="connsiteX25" fmla="*/ 32555 w 435254"/>
              <a:gd name="connsiteY25" fmla="*/ 483510 h 605592"/>
              <a:gd name="connsiteX26" fmla="*/ 34134 w 435254"/>
              <a:gd name="connsiteY26" fmla="*/ 548769 h 605592"/>
              <a:gd name="connsiteX27" fmla="*/ 90950 w 435254"/>
              <a:gd name="connsiteY27" fmla="*/ 580935 h 605592"/>
              <a:gd name="connsiteX28" fmla="*/ 344304 w 435254"/>
              <a:gd name="connsiteY28" fmla="*/ 580935 h 605592"/>
              <a:gd name="connsiteX29" fmla="*/ 401120 w 435254"/>
              <a:gd name="connsiteY29" fmla="*/ 548769 h 605592"/>
              <a:gd name="connsiteX30" fmla="*/ 402791 w 435254"/>
              <a:gd name="connsiteY30" fmla="*/ 483510 h 605592"/>
              <a:gd name="connsiteX31" fmla="*/ 284981 w 435254"/>
              <a:gd name="connsiteY31" fmla="*/ 263353 h 605592"/>
              <a:gd name="connsiteX32" fmla="*/ 284981 w 435254"/>
              <a:gd name="connsiteY32" fmla="*/ 71748 h 605592"/>
              <a:gd name="connsiteX33" fmla="*/ 96799 w 435254"/>
              <a:gd name="connsiteY33" fmla="*/ 0 h 605592"/>
              <a:gd name="connsiteX34" fmla="*/ 337527 w 435254"/>
              <a:gd name="connsiteY34" fmla="*/ 0 h 605592"/>
              <a:gd name="connsiteX35" fmla="*/ 373548 w 435254"/>
              <a:gd name="connsiteY35" fmla="*/ 35874 h 605592"/>
              <a:gd name="connsiteX36" fmla="*/ 337527 w 435254"/>
              <a:gd name="connsiteY36" fmla="*/ 71748 h 605592"/>
              <a:gd name="connsiteX37" fmla="*/ 309768 w 435254"/>
              <a:gd name="connsiteY37" fmla="*/ 71748 h 605592"/>
              <a:gd name="connsiteX38" fmla="*/ 309768 w 435254"/>
              <a:gd name="connsiteY38" fmla="*/ 257235 h 605592"/>
              <a:gd name="connsiteX39" fmla="*/ 424608 w 435254"/>
              <a:gd name="connsiteY39" fmla="*/ 471923 h 605592"/>
              <a:gd name="connsiteX40" fmla="*/ 422380 w 435254"/>
              <a:gd name="connsiteY40" fmla="*/ 561468 h 605592"/>
              <a:gd name="connsiteX41" fmla="*/ 344304 w 435254"/>
              <a:gd name="connsiteY41" fmla="*/ 605592 h 605592"/>
              <a:gd name="connsiteX42" fmla="*/ 90950 w 435254"/>
              <a:gd name="connsiteY42" fmla="*/ 605592 h 605592"/>
              <a:gd name="connsiteX43" fmla="*/ 12874 w 435254"/>
              <a:gd name="connsiteY43" fmla="*/ 561468 h 605592"/>
              <a:gd name="connsiteX44" fmla="*/ 10646 w 435254"/>
              <a:gd name="connsiteY44" fmla="*/ 471923 h 605592"/>
              <a:gd name="connsiteX45" fmla="*/ 125579 w 435254"/>
              <a:gd name="connsiteY45" fmla="*/ 257235 h 605592"/>
              <a:gd name="connsiteX46" fmla="*/ 125579 w 435254"/>
              <a:gd name="connsiteY46" fmla="*/ 71748 h 605592"/>
              <a:gd name="connsiteX47" fmla="*/ 96799 w 435254"/>
              <a:gd name="connsiteY47" fmla="*/ 71748 h 605592"/>
              <a:gd name="connsiteX48" fmla="*/ 61799 w 435254"/>
              <a:gd name="connsiteY48" fmla="*/ 35874 h 605592"/>
              <a:gd name="connsiteX49" fmla="*/ 96799 w 435254"/>
              <a:gd name="connsiteY49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35254" h="605592">
                <a:moveTo>
                  <a:pt x="264916" y="387002"/>
                </a:moveTo>
                <a:cubicBezTo>
                  <a:pt x="240222" y="393953"/>
                  <a:pt x="225925" y="419628"/>
                  <a:pt x="232980" y="444284"/>
                </a:cubicBezTo>
                <a:cubicBezTo>
                  <a:pt x="240036" y="468846"/>
                  <a:pt x="265752" y="483120"/>
                  <a:pt x="290446" y="476076"/>
                </a:cubicBezTo>
                <a:cubicBezTo>
                  <a:pt x="315048" y="469032"/>
                  <a:pt x="329344" y="443357"/>
                  <a:pt x="322289" y="418794"/>
                </a:cubicBezTo>
                <a:cubicBezTo>
                  <a:pt x="315233" y="394139"/>
                  <a:pt x="289518" y="379957"/>
                  <a:pt x="264916" y="387002"/>
                </a:cubicBezTo>
                <a:close/>
                <a:moveTo>
                  <a:pt x="139402" y="338432"/>
                </a:moveTo>
                <a:lnTo>
                  <a:pt x="295830" y="338432"/>
                </a:lnTo>
                <a:lnTo>
                  <a:pt x="380961" y="497395"/>
                </a:lnTo>
                <a:cubicBezTo>
                  <a:pt x="387831" y="510278"/>
                  <a:pt x="387367" y="525758"/>
                  <a:pt x="379940" y="538271"/>
                </a:cubicBezTo>
                <a:cubicBezTo>
                  <a:pt x="372420" y="550784"/>
                  <a:pt x="358866" y="558384"/>
                  <a:pt x="344291" y="558384"/>
                </a:cubicBezTo>
                <a:lnTo>
                  <a:pt x="90941" y="558384"/>
                </a:lnTo>
                <a:cubicBezTo>
                  <a:pt x="76366" y="558384"/>
                  <a:pt x="62905" y="550784"/>
                  <a:pt x="55385" y="538271"/>
                </a:cubicBezTo>
                <a:cubicBezTo>
                  <a:pt x="47865" y="525758"/>
                  <a:pt x="47494" y="510278"/>
                  <a:pt x="54364" y="497395"/>
                </a:cubicBezTo>
                <a:close/>
                <a:moveTo>
                  <a:pt x="206517" y="242939"/>
                </a:moveTo>
                <a:cubicBezTo>
                  <a:pt x="221829" y="238582"/>
                  <a:pt x="237884" y="247481"/>
                  <a:pt x="242338" y="262869"/>
                </a:cubicBezTo>
                <a:cubicBezTo>
                  <a:pt x="246700" y="278257"/>
                  <a:pt x="237791" y="294201"/>
                  <a:pt x="222386" y="298651"/>
                </a:cubicBezTo>
                <a:cubicBezTo>
                  <a:pt x="206981" y="303008"/>
                  <a:pt x="191019" y="294109"/>
                  <a:pt x="186565" y="278813"/>
                </a:cubicBezTo>
                <a:cubicBezTo>
                  <a:pt x="182203" y="263425"/>
                  <a:pt x="191112" y="247388"/>
                  <a:pt x="206517" y="242939"/>
                </a:cubicBezTo>
                <a:close/>
                <a:moveTo>
                  <a:pt x="247634" y="115529"/>
                </a:moveTo>
                <a:cubicBezTo>
                  <a:pt x="260543" y="111917"/>
                  <a:pt x="274010" y="119327"/>
                  <a:pt x="277725" y="132203"/>
                </a:cubicBezTo>
                <a:cubicBezTo>
                  <a:pt x="281347" y="145079"/>
                  <a:pt x="273917" y="158418"/>
                  <a:pt x="261007" y="162123"/>
                </a:cubicBezTo>
                <a:cubicBezTo>
                  <a:pt x="248191" y="165829"/>
                  <a:pt x="234724" y="158326"/>
                  <a:pt x="231009" y="145542"/>
                </a:cubicBezTo>
                <a:cubicBezTo>
                  <a:pt x="227294" y="132666"/>
                  <a:pt x="234817" y="119235"/>
                  <a:pt x="247634" y="115529"/>
                </a:cubicBezTo>
                <a:close/>
                <a:moveTo>
                  <a:pt x="150273" y="71748"/>
                </a:moveTo>
                <a:lnTo>
                  <a:pt x="150273" y="263353"/>
                </a:lnTo>
                <a:lnTo>
                  <a:pt x="32555" y="483510"/>
                </a:lnTo>
                <a:cubicBezTo>
                  <a:pt x="21601" y="503903"/>
                  <a:pt x="22251" y="528931"/>
                  <a:pt x="34134" y="548769"/>
                </a:cubicBezTo>
                <a:cubicBezTo>
                  <a:pt x="46017" y="568606"/>
                  <a:pt x="67834" y="580935"/>
                  <a:pt x="90950" y="580935"/>
                </a:cubicBezTo>
                <a:lnTo>
                  <a:pt x="344304" y="580935"/>
                </a:lnTo>
                <a:cubicBezTo>
                  <a:pt x="367420" y="580935"/>
                  <a:pt x="389237" y="568606"/>
                  <a:pt x="401120" y="548769"/>
                </a:cubicBezTo>
                <a:cubicBezTo>
                  <a:pt x="413096" y="528931"/>
                  <a:pt x="413653" y="503903"/>
                  <a:pt x="402791" y="483510"/>
                </a:cubicBezTo>
                <a:lnTo>
                  <a:pt x="284981" y="263353"/>
                </a:lnTo>
                <a:lnTo>
                  <a:pt x="284981" y="71748"/>
                </a:lnTo>
                <a:close/>
                <a:moveTo>
                  <a:pt x="96799" y="0"/>
                </a:moveTo>
                <a:lnTo>
                  <a:pt x="337527" y="0"/>
                </a:lnTo>
                <a:cubicBezTo>
                  <a:pt x="357394" y="0"/>
                  <a:pt x="373548" y="16036"/>
                  <a:pt x="373548" y="35874"/>
                </a:cubicBezTo>
                <a:cubicBezTo>
                  <a:pt x="373548" y="55711"/>
                  <a:pt x="357394" y="71748"/>
                  <a:pt x="337527" y="71748"/>
                </a:cubicBezTo>
                <a:lnTo>
                  <a:pt x="309768" y="71748"/>
                </a:lnTo>
                <a:lnTo>
                  <a:pt x="309768" y="257235"/>
                </a:lnTo>
                <a:lnTo>
                  <a:pt x="424608" y="471923"/>
                </a:lnTo>
                <a:cubicBezTo>
                  <a:pt x="439555" y="499917"/>
                  <a:pt x="438719" y="534215"/>
                  <a:pt x="422380" y="561468"/>
                </a:cubicBezTo>
                <a:cubicBezTo>
                  <a:pt x="406041" y="588721"/>
                  <a:pt x="376147" y="605592"/>
                  <a:pt x="344304" y="605592"/>
                </a:cubicBezTo>
                <a:lnTo>
                  <a:pt x="90950" y="605592"/>
                </a:lnTo>
                <a:cubicBezTo>
                  <a:pt x="59200" y="605592"/>
                  <a:pt x="29213" y="588721"/>
                  <a:pt x="12874" y="561468"/>
                </a:cubicBezTo>
                <a:cubicBezTo>
                  <a:pt x="-3465" y="534215"/>
                  <a:pt x="-4301" y="499917"/>
                  <a:pt x="10646" y="471923"/>
                </a:cubicBezTo>
                <a:lnTo>
                  <a:pt x="125579" y="257235"/>
                </a:lnTo>
                <a:lnTo>
                  <a:pt x="125579" y="71748"/>
                </a:lnTo>
                <a:lnTo>
                  <a:pt x="96799" y="71748"/>
                </a:lnTo>
                <a:cubicBezTo>
                  <a:pt x="77396" y="71284"/>
                  <a:pt x="61799" y="55433"/>
                  <a:pt x="61799" y="35874"/>
                </a:cubicBezTo>
                <a:cubicBezTo>
                  <a:pt x="61799" y="16407"/>
                  <a:pt x="77396" y="556"/>
                  <a:pt x="96799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500">
              <a:solidFill>
                <a:schemeClr val="tx2"/>
              </a:solidFill>
            </a:endParaRPr>
          </a:p>
        </p:txBody>
      </p:sp>
      <p:sp>
        <p:nvSpPr>
          <p:cNvPr id="11" name="is1îḍê">
            <a:extLst>
              <a:ext uri="{FF2B5EF4-FFF2-40B4-BE49-F238E27FC236}">
                <a16:creationId xmlns:a16="http://schemas.microsoft.com/office/drawing/2014/main" id="{3A0CDDFA-D691-415B-9F36-F99FDD596EC8}"/>
              </a:ext>
            </a:extLst>
          </p:cNvPr>
          <p:cNvSpPr/>
          <p:nvPr/>
        </p:nvSpPr>
        <p:spPr bwMode="auto">
          <a:xfrm>
            <a:off x="8343900" y="3021573"/>
            <a:ext cx="726206" cy="724216"/>
          </a:xfrm>
          <a:prstGeom prst="ellipse">
            <a:avLst/>
          </a:prstGeom>
          <a:solidFill>
            <a:srgbClr val="8F1E8C"/>
          </a:solidFill>
          <a:ln>
            <a:noFill/>
          </a:ln>
          <a:effectLst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ïṥḻîḋé">
            <a:extLst>
              <a:ext uri="{FF2B5EF4-FFF2-40B4-BE49-F238E27FC236}">
                <a16:creationId xmlns:a16="http://schemas.microsoft.com/office/drawing/2014/main" id="{9C659E6F-8DD5-414E-A1D3-4A537E1C505C}"/>
              </a:ext>
            </a:extLst>
          </p:cNvPr>
          <p:cNvSpPr/>
          <p:nvPr/>
        </p:nvSpPr>
        <p:spPr>
          <a:xfrm>
            <a:off x="8567338" y="324401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353" y="11229"/>
                </a:moveTo>
                <a:lnTo>
                  <a:pt x="20356" y="11234"/>
                </a:lnTo>
                <a:lnTo>
                  <a:pt x="11029" y="16143"/>
                </a:lnTo>
                <a:lnTo>
                  <a:pt x="11026" y="16138"/>
                </a:lnTo>
                <a:cubicBezTo>
                  <a:pt x="10957" y="16174"/>
                  <a:pt x="10883" y="16200"/>
                  <a:pt x="10800" y="16200"/>
                </a:cubicBezTo>
                <a:cubicBezTo>
                  <a:pt x="10717" y="16200"/>
                  <a:pt x="10643" y="16174"/>
                  <a:pt x="10574" y="16138"/>
                </a:cubicBezTo>
                <a:lnTo>
                  <a:pt x="10571" y="16143"/>
                </a:lnTo>
                <a:lnTo>
                  <a:pt x="1244" y="11234"/>
                </a:lnTo>
                <a:lnTo>
                  <a:pt x="1247" y="11229"/>
                </a:lnTo>
                <a:cubicBezTo>
                  <a:pt x="1091" y="11147"/>
                  <a:pt x="982" y="10988"/>
                  <a:pt x="982" y="10800"/>
                </a:cubicBezTo>
                <a:cubicBezTo>
                  <a:pt x="982" y="10612"/>
                  <a:pt x="1091" y="10453"/>
                  <a:pt x="1247" y="10371"/>
                </a:cubicBezTo>
                <a:lnTo>
                  <a:pt x="1244" y="10366"/>
                </a:lnTo>
                <a:lnTo>
                  <a:pt x="3562" y="9146"/>
                </a:lnTo>
                <a:lnTo>
                  <a:pt x="10113" y="12594"/>
                </a:lnTo>
                <a:lnTo>
                  <a:pt x="10117" y="12588"/>
                </a:lnTo>
                <a:cubicBezTo>
                  <a:pt x="10322" y="12697"/>
                  <a:pt x="10552" y="12764"/>
                  <a:pt x="10800" y="12764"/>
                </a:cubicBezTo>
                <a:cubicBezTo>
                  <a:pt x="11048" y="12764"/>
                  <a:pt x="11278" y="12697"/>
                  <a:pt x="11483" y="12588"/>
                </a:cubicBezTo>
                <a:lnTo>
                  <a:pt x="11486" y="12594"/>
                </a:lnTo>
                <a:lnTo>
                  <a:pt x="18038" y="9146"/>
                </a:lnTo>
                <a:lnTo>
                  <a:pt x="20356" y="10366"/>
                </a:lnTo>
                <a:lnTo>
                  <a:pt x="20353" y="10371"/>
                </a:lnTo>
                <a:cubicBezTo>
                  <a:pt x="20509" y="10453"/>
                  <a:pt x="20618" y="10612"/>
                  <a:pt x="20618" y="10800"/>
                </a:cubicBezTo>
                <a:cubicBezTo>
                  <a:pt x="20618" y="10988"/>
                  <a:pt x="20509" y="11147"/>
                  <a:pt x="20353" y="11229"/>
                </a:cubicBezTo>
                <a:moveTo>
                  <a:pt x="20356" y="14784"/>
                </a:moveTo>
                <a:lnTo>
                  <a:pt x="20353" y="14790"/>
                </a:lnTo>
                <a:cubicBezTo>
                  <a:pt x="20509" y="14872"/>
                  <a:pt x="20618" y="15030"/>
                  <a:pt x="20618" y="15218"/>
                </a:cubicBezTo>
                <a:cubicBezTo>
                  <a:pt x="20618" y="15407"/>
                  <a:pt x="20509" y="15565"/>
                  <a:pt x="20353" y="15647"/>
                </a:cubicBezTo>
                <a:lnTo>
                  <a:pt x="20356" y="15653"/>
                </a:lnTo>
                <a:lnTo>
                  <a:pt x="11029" y="20562"/>
                </a:lnTo>
                <a:lnTo>
                  <a:pt x="11026" y="20556"/>
                </a:lnTo>
                <a:cubicBezTo>
                  <a:pt x="10957" y="20592"/>
                  <a:pt x="10883" y="20618"/>
                  <a:pt x="10800" y="20618"/>
                </a:cubicBezTo>
                <a:cubicBezTo>
                  <a:pt x="10717" y="20618"/>
                  <a:pt x="10643" y="20592"/>
                  <a:pt x="10574" y="20556"/>
                </a:cubicBezTo>
                <a:lnTo>
                  <a:pt x="10571" y="20562"/>
                </a:lnTo>
                <a:lnTo>
                  <a:pt x="1244" y="15653"/>
                </a:lnTo>
                <a:lnTo>
                  <a:pt x="1247" y="15647"/>
                </a:lnTo>
                <a:cubicBezTo>
                  <a:pt x="1091" y="15565"/>
                  <a:pt x="982" y="15407"/>
                  <a:pt x="982" y="15218"/>
                </a:cubicBezTo>
                <a:cubicBezTo>
                  <a:pt x="982" y="15030"/>
                  <a:pt x="1091" y="14872"/>
                  <a:pt x="1247" y="14790"/>
                </a:cubicBezTo>
                <a:lnTo>
                  <a:pt x="1244" y="14784"/>
                </a:lnTo>
                <a:lnTo>
                  <a:pt x="3562" y="13564"/>
                </a:lnTo>
                <a:lnTo>
                  <a:pt x="10113" y="17012"/>
                </a:lnTo>
                <a:lnTo>
                  <a:pt x="10117" y="17006"/>
                </a:lnTo>
                <a:cubicBezTo>
                  <a:pt x="10322" y="17115"/>
                  <a:pt x="10552" y="17182"/>
                  <a:pt x="10800" y="17182"/>
                </a:cubicBezTo>
                <a:cubicBezTo>
                  <a:pt x="11048" y="17182"/>
                  <a:pt x="11278" y="17115"/>
                  <a:pt x="11483" y="17006"/>
                </a:cubicBezTo>
                <a:lnTo>
                  <a:pt x="11486" y="17012"/>
                </a:lnTo>
                <a:lnTo>
                  <a:pt x="18038" y="13564"/>
                </a:lnTo>
                <a:cubicBezTo>
                  <a:pt x="18038" y="13564"/>
                  <a:pt x="20356" y="14784"/>
                  <a:pt x="20356" y="14784"/>
                </a:cubicBezTo>
                <a:close/>
                <a:moveTo>
                  <a:pt x="1244" y="6816"/>
                </a:moveTo>
                <a:lnTo>
                  <a:pt x="1247" y="6811"/>
                </a:lnTo>
                <a:cubicBezTo>
                  <a:pt x="1091" y="6728"/>
                  <a:pt x="982" y="6570"/>
                  <a:pt x="982" y="6382"/>
                </a:cubicBezTo>
                <a:cubicBezTo>
                  <a:pt x="982" y="6194"/>
                  <a:pt x="1091" y="6035"/>
                  <a:pt x="1247" y="5953"/>
                </a:cubicBezTo>
                <a:lnTo>
                  <a:pt x="1244" y="5947"/>
                </a:lnTo>
                <a:lnTo>
                  <a:pt x="10571" y="1038"/>
                </a:lnTo>
                <a:lnTo>
                  <a:pt x="10574" y="1044"/>
                </a:lnTo>
                <a:cubicBezTo>
                  <a:pt x="10643" y="1008"/>
                  <a:pt x="10717" y="982"/>
                  <a:pt x="10800" y="982"/>
                </a:cubicBezTo>
                <a:cubicBezTo>
                  <a:pt x="10883" y="982"/>
                  <a:pt x="10957" y="1008"/>
                  <a:pt x="11026" y="1044"/>
                </a:cubicBezTo>
                <a:lnTo>
                  <a:pt x="11029" y="1038"/>
                </a:lnTo>
                <a:lnTo>
                  <a:pt x="20356" y="5947"/>
                </a:lnTo>
                <a:lnTo>
                  <a:pt x="20353" y="5953"/>
                </a:lnTo>
                <a:cubicBezTo>
                  <a:pt x="20509" y="6035"/>
                  <a:pt x="20618" y="6194"/>
                  <a:pt x="20618" y="6382"/>
                </a:cubicBezTo>
                <a:cubicBezTo>
                  <a:pt x="20618" y="6570"/>
                  <a:pt x="20509" y="6728"/>
                  <a:pt x="20353" y="6811"/>
                </a:cubicBezTo>
                <a:lnTo>
                  <a:pt x="20356" y="6816"/>
                </a:lnTo>
                <a:lnTo>
                  <a:pt x="11029" y="11725"/>
                </a:lnTo>
                <a:lnTo>
                  <a:pt x="11026" y="11720"/>
                </a:lnTo>
                <a:cubicBezTo>
                  <a:pt x="10957" y="11756"/>
                  <a:pt x="10883" y="11782"/>
                  <a:pt x="10800" y="11782"/>
                </a:cubicBezTo>
                <a:cubicBezTo>
                  <a:pt x="10717" y="11782"/>
                  <a:pt x="10643" y="11756"/>
                  <a:pt x="10574" y="11720"/>
                </a:cubicBezTo>
                <a:lnTo>
                  <a:pt x="10571" y="11725"/>
                </a:lnTo>
                <a:cubicBezTo>
                  <a:pt x="10571" y="11725"/>
                  <a:pt x="1244" y="6816"/>
                  <a:pt x="1244" y="6816"/>
                </a:cubicBezTo>
                <a:close/>
                <a:moveTo>
                  <a:pt x="21600" y="10800"/>
                </a:moveTo>
                <a:cubicBezTo>
                  <a:pt x="21600" y="10234"/>
                  <a:pt x="21278" y="9749"/>
                  <a:pt x="20810" y="9503"/>
                </a:cubicBezTo>
                <a:lnTo>
                  <a:pt x="20813" y="9497"/>
                </a:lnTo>
                <a:lnTo>
                  <a:pt x="19092" y="8591"/>
                </a:lnTo>
                <a:lnTo>
                  <a:pt x="20813" y="7685"/>
                </a:lnTo>
                <a:lnTo>
                  <a:pt x="20810" y="7679"/>
                </a:lnTo>
                <a:cubicBezTo>
                  <a:pt x="21278" y="7433"/>
                  <a:pt x="21600" y="6948"/>
                  <a:pt x="21600" y="6382"/>
                </a:cubicBezTo>
                <a:cubicBezTo>
                  <a:pt x="21600" y="5816"/>
                  <a:pt x="21278" y="5331"/>
                  <a:pt x="20810" y="5085"/>
                </a:cubicBezTo>
                <a:lnTo>
                  <a:pt x="20813" y="5079"/>
                </a:lnTo>
                <a:lnTo>
                  <a:pt x="11486" y="170"/>
                </a:lnTo>
                <a:lnTo>
                  <a:pt x="11483" y="175"/>
                </a:lnTo>
                <a:cubicBezTo>
                  <a:pt x="11278" y="67"/>
                  <a:pt x="11048" y="0"/>
                  <a:pt x="10800" y="0"/>
                </a:cubicBezTo>
                <a:cubicBezTo>
                  <a:pt x="10552" y="0"/>
                  <a:pt x="10322" y="67"/>
                  <a:pt x="10117" y="175"/>
                </a:cubicBezTo>
                <a:lnTo>
                  <a:pt x="10113" y="170"/>
                </a:lnTo>
                <a:lnTo>
                  <a:pt x="786" y="5079"/>
                </a:lnTo>
                <a:lnTo>
                  <a:pt x="790" y="5085"/>
                </a:lnTo>
                <a:cubicBezTo>
                  <a:pt x="322" y="5331"/>
                  <a:pt x="0" y="5816"/>
                  <a:pt x="0" y="6382"/>
                </a:cubicBezTo>
                <a:cubicBezTo>
                  <a:pt x="0" y="6948"/>
                  <a:pt x="322" y="7433"/>
                  <a:pt x="790" y="7679"/>
                </a:cubicBezTo>
                <a:lnTo>
                  <a:pt x="786" y="7685"/>
                </a:lnTo>
                <a:lnTo>
                  <a:pt x="2508" y="8591"/>
                </a:lnTo>
                <a:lnTo>
                  <a:pt x="786" y="9497"/>
                </a:lnTo>
                <a:lnTo>
                  <a:pt x="790" y="9503"/>
                </a:lnTo>
                <a:cubicBezTo>
                  <a:pt x="322" y="9749"/>
                  <a:pt x="0" y="10234"/>
                  <a:pt x="0" y="10800"/>
                </a:cubicBezTo>
                <a:cubicBezTo>
                  <a:pt x="0" y="11366"/>
                  <a:pt x="322" y="11851"/>
                  <a:pt x="790" y="12097"/>
                </a:cubicBezTo>
                <a:lnTo>
                  <a:pt x="786" y="12103"/>
                </a:lnTo>
                <a:lnTo>
                  <a:pt x="2508" y="13009"/>
                </a:lnTo>
                <a:lnTo>
                  <a:pt x="786" y="13915"/>
                </a:lnTo>
                <a:lnTo>
                  <a:pt x="790" y="13921"/>
                </a:lnTo>
                <a:cubicBezTo>
                  <a:pt x="322" y="14167"/>
                  <a:pt x="0" y="14652"/>
                  <a:pt x="0" y="15218"/>
                </a:cubicBezTo>
                <a:cubicBezTo>
                  <a:pt x="0" y="15784"/>
                  <a:pt x="322" y="16269"/>
                  <a:pt x="790" y="16515"/>
                </a:cubicBezTo>
                <a:lnTo>
                  <a:pt x="786" y="16521"/>
                </a:lnTo>
                <a:lnTo>
                  <a:pt x="10113" y="21430"/>
                </a:lnTo>
                <a:lnTo>
                  <a:pt x="10117" y="21425"/>
                </a:lnTo>
                <a:cubicBezTo>
                  <a:pt x="10322" y="21533"/>
                  <a:pt x="10552" y="21600"/>
                  <a:pt x="10800" y="21600"/>
                </a:cubicBezTo>
                <a:cubicBezTo>
                  <a:pt x="11048" y="21600"/>
                  <a:pt x="11278" y="21533"/>
                  <a:pt x="11483" y="21425"/>
                </a:cubicBezTo>
                <a:lnTo>
                  <a:pt x="11486" y="21430"/>
                </a:lnTo>
                <a:lnTo>
                  <a:pt x="20813" y="16521"/>
                </a:lnTo>
                <a:lnTo>
                  <a:pt x="20810" y="16515"/>
                </a:lnTo>
                <a:cubicBezTo>
                  <a:pt x="21278" y="16269"/>
                  <a:pt x="21600" y="15784"/>
                  <a:pt x="21600" y="15218"/>
                </a:cubicBezTo>
                <a:cubicBezTo>
                  <a:pt x="21600" y="14652"/>
                  <a:pt x="21278" y="14167"/>
                  <a:pt x="20810" y="13921"/>
                </a:cubicBezTo>
                <a:lnTo>
                  <a:pt x="20813" y="13915"/>
                </a:lnTo>
                <a:lnTo>
                  <a:pt x="19092" y="13009"/>
                </a:lnTo>
                <a:lnTo>
                  <a:pt x="20813" y="12103"/>
                </a:lnTo>
                <a:lnTo>
                  <a:pt x="20810" y="12097"/>
                </a:lnTo>
                <a:cubicBezTo>
                  <a:pt x="21278" y="11851"/>
                  <a:pt x="21600" y="11366"/>
                  <a:pt x="21600" y="1080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500">
              <a:solidFill>
                <a:schemeClr val="tx2"/>
              </a:solidFill>
            </a:endParaRPr>
          </a:p>
        </p:txBody>
      </p:sp>
      <p:sp>
        <p:nvSpPr>
          <p:cNvPr id="13" name="isľîḍé">
            <a:extLst>
              <a:ext uri="{FF2B5EF4-FFF2-40B4-BE49-F238E27FC236}">
                <a16:creationId xmlns:a16="http://schemas.microsoft.com/office/drawing/2014/main" id="{A280375E-88FE-4FBF-A54D-29636DBAAEB4}"/>
              </a:ext>
            </a:extLst>
          </p:cNvPr>
          <p:cNvSpPr/>
          <p:nvPr/>
        </p:nvSpPr>
        <p:spPr>
          <a:xfrm rot="816452">
            <a:off x="10423986" y="1108213"/>
            <a:ext cx="767498" cy="7674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8F1E8C"/>
          </a:solidFill>
          <a:ln w="12700">
            <a:noFill/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500"/>
          </a:p>
        </p:txBody>
      </p:sp>
      <p:sp>
        <p:nvSpPr>
          <p:cNvPr id="16" name="îṣ1îdé">
            <a:extLst>
              <a:ext uri="{FF2B5EF4-FFF2-40B4-BE49-F238E27FC236}">
                <a16:creationId xmlns:a16="http://schemas.microsoft.com/office/drawing/2014/main" id="{27DD31D4-A4FE-4A71-9ACA-67C251F5D6ED}"/>
              </a:ext>
            </a:extLst>
          </p:cNvPr>
          <p:cNvSpPr/>
          <p:nvPr/>
        </p:nvSpPr>
        <p:spPr>
          <a:xfrm>
            <a:off x="819839" y="5505864"/>
            <a:ext cx="3389923" cy="610261"/>
          </a:xfrm>
          <a:prstGeom prst="snip2SameRect">
            <a:avLst>
              <a:gd name="adj1" fmla="val 0"/>
              <a:gd name="adj2" fmla="val 0"/>
            </a:avLst>
          </a:prstGeom>
          <a:ln>
            <a:noFill/>
          </a:ln>
        </p:spPr>
        <p:txBody>
          <a:bodyPr wrap="square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论点</a:t>
            </a:r>
            <a:r>
              <a:rPr lang="en-US" altLang="zh-CN" dirty="0">
                <a:latin typeface="+mn-ea"/>
              </a:rPr>
              <a:t>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论点</a:t>
            </a:r>
            <a:r>
              <a:rPr lang="en-US" altLang="zh-CN" dirty="0">
                <a:latin typeface="+mn-ea"/>
              </a:rPr>
              <a:t>2</a:t>
            </a:r>
          </a:p>
        </p:txBody>
      </p:sp>
      <p:sp>
        <p:nvSpPr>
          <p:cNvPr id="17" name="íṡḷíḓé">
            <a:extLst>
              <a:ext uri="{FF2B5EF4-FFF2-40B4-BE49-F238E27FC236}">
                <a16:creationId xmlns:a16="http://schemas.microsoft.com/office/drawing/2014/main" id="{1E545FEB-1F4C-4210-BE65-5A0105D3F221}"/>
              </a:ext>
            </a:extLst>
          </p:cNvPr>
          <p:cNvSpPr txBox="1"/>
          <p:nvPr/>
        </p:nvSpPr>
        <p:spPr bwMode="auto">
          <a:xfrm>
            <a:off x="819839" y="5053405"/>
            <a:ext cx="3389923" cy="43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rgbClr val="8F1E8C"/>
                </a:solidFill>
                <a:latin typeface="+mn-ea"/>
              </a:rPr>
              <a:t>01 </a:t>
            </a:r>
            <a:r>
              <a:rPr lang="zh-CN" altLang="en-US" sz="2400" b="1" dirty="0">
                <a:solidFill>
                  <a:srgbClr val="8F1E8C"/>
                </a:solidFill>
                <a:latin typeface="+mn-ea"/>
              </a:rPr>
              <a:t>文献查阅</a:t>
            </a:r>
          </a:p>
        </p:txBody>
      </p:sp>
      <p:sp>
        <p:nvSpPr>
          <p:cNvPr id="18" name="îṥḻiďé">
            <a:extLst>
              <a:ext uri="{FF2B5EF4-FFF2-40B4-BE49-F238E27FC236}">
                <a16:creationId xmlns:a16="http://schemas.microsoft.com/office/drawing/2014/main" id="{1DCC8AD4-4BBC-4CF2-9998-CB48539514A2}"/>
              </a:ext>
            </a:extLst>
          </p:cNvPr>
          <p:cNvSpPr/>
          <p:nvPr/>
        </p:nvSpPr>
        <p:spPr>
          <a:xfrm>
            <a:off x="4476658" y="5056392"/>
            <a:ext cx="3389923" cy="610261"/>
          </a:xfrm>
          <a:prstGeom prst="snip2SameRect">
            <a:avLst>
              <a:gd name="adj1" fmla="val 0"/>
              <a:gd name="adj2" fmla="val 0"/>
            </a:avLst>
          </a:prstGeom>
          <a:ln>
            <a:noFill/>
          </a:ln>
        </p:spPr>
        <p:txBody>
          <a:bodyPr wrap="square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论点</a:t>
            </a:r>
            <a:r>
              <a:rPr lang="en-US" altLang="zh-CN" dirty="0">
                <a:latin typeface="+mn-ea"/>
              </a:rPr>
              <a:t>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论点</a:t>
            </a:r>
            <a:r>
              <a:rPr lang="en-US" altLang="zh-CN" dirty="0">
                <a:latin typeface="+mn-ea"/>
              </a:rPr>
              <a:t>2</a:t>
            </a:r>
          </a:p>
        </p:txBody>
      </p:sp>
      <p:sp>
        <p:nvSpPr>
          <p:cNvPr id="19" name="îṣlïde">
            <a:extLst>
              <a:ext uri="{FF2B5EF4-FFF2-40B4-BE49-F238E27FC236}">
                <a16:creationId xmlns:a16="http://schemas.microsoft.com/office/drawing/2014/main" id="{E3293BA2-AFC5-4F60-A4D2-CDE2A7B9AFB4}"/>
              </a:ext>
            </a:extLst>
          </p:cNvPr>
          <p:cNvSpPr txBox="1"/>
          <p:nvPr/>
        </p:nvSpPr>
        <p:spPr bwMode="auto">
          <a:xfrm>
            <a:off x="4476658" y="4603933"/>
            <a:ext cx="3389923" cy="43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rgbClr val="8F1E8C"/>
                </a:solidFill>
                <a:latin typeface="+mn-ea"/>
              </a:rPr>
              <a:t>03 </a:t>
            </a:r>
            <a:r>
              <a:rPr lang="zh-CN" altLang="en-US" sz="2400" b="1" dirty="0">
                <a:solidFill>
                  <a:srgbClr val="8F1E8C"/>
                </a:solidFill>
                <a:latin typeface="+mn-ea"/>
              </a:rPr>
              <a:t>实验方案</a:t>
            </a:r>
          </a:p>
        </p:txBody>
      </p:sp>
      <p:sp>
        <p:nvSpPr>
          <p:cNvPr id="21" name="ïṧļïdé">
            <a:extLst>
              <a:ext uri="{FF2B5EF4-FFF2-40B4-BE49-F238E27FC236}">
                <a16:creationId xmlns:a16="http://schemas.microsoft.com/office/drawing/2014/main" id="{51055690-A657-4533-AE7F-23291E726CA4}"/>
              </a:ext>
            </a:extLst>
          </p:cNvPr>
          <p:cNvSpPr txBox="1"/>
          <p:nvPr/>
        </p:nvSpPr>
        <p:spPr bwMode="auto">
          <a:xfrm>
            <a:off x="8133476" y="3745789"/>
            <a:ext cx="3389923" cy="43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rgbClr val="8F1E8C"/>
                </a:solidFill>
                <a:latin typeface="+mn-ea"/>
              </a:rPr>
              <a:t>05  </a:t>
            </a:r>
            <a:r>
              <a:rPr lang="zh-CN" altLang="en-US" sz="2400" b="1" dirty="0">
                <a:solidFill>
                  <a:srgbClr val="8F1E8C"/>
                </a:solidFill>
                <a:latin typeface="+mn-ea"/>
              </a:rPr>
              <a:t>研究成果</a:t>
            </a:r>
            <a:r>
              <a:rPr lang="en-US" altLang="zh-CN" sz="2400" b="1" dirty="0">
                <a:solidFill>
                  <a:srgbClr val="8F1E8C"/>
                </a:solidFill>
                <a:latin typeface="+mn-ea"/>
              </a:rPr>
              <a:t> </a:t>
            </a:r>
            <a:endParaRPr lang="zh-CN" altLang="en-US" sz="2400" b="1" dirty="0">
              <a:solidFill>
                <a:srgbClr val="8F1E8C"/>
              </a:solidFill>
              <a:latin typeface="+mn-ea"/>
            </a:endParaRPr>
          </a:p>
        </p:txBody>
      </p: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6D4361EF-FDB7-4B29-861C-B408316BE902}"/>
              </a:ext>
            </a:extLst>
          </p:cNvPr>
          <p:cNvCxnSpPr>
            <a:cxnSpLocks/>
          </p:cNvCxnSpPr>
          <p:nvPr/>
        </p:nvCxnSpPr>
        <p:spPr>
          <a:xfrm>
            <a:off x="4343210" y="4668653"/>
            <a:ext cx="0" cy="1474972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21ACB4B-DBCC-4FC1-B3CB-5FD9FC1C3FBB}"/>
              </a:ext>
            </a:extLst>
          </p:cNvPr>
          <p:cNvCxnSpPr>
            <a:cxnSpLocks/>
          </p:cNvCxnSpPr>
          <p:nvPr/>
        </p:nvCxnSpPr>
        <p:spPr>
          <a:xfrm>
            <a:off x="8000029" y="3964022"/>
            <a:ext cx="0" cy="2179603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íṩ1ïdê">
            <a:extLst>
              <a:ext uri="{FF2B5EF4-FFF2-40B4-BE49-F238E27FC236}">
                <a16:creationId xmlns:a16="http://schemas.microsoft.com/office/drawing/2014/main" id="{3526787B-50F0-4A21-B417-FAFF377A575D}"/>
              </a:ext>
            </a:extLst>
          </p:cNvPr>
          <p:cNvSpPr txBox="1"/>
          <p:nvPr/>
        </p:nvSpPr>
        <p:spPr>
          <a:xfrm>
            <a:off x="688028" y="2145677"/>
            <a:ext cx="4556127" cy="888766"/>
          </a:xfrm>
          <a:prstGeom prst="rect">
            <a:avLst/>
          </a:prstGeom>
          <a:noFill/>
        </p:spPr>
        <p:txBody>
          <a:bodyPr wrap="square" lIns="90000" tIns="46800" rIns="90000" bIns="46800" rtlCol="0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论点</a:t>
            </a:r>
            <a:r>
              <a:rPr lang="en-US" altLang="zh-CN" dirty="0">
                <a:latin typeface="+mn-ea"/>
              </a:rPr>
              <a:t>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论点</a:t>
            </a:r>
            <a:r>
              <a:rPr lang="en-US" altLang="zh-CN" dirty="0">
                <a:latin typeface="+mn-ea"/>
              </a:rPr>
              <a:t>2</a:t>
            </a:r>
          </a:p>
        </p:txBody>
      </p:sp>
      <p:sp>
        <p:nvSpPr>
          <p:cNvPr id="25" name="ï$ļíḋé">
            <a:extLst>
              <a:ext uri="{FF2B5EF4-FFF2-40B4-BE49-F238E27FC236}">
                <a16:creationId xmlns:a16="http://schemas.microsoft.com/office/drawing/2014/main" id="{6383C61D-3834-4ED7-A5F9-48E23FB81D87}"/>
              </a:ext>
            </a:extLst>
          </p:cNvPr>
          <p:cNvSpPr txBox="1"/>
          <p:nvPr/>
        </p:nvSpPr>
        <p:spPr>
          <a:xfrm>
            <a:off x="687531" y="1660987"/>
            <a:ext cx="4556129" cy="471820"/>
          </a:xfrm>
          <a:prstGeom prst="rect">
            <a:avLst/>
          </a:prstGeom>
          <a:noFill/>
        </p:spPr>
        <p:txBody>
          <a:bodyPr wrap="none" rtlCol="0" anchor="ctr">
            <a:normAutofit/>
          </a:bodyPr>
          <a:lstStyle/>
          <a:p>
            <a:r>
              <a:rPr lang="en-US" altLang="zh-CN" sz="2400" b="1" dirty="0">
                <a:solidFill>
                  <a:srgbClr val="8F1E8C"/>
                </a:solidFill>
                <a:latin typeface="+mn-ea"/>
              </a:rPr>
              <a:t>02 </a:t>
            </a:r>
            <a:r>
              <a:rPr lang="zh-CN" altLang="en-US" sz="2400" b="1" dirty="0">
                <a:solidFill>
                  <a:srgbClr val="8F1E8C"/>
                </a:solidFill>
                <a:latin typeface="+mn-ea"/>
              </a:rPr>
              <a:t>开题报告</a:t>
            </a:r>
          </a:p>
        </p:txBody>
      </p:sp>
      <p:sp>
        <p:nvSpPr>
          <p:cNvPr id="26" name="ïśļíḑè">
            <a:extLst>
              <a:ext uri="{FF2B5EF4-FFF2-40B4-BE49-F238E27FC236}">
                <a16:creationId xmlns:a16="http://schemas.microsoft.com/office/drawing/2014/main" id="{E74E0814-6D2A-4522-B69D-49A87AB7A2BC}"/>
              </a:ext>
            </a:extLst>
          </p:cNvPr>
          <p:cNvSpPr/>
          <p:nvPr/>
        </p:nvSpPr>
        <p:spPr>
          <a:xfrm>
            <a:off x="6346504" y="1734921"/>
            <a:ext cx="3389923" cy="610261"/>
          </a:xfrm>
          <a:prstGeom prst="snip2SameRect">
            <a:avLst>
              <a:gd name="adj1" fmla="val 0"/>
              <a:gd name="adj2" fmla="val 0"/>
            </a:avLst>
          </a:prstGeom>
          <a:ln>
            <a:noFill/>
          </a:ln>
        </p:spPr>
        <p:txBody>
          <a:bodyPr wrap="square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论点</a:t>
            </a:r>
            <a:r>
              <a:rPr lang="en-US" altLang="zh-CN" dirty="0">
                <a:latin typeface="+mn-ea"/>
              </a:rPr>
              <a:t>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论点</a:t>
            </a:r>
            <a:r>
              <a:rPr lang="en-US" altLang="zh-CN" dirty="0">
                <a:latin typeface="+mn-ea"/>
              </a:rPr>
              <a:t>2</a:t>
            </a:r>
          </a:p>
        </p:txBody>
      </p:sp>
      <p:sp>
        <p:nvSpPr>
          <p:cNvPr id="27" name="îŝļïḍê">
            <a:extLst>
              <a:ext uri="{FF2B5EF4-FFF2-40B4-BE49-F238E27FC236}">
                <a16:creationId xmlns:a16="http://schemas.microsoft.com/office/drawing/2014/main" id="{644C5C42-DAC2-4E1E-ABF3-E7A36D163CFA}"/>
              </a:ext>
            </a:extLst>
          </p:cNvPr>
          <p:cNvSpPr txBox="1"/>
          <p:nvPr/>
        </p:nvSpPr>
        <p:spPr bwMode="auto">
          <a:xfrm>
            <a:off x="6346504" y="1282462"/>
            <a:ext cx="3389923" cy="4364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 anchor="b">
            <a:noAutofit/>
          </a:bodyPr>
          <a:lstStyle>
            <a:defPPr>
              <a:defRPr lang="zh-CN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r>
              <a:rPr lang="en-US" altLang="zh-CN" sz="2400" b="1" dirty="0">
                <a:solidFill>
                  <a:srgbClr val="8F1E8C"/>
                </a:solidFill>
                <a:latin typeface="+mn-ea"/>
              </a:rPr>
              <a:t>04 </a:t>
            </a:r>
            <a:r>
              <a:rPr lang="zh-CN" altLang="en-US" sz="2400" b="1" dirty="0">
                <a:solidFill>
                  <a:srgbClr val="8F1E8C"/>
                </a:solidFill>
                <a:latin typeface="+mn-ea"/>
              </a:rPr>
              <a:t>研究过程</a:t>
            </a:r>
          </a:p>
        </p:txBody>
      </p:sp>
      <p:sp>
        <p:nvSpPr>
          <p:cNvPr id="28" name="ïśļíḑè">
            <a:extLst>
              <a:ext uri="{FF2B5EF4-FFF2-40B4-BE49-F238E27FC236}">
                <a16:creationId xmlns:a16="http://schemas.microsoft.com/office/drawing/2014/main" id="{E74E0814-6D2A-4522-B69D-49A87AB7A2BC}"/>
              </a:ext>
            </a:extLst>
          </p:cNvPr>
          <p:cNvSpPr/>
          <p:nvPr/>
        </p:nvSpPr>
        <p:spPr>
          <a:xfrm>
            <a:off x="8133476" y="4211905"/>
            <a:ext cx="3389923" cy="610261"/>
          </a:xfrm>
          <a:prstGeom prst="snip2SameRect">
            <a:avLst>
              <a:gd name="adj1" fmla="val 0"/>
              <a:gd name="adj2" fmla="val 0"/>
            </a:avLst>
          </a:prstGeom>
          <a:ln>
            <a:noFill/>
          </a:ln>
        </p:spPr>
        <p:txBody>
          <a:bodyPr wrap="square" anchor="t">
            <a:no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论点</a:t>
            </a:r>
            <a:r>
              <a:rPr lang="en-US" altLang="zh-CN" dirty="0">
                <a:latin typeface="+mn-ea"/>
              </a:rPr>
              <a:t>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论点</a:t>
            </a:r>
            <a:r>
              <a:rPr lang="en-US" altLang="zh-CN" dirty="0">
                <a:latin typeface="+mn-ea"/>
              </a:rPr>
              <a:t>2</a:t>
            </a: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D4361EF-FDB7-4B29-861C-B408316BE902}"/>
              </a:ext>
            </a:extLst>
          </p:cNvPr>
          <p:cNvCxnSpPr>
            <a:cxnSpLocks/>
          </p:cNvCxnSpPr>
          <p:nvPr/>
        </p:nvCxnSpPr>
        <p:spPr>
          <a:xfrm>
            <a:off x="6199305" y="1282462"/>
            <a:ext cx="0" cy="1474972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时间轴</a:t>
            </a:r>
          </a:p>
        </p:txBody>
      </p:sp>
      <p:grpSp>
        <p:nvGrpSpPr>
          <p:cNvPr id="2" name="组合 1"/>
          <p:cNvGrpSpPr/>
          <p:nvPr/>
        </p:nvGrpSpPr>
        <p:grpSpPr>
          <a:xfrm>
            <a:off x="1243340" y="4450873"/>
            <a:ext cx="604188" cy="602532"/>
            <a:chOff x="1243340" y="4450873"/>
            <a:chExt cx="604188" cy="602532"/>
          </a:xfrm>
        </p:grpSpPr>
        <p:sp>
          <p:nvSpPr>
            <p:cNvPr id="14" name="îṡḻïḋê">
              <a:extLst>
                <a:ext uri="{FF2B5EF4-FFF2-40B4-BE49-F238E27FC236}">
                  <a16:creationId xmlns:a16="http://schemas.microsoft.com/office/drawing/2014/main" id="{80E5DC4F-D443-4AB0-ACCD-AAF93032D98C}"/>
                </a:ext>
              </a:extLst>
            </p:cNvPr>
            <p:cNvSpPr/>
            <p:nvPr/>
          </p:nvSpPr>
          <p:spPr bwMode="auto">
            <a:xfrm>
              <a:off x="1243340" y="4450873"/>
              <a:ext cx="604188" cy="602532"/>
            </a:xfrm>
            <a:prstGeom prst="ellipse">
              <a:avLst/>
            </a:prstGeom>
            <a:solidFill>
              <a:srgbClr val="8F1E8C"/>
            </a:solidFill>
            <a:ln>
              <a:noFill/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zh-CN"/>
              </a:defPPr>
              <a:lvl1pPr marL="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18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377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566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754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5943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131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320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509" algn="l" defTabSz="914377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en-US" sz="2400" dirty="0">
                <a:solidFill>
                  <a:schemeClr val="bg1"/>
                </a:solidFill>
              </a:endParaRPr>
            </a:p>
          </p:txBody>
        </p:sp>
        <p:sp>
          <p:nvSpPr>
            <p:cNvPr id="29" name="three-books_73757"/>
            <p:cNvSpPr>
              <a:spLocks noChangeAspect="1"/>
            </p:cNvSpPr>
            <p:nvPr/>
          </p:nvSpPr>
          <p:spPr bwMode="auto">
            <a:xfrm>
              <a:off x="1371999" y="4617263"/>
              <a:ext cx="346870" cy="269752"/>
            </a:xfrm>
            <a:custGeom>
              <a:avLst/>
              <a:gdLst>
                <a:gd name="T0" fmla="*/ 2471 w 2903"/>
                <a:gd name="T1" fmla="*/ 1598 h 2261"/>
                <a:gd name="T2" fmla="*/ 2471 w 2903"/>
                <a:gd name="T3" fmla="*/ 2127 h 2261"/>
                <a:gd name="T4" fmla="*/ 2505 w 2903"/>
                <a:gd name="T5" fmla="*/ 2127 h 2261"/>
                <a:gd name="T6" fmla="*/ 2572 w 2903"/>
                <a:gd name="T7" fmla="*/ 2194 h 2261"/>
                <a:gd name="T8" fmla="*/ 2505 w 2903"/>
                <a:gd name="T9" fmla="*/ 2261 h 2261"/>
                <a:gd name="T10" fmla="*/ 2405 w 2903"/>
                <a:gd name="T11" fmla="*/ 2261 h 2261"/>
                <a:gd name="T12" fmla="*/ 2124 w 2903"/>
                <a:gd name="T13" fmla="*/ 2261 h 2261"/>
                <a:gd name="T14" fmla="*/ 398 w 2903"/>
                <a:gd name="T15" fmla="*/ 2261 h 2261"/>
                <a:gd name="T16" fmla="*/ 0 w 2903"/>
                <a:gd name="T17" fmla="*/ 1863 h 2261"/>
                <a:gd name="T18" fmla="*/ 398 w 2903"/>
                <a:gd name="T19" fmla="*/ 1465 h 2261"/>
                <a:gd name="T20" fmla="*/ 2124 w 2903"/>
                <a:gd name="T21" fmla="*/ 1465 h 2261"/>
                <a:gd name="T22" fmla="*/ 2405 w 2903"/>
                <a:gd name="T23" fmla="*/ 1465 h 2261"/>
                <a:gd name="T24" fmla="*/ 2505 w 2903"/>
                <a:gd name="T25" fmla="*/ 1465 h 2261"/>
                <a:gd name="T26" fmla="*/ 2572 w 2903"/>
                <a:gd name="T27" fmla="*/ 1532 h 2261"/>
                <a:gd name="T28" fmla="*/ 2505 w 2903"/>
                <a:gd name="T29" fmla="*/ 1598 h 2261"/>
                <a:gd name="T30" fmla="*/ 2471 w 2903"/>
                <a:gd name="T31" fmla="*/ 1598 h 2261"/>
                <a:gd name="T32" fmla="*/ 2836 w 2903"/>
                <a:gd name="T33" fmla="*/ 1195 h 2261"/>
                <a:gd name="T34" fmla="*/ 2786 w 2903"/>
                <a:gd name="T35" fmla="*/ 1195 h 2261"/>
                <a:gd name="T36" fmla="*/ 2786 w 2903"/>
                <a:gd name="T37" fmla="*/ 786 h 2261"/>
                <a:gd name="T38" fmla="*/ 2836 w 2903"/>
                <a:gd name="T39" fmla="*/ 786 h 2261"/>
                <a:gd name="T40" fmla="*/ 2903 w 2903"/>
                <a:gd name="T41" fmla="*/ 720 h 2261"/>
                <a:gd name="T42" fmla="*/ 2836 w 2903"/>
                <a:gd name="T43" fmla="*/ 653 h 2261"/>
                <a:gd name="T44" fmla="*/ 2720 w 2903"/>
                <a:gd name="T45" fmla="*/ 653 h 2261"/>
                <a:gd name="T46" fmla="*/ 2455 w 2903"/>
                <a:gd name="T47" fmla="*/ 653 h 2261"/>
                <a:gd name="T48" fmla="*/ 1005 w 2903"/>
                <a:gd name="T49" fmla="*/ 653 h 2261"/>
                <a:gd name="T50" fmla="*/ 668 w 2903"/>
                <a:gd name="T51" fmla="*/ 991 h 2261"/>
                <a:gd name="T52" fmla="*/ 1005 w 2903"/>
                <a:gd name="T53" fmla="*/ 1328 h 2261"/>
                <a:gd name="T54" fmla="*/ 2455 w 2903"/>
                <a:gd name="T55" fmla="*/ 1328 h 2261"/>
                <a:gd name="T56" fmla="*/ 2720 w 2903"/>
                <a:gd name="T57" fmla="*/ 1328 h 2261"/>
                <a:gd name="T58" fmla="*/ 2836 w 2903"/>
                <a:gd name="T59" fmla="*/ 1328 h 2261"/>
                <a:gd name="T60" fmla="*/ 2903 w 2903"/>
                <a:gd name="T61" fmla="*/ 1262 h 2261"/>
                <a:gd name="T62" fmla="*/ 2836 w 2903"/>
                <a:gd name="T63" fmla="*/ 1195 h 2261"/>
                <a:gd name="T64" fmla="*/ 226 w 2903"/>
                <a:gd name="T65" fmla="*/ 405 h 2261"/>
                <a:gd name="T66" fmla="*/ 159 w 2903"/>
                <a:gd name="T67" fmla="*/ 472 h 2261"/>
                <a:gd name="T68" fmla="*/ 226 w 2903"/>
                <a:gd name="T69" fmla="*/ 539 h 2261"/>
                <a:gd name="T70" fmla="*/ 323 w 2903"/>
                <a:gd name="T71" fmla="*/ 539 h 2261"/>
                <a:gd name="T72" fmla="*/ 671 w 2903"/>
                <a:gd name="T73" fmla="*/ 539 h 2261"/>
                <a:gd name="T74" fmla="*/ 2248 w 2903"/>
                <a:gd name="T75" fmla="*/ 539 h 2261"/>
                <a:gd name="T76" fmla="*/ 2517 w 2903"/>
                <a:gd name="T77" fmla="*/ 269 h 2261"/>
                <a:gd name="T78" fmla="*/ 2248 w 2903"/>
                <a:gd name="T79" fmla="*/ 0 h 2261"/>
                <a:gd name="T80" fmla="*/ 671 w 2903"/>
                <a:gd name="T81" fmla="*/ 0 h 2261"/>
                <a:gd name="T82" fmla="*/ 323 w 2903"/>
                <a:gd name="T83" fmla="*/ 0 h 2261"/>
                <a:gd name="T84" fmla="*/ 226 w 2903"/>
                <a:gd name="T85" fmla="*/ 0 h 2261"/>
                <a:gd name="T86" fmla="*/ 159 w 2903"/>
                <a:gd name="T87" fmla="*/ 66 h 2261"/>
                <a:gd name="T88" fmla="*/ 226 w 2903"/>
                <a:gd name="T89" fmla="*/ 133 h 2261"/>
                <a:gd name="T90" fmla="*/ 257 w 2903"/>
                <a:gd name="T91" fmla="*/ 133 h 2261"/>
                <a:gd name="T92" fmla="*/ 257 w 2903"/>
                <a:gd name="T93" fmla="*/ 405 h 2261"/>
                <a:gd name="T94" fmla="*/ 226 w 2903"/>
                <a:gd name="T95" fmla="*/ 405 h 2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903" h="2261">
                  <a:moveTo>
                    <a:pt x="2471" y="1598"/>
                  </a:moveTo>
                  <a:lnTo>
                    <a:pt x="2471" y="2127"/>
                  </a:lnTo>
                  <a:lnTo>
                    <a:pt x="2505" y="2127"/>
                  </a:lnTo>
                  <a:cubicBezTo>
                    <a:pt x="2542" y="2127"/>
                    <a:pt x="2572" y="2157"/>
                    <a:pt x="2572" y="2194"/>
                  </a:cubicBezTo>
                  <a:cubicBezTo>
                    <a:pt x="2572" y="2231"/>
                    <a:pt x="2542" y="2261"/>
                    <a:pt x="2505" y="2261"/>
                  </a:cubicBezTo>
                  <a:lnTo>
                    <a:pt x="2405" y="2261"/>
                  </a:lnTo>
                  <a:lnTo>
                    <a:pt x="2124" y="2261"/>
                  </a:lnTo>
                  <a:lnTo>
                    <a:pt x="398" y="2261"/>
                  </a:lnTo>
                  <a:cubicBezTo>
                    <a:pt x="178" y="2261"/>
                    <a:pt x="0" y="2082"/>
                    <a:pt x="0" y="1863"/>
                  </a:cubicBezTo>
                  <a:cubicBezTo>
                    <a:pt x="0" y="1643"/>
                    <a:pt x="178" y="1465"/>
                    <a:pt x="398" y="1465"/>
                  </a:cubicBezTo>
                  <a:lnTo>
                    <a:pt x="2124" y="1465"/>
                  </a:lnTo>
                  <a:lnTo>
                    <a:pt x="2405" y="1465"/>
                  </a:lnTo>
                  <a:lnTo>
                    <a:pt x="2505" y="1465"/>
                  </a:lnTo>
                  <a:cubicBezTo>
                    <a:pt x="2542" y="1465"/>
                    <a:pt x="2572" y="1495"/>
                    <a:pt x="2572" y="1532"/>
                  </a:cubicBezTo>
                  <a:cubicBezTo>
                    <a:pt x="2572" y="1568"/>
                    <a:pt x="2542" y="1598"/>
                    <a:pt x="2505" y="1598"/>
                  </a:cubicBezTo>
                  <a:lnTo>
                    <a:pt x="2471" y="1598"/>
                  </a:lnTo>
                  <a:close/>
                  <a:moveTo>
                    <a:pt x="2836" y="1195"/>
                  </a:moveTo>
                  <a:lnTo>
                    <a:pt x="2786" y="1195"/>
                  </a:lnTo>
                  <a:lnTo>
                    <a:pt x="2786" y="786"/>
                  </a:lnTo>
                  <a:lnTo>
                    <a:pt x="2836" y="786"/>
                  </a:lnTo>
                  <a:cubicBezTo>
                    <a:pt x="2873" y="786"/>
                    <a:pt x="2903" y="757"/>
                    <a:pt x="2903" y="720"/>
                  </a:cubicBezTo>
                  <a:cubicBezTo>
                    <a:pt x="2903" y="683"/>
                    <a:pt x="2873" y="653"/>
                    <a:pt x="2836" y="653"/>
                  </a:cubicBezTo>
                  <a:lnTo>
                    <a:pt x="2720" y="653"/>
                  </a:lnTo>
                  <a:lnTo>
                    <a:pt x="2455" y="653"/>
                  </a:lnTo>
                  <a:lnTo>
                    <a:pt x="1005" y="653"/>
                  </a:lnTo>
                  <a:cubicBezTo>
                    <a:pt x="819" y="653"/>
                    <a:pt x="668" y="805"/>
                    <a:pt x="668" y="991"/>
                  </a:cubicBezTo>
                  <a:cubicBezTo>
                    <a:pt x="668" y="1177"/>
                    <a:pt x="819" y="1328"/>
                    <a:pt x="1005" y="1328"/>
                  </a:cubicBezTo>
                  <a:lnTo>
                    <a:pt x="2455" y="1328"/>
                  </a:lnTo>
                  <a:lnTo>
                    <a:pt x="2720" y="1328"/>
                  </a:lnTo>
                  <a:lnTo>
                    <a:pt x="2836" y="1328"/>
                  </a:lnTo>
                  <a:cubicBezTo>
                    <a:pt x="2873" y="1328"/>
                    <a:pt x="2903" y="1299"/>
                    <a:pt x="2903" y="1262"/>
                  </a:cubicBezTo>
                  <a:cubicBezTo>
                    <a:pt x="2903" y="1225"/>
                    <a:pt x="2873" y="1195"/>
                    <a:pt x="2836" y="1195"/>
                  </a:cubicBezTo>
                  <a:close/>
                  <a:moveTo>
                    <a:pt x="226" y="405"/>
                  </a:moveTo>
                  <a:cubicBezTo>
                    <a:pt x="189" y="405"/>
                    <a:pt x="159" y="435"/>
                    <a:pt x="159" y="472"/>
                  </a:cubicBezTo>
                  <a:cubicBezTo>
                    <a:pt x="159" y="509"/>
                    <a:pt x="189" y="539"/>
                    <a:pt x="226" y="539"/>
                  </a:cubicBezTo>
                  <a:lnTo>
                    <a:pt x="323" y="539"/>
                  </a:lnTo>
                  <a:lnTo>
                    <a:pt x="671" y="539"/>
                  </a:lnTo>
                  <a:lnTo>
                    <a:pt x="2248" y="539"/>
                  </a:lnTo>
                  <a:cubicBezTo>
                    <a:pt x="2396" y="539"/>
                    <a:pt x="2517" y="418"/>
                    <a:pt x="2517" y="269"/>
                  </a:cubicBezTo>
                  <a:cubicBezTo>
                    <a:pt x="2517" y="121"/>
                    <a:pt x="2396" y="0"/>
                    <a:pt x="2248" y="0"/>
                  </a:cubicBezTo>
                  <a:lnTo>
                    <a:pt x="671" y="0"/>
                  </a:lnTo>
                  <a:lnTo>
                    <a:pt x="323" y="0"/>
                  </a:lnTo>
                  <a:lnTo>
                    <a:pt x="226" y="0"/>
                  </a:lnTo>
                  <a:cubicBezTo>
                    <a:pt x="189" y="0"/>
                    <a:pt x="159" y="30"/>
                    <a:pt x="159" y="66"/>
                  </a:cubicBezTo>
                  <a:cubicBezTo>
                    <a:pt x="159" y="103"/>
                    <a:pt x="189" y="133"/>
                    <a:pt x="226" y="133"/>
                  </a:cubicBezTo>
                  <a:lnTo>
                    <a:pt x="257" y="133"/>
                  </a:lnTo>
                  <a:lnTo>
                    <a:pt x="257" y="405"/>
                  </a:lnTo>
                  <a:lnTo>
                    <a:pt x="226" y="40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016182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时间轴</a:t>
            </a:r>
          </a:p>
        </p:txBody>
      </p:sp>
      <p:sp>
        <p:nvSpPr>
          <p:cNvPr id="3" name="iṣļîḑê">
            <a:extLst>
              <a:ext uri="{FF2B5EF4-FFF2-40B4-BE49-F238E27FC236}">
                <a16:creationId xmlns:a16="http://schemas.microsoft.com/office/drawing/2014/main" id="{753832CF-5A8E-48A2-8C1B-EA020D87C31D}"/>
              </a:ext>
            </a:extLst>
          </p:cNvPr>
          <p:cNvSpPr/>
          <p:nvPr/>
        </p:nvSpPr>
        <p:spPr>
          <a:xfrm>
            <a:off x="6679627" y="2692993"/>
            <a:ext cx="269927" cy="375566"/>
          </a:xfrm>
          <a:custGeom>
            <a:avLst/>
            <a:gdLst>
              <a:gd name="connsiteX0" fmla="*/ 264916 w 435254"/>
              <a:gd name="connsiteY0" fmla="*/ 387002 h 605592"/>
              <a:gd name="connsiteX1" fmla="*/ 232980 w 435254"/>
              <a:gd name="connsiteY1" fmla="*/ 444284 h 605592"/>
              <a:gd name="connsiteX2" fmla="*/ 290446 w 435254"/>
              <a:gd name="connsiteY2" fmla="*/ 476076 h 605592"/>
              <a:gd name="connsiteX3" fmla="*/ 322289 w 435254"/>
              <a:gd name="connsiteY3" fmla="*/ 418794 h 605592"/>
              <a:gd name="connsiteX4" fmla="*/ 264916 w 435254"/>
              <a:gd name="connsiteY4" fmla="*/ 387002 h 605592"/>
              <a:gd name="connsiteX5" fmla="*/ 139402 w 435254"/>
              <a:gd name="connsiteY5" fmla="*/ 338432 h 605592"/>
              <a:gd name="connsiteX6" fmla="*/ 295830 w 435254"/>
              <a:gd name="connsiteY6" fmla="*/ 338432 h 605592"/>
              <a:gd name="connsiteX7" fmla="*/ 380961 w 435254"/>
              <a:gd name="connsiteY7" fmla="*/ 497395 h 605592"/>
              <a:gd name="connsiteX8" fmla="*/ 379940 w 435254"/>
              <a:gd name="connsiteY8" fmla="*/ 538271 h 605592"/>
              <a:gd name="connsiteX9" fmla="*/ 344291 w 435254"/>
              <a:gd name="connsiteY9" fmla="*/ 558384 h 605592"/>
              <a:gd name="connsiteX10" fmla="*/ 90941 w 435254"/>
              <a:gd name="connsiteY10" fmla="*/ 558384 h 605592"/>
              <a:gd name="connsiteX11" fmla="*/ 55385 w 435254"/>
              <a:gd name="connsiteY11" fmla="*/ 538271 h 605592"/>
              <a:gd name="connsiteX12" fmla="*/ 54364 w 435254"/>
              <a:gd name="connsiteY12" fmla="*/ 497395 h 605592"/>
              <a:gd name="connsiteX13" fmla="*/ 206517 w 435254"/>
              <a:gd name="connsiteY13" fmla="*/ 242939 h 605592"/>
              <a:gd name="connsiteX14" fmla="*/ 242338 w 435254"/>
              <a:gd name="connsiteY14" fmla="*/ 262869 h 605592"/>
              <a:gd name="connsiteX15" fmla="*/ 222386 w 435254"/>
              <a:gd name="connsiteY15" fmla="*/ 298651 h 605592"/>
              <a:gd name="connsiteX16" fmla="*/ 186565 w 435254"/>
              <a:gd name="connsiteY16" fmla="*/ 278813 h 605592"/>
              <a:gd name="connsiteX17" fmla="*/ 206517 w 435254"/>
              <a:gd name="connsiteY17" fmla="*/ 242939 h 605592"/>
              <a:gd name="connsiteX18" fmla="*/ 247634 w 435254"/>
              <a:gd name="connsiteY18" fmla="*/ 115529 h 605592"/>
              <a:gd name="connsiteX19" fmla="*/ 277725 w 435254"/>
              <a:gd name="connsiteY19" fmla="*/ 132203 h 605592"/>
              <a:gd name="connsiteX20" fmla="*/ 261007 w 435254"/>
              <a:gd name="connsiteY20" fmla="*/ 162123 h 605592"/>
              <a:gd name="connsiteX21" fmla="*/ 231009 w 435254"/>
              <a:gd name="connsiteY21" fmla="*/ 145542 h 605592"/>
              <a:gd name="connsiteX22" fmla="*/ 247634 w 435254"/>
              <a:gd name="connsiteY22" fmla="*/ 115529 h 605592"/>
              <a:gd name="connsiteX23" fmla="*/ 150273 w 435254"/>
              <a:gd name="connsiteY23" fmla="*/ 71748 h 605592"/>
              <a:gd name="connsiteX24" fmla="*/ 150273 w 435254"/>
              <a:gd name="connsiteY24" fmla="*/ 263353 h 605592"/>
              <a:gd name="connsiteX25" fmla="*/ 32555 w 435254"/>
              <a:gd name="connsiteY25" fmla="*/ 483510 h 605592"/>
              <a:gd name="connsiteX26" fmla="*/ 34134 w 435254"/>
              <a:gd name="connsiteY26" fmla="*/ 548769 h 605592"/>
              <a:gd name="connsiteX27" fmla="*/ 90950 w 435254"/>
              <a:gd name="connsiteY27" fmla="*/ 580935 h 605592"/>
              <a:gd name="connsiteX28" fmla="*/ 344304 w 435254"/>
              <a:gd name="connsiteY28" fmla="*/ 580935 h 605592"/>
              <a:gd name="connsiteX29" fmla="*/ 401120 w 435254"/>
              <a:gd name="connsiteY29" fmla="*/ 548769 h 605592"/>
              <a:gd name="connsiteX30" fmla="*/ 402791 w 435254"/>
              <a:gd name="connsiteY30" fmla="*/ 483510 h 605592"/>
              <a:gd name="connsiteX31" fmla="*/ 284981 w 435254"/>
              <a:gd name="connsiteY31" fmla="*/ 263353 h 605592"/>
              <a:gd name="connsiteX32" fmla="*/ 284981 w 435254"/>
              <a:gd name="connsiteY32" fmla="*/ 71748 h 605592"/>
              <a:gd name="connsiteX33" fmla="*/ 96799 w 435254"/>
              <a:gd name="connsiteY33" fmla="*/ 0 h 605592"/>
              <a:gd name="connsiteX34" fmla="*/ 337527 w 435254"/>
              <a:gd name="connsiteY34" fmla="*/ 0 h 605592"/>
              <a:gd name="connsiteX35" fmla="*/ 373548 w 435254"/>
              <a:gd name="connsiteY35" fmla="*/ 35874 h 605592"/>
              <a:gd name="connsiteX36" fmla="*/ 337527 w 435254"/>
              <a:gd name="connsiteY36" fmla="*/ 71748 h 605592"/>
              <a:gd name="connsiteX37" fmla="*/ 309768 w 435254"/>
              <a:gd name="connsiteY37" fmla="*/ 71748 h 605592"/>
              <a:gd name="connsiteX38" fmla="*/ 309768 w 435254"/>
              <a:gd name="connsiteY38" fmla="*/ 257235 h 605592"/>
              <a:gd name="connsiteX39" fmla="*/ 424608 w 435254"/>
              <a:gd name="connsiteY39" fmla="*/ 471923 h 605592"/>
              <a:gd name="connsiteX40" fmla="*/ 422380 w 435254"/>
              <a:gd name="connsiteY40" fmla="*/ 561468 h 605592"/>
              <a:gd name="connsiteX41" fmla="*/ 344304 w 435254"/>
              <a:gd name="connsiteY41" fmla="*/ 605592 h 605592"/>
              <a:gd name="connsiteX42" fmla="*/ 90950 w 435254"/>
              <a:gd name="connsiteY42" fmla="*/ 605592 h 605592"/>
              <a:gd name="connsiteX43" fmla="*/ 12874 w 435254"/>
              <a:gd name="connsiteY43" fmla="*/ 561468 h 605592"/>
              <a:gd name="connsiteX44" fmla="*/ 10646 w 435254"/>
              <a:gd name="connsiteY44" fmla="*/ 471923 h 605592"/>
              <a:gd name="connsiteX45" fmla="*/ 125579 w 435254"/>
              <a:gd name="connsiteY45" fmla="*/ 257235 h 605592"/>
              <a:gd name="connsiteX46" fmla="*/ 125579 w 435254"/>
              <a:gd name="connsiteY46" fmla="*/ 71748 h 605592"/>
              <a:gd name="connsiteX47" fmla="*/ 96799 w 435254"/>
              <a:gd name="connsiteY47" fmla="*/ 71748 h 605592"/>
              <a:gd name="connsiteX48" fmla="*/ 61799 w 435254"/>
              <a:gd name="connsiteY48" fmla="*/ 35874 h 605592"/>
              <a:gd name="connsiteX49" fmla="*/ 96799 w 435254"/>
              <a:gd name="connsiteY49" fmla="*/ 0 h 605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435254" h="605592">
                <a:moveTo>
                  <a:pt x="264916" y="387002"/>
                </a:moveTo>
                <a:cubicBezTo>
                  <a:pt x="240222" y="393953"/>
                  <a:pt x="225925" y="419628"/>
                  <a:pt x="232980" y="444284"/>
                </a:cubicBezTo>
                <a:cubicBezTo>
                  <a:pt x="240036" y="468846"/>
                  <a:pt x="265752" y="483120"/>
                  <a:pt x="290446" y="476076"/>
                </a:cubicBezTo>
                <a:cubicBezTo>
                  <a:pt x="315048" y="469032"/>
                  <a:pt x="329344" y="443357"/>
                  <a:pt x="322289" y="418794"/>
                </a:cubicBezTo>
                <a:cubicBezTo>
                  <a:pt x="315233" y="394139"/>
                  <a:pt x="289518" y="379957"/>
                  <a:pt x="264916" y="387002"/>
                </a:cubicBezTo>
                <a:close/>
                <a:moveTo>
                  <a:pt x="139402" y="338432"/>
                </a:moveTo>
                <a:lnTo>
                  <a:pt x="295830" y="338432"/>
                </a:lnTo>
                <a:lnTo>
                  <a:pt x="380961" y="497395"/>
                </a:lnTo>
                <a:cubicBezTo>
                  <a:pt x="387831" y="510278"/>
                  <a:pt x="387367" y="525758"/>
                  <a:pt x="379940" y="538271"/>
                </a:cubicBezTo>
                <a:cubicBezTo>
                  <a:pt x="372420" y="550784"/>
                  <a:pt x="358866" y="558384"/>
                  <a:pt x="344291" y="558384"/>
                </a:cubicBezTo>
                <a:lnTo>
                  <a:pt x="90941" y="558384"/>
                </a:lnTo>
                <a:cubicBezTo>
                  <a:pt x="76366" y="558384"/>
                  <a:pt x="62905" y="550784"/>
                  <a:pt x="55385" y="538271"/>
                </a:cubicBezTo>
                <a:cubicBezTo>
                  <a:pt x="47865" y="525758"/>
                  <a:pt x="47494" y="510278"/>
                  <a:pt x="54364" y="497395"/>
                </a:cubicBezTo>
                <a:close/>
                <a:moveTo>
                  <a:pt x="206517" y="242939"/>
                </a:moveTo>
                <a:cubicBezTo>
                  <a:pt x="221829" y="238582"/>
                  <a:pt x="237884" y="247481"/>
                  <a:pt x="242338" y="262869"/>
                </a:cubicBezTo>
                <a:cubicBezTo>
                  <a:pt x="246700" y="278257"/>
                  <a:pt x="237791" y="294201"/>
                  <a:pt x="222386" y="298651"/>
                </a:cubicBezTo>
                <a:cubicBezTo>
                  <a:pt x="206981" y="303008"/>
                  <a:pt x="191019" y="294109"/>
                  <a:pt x="186565" y="278813"/>
                </a:cubicBezTo>
                <a:cubicBezTo>
                  <a:pt x="182203" y="263425"/>
                  <a:pt x="191112" y="247388"/>
                  <a:pt x="206517" y="242939"/>
                </a:cubicBezTo>
                <a:close/>
                <a:moveTo>
                  <a:pt x="247634" y="115529"/>
                </a:moveTo>
                <a:cubicBezTo>
                  <a:pt x="260543" y="111917"/>
                  <a:pt x="274010" y="119327"/>
                  <a:pt x="277725" y="132203"/>
                </a:cubicBezTo>
                <a:cubicBezTo>
                  <a:pt x="281347" y="145079"/>
                  <a:pt x="273917" y="158418"/>
                  <a:pt x="261007" y="162123"/>
                </a:cubicBezTo>
                <a:cubicBezTo>
                  <a:pt x="248191" y="165829"/>
                  <a:pt x="234724" y="158326"/>
                  <a:pt x="231009" y="145542"/>
                </a:cubicBezTo>
                <a:cubicBezTo>
                  <a:pt x="227294" y="132666"/>
                  <a:pt x="234817" y="119235"/>
                  <a:pt x="247634" y="115529"/>
                </a:cubicBezTo>
                <a:close/>
                <a:moveTo>
                  <a:pt x="150273" y="71748"/>
                </a:moveTo>
                <a:lnTo>
                  <a:pt x="150273" y="263353"/>
                </a:lnTo>
                <a:lnTo>
                  <a:pt x="32555" y="483510"/>
                </a:lnTo>
                <a:cubicBezTo>
                  <a:pt x="21601" y="503903"/>
                  <a:pt x="22251" y="528931"/>
                  <a:pt x="34134" y="548769"/>
                </a:cubicBezTo>
                <a:cubicBezTo>
                  <a:pt x="46017" y="568606"/>
                  <a:pt x="67834" y="580935"/>
                  <a:pt x="90950" y="580935"/>
                </a:cubicBezTo>
                <a:lnTo>
                  <a:pt x="344304" y="580935"/>
                </a:lnTo>
                <a:cubicBezTo>
                  <a:pt x="367420" y="580935"/>
                  <a:pt x="389237" y="568606"/>
                  <a:pt x="401120" y="548769"/>
                </a:cubicBezTo>
                <a:cubicBezTo>
                  <a:pt x="413096" y="528931"/>
                  <a:pt x="413653" y="503903"/>
                  <a:pt x="402791" y="483510"/>
                </a:cubicBezTo>
                <a:lnTo>
                  <a:pt x="284981" y="263353"/>
                </a:lnTo>
                <a:lnTo>
                  <a:pt x="284981" y="71748"/>
                </a:lnTo>
                <a:close/>
                <a:moveTo>
                  <a:pt x="96799" y="0"/>
                </a:moveTo>
                <a:lnTo>
                  <a:pt x="337527" y="0"/>
                </a:lnTo>
                <a:cubicBezTo>
                  <a:pt x="357394" y="0"/>
                  <a:pt x="373548" y="16036"/>
                  <a:pt x="373548" y="35874"/>
                </a:cubicBezTo>
                <a:cubicBezTo>
                  <a:pt x="373548" y="55711"/>
                  <a:pt x="357394" y="71748"/>
                  <a:pt x="337527" y="71748"/>
                </a:cubicBezTo>
                <a:lnTo>
                  <a:pt x="309768" y="71748"/>
                </a:lnTo>
                <a:lnTo>
                  <a:pt x="309768" y="257235"/>
                </a:lnTo>
                <a:lnTo>
                  <a:pt x="424608" y="471923"/>
                </a:lnTo>
                <a:cubicBezTo>
                  <a:pt x="439555" y="499917"/>
                  <a:pt x="438719" y="534215"/>
                  <a:pt x="422380" y="561468"/>
                </a:cubicBezTo>
                <a:cubicBezTo>
                  <a:pt x="406041" y="588721"/>
                  <a:pt x="376147" y="605592"/>
                  <a:pt x="344304" y="605592"/>
                </a:cubicBezTo>
                <a:lnTo>
                  <a:pt x="90950" y="605592"/>
                </a:lnTo>
                <a:cubicBezTo>
                  <a:pt x="59200" y="605592"/>
                  <a:pt x="29213" y="588721"/>
                  <a:pt x="12874" y="561468"/>
                </a:cubicBezTo>
                <a:cubicBezTo>
                  <a:pt x="-3465" y="534215"/>
                  <a:pt x="-4301" y="499917"/>
                  <a:pt x="10646" y="471923"/>
                </a:cubicBezTo>
                <a:lnTo>
                  <a:pt x="125579" y="257235"/>
                </a:lnTo>
                <a:lnTo>
                  <a:pt x="125579" y="71748"/>
                </a:lnTo>
                <a:lnTo>
                  <a:pt x="96799" y="71748"/>
                </a:lnTo>
                <a:cubicBezTo>
                  <a:pt x="77396" y="71284"/>
                  <a:pt x="61799" y="55433"/>
                  <a:pt x="61799" y="35874"/>
                </a:cubicBezTo>
                <a:cubicBezTo>
                  <a:pt x="61799" y="16407"/>
                  <a:pt x="77396" y="556"/>
                  <a:pt x="96799" y="0"/>
                </a:cubicBezTo>
                <a:close/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500">
              <a:solidFill>
                <a:schemeClr val="tx2"/>
              </a:solidFill>
            </a:endParaRPr>
          </a:p>
        </p:txBody>
      </p:sp>
      <p:sp>
        <p:nvSpPr>
          <p:cNvPr id="4" name="ïṥḻîḋé">
            <a:extLst>
              <a:ext uri="{FF2B5EF4-FFF2-40B4-BE49-F238E27FC236}">
                <a16:creationId xmlns:a16="http://schemas.microsoft.com/office/drawing/2014/main" id="{9C659E6F-8DD5-414E-A1D3-4A537E1C505C}"/>
              </a:ext>
            </a:extLst>
          </p:cNvPr>
          <p:cNvSpPr/>
          <p:nvPr/>
        </p:nvSpPr>
        <p:spPr>
          <a:xfrm>
            <a:off x="8567338" y="3244017"/>
            <a:ext cx="279328" cy="2793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353" y="11229"/>
                </a:moveTo>
                <a:lnTo>
                  <a:pt x="20356" y="11234"/>
                </a:lnTo>
                <a:lnTo>
                  <a:pt x="11029" y="16143"/>
                </a:lnTo>
                <a:lnTo>
                  <a:pt x="11026" y="16138"/>
                </a:lnTo>
                <a:cubicBezTo>
                  <a:pt x="10957" y="16174"/>
                  <a:pt x="10883" y="16200"/>
                  <a:pt x="10800" y="16200"/>
                </a:cubicBezTo>
                <a:cubicBezTo>
                  <a:pt x="10717" y="16200"/>
                  <a:pt x="10643" y="16174"/>
                  <a:pt x="10574" y="16138"/>
                </a:cubicBezTo>
                <a:lnTo>
                  <a:pt x="10571" y="16143"/>
                </a:lnTo>
                <a:lnTo>
                  <a:pt x="1244" y="11234"/>
                </a:lnTo>
                <a:lnTo>
                  <a:pt x="1247" y="11229"/>
                </a:lnTo>
                <a:cubicBezTo>
                  <a:pt x="1091" y="11147"/>
                  <a:pt x="982" y="10988"/>
                  <a:pt x="982" y="10800"/>
                </a:cubicBezTo>
                <a:cubicBezTo>
                  <a:pt x="982" y="10612"/>
                  <a:pt x="1091" y="10453"/>
                  <a:pt x="1247" y="10371"/>
                </a:cubicBezTo>
                <a:lnTo>
                  <a:pt x="1244" y="10366"/>
                </a:lnTo>
                <a:lnTo>
                  <a:pt x="3562" y="9146"/>
                </a:lnTo>
                <a:lnTo>
                  <a:pt x="10113" y="12594"/>
                </a:lnTo>
                <a:lnTo>
                  <a:pt x="10117" y="12588"/>
                </a:lnTo>
                <a:cubicBezTo>
                  <a:pt x="10322" y="12697"/>
                  <a:pt x="10552" y="12764"/>
                  <a:pt x="10800" y="12764"/>
                </a:cubicBezTo>
                <a:cubicBezTo>
                  <a:pt x="11048" y="12764"/>
                  <a:pt x="11278" y="12697"/>
                  <a:pt x="11483" y="12588"/>
                </a:cubicBezTo>
                <a:lnTo>
                  <a:pt x="11486" y="12594"/>
                </a:lnTo>
                <a:lnTo>
                  <a:pt x="18038" y="9146"/>
                </a:lnTo>
                <a:lnTo>
                  <a:pt x="20356" y="10366"/>
                </a:lnTo>
                <a:lnTo>
                  <a:pt x="20353" y="10371"/>
                </a:lnTo>
                <a:cubicBezTo>
                  <a:pt x="20509" y="10453"/>
                  <a:pt x="20618" y="10612"/>
                  <a:pt x="20618" y="10800"/>
                </a:cubicBezTo>
                <a:cubicBezTo>
                  <a:pt x="20618" y="10988"/>
                  <a:pt x="20509" y="11147"/>
                  <a:pt x="20353" y="11229"/>
                </a:cubicBezTo>
                <a:moveTo>
                  <a:pt x="20356" y="14784"/>
                </a:moveTo>
                <a:lnTo>
                  <a:pt x="20353" y="14790"/>
                </a:lnTo>
                <a:cubicBezTo>
                  <a:pt x="20509" y="14872"/>
                  <a:pt x="20618" y="15030"/>
                  <a:pt x="20618" y="15218"/>
                </a:cubicBezTo>
                <a:cubicBezTo>
                  <a:pt x="20618" y="15407"/>
                  <a:pt x="20509" y="15565"/>
                  <a:pt x="20353" y="15647"/>
                </a:cubicBezTo>
                <a:lnTo>
                  <a:pt x="20356" y="15653"/>
                </a:lnTo>
                <a:lnTo>
                  <a:pt x="11029" y="20562"/>
                </a:lnTo>
                <a:lnTo>
                  <a:pt x="11026" y="20556"/>
                </a:lnTo>
                <a:cubicBezTo>
                  <a:pt x="10957" y="20592"/>
                  <a:pt x="10883" y="20618"/>
                  <a:pt x="10800" y="20618"/>
                </a:cubicBezTo>
                <a:cubicBezTo>
                  <a:pt x="10717" y="20618"/>
                  <a:pt x="10643" y="20592"/>
                  <a:pt x="10574" y="20556"/>
                </a:cubicBezTo>
                <a:lnTo>
                  <a:pt x="10571" y="20562"/>
                </a:lnTo>
                <a:lnTo>
                  <a:pt x="1244" y="15653"/>
                </a:lnTo>
                <a:lnTo>
                  <a:pt x="1247" y="15647"/>
                </a:lnTo>
                <a:cubicBezTo>
                  <a:pt x="1091" y="15565"/>
                  <a:pt x="982" y="15407"/>
                  <a:pt x="982" y="15218"/>
                </a:cubicBezTo>
                <a:cubicBezTo>
                  <a:pt x="982" y="15030"/>
                  <a:pt x="1091" y="14872"/>
                  <a:pt x="1247" y="14790"/>
                </a:cubicBezTo>
                <a:lnTo>
                  <a:pt x="1244" y="14784"/>
                </a:lnTo>
                <a:lnTo>
                  <a:pt x="3562" y="13564"/>
                </a:lnTo>
                <a:lnTo>
                  <a:pt x="10113" y="17012"/>
                </a:lnTo>
                <a:lnTo>
                  <a:pt x="10117" y="17006"/>
                </a:lnTo>
                <a:cubicBezTo>
                  <a:pt x="10322" y="17115"/>
                  <a:pt x="10552" y="17182"/>
                  <a:pt x="10800" y="17182"/>
                </a:cubicBezTo>
                <a:cubicBezTo>
                  <a:pt x="11048" y="17182"/>
                  <a:pt x="11278" y="17115"/>
                  <a:pt x="11483" y="17006"/>
                </a:cubicBezTo>
                <a:lnTo>
                  <a:pt x="11486" y="17012"/>
                </a:lnTo>
                <a:lnTo>
                  <a:pt x="18038" y="13564"/>
                </a:lnTo>
                <a:cubicBezTo>
                  <a:pt x="18038" y="13564"/>
                  <a:pt x="20356" y="14784"/>
                  <a:pt x="20356" y="14784"/>
                </a:cubicBezTo>
                <a:close/>
                <a:moveTo>
                  <a:pt x="1244" y="6816"/>
                </a:moveTo>
                <a:lnTo>
                  <a:pt x="1247" y="6811"/>
                </a:lnTo>
                <a:cubicBezTo>
                  <a:pt x="1091" y="6728"/>
                  <a:pt x="982" y="6570"/>
                  <a:pt x="982" y="6382"/>
                </a:cubicBezTo>
                <a:cubicBezTo>
                  <a:pt x="982" y="6194"/>
                  <a:pt x="1091" y="6035"/>
                  <a:pt x="1247" y="5953"/>
                </a:cubicBezTo>
                <a:lnTo>
                  <a:pt x="1244" y="5947"/>
                </a:lnTo>
                <a:lnTo>
                  <a:pt x="10571" y="1038"/>
                </a:lnTo>
                <a:lnTo>
                  <a:pt x="10574" y="1044"/>
                </a:lnTo>
                <a:cubicBezTo>
                  <a:pt x="10643" y="1008"/>
                  <a:pt x="10717" y="982"/>
                  <a:pt x="10800" y="982"/>
                </a:cubicBezTo>
                <a:cubicBezTo>
                  <a:pt x="10883" y="982"/>
                  <a:pt x="10957" y="1008"/>
                  <a:pt x="11026" y="1044"/>
                </a:cubicBezTo>
                <a:lnTo>
                  <a:pt x="11029" y="1038"/>
                </a:lnTo>
                <a:lnTo>
                  <a:pt x="20356" y="5947"/>
                </a:lnTo>
                <a:lnTo>
                  <a:pt x="20353" y="5953"/>
                </a:lnTo>
                <a:cubicBezTo>
                  <a:pt x="20509" y="6035"/>
                  <a:pt x="20618" y="6194"/>
                  <a:pt x="20618" y="6382"/>
                </a:cubicBezTo>
                <a:cubicBezTo>
                  <a:pt x="20618" y="6570"/>
                  <a:pt x="20509" y="6728"/>
                  <a:pt x="20353" y="6811"/>
                </a:cubicBezTo>
                <a:lnTo>
                  <a:pt x="20356" y="6816"/>
                </a:lnTo>
                <a:lnTo>
                  <a:pt x="11029" y="11725"/>
                </a:lnTo>
                <a:lnTo>
                  <a:pt x="11026" y="11720"/>
                </a:lnTo>
                <a:cubicBezTo>
                  <a:pt x="10957" y="11756"/>
                  <a:pt x="10883" y="11782"/>
                  <a:pt x="10800" y="11782"/>
                </a:cubicBezTo>
                <a:cubicBezTo>
                  <a:pt x="10717" y="11782"/>
                  <a:pt x="10643" y="11756"/>
                  <a:pt x="10574" y="11720"/>
                </a:cubicBezTo>
                <a:lnTo>
                  <a:pt x="10571" y="11725"/>
                </a:lnTo>
                <a:cubicBezTo>
                  <a:pt x="10571" y="11725"/>
                  <a:pt x="1244" y="6816"/>
                  <a:pt x="1244" y="6816"/>
                </a:cubicBezTo>
                <a:close/>
                <a:moveTo>
                  <a:pt x="21600" y="10800"/>
                </a:moveTo>
                <a:cubicBezTo>
                  <a:pt x="21600" y="10234"/>
                  <a:pt x="21278" y="9749"/>
                  <a:pt x="20810" y="9503"/>
                </a:cubicBezTo>
                <a:lnTo>
                  <a:pt x="20813" y="9497"/>
                </a:lnTo>
                <a:lnTo>
                  <a:pt x="19092" y="8591"/>
                </a:lnTo>
                <a:lnTo>
                  <a:pt x="20813" y="7685"/>
                </a:lnTo>
                <a:lnTo>
                  <a:pt x="20810" y="7679"/>
                </a:lnTo>
                <a:cubicBezTo>
                  <a:pt x="21278" y="7433"/>
                  <a:pt x="21600" y="6948"/>
                  <a:pt x="21600" y="6382"/>
                </a:cubicBezTo>
                <a:cubicBezTo>
                  <a:pt x="21600" y="5816"/>
                  <a:pt x="21278" y="5331"/>
                  <a:pt x="20810" y="5085"/>
                </a:cubicBezTo>
                <a:lnTo>
                  <a:pt x="20813" y="5079"/>
                </a:lnTo>
                <a:lnTo>
                  <a:pt x="11486" y="170"/>
                </a:lnTo>
                <a:lnTo>
                  <a:pt x="11483" y="175"/>
                </a:lnTo>
                <a:cubicBezTo>
                  <a:pt x="11278" y="67"/>
                  <a:pt x="11048" y="0"/>
                  <a:pt x="10800" y="0"/>
                </a:cubicBezTo>
                <a:cubicBezTo>
                  <a:pt x="10552" y="0"/>
                  <a:pt x="10322" y="67"/>
                  <a:pt x="10117" y="175"/>
                </a:cubicBezTo>
                <a:lnTo>
                  <a:pt x="10113" y="170"/>
                </a:lnTo>
                <a:lnTo>
                  <a:pt x="786" y="5079"/>
                </a:lnTo>
                <a:lnTo>
                  <a:pt x="790" y="5085"/>
                </a:lnTo>
                <a:cubicBezTo>
                  <a:pt x="322" y="5331"/>
                  <a:pt x="0" y="5816"/>
                  <a:pt x="0" y="6382"/>
                </a:cubicBezTo>
                <a:cubicBezTo>
                  <a:pt x="0" y="6948"/>
                  <a:pt x="322" y="7433"/>
                  <a:pt x="790" y="7679"/>
                </a:cubicBezTo>
                <a:lnTo>
                  <a:pt x="786" y="7685"/>
                </a:lnTo>
                <a:lnTo>
                  <a:pt x="2508" y="8591"/>
                </a:lnTo>
                <a:lnTo>
                  <a:pt x="786" y="9497"/>
                </a:lnTo>
                <a:lnTo>
                  <a:pt x="790" y="9503"/>
                </a:lnTo>
                <a:cubicBezTo>
                  <a:pt x="322" y="9749"/>
                  <a:pt x="0" y="10234"/>
                  <a:pt x="0" y="10800"/>
                </a:cubicBezTo>
                <a:cubicBezTo>
                  <a:pt x="0" y="11366"/>
                  <a:pt x="322" y="11851"/>
                  <a:pt x="790" y="12097"/>
                </a:cubicBezTo>
                <a:lnTo>
                  <a:pt x="786" y="12103"/>
                </a:lnTo>
                <a:lnTo>
                  <a:pt x="2508" y="13009"/>
                </a:lnTo>
                <a:lnTo>
                  <a:pt x="786" y="13915"/>
                </a:lnTo>
                <a:lnTo>
                  <a:pt x="790" y="13921"/>
                </a:lnTo>
                <a:cubicBezTo>
                  <a:pt x="322" y="14167"/>
                  <a:pt x="0" y="14652"/>
                  <a:pt x="0" y="15218"/>
                </a:cubicBezTo>
                <a:cubicBezTo>
                  <a:pt x="0" y="15784"/>
                  <a:pt x="322" y="16269"/>
                  <a:pt x="790" y="16515"/>
                </a:cubicBezTo>
                <a:lnTo>
                  <a:pt x="786" y="16521"/>
                </a:lnTo>
                <a:lnTo>
                  <a:pt x="10113" y="21430"/>
                </a:lnTo>
                <a:lnTo>
                  <a:pt x="10117" y="21425"/>
                </a:lnTo>
                <a:cubicBezTo>
                  <a:pt x="10322" y="21533"/>
                  <a:pt x="10552" y="21600"/>
                  <a:pt x="10800" y="21600"/>
                </a:cubicBezTo>
                <a:cubicBezTo>
                  <a:pt x="11048" y="21600"/>
                  <a:pt x="11278" y="21533"/>
                  <a:pt x="11483" y="21425"/>
                </a:cubicBezTo>
                <a:lnTo>
                  <a:pt x="11486" y="21430"/>
                </a:lnTo>
                <a:lnTo>
                  <a:pt x="20813" y="16521"/>
                </a:lnTo>
                <a:lnTo>
                  <a:pt x="20810" y="16515"/>
                </a:lnTo>
                <a:cubicBezTo>
                  <a:pt x="21278" y="16269"/>
                  <a:pt x="21600" y="15784"/>
                  <a:pt x="21600" y="15218"/>
                </a:cubicBezTo>
                <a:cubicBezTo>
                  <a:pt x="21600" y="14652"/>
                  <a:pt x="21278" y="14167"/>
                  <a:pt x="20810" y="13921"/>
                </a:cubicBezTo>
                <a:lnTo>
                  <a:pt x="20813" y="13915"/>
                </a:lnTo>
                <a:lnTo>
                  <a:pt x="19092" y="13009"/>
                </a:lnTo>
                <a:lnTo>
                  <a:pt x="20813" y="12103"/>
                </a:lnTo>
                <a:lnTo>
                  <a:pt x="20810" y="12097"/>
                </a:lnTo>
                <a:cubicBezTo>
                  <a:pt x="21278" y="11851"/>
                  <a:pt x="21600" y="11366"/>
                  <a:pt x="21600" y="10800"/>
                </a:cubicBezTo>
              </a:path>
            </a:pathLst>
          </a:custGeom>
          <a:solidFill>
            <a:schemeClr val="bg1"/>
          </a:solidFill>
          <a:ln w="12700">
            <a:miter lim="400000"/>
          </a:ln>
        </p:spPr>
        <p:txBody>
          <a:bodyPr lIns="19045" tIns="19045" rIns="19045" bIns="19045" anchor="ctr"/>
          <a:lstStyle/>
          <a:p>
            <a:pPr defTabSz="228532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sz="1500">
              <a:solidFill>
                <a:schemeClr val="tx2"/>
              </a:solidFill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D4361EF-FDB7-4B29-861C-B408316BE902}"/>
              </a:ext>
            </a:extLst>
          </p:cNvPr>
          <p:cNvCxnSpPr>
            <a:cxnSpLocks/>
          </p:cNvCxnSpPr>
          <p:nvPr/>
        </p:nvCxnSpPr>
        <p:spPr>
          <a:xfrm>
            <a:off x="4343210" y="4668653"/>
            <a:ext cx="0" cy="1474972"/>
          </a:xfrm>
          <a:prstGeom prst="line">
            <a:avLst/>
          </a:prstGeom>
          <a:ln w="3175" cap="rnd">
            <a:solidFill>
              <a:schemeClr val="bg1">
                <a:lumMod val="85000"/>
              </a:schemeClr>
            </a:solidFill>
            <a:round/>
            <a:headEnd type="none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组合 42"/>
          <p:cNvGrpSpPr/>
          <p:nvPr>
            <p:custDataLst>
              <p:tags r:id="rId1"/>
            </p:custDataLst>
          </p:nvPr>
        </p:nvGrpSpPr>
        <p:grpSpPr>
          <a:xfrm>
            <a:off x="590124" y="1281763"/>
            <a:ext cx="10941344" cy="5411683"/>
            <a:chOff x="590124" y="1281763"/>
            <a:chExt cx="10941344" cy="5411683"/>
          </a:xfrm>
        </p:grpSpPr>
        <p:grpSp>
          <p:nvGrpSpPr>
            <p:cNvPr id="9" name="iŝľíďé"/>
            <p:cNvGrpSpPr>
              <a:grpSpLocks/>
            </p:cNvGrpSpPr>
            <p:nvPr/>
          </p:nvGrpSpPr>
          <p:grpSpPr bwMode="auto">
            <a:xfrm>
              <a:off x="831850" y="3588832"/>
              <a:ext cx="10528300" cy="374227"/>
              <a:chOff x="832509" y="3538536"/>
              <a:chExt cx="10527134" cy="209828"/>
            </a:xfrm>
          </p:grpSpPr>
          <p:sp>
            <p:nvSpPr>
              <p:cNvPr id="40" name="íSḷídé"/>
              <p:cNvSpPr/>
              <p:nvPr/>
            </p:nvSpPr>
            <p:spPr>
              <a:xfrm>
                <a:off x="937271" y="3621196"/>
                <a:ext cx="10379363" cy="5958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1" name="ïṣ1íḋê"/>
              <p:cNvSpPr/>
              <p:nvPr/>
            </p:nvSpPr>
            <p:spPr>
              <a:xfrm rot="2700000">
                <a:off x="832357" y="3538688"/>
                <a:ext cx="209828" cy="209524"/>
              </a:xfrm>
              <a:prstGeom prst="teardrop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42" name="ïşḻïḑè"/>
              <p:cNvSpPr/>
              <p:nvPr/>
            </p:nvSpPr>
            <p:spPr>
              <a:xfrm rot="18900000" flipH="1">
                <a:off x="11149815" y="3538688"/>
                <a:ext cx="209828" cy="209524"/>
              </a:xfrm>
              <a:prstGeom prst="teardrop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/>
              </a:p>
            </p:txBody>
          </p:sp>
        </p:grpSp>
        <p:sp>
          <p:nvSpPr>
            <p:cNvPr id="10" name="ïṣļïḑe"/>
            <p:cNvSpPr/>
            <p:nvPr/>
          </p:nvSpPr>
          <p:spPr>
            <a:xfrm>
              <a:off x="2606650" y="3614347"/>
              <a:ext cx="180972" cy="323196"/>
            </a:xfrm>
            <a:prstGeom prst="ellipse">
              <a:avLst/>
            </a:prstGeom>
            <a:solidFill>
              <a:srgbClr val="D99ED8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1" name="ïṧḷiďê"/>
            <p:cNvSpPr/>
            <p:nvPr/>
          </p:nvSpPr>
          <p:spPr>
            <a:xfrm>
              <a:off x="590124" y="4325595"/>
              <a:ext cx="2842618" cy="1785625"/>
            </a:xfrm>
            <a:prstGeom prst="wedgeRectCallout">
              <a:avLst>
                <a:gd name="adj1" fmla="val 24510"/>
                <a:gd name="adj2" fmla="val -68514"/>
              </a:avLst>
            </a:prstGeom>
            <a:solidFill>
              <a:srgbClr val="D99E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2" name="iṧḷidê"/>
            <p:cNvSpPr/>
            <p:nvPr/>
          </p:nvSpPr>
          <p:spPr>
            <a:xfrm>
              <a:off x="3651210" y="3614347"/>
              <a:ext cx="179385" cy="323196"/>
            </a:xfrm>
            <a:prstGeom prst="ellipse">
              <a:avLst/>
            </a:prstGeom>
            <a:solidFill>
              <a:srgbClr val="7030A0">
                <a:alpha val="44000"/>
              </a:srgbClr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3" name="iśļíďè"/>
            <p:cNvSpPr/>
            <p:nvPr/>
          </p:nvSpPr>
          <p:spPr>
            <a:xfrm rot="10800000">
              <a:off x="1143017" y="1673075"/>
              <a:ext cx="3771583" cy="1538693"/>
            </a:xfrm>
            <a:prstGeom prst="wedgeRectCallout">
              <a:avLst>
                <a:gd name="adj1" fmla="val -20034"/>
                <a:gd name="adj2" fmla="val -70313"/>
              </a:avLst>
            </a:prstGeom>
            <a:solidFill>
              <a:srgbClr val="7030A0">
                <a:alpha val="44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4" name="îSļíḋe"/>
            <p:cNvSpPr/>
            <p:nvPr/>
          </p:nvSpPr>
          <p:spPr>
            <a:xfrm>
              <a:off x="5462522" y="3614347"/>
              <a:ext cx="180972" cy="323196"/>
            </a:xfrm>
            <a:prstGeom prst="ellipse">
              <a:avLst/>
            </a:prstGeom>
            <a:solidFill>
              <a:srgbClr val="7030A0">
                <a:alpha val="88000"/>
              </a:srgbClr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5" name="í$ḷïḑê"/>
            <p:cNvSpPr/>
            <p:nvPr/>
          </p:nvSpPr>
          <p:spPr>
            <a:xfrm>
              <a:off x="6997612" y="3614347"/>
              <a:ext cx="180972" cy="323196"/>
            </a:xfrm>
            <a:prstGeom prst="ellipse">
              <a:avLst/>
            </a:prstGeom>
            <a:solidFill>
              <a:srgbClr val="891D86">
                <a:alpha val="60000"/>
              </a:srgbClr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" name="ïṥľîḓè"/>
            <p:cNvSpPr/>
            <p:nvPr/>
          </p:nvSpPr>
          <p:spPr>
            <a:xfrm>
              <a:off x="8721612" y="3614347"/>
              <a:ext cx="180972" cy="323196"/>
            </a:xfrm>
            <a:prstGeom prst="ellipse">
              <a:avLst/>
            </a:prstGeom>
            <a:solidFill>
              <a:srgbClr val="891D86">
                <a:alpha val="84000"/>
              </a:srgbClr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" name="iŝḷiḍé"/>
            <p:cNvSpPr/>
            <p:nvPr/>
          </p:nvSpPr>
          <p:spPr>
            <a:xfrm>
              <a:off x="9480426" y="3614347"/>
              <a:ext cx="180972" cy="323196"/>
            </a:xfrm>
            <a:prstGeom prst="ellipse">
              <a:avLst/>
            </a:prstGeom>
            <a:solidFill>
              <a:srgbClr val="7030A0">
                <a:alpha val="72000"/>
              </a:srgbClr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8" name="iŝḻïḓe"/>
            <p:cNvSpPr/>
            <p:nvPr/>
          </p:nvSpPr>
          <p:spPr>
            <a:xfrm rot="10800000">
              <a:off x="5100574" y="1673074"/>
              <a:ext cx="3133681" cy="1618075"/>
            </a:xfrm>
            <a:prstGeom prst="wedgeRectCallout">
              <a:avLst>
                <a:gd name="adj1" fmla="val -16058"/>
                <a:gd name="adj2" fmla="val -64928"/>
              </a:avLst>
            </a:prstGeom>
            <a:solidFill>
              <a:srgbClr val="891D86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9" name="ïṥḷiḍè"/>
            <p:cNvSpPr txBox="1"/>
            <p:nvPr/>
          </p:nvSpPr>
          <p:spPr>
            <a:xfrm>
              <a:off x="2145666" y="3465674"/>
              <a:ext cx="501643" cy="357731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eaLnBrk="1" fontAlgn="auto" hangingPunct="1">
                <a:defRPr/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2</a:t>
              </a:r>
              <a:r>
                <a:rPr lang="en-US" sz="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 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011</a:t>
              </a:r>
            </a:p>
          </p:txBody>
        </p:sp>
        <p:sp>
          <p:nvSpPr>
            <p:cNvPr id="20" name="íśļîḓé"/>
            <p:cNvSpPr txBox="1"/>
            <p:nvPr/>
          </p:nvSpPr>
          <p:spPr>
            <a:xfrm>
              <a:off x="5694268" y="3497420"/>
              <a:ext cx="501643" cy="342016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eaLnBrk="1" fontAlgn="auto" hangingPunct="1">
                <a:defRPr/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2</a:t>
              </a:r>
              <a:r>
                <a:rPr lang="en-US" sz="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 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012</a:t>
              </a:r>
            </a:p>
          </p:txBody>
        </p:sp>
        <p:sp>
          <p:nvSpPr>
            <p:cNvPr id="21" name="iS1ïḍé"/>
            <p:cNvSpPr txBox="1"/>
            <p:nvPr/>
          </p:nvSpPr>
          <p:spPr>
            <a:xfrm>
              <a:off x="8181870" y="3526931"/>
              <a:ext cx="501643" cy="327489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eaLnBrk="1" fontAlgn="auto" hangingPunct="1">
                <a:defRPr/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2</a:t>
              </a:r>
              <a:r>
                <a:rPr lang="en-US" sz="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 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015</a:t>
              </a:r>
            </a:p>
          </p:txBody>
        </p:sp>
        <p:sp>
          <p:nvSpPr>
            <p:cNvPr id="22" name="îṡļiḍe"/>
            <p:cNvSpPr txBox="1"/>
            <p:nvPr/>
          </p:nvSpPr>
          <p:spPr>
            <a:xfrm>
              <a:off x="3830595" y="3858286"/>
              <a:ext cx="503230" cy="301893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eaLnBrk="1" fontAlgn="auto" hangingPunct="1">
                <a:defRPr/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2</a:t>
              </a:r>
              <a:r>
                <a:rPr lang="en-US" sz="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 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012</a:t>
              </a:r>
            </a:p>
          </p:txBody>
        </p:sp>
        <p:sp>
          <p:nvSpPr>
            <p:cNvPr id="23" name="îśḷiḋè"/>
            <p:cNvSpPr txBox="1"/>
            <p:nvPr/>
          </p:nvSpPr>
          <p:spPr>
            <a:xfrm>
              <a:off x="7127476" y="3872338"/>
              <a:ext cx="501643" cy="467783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eaLnBrk="1" fontAlgn="auto" hangingPunct="1">
                <a:defRPr/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2</a:t>
              </a:r>
              <a:r>
                <a:rPr lang="en-US" sz="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 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014</a:t>
              </a:r>
            </a:p>
          </p:txBody>
        </p:sp>
        <p:sp>
          <p:nvSpPr>
            <p:cNvPr id="24" name="iṩľîḋe"/>
            <p:cNvSpPr txBox="1"/>
            <p:nvPr/>
          </p:nvSpPr>
          <p:spPr>
            <a:xfrm>
              <a:off x="9653679" y="3872812"/>
              <a:ext cx="540915" cy="417102"/>
            </a:xfrm>
            <a:prstGeom prst="rect">
              <a:avLst/>
            </a:prstGeom>
            <a:noFill/>
          </p:spPr>
          <p:txBody>
            <a:bodyPr wrap="none">
              <a:normAutofit/>
            </a:bodyPr>
            <a:lstStyle/>
            <a:p>
              <a:pPr eaLnBrk="1" fontAlgn="auto" hangingPunct="1">
                <a:defRPr/>
              </a:pP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2</a:t>
              </a:r>
              <a:r>
                <a:rPr lang="en-US" sz="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 </a:t>
              </a:r>
              <a:r>
                <a:rPr lang="en-US" sz="1100" dirty="0">
                  <a:solidFill>
                    <a:schemeClr val="bg1">
                      <a:lumMod val="50000"/>
                    </a:schemeClr>
                  </a:solidFill>
                  <a:latin typeface="Impact" panose="020B0806030902050204" pitchFamily="34" charset="0"/>
                </a:rPr>
                <a:t>015</a:t>
              </a:r>
            </a:p>
          </p:txBody>
        </p:sp>
        <p:sp>
          <p:nvSpPr>
            <p:cNvPr id="25" name="iṧ1ïḋè"/>
            <p:cNvSpPr/>
            <p:nvPr/>
          </p:nvSpPr>
          <p:spPr>
            <a:xfrm>
              <a:off x="7378297" y="4340121"/>
              <a:ext cx="4153171" cy="1782672"/>
            </a:xfrm>
            <a:prstGeom prst="wedgeRectCallout">
              <a:avLst>
                <a:gd name="adj1" fmla="val -15471"/>
                <a:gd name="adj2" fmla="val -69069"/>
              </a:avLst>
            </a:prstGeom>
            <a:solidFill>
              <a:srgbClr val="891D86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6" name="ïṡḻidè"/>
            <p:cNvSpPr/>
            <p:nvPr/>
          </p:nvSpPr>
          <p:spPr>
            <a:xfrm rot="10800000">
              <a:off x="8420228" y="1673071"/>
              <a:ext cx="3041391" cy="1618077"/>
            </a:xfrm>
            <a:prstGeom prst="wedgeRectCallout">
              <a:avLst>
                <a:gd name="adj1" fmla="val 13897"/>
                <a:gd name="adj2" fmla="val -65920"/>
              </a:avLst>
            </a:prstGeom>
            <a:solidFill>
              <a:srgbClr val="7030A0">
                <a:alpha val="7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27" name="í$ľíḍè"/>
            <p:cNvSpPr txBox="1"/>
            <p:nvPr/>
          </p:nvSpPr>
          <p:spPr bwMode="auto">
            <a:xfrm flipH="1">
              <a:off x="1143015" y="1707045"/>
              <a:ext cx="3771583" cy="1459928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90000" tIns="46800" rIns="90000" bIns="46800" anchor="ctr" anchorCtr="1">
              <a:normAutofit/>
              <a:sp3d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+mn-ea"/>
                </a:rPr>
                <a:t>论点</a:t>
              </a:r>
              <a:r>
                <a:rPr lang="en-US" altLang="zh-CN" sz="2000" dirty="0">
                  <a:latin typeface="+mn-ea"/>
                </a:rPr>
                <a:t>1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+mn-ea"/>
                </a:rPr>
                <a:t>论点</a:t>
              </a:r>
              <a:r>
                <a:rPr lang="en-US" altLang="zh-CN" sz="2000" dirty="0">
                  <a:latin typeface="+mn-ea"/>
                </a:rPr>
                <a:t>2</a:t>
              </a:r>
            </a:p>
          </p:txBody>
        </p:sp>
        <p:sp>
          <p:nvSpPr>
            <p:cNvPr id="28" name="îṣ1îḋe"/>
            <p:cNvSpPr txBox="1"/>
            <p:nvPr/>
          </p:nvSpPr>
          <p:spPr bwMode="auto">
            <a:xfrm>
              <a:off x="1084170" y="1281763"/>
              <a:ext cx="1258958" cy="553542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zh-CN" sz="2400" b="1" dirty="0">
                  <a:solidFill>
                    <a:srgbClr val="8F1E8C"/>
                  </a:solidFill>
                  <a:latin typeface="+mn-ea"/>
                </a:rPr>
                <a:t>02 </a:t>
              </a:r>
              <a:r>
                <a:rPr lang="zh-CN" altLang="en-US" sz="2400" b="1" dirty="0">
                  <a:solidFill>
                    <a:srgbClr val="8F1E8C"/>
                  </a:solidFill>
                  <a:latin typeface="+mn-ea"/>
                </a:rPr>
                <a:t>开题报告</a:t>
              </a:r>
            </a:p>
          </p:txBody>
        </p:sp>
        <p:sp>
          <p:nvSpPr>
            <p:cNvPr id="29" name="ïṡ1iḍè"/>
            <p:cNvSpPr txBox="1"/>
            <p:nvPr/>
          </p:nvSpPr>
          <p:spPr bwMode="auto">
            <a:xfrm>
              <a:off x="5125477" y="1281763"/>
              <a:ext cx="1258958" cy="553542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zh-CN" sz="2400" b="1" dirty="0">
                  <a:solidFill>
                    <a:srgbClr val="8F1E8C"/>
                  </a:solidFill>
                  <a:latin typeface="+mn-ea"/>
                </a:rPr>
                <a:t>04 </a:t>
              </a:r>
              <a:r>
                <a:rPr lang="zh-CN" altLang="en-US" sz="2400" b="1" dirty="0">
                  <a:solidFill>
                    <a:srgbClr val="8F1E8C"/>
                  </a:solidFill>
                  <a:latin typeface="+mn-ea"/>
                </a:rPr>
                <a:t>研究过程</a:t>
              </a:r>
            </a:p>
          </p:txBody>
        </p:sp>
        <p:sp>
          <p:nvSpPr>
            <p:cNvPr id="30" name="íṣḻiďé"/>
            <p:cNvSpPr txBox="1"/>
            <p:nvPr/>
          </p:nvSpPr>
          <p:spPr bwMode="auto">
            <a:xfrm>
              <a:off x="8357372" y="1281763"/>
              <a:ext cx="1258958" cy="553542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zh-CN" sz="2400" b="1" dirty="0">
                  <a:solidFill>
                    <a:srgbClr val="8F1E8C"/>
                  </a:solidFill>
                  <a:latin typeface="+mn-ea"/>
                </a:rPr>
                <a:t>06  </a:t>
              </a:r>
              <a:r>
                <a:rPr lang="zh-CN" altLang="en-US" sz="2400" b="1" dirty="0">
                  <a:solidFill>
                    <a:srgbClr val="8F1E8C"/>
                  </a:solidFill>
                  <a:latin typeface="+mn-ea"/>
                </a:rPr>
                <a:t>前景展望</a:t>
              </a:r>
              <a:r>
                <a:rPr lang="en-US" altLang="zh-CN" sz="2400" b="1" dirty="0">
                  <a:solidFill>
                    <a:srgbClr val="8F1E8C"/>
                  </a:solidFill>
                  <a:latin typeface="+mn-ea"/>
                </a:rPr>
                <a:t> </a:t>
              </a:r>
              <a:endParaRPr lang="zh-CN" altLang="en-US" sz="2400" b="1" dirty="0">
                <a:solidFill>
                  <a:srgbClr val="8F1E8C"/>
                </a:solidFill>
                <a:latin typeface="+mn-ea"/>
              </a:endParaRPr>
            </a:p>
          </p:txBody>
        </p:sp>
        <p:sp>
          <p:nvSpPr>
            <p:cNvPr id="31" name="îṥ1íḋe"/>
            <p:cNvSpPr txBox="1"/>
            <p:nvPr/>
          </p:nvSpPr>
          <p:spPr bwMode="auto">
            <a:xfrm>
              <a:off x="590124" y="6139904"/>
              <a:ext cx="1258958" cy="553542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zh-CN" sz="2400" b="1" dirty="0">
                  <a:solidFill>
                    <a:srgbClr val="8F1E8C"/>
                  </a:solidFill>
                  <a:latin typeface="+mn-ea"/>
                </a:rPr>
                <a:t>01 </a:t>
              </a:r>
              <a:r>
                <a:rPr lang="zh-CN" altLang="en-US" sz="2400" b="1" dirty="0">
                  <a:solidFill>
                    <a:srgbClr val="8F1E8C"/>
                  </a:solidFill>
                  <a:latin typeface="+mn-ea"/>
                </a:rPr>
                <a:t>文献查阅</a:t>
              </a:r>
            </a:p>
          </p:txBody>
        </p:sp>
        <p:sp>
          <p:nvSpPr>
            <p:cNvPr id="32" name="íŝlíḓe"/>
            <p:cNvSpPr txBox="1"/>
            <p:nvPr/>
          </p:nvSpPr>
          <p:spPr bwMode="auto">
            <a:xfrm>
              <a:off x="7269651" y="6139904"/>
              <a:ext cx="1258958" cy="553542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zh-CN" sz="2400" b="1" dirty="0">
                  <a:solidFill>
                    <a:srgbClr val="8F1E8C"/>
                  </a:solidFill>
                  <a:latin typeface="+mn-ea"/>
                </a:rPr>
                <a:t>05  </a:t>
              </a:r>
              <a:r>
                <a:rPr lang="zh-CN" altLang="en-US" sz="2400" b="1" dirty="0">
                  <a:solidFill>
                    <a:srgbClr val="8F1E8C"/>
                  </a:solidFill>
                  <a:latin typeface="+mn-ea"/>
                </a:rPr>
                <a:t>研究成果</a:t>
              </a:r>
              <a:r>
                <a:rPr lang="en-US" altLang="zh-CN" sz="2400" b="1" dirty="0">
                  <a:solidFill>
                    <a:srgbClr val="8F1E8C"/>
                  </a:solidFill>
                  <a:latin typeface="+mn-ea"/>
                </a:rPr>
                <a:t> </a:t>
              </a:r>
              <a:endParaRPr lang="zh-CN" altLang="en-US" sz="2400" b="1" dirty="0">
                <a:solidFill>
                  <a:srgbClr val="8F1E8C"/>
                </a:solidFill>
                <a:latin typeface="+mn-ea"/>
              </a:endParaRPr>
            </a:p>
          </p:txBody>
        </p:sp>
        <p:sp>
          <p:nvSpPr>
            <p:cNvPr id="33" name="iş1iďé"/>
            <p:cNvSpPr/>
            <p:nvPr/>
          </p:nvSpPr>
          <p:spPr>
            <a:xfrm>
              <a:off x="3562606" y="4340120"/>
              <a:ext cx="3615978" cy="1782673"/>
            </a:xfrm>
            <a:prstGeom prst="wedgeRectCallout">
              <a:avLst>
                <a:gd name="adj1" fmla="val 7494"/>
                <a:gd name="adj2" fmla="val -68860"/>
              </a:avLst>
            </a:prstGeom>
            <a:solidFill>
              <a:srgbClr val="7030A0">
                <a:alpha val="88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34" name="iṩľïḋê"/>
            <p:cNvSpPr txBox="1"/>
            <p:nvPr/>
          </p:nvSpPr>
          <p:spPr bwMode="auto">
            <a:xfrm>
              <a:off x="3516564" y="6139904"/>
              <a:ext cx="1258958" cy="553542"/>
            </a:xfrm>
            <a:prstGeom prst="rect">
              <a:avLst/>
            </a:prstGeom>
            <a:noFill/>
          </p:spPr>
          <p:txBody>
            <a:bodyPr wrap="none" lIns="90000" tIns="46800" rIns="90000" bIns="46800">
              <a:noAutofit/>
            </a:bodyPr>
            <a:lstStyle/>
            <a:p>
              <a:r>
                <a:rPr lang="en-US" altLang="zh-CN" sz="2400" b="1" dirty="0">
                  <a:solidFill>
                    <a:srgbClr val="8F1E8C"/>
                  </a:solidFill>
                  <a:latin typeface="+mn-ea"/>
                </a:rPr>
                <a:t>03 </a:t>
              </a:r>
              <a:r>
                <a:rPr lang="zh-CN" altLang="en-US" sz="2400" b="1" dirty="0">
                  <a:solidFill>
                    <a:srgbClr val="8F1E8C"/>
                  </a:solidFill>
                  <a:latin typeface="+mn-ea"/>
                </a:rPr>
                <a:t>实验方案</a:t>
              </a:r>
            </a:p>
          </p:txBody>
        </p:sp>
        <p:sp>
          <p:nvSpPr>
            <p:cNvPr id="46" name="í$ľíḍè"/>
            <p:cNvSpPr txBox="1"/>
            <p:nvPr/>
          </p:nvSpPr>
          <p:spPr bwMode="auto">
            <a:xfrm flipH="1">
              <a:off x="5100570" y="1777278"/>
              <a:ext cx="3133685" cy="1459928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90000" tIns="46800" rIns="90000" bIns="46800" anchor="ctr" anchorCtr="1">
              <a:normAutofit/>
              <a:sp3d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+mn-ea"/>
                </a:rPr>
                <a:t>论点</a:t>
              </a:r>
              <a:r>
                <a:rPr lang="en-US" altLang="zh-CN" sz="2000" dirty="0">
                  <a:latin typeface="+mn-ea"/>
                </a:rPr>
                <a:t>1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+mn-ea"/>
                </a:rPr>
                <a:t>论点</a:t>
              </a:r>
              <a:r>
                <a:rPr lang="en-US" altLang="zh-CN" sz="2000" dirty="0">
                  <a:latin typeface="+mn-ea"/>
                </a:rPr>
                <a:t>2</a:t>
              </a:r>
            </a:p>
          </p:txBody>
        </p:sp>
        <p:sp>
          <p:nvSpPr>
            <p:cNvPr id="47" name="í$ľíḍè"/>
            <p:cNvSpPr txBox="1"/>
            <p:nvPr/>
          </p:nvSpPr>
          <p:spPr bwMode="auto">
            <a:xfrm flipH="1">
              <a:off x="8392017" y="1666789"/>
              <a:ext cx="3022384" cy="1459928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90000" tIns="46800" rIns="90000" bIns="46800" anchor="ctr" anchorCtr="1">
              <a:normAutofit/>
              <a:sp3d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+mn-ea"/>
                </a:rPr>
                <a:t>论点</a:t>
              </a:r>
              <a:r>
                <a:rPr lang="en-US" altLang="zh-CN" sz="2000" dirty="0">
                  <a:latin typeface="+mn-ea"/>
                </a:rPr>
                <a:t>1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+mn-ea"/>
                </a:rPr>
                <a:t>论点</a:t>
              </a:r>
              <a:r>
                <a:rPr lang="en-US" altLang="zh-CN" sz="2000" dirty="0">
                  <a:latin typeface="+mn-ea"/>
                </a:rPr>
                <a:t>2</a:t>
              </a:r>
            </a:p>
          </p:txBody>
        </p:sp>
        <p:sp>
          <p:nvSpPr>
            <p:cNvPr id="48" name="í$ľíḍè"/>
            <p:cNvSpPr txBox="1"/>
            <p:nvPr/>
          </p:nvSpPr>
          <p:spPr bwMode="auto">
            <a:xfrm flipH="1">
              <a:off x="7378296" y="4474522"/>
              <a:ext cx="4083319" cy="1513870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90000" tIns="46800" rIns="90000" bIns="46800" anchor="ctr" anchorCtr="1">
              <a:normAutofit/>
              <a:sp3d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+mn-ea"/>
                </a:rPr>
                <a:t>论点</a:t>
              </a:r>
              <a:r>
                <a:rPr lang="en-US" altLang="zh-CN" sz="2000" dirty="0">
                  <a:latin typeface="+mn-ea"/>
                </a:rPr>
                <a:t>1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+mn-ea"/>
                </a:rPr>
                <a:t>论点</a:t>
              </a:r>
              <a:r>
                <a:rPr lang="en-US" altLang="zh-CN" sz="2000" dirty="0">
                  <a:latin typeface="+mn-ea"/>
                </a:rPr>
                <a:t>2</a:t>
              </a:r>
            </a:p>
          </p:txBody>
        </p:sp>
        <p:sp>
          <p:nvSpPr>
            <p:cNvPr id="49" name="í$ľíḍè"/>
            <p:cNvSpPr txBox="1"/>
            <p:nvPr/>
          </p:nvSpPr>
          <p:spPr bwMode="auto">
            <a:xfrm flipH="1">
              <a:off x="3545800" y="4443338"/>
              <a:ext cx="3632784" cy="1513870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90000" tIns="46800" rIns="90000" bIns="46800" anchor="ctr" anchorCtr="1">
              <a:normAutofit/>
              <a:sp3d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+mn-ea"/>
                </a:rPr>
                <a:t>论点</a:t>
              </a:r>
              <a:r>
                <a:rPr lang="en-US" altLang="zh-CN" sz="2000" dirty="0">
                  <a:latin typeface="+mn-ea"/>
                </a:rPr>
                <a:t>1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+mn-ea"/>
                </a:rPr>
                <a:t>论点</a:t>
              </a:r>
              <a:r>
                <a:rPr lang="en-US" altLang="zh-CN" sz="2000" dirty="0">
                  <a:latin typeface="+mn-ea"/>
                </a:rPr>
                <a:t>2</a:t>
              </a:r>
            </a:p>
          </p:txBody>
        </p:sp>
        <p:sp>
          <p:nvSpPr>
            <p:cNvPr id="50" name="í$ľíḍè"/>
            <p:cNvSpPr txBox="1"/>
            <p:nvPr/>
          </p:nvSpPr>
          <p:spPr bwMode="auto">
            <a:xfrm flipH="1">
              <a:off x="640573" y="4423458"/>
              <a:ext cx="2792169" cy="1513870"/>
            </a:xfrm>
            <a:prstGeom prst="rect">
              <a:avLst/>
            </a:prstGeom>
            <a:noFill/>
            <a:scene3d>
              <a:camera prst="orthographicFront">
                <a:rot lat="0" lon="0" rev="0"/>
              </a:camera>
              <a:lightRig rig="threePt" dir="t"/>
            </a:scene3d>
            <a:sp3d prstMaterial="matte">
              <a:bevelT w="1270" h="1270"/>
            </a:sp3d>
          </p:spPr>
          <p:txBody>
            <a:bodyPr wrap="square" lIns="90000" tIns="46800" rIns="90000" bIns="46800" anchor="ctr" anchorCtr="1">
              <a:normAutofit/>
              <a:sp3d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+mn-ea"/>
                </a:rPr>
                <a:t>论点</a:t>
              </a:r>
              <a:r>
                <a:rPr lang="en-US" altLang="zh-CN" sz="2000" dirty="0">
                  <a:latin typeface="+mn-ea"/>
                </a:rPr>
                <a:t>1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zh-CN" altLang="en-US" sz="2000" dirty="0">
                  <a:latin typeface="+mn-ea"/>
                </a:rPr>
                <a:t>论点</a:t>
              </a:r>
              <a:r>
                <a:rPr lang="en-US" altLang="zh-CN" sz="2000" dirty="0">
                  <a:latin typeface="+mn-ea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957224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表格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3528359"/>
              </p:ext>
            </p:extLst>
          </p:nvPr>
        </p:nvGraphicFramePr>
        <p:xfrm>
          <a:off x="485774" y="1666151"/>
          <a:ext cx="11210925" cy="3139440"/>
        </p:xfrm>
        <a:graphic>
          <a:graphicData uri="http://schemas.openxmlformats.org/drawingml/2006/table">
            <a:tbl>
              <a:tblPr firstRow="1" bandRow="1"/>
              <a:tblGrid>
                <a:gridCol w="2242185">
                  <a:extLst>
                    <a:ext uri="{9D8B030D-6E8A-4147-A177-3AD203B41FA5}">
                      <a16:colId xmlns:a16="http://schemas.microsoft.com/office/drawing/2014/main" val="2672299349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3882812717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2663439609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1372574088"/>
                    </a:ext>
                  </a:extLst>
                </a:gridCol>
                <a:gridCol w="2242185">
                  <a:extLst>
                    <a:ext uri="{9D8B030D-6E8A-4147-A177-3AD203B41FA5}">
                      <a16:colId xmlns:a16="http://schemas.microsoft.com/office/drawing/2014/main" val="3814384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类别</a:t>
                      </a:r>
                      <a:r>
                        <a:rPr lang="en-US" altLang="zh-CN" sz="2000" dirty="0"/>
                        <a:t>1</a:t>
                      </a:r>
                      <a:endParaRPr lang="zh-CN" altLang="en-US" sz="20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类别</a:t>
                      </a:r>
                      <a:r>
                        <a:rPr lang="en-US" altLang="zh-CN" sz="2000" dirty="0"/>
                        <a:t>2</a:t>
                      </a:r>
                      <a:endParaRPr lang="zh-CN" altLang="en-US" sz="20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类别</a:t>
                      </a:r>
                      <a:r>
                        <a:rPr lang="en-US" altLang="zh-CN" sz="2000" dirty="0"/>
                        <a:t>3</a:t>
                      </a:r>
                      <a:endParaRPr lang="zh-CN" altLang="en-US" sz="20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类别</a:t>
                      </a:r>
                      <a:r>
                        <a:rPr lang="en-US" altLang="zh-CN" sz="2000" dirty="0"/>
                        <a:t>4</a:t>
                      </a:r>
                      <a:endParaRPr lang="zh-CN" altLang="en-US" sz="20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000" dirty="0"/>
                        <a:t>类别</a:t>
                      </a:r>
                      <a:r>
                        <a:rPr lang="en-US" altLang="zh-CN" sz="2000" dirty="0"/>
                        <a:t>5</a:t>
                      </a:r>
                      <a:endParaRPr lang="zh-CN" altLang="en-US" sz="2000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24933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04535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9387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0130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41413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1204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</a:t>
                      </a:r>
                      <a:endParaRPr lang="zh-CN" altLang="en-US"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solidFill>
                        <a:srgbClr val="891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77996046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85774" y="1152526"/>
            <a:ext cx="11210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spc="600" dirty="0"/>
              <a:t>表</a:t>
            </a:r>
            <a:r>
              <a:rPr lang="en-US" altLang="zh-CN" sz="2000" spc="600" dirty="0"/>
              <a:t>1     XXXX</a:t>
            </a:r>
            <a:r>
              <a:rPr lang="zh-CN" altLang="en-US" sz="2000" spc="600" dirty="0"/>
              <a:t>表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85774" y="5126344"/>
            <a:ext cx="1562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结论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85773" y="5808672"/>
            <a:ext cx="1121092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701001" y="5705202"/>
            <a:ext cx="523266" cy="5917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072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折线图</a:t>
            </a:r>
          </a:p>
        </p:txBody>
      </p:sp>
      <p:graphicFrame>
        <p:nvGraphicFramePr>
          <p:cNvPr id="5" name="图表 4"/>
          <p:cNvGraphicFramePr/>
          <p:nvPr>
            <p:extLst>
              <p:ext uri="{D42A27DB-BD31-4B8C-83A1-F6EECF244321}">
                <p14:modId xmlns:p14="http://schemas.microsoft.com/office/powerpoint/2010/main" val="1671009586"/>
              </p:ext>
            </p:extLst>
          </p:nvPr>
        </p:nvGraphicFramePr>
        <p:xfrm>
          <a:off x="485775" y="1599755"/>
          <a:ext cx="5897563" cy="37895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982827" y="1650109"/>
            <a:ext cx="1562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结论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82827" y="2398243"/>
            <a:ext cx="47138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198054" y="2228967"/>
            <a:ext cx="523266" cy="5917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15470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柱状图</a:t>
            </a:r>
          </a:p>
        </p:txBody>
      </p:sp>
      <p:graphicFrame>
        <p:nvGraphicFramePr>
          <p:cNvPr id="5" name="图表 4"/>
          <p:cNvGraphicFramePr/>
          <p:nvPr>
            <p:extLst>
              <p:ext uri="{D42A27DB-BD31-4B8C-83A1-F6EECF244321}">
                <p14:modId xmlns:p14="http://schemas.microsoft.com/office/powerpoint/2010/main" val="4194529285"/>
              </p:ext>
            </p:extLst>
          </p:nvPr>
        </p:nvGraphicFramePr>
        <p:xfrm>
          <a:off x="482600" y="1557338"/>
          <a:ext cx="5900738" cy="3851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982827" y="1650109"/>
            <a:ext cx="1562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结论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982827" y="2398243"/>
            <a:ext cx="47138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11" name="直接连接符 10"/>
          <p:cNvCxnSpPr/>
          <p:nvPr/>
        </p:nvCxnSpPr>
        <p:spPr>
          <a:xfrm>
            <a:off x="7198054" y="2228967"/>
            <a:ext cx="523266" cy="5917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50740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饼状图</a:t>
            </a:r>
          </a:p>
        </p:txBody>
      </p:sp>
      <p:graphicFrame>
        <p:nvGraphicFramePr>
          <p:cNvPr id="5" name="图表 4"/>
          <p:cNvGraphicFramePr/>
          <p:nvPr>
            <p:extLst>
              <p:ext uri="{D42A27DB-BD31-4B8C-83A1-F6EECF244321}">
                <p14:modId xmlns:p14="http://schemas.microsoft.com/office/powerpoint/2010/main" val="1114993980"/>
              </p:ext>
            </p:extLst>
          </p:nvPr>
        </p:nvGraphicFramePr>
        <p:xfrm>
          <a:off x="586791" y="1544248"/>
          <a:ext cx="5796547" cy="38643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6982827" y="1650109"/>
            <a:ext cx="15623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结论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982827" y="2398243"/>
            <a:ext cx="471387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请输入内容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198054" y="2228967"/>
            <a:ext cx="523266" cy="5917"/>
          </a:xfrm>
          <a:prstGeom prst="line">
            <a:avLst/>
          </a:prstGeom>
          <a:ln w="38100">
            <a:solidFill>
              <a:srgbClr val="891D8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65467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环形图</a:t>
            </a:r>
          </a:p>
        </p:txBody>
      </p:sp>
      <p:grpSp>
        <p:nvGrpSpPr>
          <p:cNvPr id="29" name="组合 28"/>
          <p:cNvGrpSpPr/>
          <p:nvPr/>
        </p:nvGrpSpPr>
        <p:grpSpPr>
          <a:xfrm>
            <a:off x="852449" y="2221220"/>
            <a:ext cx="2477729" cy="3868528"/>
            <a:chOff x="852449" y="2251475"/>
            <a:chExt cx="2477729" cy="3868528"/>
          </a:xfrm>
        </p:grpSpPr>
        <p:sp>
          <p:nvSpPr>
            <p:cNvPr id="4" name="同心圆 3"/>
            <p:cNvSpPr/>
            <p:nvPr/>
          </p:nvSpPr>
          <p:spPr>
            <a:xfrm>
              <a:off x="852449" y="2251475"/>
              <a:ext cx="2477729" cy="2477729"/>
            </a:xfrm>
            <a:prstGeom prst="donut">
              <a:avLst>
                <a:gd name="adj" fmla="val 11738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5" name="空心弧 4"/>
            <p:cNvSpPr/>
            <p:nvPr/>
          </p:nvSpPr>
          <p:spPr>
            <a:xfrm rot="5400000">
              <a:off x="990825" y="2403802"/>
              <a:ext cx="2200971" cy="2181458"/>
            </a:xfrm>
            <a:prstGeom prst="blockArc">
              <a:avLst>
                <a:gd name="adj1" fmla="val 10825569"/>
                <a:gd name="adj2" fmla="val 8407884"/>
                <a:gd name="adj3" fmla="val 0"/>
              </a:avLst>
            </a:prstGeom>
            <a:solidFill>
              <a:schemeClr val="bg1"/>
            </a:solidFill>
            <a:ln w="292100" cap="rnd">
              <a:gradFill flip="none" rotWithShape="1">
                <a:gsLst>
                  <a:gs pos="0">
                    <a:srgbClr val="7030A0"/>
                  </a:gs>
                  <a:gs pos="100000">
                    <a:srgbClr val="891D86"/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1234064" y="3197952"/>
              <a:ext cx="175260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b="1" i="1" dirty="0">
                  <a:latin typeface="+mj-lt"/>
                </a:rPr>
                <a:t>93.3%</a:t>
              </a:r>
              <a:endParaRPr lang="zh-CN" altLang="en-US" sz="4000" b="1" i="1" dirty="0">
                <a:latin typeface="+mj-lt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1696001" y="5405208"/>
              <a:ext cx="790621" cy="45719"/>
            </a:xfrm>
            <a:prstGeom prst="rect">
              <a:avLst/>
            </a:prstGeom>
            <a:solidFill>
              <a:srgbClr val="891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52449" y="5533111"/>
              <a:ext cx="2477729" cy="586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/>
                <a:t>请填入说明文字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000580" y="4804754"/>
              <a:ext cx="21814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i="1" dirty="0">
                  <a:solidFill>
                    <a:srgbClr val="C00000"/>
                  </a:solidFill>
                </a:rPr>
                <a:t>题目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485775" y="1165328"/>
            <a:ext cx="4439771" cy="670825"/>
            <a:chOff x="747172" y="1104005"/>
            <a:chExt cx="4439771" cy="670825"/>
          </a:xfrm>
        </p:grpSpPr>
        <p:sp>
          <p:nvSpPr>
            <p:cNvPr id="23" name="íṩľiďê">
              <a:extLst>
                <a:ext uri="{FF2B5EF4-FFF2-40B4-BE49-F238E27FC236}">
                  <a16:creationId xmlns:a16="http://schemas.microsoft.com/office/drawing/2014/main" id="{B3C5E859-5C85-4592-A697-1B75258ED631}"/>
                </a:ext>
              </a:extLst>
            </p:cNvPr>
            <p:cNvSpPr txBox="1"/>
            <p:nvPr/>
          </p:nvSpPr>
          <p:spPr bwMode="auto">
            <a:xfrm>
              <a:off x="930867" y="1104005"/>
              <a:ext cx="4256076" cy="67082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b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ct val="0"/>
                </a:spcBef>
              </a:pPr>
              <a:r>
                <a:rPr lang="zh-CN" altLang="en-US" sz="3600" b="1" i="1" dirty="0"/>
                <a:t>总结论</a:t>
              </a:r>
              <a:endParaRPr lang="en-US" altLang="zh-CN" sz="3600" b="1" i="1" dirty="0"/>
            </a:p>
          </p:txBody>
        </p:sp>
        <p:sp>
          <p:nvSpPr>
            <p:cNvPr id="24" name="iṡḻídè">
              <a:extLst>
                <a:ext uri="{FF2B5EF4-FFF2-40B4-BE49-F238E27FC236}">
                  <a16:creationId xmlns:a16="http://schemas.microsoft.com/office/drawing/2014/main" id="{097833AE-F8AF-4EC0-9F6D-B8A7D4F36B8D}"/>
                </a:ext>
              </a:extLst>
            </p:cNvPr>
            <p:cNvSpPr/>
            <p:nvPr/>
          </p:nvSpPr>
          <p:spPr bwMode="auto">
            <a:xfrm>
              <a:off x="747172" y="1104005"/>
              <a:ext cx="79919" cy="670825"/>
            </a:xfrm>
            <a:prstGeom prst="rect">
              <a:avLst/>
            </a:prstGeom>
            <a:solidFill>
              <a:srgbClr val="8F1E8C"/>
            </a:solidFill>
            <a:ln w="38100"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dk1"/>
                </a:solidFill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798326" y="2221220"/>
            <a:ext cx="2477730" cy="3843979"/>
            <a:chOff x="4291481" y="2251475"/>
            <a:chExt cx="2477730" cy="3843979"/>
          </a:xfrm>
        </p:grpSpPr>
        <p:sp>
          <p:nvSpPr>
            <p:cNvPr id="7" name="同心圆 6"/>
            <p:cNvSpPr/>
            <p:nvPr/>
          </p:nvSpPr>
          <p:spPr>
            <a:xfrm>
              <a:off x="4291482" y="2251475"/>
              <a:ext cx="2477729" cy="2477729"/>
            </a:xfrm>
            <a:prstGeom prst="donut">
              <a:avLst>
                <a:gd name="adj" fmla="val 11738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4925546" y="3136396"/>
              <a:ext cx="12244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b="1" i="1" dirty="0">
                  <a:latin typeface="+mj-lt"/>
                </a:rPr>
                <a:t>80%</a:t>
              </a:r>
              <a:endParaRPr lang="zh-CN" altLang="en-US" sz="4000" b="1" i="1" dirty="0">
                <a:latin typeface="+mj-lt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135035" y="5405208"/>
              <a:ext cx="790621" cy="45719"/>
            </a:xfrm>
            <a:prstGeom prst="rect">
              <a:avLst/>
            </a:prstGeom>
            <a:solidFill>
              <a:srgbClr val="891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4291481" y="5508562"/>
              <a:ext cx="2477730" cy="5868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/>
                <a:t>请填入说明文字</a:t>
              </a:r>
            </a:p>
          </p:txBody>
        </p:sp>
        <p:sp>
          <p:nvSpPr>
            <p:cNvPr id="19" name="空心弧 18"/>
            <p:cNvSpPr/>
            <p:nvPr/>
          </p:nvSpPr>
          <p:spPr>
            <a:xfrm rot="5400000">
              <a:off x="4426827" y="2387981"/>
              <a:ext cx="2207035" cy="2207035"/>
            </a:xfrm>
            <a:prstGeom prst="blockArc">
              <a:avLst>
                <a:gd name="adj1" fmla="val 10835075"/>
                <a:gd name="adj2" fmla="val 6916954"/>
                <a:gd name="adj3" fmla="val 0"/>
              </a:avLst>
            </a:prstGeom>
            <a:noFill/>
            <a:ln w="292100" cap="rnd">
              <a:gradFill flip="none" rotWithShape="1">
                <a:gsLst>
                  <a:gs pos="0">
                    <a:srgbClr val="891D86"/>
                  </a:gs>
                  <a:gs pos="100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4439614" y="4804754"/>
              <a:ext cx="21814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i="1" dirty="0">
                  <a:solidFill>
                    <a:srgbClr val="C00000"/>
                  </a:solidFill>
                </a:rPr>
                <a:t>题目</a:t>
              </a: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8744204" y="2221220"/>
            <a:ext cx="2477730" cy="3874234"/>
            <a:chOff x="7730514" y="2251475"/>
            <a:chExt cx="2477730" cy="3874234"/>
          </a:xfrm>
        </p:grpSpPr>
        <p:sp>
          <p:nvSpPr>
            <p:cNvPr id="9" name="同心圆 8"/>
            <p:cNvSpPr/>
            <p:nvPr/>
          </p:nvSpPr>
          <p:spPr>
            <a:xfrm>
              <a:off x="7730515" y="2251475"/>
              <a:ext cx="2477729" cy="2477729"/>
            </a:xfrm>
            <a:prstGeom prst="donut">
              <a:avLst>
                <a:gd name="adj" fmla="val 11738"/>
              </a:avLst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381087" y="3197952"/>
              <a:ext cx="12244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000" b="1" i="1" dirty="0">
                  <a:latin typeface="+mj-lt"/>
                </a:rPr>
                <a:t>20%</a:t>
              </a:r>
              <a:endParaRPr lang="zh-CN" altLang="en-US" sz="4000" b="1" i="1" dirty="0">
                <a:latin typeface="+mj-lt"/>
              </a:endParaRPr>
            </a:p>
          </p:txBody>
        </p:sp>
        <p:sp>
          <p:nvSpPr>
            <p:cNvPr id="17" name="矩形 16"/>
            <p:cNvSpPr/>
            <p:nvPr/>
          </p:nvSpPr>
          <p:spPr>
            <a:xfrm>
              <a:off x="8574069" y="5405208"/>
              <a:ext cx="790621" cy="45719"/>
            </a:xfrm>
            <a:prstGeom prst="rect">
              <a:avLst/>
            </a:prstGeom>
            <a:solidFill>
              <a:srgbClr val="891D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7730514" y="5479378"/>
              <a:ext cx="247773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dirty="0"/>
                <a:t>请填入说明文字</a:t>
              </a:r>
            </a:p>
          </p:txBody>
        </p:sp>
        <p:sp>
          <p:nvSpPr>
            <p:cNvPr id="20" name="空心弧 19"/>
            <p:cNvSpPr/>
            <p:nvPr/>
          </p:nvSpPr>
          <p:spPr>
            <a:xfrm rot="5400000">
              <a:off x="7865861" y="2387981"/>
              <a:ext cx="2207035" cy="2207035"/>
            </a:xfrm>
            <a:prstGeom prst="blockArc">
              <a:avLst>
                <a:gd name="adj1" fmla="val 10859475"/>
                <a:gd name="adj2" fmla="val 14395504"/>
                <a:gd name="adj3" fmla="val 0"/>
              </a:avLst>
            </a:prstGeom>
            <a:noFill/>
            <a:ln w="292100" cap="rnd">
              <a:gradFill flip="none" rotWithShape="1">
                <a:gsLst>
                  <a:gs pos="0">
                    <a:srgbClr val="891D86"/>
                  </a:gs>
                  <a:gs pos="100000">
                    <a:srgbClr val="7030A0"/>
                  </a:gs>
                </a:gsLst>
                <a:path path="circle">
                  <a:fillToRect l="50000" t="50000" r="50000" b="50000"/>
                </a:path>
                <a:tileRect/>
              </a:gra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7878648" y="4804754"/>
              <a:ext cx="218145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i="1" dirty="0">
                  <a:solidFill>
                    <a:srgbClr val="C00000"/>
                  </a:solidFill>
                </a:rPr>
                <a:t>题目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776757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条形图</a:t>
            </a:r>
          </a:p>
        </p:txBody>
      </p:sp>
      <p:grpSp>
        <p:nvGrpSpPr>
          <p:cNvPr id="85" name="组合 84"/>
          <p:cNvGrpSpPr/>
          <p:nvPr/>
        </p:nvGrpSpPr>
        <p:grpSpPr>
          <a:xfrm>
            <a:off x="683552" y="2130485"/>
            <a:ext cx="4963298" cy="2924748"/>
            <a:chOff x="5095131" y="1937981"/>
            <a:chExt cx="4963298" cy="2924748"/>
          </a:xfrm>
        </p:grpSpPr>
        <p:sp>
          <p:nvSpPr>
            <p:cNvPr id="86" name="RelativeShape1">
              <a:extLst>
                <a:ext uri="{FF2B5EF4-FFF2-40B4-BE49-F238E27FC236}">
                  <a16:creationId xmlns:a16="http://schemas.microsoft.com/office/drawing/2014/main" id="{AE55F4CF-F252-4B81-B441-9C620429092B}"/>
                </a:ext>
              </a:extLst>
            </p:cNvPr>
            <p:cNvSpPr/>
            <p:nvPr/>
          </p:nvSpPr>
          <p:spPr>
            <a:xfrm>
              <a:off x="5095131" y="2403733"/>
              <a:ext cx="4963298" cy="3830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7" name="ValueShape1">
              <a:extLst>
                <a:ext uri="{FF2B5EF4-FFF2-40B4-BE49-F238E27FC236}">
                  <a16:creationId xmlns:a16="http://schemas.microsoft.com/office/drawing/2014/main" id="{CCE05CC4-CC45-4B2B-92B2-88911A46E9B3}"/>
                </a:ext>
              </a:extLst>
            </p:cNvPr>
            <p:cNvSpPr/>
            <p:nvPr/>
          </p:nvSpPr>
          <p:spPr>
            <a:xfrm>
              <a:off x="5095131" y="2403733"/>
              <a:ext cx="3340681" cy="383060"/>
            </a:xfrm>
            <a:prstGeom prst="roundRect">
              <a:avLst>
                <a:gd name="adj" fmla="val 50000"/>
              </a:avLst>
            </a:prstGeom>
            <a:solidFill>
              <a:srgbClr val="8F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8" name="RelativeShape2">
              <a:extLst>
                <a:ext uri="{FF2B5EF4-FFF2-40B4-BE49-F238E27FC236}">
                  <a16:creationId xmlns:a16="http://schemas.microsoft.com/office/drawing/2014/main" id="{9B73F58C-E404-48D7-B99E-5D066271C213}"/>
                </a:ext>
              </a:extLst>
            </p:cNvPr>
            <p:cNvSpPr/>
            <p:nvPr/>
          </p:nvSpPr>
          <p:spPr>
            <a:xfrm>
              <a:off x="5095131" y="3441701"/>
              <a:ext cx="4963298" cy="3830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89" name="ValueShape2">
              <a:extLst>
                <a:ext uri="{FF2B5EF4-FFF2-40B4-BE49-F238E27FC236}">
                  <a16:creationId xmlns:a16="http://schemas.microsoft.com/office/drawing/2014/main" id="{1805E2CA-F06B-4E98-8E34-4ECBC9156001}"/>
                </a:ext>
              </a:extLst>
            </p:cNvPr>
            <p:cNvSpPr/>
            <p:nvPr/>
          </p:nvSpPr>
          <p:spPr>
            <a:xfrm>
              <a:off x="5095131" y="3441701"/>
              <a:ext cx="2099857" cy="383060"/>
            </a:xfrm>
            <a:prstGeom prst="roundRect">
              <a:avLst>
                <a:gd name="adj" fmla="val 50000"/>
              </a:avLst>
            </a:prstGeom>
            <a:solidFill>
              <a:srgbClr val="D99E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0" name="RelativeShape3">
              <a:extLst>
                <a:ext uri="{FF2B5EF4-FFF2-40B4-BE49-F238E27FC236}">
                  <a16:creationId xmlns:a16="http://schemas.microsoft.com/office/drawing/2014/main" id="{5442BDB2-1698-4A4C-885F-B9FE581A2A07}"/>
                </a:ext>
              </a:extLst>
            </p:cNvPr>
            <p:cNvSpPr/>
            <p:nvPr/>
          </p:nvSpPr>
          <p:spPr>
            <a:xfrm>
              <a:off x="5095131" y="4479669"/>
              <a:ext cx="4963298" cy="38306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1" name="ValueShape3">
              <a:extLst>
                <a:ext uri="{FF2B5EF4-FFF2-40B4-BE49-F238E27FC236}">
                  <a16:creationId xmlns:a16="http://schemas.microsoft.com/office/drawing/2014/main" id="{6E283869-5072-464C-8E59-BC9CE6592E26}"/>
                </a:ext>
              </a:extLst>
            </p:cNvPr>
            <p:cNvSpPr/>
            <p:nvPr/>
          </p:nvSpPr>
          <p:spPr>
            <a:xfrm>
              <a:off x="5095131" y="4479669"/>
              <a:ext cx="3817921" cy="383060"/>
            </a:xfrm>
            <a:prstGeom prst="roundRect">
              <a:avLst>
                <a:gd name="adj" fmla="val 50000"/>
              </a:avLst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92" name="CustomText">
              <a:extLst>
                <a:ext uri="{FF2B5EF4-FFF2-40B4-BE49-F238E27FC236}">
                  <a16:creationId xmlns:a16="http://schemas.microsoft.com/office/drawing/2014/main" id="{8886D174-9448-4F59-87B2-10443F8A5960}"/>
                </a:ext>
              </a:extLst>
            </p:cNvPr>
            <p:cNvSpPr/>
            <p:nvPr/>
          </p:nvSpPr>
          <p:spPr>
            <a:xfrm>
              <a:off x="5095131" y="1937981"/>
              <a:ext cx="1133226" cy="385260"/>
            </a:xfrm>
            <a:prstGeom prst="rect">
              <a:avLst/>
            </a:prstGeom>
          </p:spPr>
          <p:txBody>
            <a:bodyPr wrap="square" lIns="90000" tIns="46800" rIns="90000" bIns="46800">
              <a:noAutofit/>
            </a:bodyPr>
            <a:lstStyle/>
            <a:p>
              <a:r>
                <a:rPr lang="zh-CN" altLang="en-US" sz="2400" dirty="0">
                  <a:solidFill>
                    <a:srgbClr val="8F1E8C"/>
                  </a:solidFill>
                </a:rPr>
                <a:t>类别</a:t>
              </a:r>
              <a:r>
                <a:rPr lang="en-US" altLang="zh-CN" sz="2400" dirty="0">
                  <a:solidFill>
                    <a:srgbClr val="8F1E8C"/>
                  </a:solidFill>
                </a:rPr>
                <a:t>1</a:t>
              </a:r>
            </a:p>
          </p:txBody>
        </p:sp>
        <p:sp>
          <p:nvSpPr>
            <p:cNvPr id="93" name="圆角矩形 92"/>
            <p:cNvSpPr/>
            <p:nvPr/>
          </p:nvSpPr>
          <p:spPr>
            <a:xfrm>
              <a:off x="7966568" y="1940181"/>
              <a:ext cx="946484" cy="383060"/>
            </a:xfrm>
            <a:prstGeom prst="roundRect">
              <a:avLst/>
            </a:prstGeom>
            <a:solidFill>
              <a:srgbClr val="8F1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67%</a:t>
              </a:r>
              <a:endParaRPr lang="zh-CN" altLang="en-US" dirty="0"/>
            </a:p>
          </p:txBody>
        </p:sp>
        <p:sp>
          <p:nvSpPr>
            <p:cNvPr id="94" name="圆角矩形 93"/>
            <p:cNvSpPr/>
            <p:nvPr/>
          </p:nvSpPr>
          <p:spPr>
            <a:xfrm>
              <a:off x="6721746" y="3019675"/>
              <a:ext cx="946484" cy="383060"/>
            </a:xfrm>
            <a:prstGeom prst="roundRect">
              <a:avLst/>
            </a:prstGeom>
            <a:solidFill>
              <a:srgbClr val="D99ED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42%</a:t>
              </a:r>
              <a:endParaRPr lang="zh-CN" altLang="en-US" dirty="0"/>
            </a:p>
          </p:txBody>
        </p:sp>
        <p:sp>
          <p:nvSpPr>
            <p:cNvPr id="95" name="圆角矩形 94"/>
            <p:cNvSpPr/>
            <p:nvPr/>
          </p:nvSpPr>
          <p:spPr>
            <a:xfrm>
              <a:off x="8197620" y="3985746"/>
              <a:ext cx="946484" cy="38306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77%</a:t>
              </a:r>
              <a:endParaRPr lang="zh-CN" altLang="en-US" dirty="0"/>
            </a:p>
          </p:txBody>
        </p:sp>
        <p:sp>
          <p:nvSpPr>
            <p:cNvPr id="96" name="CustomText">
              <a:extLst>
                <a:ext uri="{FF2B5EF4-FFF2-40B4-BE49-F238E27FC236}">
                  <a16:creationId xmlns:a16="http://schemas.microsoft.com/office/drawing/2014/main" id="{8886D174-9448-4F59-87B2-10443F8A5960}"/>
                </a:ext>
              </a:extLst>
            </p:cNvPr>
            <p:cNvSpPr/>
            <p:nvPr/>
          </p:nvSpPr>
          <p:spPr>
            <a:xfrm>
              <a:off x="5095131" y="3017475"/>
              <a:ext cx="1133226" cy="385260"/>
            </a:xfrm>
            <a:prstGeom prst="rect">
              <a:avLst/>
            </a:prstGeom>
          </p:spPr>
          <p:txBody>
            <a:bodyPr wrap="square" lIns="90000" tIns="46800" rIns="90000" bIns="46800">
              <a:noAutofit/>
            </a:bodyPr>
            <a:lstStyle/>
            <a:p>
              <a:r>
                <a:rPr lang="zh-CN" altLang="en-US" sz="2400" dirty="0">
                  <a:solidFill>
                    <a:srgbClr val="D99ED8"/>
                  </a:solidFill>
                </a:rPr>
                <a:t>类别</a:t>
              </a:r>
              <a:r>
                <a:rPr lang="en-US" altLang="zh-CN" sz="2400" dirty="0">
                  <a:solidFill>
                    <a:srgbClr val="D99ED8"/>
                  </a:solidFill>
                </a:rPr>
                <a:t>2</a:t>
              </a:r>
            </a:p>
          </p:txBody>
        </p:sp>
        <p:sp>
          <p:nvSpPr>
            <p:cNvPr id="97" name="CustomText">
              <a:extLst>
                <a:ext uri="{FF2B5EF4-FFF2-40B4-BE49-F238E27FC236}">
                  <a16:creationId xmlns:a16="http://schemas.microsoft.com/office/drawing/2014/main" id="{8886D174-9448-4F59-87B2-10443F8A5960}"/>
                </a:ext>
              </a:extLst>
            </p:cNvPr>
            <p:cNvSpPr/>
            <p:nvPr/>
          </p:nvSpPr>
          <p:spPr>
            <a:xfrm>
              <a:off x="5095131" y="3983546"/>
              <a:ext cx="1133226" cy="385260"/>
            </a:xfrm>
            <a:prstGeom prst="rect">
              <a:avLst/>
            </a:prstGeom>
          </p:spPr>
          <p:txBody>
            <a:bodyPr wrap="square" lIns="90000" tIns="46800" rIns="90000" bIns="46800">
              <a:noAutofit/>
            </a:bodyPr>
            <a:lstStyle/>
            <a:p>
              <a:r>
                <a:rPr lang="zh-CN" altLang="en-US" sz="2400" dirty="0">
                  <a:solidFill>
                    <a:srgbClr val="7030A0"/>
                  </a:solidFill>
                </a:rPr>
                <a:t>类别</a:t>
              </a:r>
              <a:r>
                <a:rPr lang="en-US" altLang="zh-CN" sz="2400" dirty="0">
                  <a:solidFill>
                    <a:srgbClr val="7030A0"/>
                  </a:solidFill>
                </a:rPr>
                <a:t>3</a:t>
              </a:r>
            </a:p>
          </p:txBody>
        </p:sp>
      </p:grpSp>
      <p:sp>
        <p:nvSpPr>
          <p:cNvPr id="98" name="文本框 97"/>
          <p:cNvSpPr txBox="1"/>
          <p:nvPr/>
        </p:nvSpPr>
        <p:spPr>
          <a:xfrm>
            <a:off x="6701787" y="2339174"/>
            <a:ext cx="4704149" cy="297312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请输入论述文本</a:t>
            </a:r>
            <a:endParaRPr lang="en-US" altLang="zh-CN" sz="2400" dirty="0">
              <a:solidFill>
                <a:srgbClr val="8F1E8C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请输入论述文本</a:t>
            </a:r>
            <a:endParaRPr lang="en-US" altLang="zh-CN" sz="2400" dirty="0">
              <a:solidFill>
                <a:srgbClr val="8F1E8C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请输入论述文本</a:t>
            </a:r>
            <a:endParaRPr lang="en-US" altLang="zh-CN" sz="2400" dirty="0">
              <a:solidFill>
                <a:srgbClr val="8F1E8C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请输入论述文本</a:t>
            </a:r>
            <a:endParaRPr lang="en-US" altLang="zh-CN" sz="2400" dirty="0">
              <a:solidFill>
                <a:srgbClr val="8F1E8C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请输入论述文本</a:t>
            </a:r>
            <a:endParaRPr lang="en-US" altLang="zh-CN" sz="2400" dirty="0">
              <a:solidFill>
                <a:srgbClr val="8F1E8C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8F1E8C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请输入论述文本</a:t>
            </a:r>
            <a:endParaRPr lang="en-US" altLang="zh-CN" sz="2400" dirty="0">
              <a:solidFill>
                <a:srgbClr val="8F1E8C"/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818666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参考文献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482600" y="1323477"/>
            <a:ext cx="11013479" cy="345325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[1]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南京理工大学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[2]</a:t>
            </a:r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位于江苏省南京市</a:t>
            </a: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30000"/>
              </a:lnSpc>
            </a:pPr>
            <a:endParaRPr lang="en-US" altLang="zh-CN" sz="2400" dirty="0">
              <a:solidFill>
                <a:schemeClr val="bg2">
                  <a:lumMod val="50000"/>
                </a:schemeClr>
              </a:solidFill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chemeClr val="bg2">
                    <a:lumMod val="50000"/>
                  </a:schemeClr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rPr>
              <a:t>……</a:t>
            </a:r>
            <a:endParaRPr lang="en-US" altLang="zh-CN" sz="2400" dirty="0">
              <a:latin typeface="思源黑体 CN Regular" panose="020B0500000000000000" pitchFamily="34" charset="-122"/>
              <a:ea typeface="思源黑体 CN Regular" panose="020B05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32830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351047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0" y="38100"/>
            <a:ext cx="12192000" cy="6991350"/>
          </a:xfrm>
          <a:prstGeom prst="rect">
            <a:avLst/>
          </a:prstGeom>
          <a:gradFill flip="none" rotWithShape="1">
            <a:gsLst>
              <a:gs pos="51000">
                <a:srgbClr val="891D86"/>
              </a:gs>
              <a:gs pos="99083">
                <a:schemeClr val="bg1">
                  <a:alpha val="0"/>
                </a:schemeClr>
              </a:gs>
              <a:gs pos="66000">
                <a:srgbClr val="891D86">
                  <a:alpha val="28000"/>
                </a:srgbClr>
              </a:gs>
              <a:gs pos="0">
                <a:srgbClr val="891D86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4262A2A6-6764-4650-AE75-A0A2F3B72049}"/>
              </a:ext>
            </a:extLst>
          </p:cNvPr>
          <p:cNvSpPr txBox="1"/>
          <p:nvPr/>
        </p:nvSpPr>
        <p:spPr>
          <a:xfrm>
            <a:off x="0" y="2769478"/>
            <a:ext cx="12192000" cy="957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4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Arial" panose="020B0604020202020204" pitchFamily="34" charset="0"/>
              </a:rPr>
              <a:t>感谢各位老师的悉心指导！</a:t>
            </a: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7B679737-0AC2-4D5E-83CC-F1352AC76C63}"/>
              </a:ext>
            </a:extLst>
          </p:cNvPr>
          <p:cNvSpPr txBox="1"/>
          <p:nvPr/>
        </p:nvSpPr>
        <p:spPr>
          <a:xfrm>
            <a:off x="1581150" y="3830684"/>
            <a:ext cx="8753389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Microsoft YaHei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THANKS TO THE TEACHER‘S CAREFUL GUIDANCE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 Black" panose="020B0A04020102020204" pitchFamily="34" charset="0"/>
                <a:ea typeface="Microsoft YaHei" panose="020B0503020204020204" pitchFamily="34" charset="-122"/>
                <a:cs typeface="Times New Roman" panose="02020603050405020304" pitchFamily="18" charset="0"/>
                <a:sym typeface="Arial" panose="020B0604020202020204" pitchFamily="34" charset="0"/>
              </a:rPr>
              <a:t>！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Black" panose="020B0A04020102020204" pitchFamily="34" charset="0"/>
              <a:ea typeface="Microsoft YaHei" panose="020B0503020204020204" pitchFamily="34" charset="-122"/>
              <a:cs typeface="Times New Roman" panose="02020603050405020304" pitchFamily="18" charset="0"/>
              <a:sym typeface="Arial" panose="020B0604020202020204" pitchFamily="34" charset="0"/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1581150" y="4496299"/>
            <a:ext cx="86440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答  辩  人：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XXX        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指  导  老  师：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cs"/>
              </a:rPr>
              <a:t>XXX 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思源黑体 CN Regular" panose="020B0500000000000000" pitchFamily="34" charset="-122"/>
              <a:ea typeface="思源黑体 CN Regular" panose="020B0500000000000000" pitchFamily="34" charset="-122"/>
              <a:cs typeface="+mn-cs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8757996" y="5655104"/>
            <a:ext cx="2934494" cy="675437"/>
            <a:chOff x="-2189163" y="-1093788"/>
            <a:chExt cx="5924551" cy="1363663"/>
          </a:xfrm>
          <a:solidFill>
            <a:schemeClr val="bg1"/>
          </a:solidFill>
        </p:grpSpPr>
        <p:sp>
          <p:nvSpPr>
            <p:cNvPr id="69" name="Freeform 5"/>
            <p:cNvSpPr>
              <a:spLocks/>
            </p:cNvSpPr>
            <p:nvPr/>
          </p:nvSpPr>
          <p:spPr bwMode="auto">
            <a:xfrm>
              <a:off x="2462212" y="-917575"/>
              <a:ext cx="571500" cy="677863"/>
            </a:xfrm>
            <a:custGeom>
              <a:avLst/>
              <a:gdLst>
                <a:gd name="T0" fmla="*/ 687 w 749"/>
                <a:gd name="T1" fmla="*/ 778 h 886"/>
                <a:gd name="T2" fmla="*/ 627 w 749"/>
                <a:gd name="T3" fmla="*/ 739 h 886"/>
                <a:gd name="T4" fmla="*/ 552 w 749"/>
                <a:gd name="T5" fmla="*/ 674 h 886"/>
                <a:gd name="T6" fmla="*/ 491 w 749"/>
                <a:gd name="T7" fmla="*/ 607 h 886"/>
                <a:gd name="T8" fmla="*/ 421 w 749"/>
                <a:gd name="T9" fmla="*/ 518 h 886"/>
                <a:gd name="T10" fmla="*/ 418 w 749"/>
                <a:gd name="T11" fmla="*/ 478 h 886"/>
                <a:gd name="T12" fmla="*/ 431 w 749"/>
                <a:gd name="T13" fmla="*/ 447 h 886"/>
                <a:gd name="T14" fmla="*/ 456 w 749"/>
                <a:gd name="T15" fmla="*/ 405 h 886"/>
                <a:gd name="T16" fmla="*/ 530 w 749"/>
                <a:gd name="T17" fmla="*/ 383 h 886"/>
                <a:gd name="T18" fmla="*/ 574 w 749"/>
                <a:gd name="T19" fmla="*/ 346 h 886"/>
                <a:gd name="T20" fmla="*/ 589 w 749"/>
                <a:gd name="T21" fmla="*/ 313 h 886"/>
                <a:gd name="T22" fmla="*/ 595 w 749"/>
                <a:gd name="T23" fmla="*/ 295 h 886"/>
                <a:gd name="T24" fmla="*/ 600 w 749"/>
                <a:gd name="T25" fmla="*/ 273 h 886"/>
                <a:gd name="T26" fmla="*/ 593 w 749"/>
                <a:gd name="T27" fmla="*/ 250 h 886"/>
                <a:gd name="T28" fmla="*/ 529 w 749"/>
                <a:gd name="T29" fmla="*/ 230 h 886"/>
                <a:gd name="T30" fmla="*/ 489 w 749"/>
                <a:gd name="T31" fmla="*/ 246 h 886"/>
                <a:gd name="T32" fmla="*/ 480 w 749"/>
                <a:gd name="T33" fmla="*/ 251 h 886"/>
                <a:gd name="T34" fmla="*/ 476 w 749"/>
                <a:gd name="T35" fmla="*/ 240 h 886"/>
                <a:gd name="T36" fmla="*/ 485 w 749"/>
                <a:gd name="T37" fmla="*/ 163 h 886"/>
                <a:gd name="T38" fmla="*/ 488 w 749"/>
                <a:gd name="T39" fmla="*/ 76 h 886"/>
                <a:gd name="T40" fmla="*/ 480 w 749"/>
                <a:gd name="T41" fmla="*/ 52 h 886"/>
                <a:gd name="T42" fmla="*/ 428 w 749"/>
                <a:gd name="T43" fmla="*/ 7 h 886"/>
                <a:gd name="T44" fmla="*/ 388 w 749"/>
                <a:gd name="T45" fmla="*/ 13 h 886"/>
                <a:gd name="T46" fmla="*/ 359 w 749"/>
                <a:gd name="T47" fmla="*/ 78 h 886"/>
                <a:gd name="T48" fmla="*/ 363 w 749"/>
                <a:gd name="T49" fmla="*/ 142 h 886"/>
                <a:gd name="T50" fmla="*/ 353 w 749"/>
                <a:gd name="T51" fmla="*/ 282 h 886"/>
                <a:gd name="T52" fmla="*/ 328 w 749"/>
                <a:gd name="T53" fmla="*/ 312 h 886"/>
                <a:gd name="T54" fmla="*/ 281 w 749"/>
                <a:gd name="T55" fmla="*/ 327 h 886"/>
                <a:gd name="T56" fmla="*/ 184 w 749"/>
                <a:gd name="T57" fmla="*/ 352 h 886"/>
                <a:gd name="T58" fmla="*/ 129 w 749"/>
                <a:gd name="T59" fmla="*/ 394 h 886"/>
                <a:gd name="T60" fmla="*/ 129 w 749"/>
                <a:gd name="T61" fmla="*/ 415 h 886"/>
                <a:gd name="T62" fmla="*/ 148 w 749"/>
                <a:gd name="T63" fmla="*/ 464 h 886"/>
                <a:gd name="T64" fmla="*/ 156 w 749"/>
                <a:gd name="T65" fmla="*/ 471 h 886"/>
                <a:gd name="T66" fmla="*/ 208 w 749"/>
                <a:gd name="T67" fmla="*/ 481 h 886"/>
                <a:gd name="T68" fmla="*/ 270 w 749"/>
                <a:gd name="T69" fmla="*/ 471 h 886"/>
                <a:gd name="T70" fmla="*/ 309 w 749"/>
                <a:gd name="T71" fmla="*/ 460 h 886"/>
                <a:gd name="T72" fmla="*/ 271 w 749"/>
                <a:gd name="T73" fmla="*/ 549 h 886"/>
                <a:gd name="T74" fmla="*/ 151 w 749"/>
                <a:gd name="T75" fmla="*/ 723 h 886"/>
                <a:gd name="T76" fmla="*/ 1 w 749"/>
                <a:gd name="T77" fmla="*/ 836 h 886"/>
                <a:gd name="T78" fmla="*/ 11 w 749"/>
                <a:gd name="T79" fmla="*/ 840 h 886"/>
                <a:gd name="T80" fmla="*/ 58 w 749"/>
                <a:gd name="T81" fmla="*/ 843 h 886"/>
                <a:gd name="T82" fmla="*/ 108 w 749"/>
                <a:gd name="T83" fmla="*/ 840 h 886"/>
                <a:gd name="T84" fmla="*/ 240 w 749"/>
                <a:gd name="T85" fmla="*/ 757 h 886"/>
                <a:gd name="T86" fmla="*/ 299 w 749"/>
                <a:gd name="T87" fmla="*/ 693 h 886"/>
                <a:gd name="T88" fmla="*/ 357 w 749"/>
                <a:gd name="T89" fmla="*/ 606 h 886"/>
                <a:gd name="T90" fmla="*/ 371 w 749"/>
                <a:gd name="T91" fmla="*/ 606 h 886"/>
                <a:gd name="T92" fmla="*/ 414 w 749"/>
                <a:gd name="T93" fmla="*/ 689 h 886"/>
                <a:gd name="T94" fmla="*/ 448 w 749"/>
                <a:gd name="T95" fmla="*/ 757 h 886"/>
                <a:gd name="T96" fmla="*/ 475 w 749"/>
                <a:gd name="T97" fmla="*/ 804 h 886"/>
                <a:gd name="T98" fmla="*/ 521 w 749"/>
                <a:gd name="T99" fmla="*/ 853 h 886"/>
                <a:gd name="T100" fmla="*/ 571 w 749"/>
                <a:gd name="T101" fmla="*/ 871 h 886"/>
                <a:gd name="T102" fmla="*/ 616 w 749"/>
                <a:gd name="T103" fmla="*/ 883 h 886"/>
                <a:gd name="T104" fmla="*/ 645 w 749"/>
                <a:gd name="T105" fmla="*/ 885 h 886"/>
                <a:gd name="T106" fmla="*/ 698 w 749"/>
                <a:gd name="T107" fmla="*/ 880 h 886"/>
                <a:gd name="T108" fmla="*/ 710 w 749"/>
                <a:gd name="T109" fmla="*/ 865 h 886"/>
                <a:gd name="T110" fmla="*/ 725 w 749"/>
                <a:gd name="T111" fmla="*/ 849 h 886"/>
                <a:gd name="T112" fmla="*/ 738 w 749"/>
                <a:gd name="T113" fmla="*/ 830 h 886"/>
                <a:gd name="T114" fmla="*/ 747 w 749"/>
                <a:gd name="T115" fmla="*/ 807 h 886"/>
                <a:gd name="T116" fmla="*/ 687 w 749"/>
                <a:gd name="T117" fmla="*/ 778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749" h="886">
                  <a:moveTo>
                    <a:pt x="687" y="778"/>
                  </a:moveTo>
                  <a:cubicBezTo>
                    <a:pt x="662" y="764"/>
                    <a:pt x="650" y="754"/>
                    <a:pt x="627" y="739"/>
                  </a:cubicBezTo>
                  <a:cubicBezTo>
                    <a:pt x="598" y="718"/>
                    <a:pt x="576" y="700"/>
                    <a:pt x="552" y="674"/>
                  </a:cubicBezTo>
                  <a:cubicBezTo>
                    <a:pt x="532" y="653"/>
                    <a:pt x="510" y="629"/>
                    <a:pt x="491" y="607"/>
                  </a:cubicBezTo>
                  <a:cubicBezTo>
                    <a:pt x="467" y="580"/>
                    <a:pt x="437" y="538"/>
                    <a:pt x="421" y="518"/>
                  </a:cubicBezTo>
                  <a:cubicBezTo>
                    <a:pt x="408" y="502"/>
                    <a:pt x="412" y="489"/>
                    <a:pt x="418" y="478"/>
                  </a:cubicBezTo>
                  <a:cubicBezTo>
                    <a:pt x="424" y="466"/>
                    <a:pt x="427" y="459"/>
                    <a:pt x="431" y="447"/>
                  </a:cubicBezTo>
                  <a:cubicBezTo>
                    <a:pt x="436" y="431"/>
                    <a:pt x="439" y="413"/>
                    <a:pt x="456" y="405"/>
                  </a:cubicBezTo>
                  <a:cubicBezTo>
                    <a:pt x="480" y="394"/>
                    <a:pt x="501" y="381"/>
                    <a:pt x="530" y="383"/>
                  </a:cubicBezTo>
                  <a:cubicBezTo>
                    <a:pt x="548" y="384"/>
                    <a:pt x="568" y="364"/>
                    <a:pt x="574" y="346"/>
                  </a:cubicBezTo>
                  <a:cubicBezTo>
                    <a:pt x="578" y="335"/>
                    <a:pt x="584" y="324"/>
                    <a:pt x="589" y="313"/>
                  </a:cubicBezTo>
                  <a:cubicBezTo>
                    <a:pt x="592" y="307"/>
                    <a:pt x="594" y="301"/>
                    <a:pt x="595" y="295"/>
                  </a:cubicBezTo>
                  <a:cubicBezTo>
                    <a:pt x="597" y="288"/>
                    <a:pt x="597" y="280"/>
                    <a:pt x="600" y="273"/>
                  </a:cubicBezTo>
                  <a:cubicBezTo>
                    <a:pt x="604" y="260"/>
                    <a:pt x="604" y="257"/>
                    <a:pt x="593" y="250"/>
                  </a:cubicBezTo>
                  <a:cubicBezTo>
                    <a:pt x="573" y="239"/>
                    <a:pt x="552" y="231"/>
                    <a:pt x="529" y="230"/>
                  </a:cubicBezTo>
                  <a:cubicBezTo>
                    <a:pt x="513" y="230"/>
                    <a:pt x="499" y="231"/>
                    <a:pt x="489" y="246"/>
                  </a:cubicBezTo>
                  <a:cubicBezTo>
                    <a:pt x="487" y="249"/>
                    <a:pt x="483" y="252"/>
                    <a:pt x="480" y="251"/>
                  </a:cubicBezTo>
                  <a:cubicBezTo>
                    <a:pt x="476" y="250"/>
                    <a:pt x="476" y="244"/>
                    <a:pt x="476" y="240"/>
                  </a:cubicBezTo>
                  <a:cubicBezTo>
                    <a:pt x="479" y="214"/>
                    <a:pt x="483" y="189"/>
                    <a:pt x="485" y="163"/>
                  </a:cubicBezTo>
                  <a:cubicBezTo>
                    <a:pt x="487" y="134"/>
                    <a:pt x="488" y="105"/>
                    <a:pt x="488" y="76"/>
                  </a:cubicBezTo>
                  <a:cubicBezTo>
                    <a:pt x="488" y="68"/>
                    <a:pt x="484" y="60"/>
                    <a:pt x="480" y="52"/>
                  </a:cubicBezTo>
                  <a:cubicBezTo>
                    <a:pt x="468" y="31"/>
                    <a:pt x="450" y="17"/>
                    <a:pt x="428" y="7"/>
                  </a:cubicBezTo>
                  <a:cubicBezTo>
                    <a:pt x="413" y="0"/>
                    <a:pt x="400" y="0"/>
                    <a:pt x="388" y="13"/>
                  </a:cubicBezTo>
                  <a:cubicBezTo>
                    <a:pt x="371" y="31"/>
                    <a:pt x="354" y="49"/>
                    <a:pt x="359" y="78"/>
                  </a:cubicBezTo>
                  <a:cubicBezTo>
                    <a:pt x="362" y="99"/>
                    <a:pt x="363" y="121"/>
                    <a:pt x="363" y="142"/>
                  </a:cubicBezTo>
                  <a:cubicBezTo>
                    <a:pt x="363" y="189"/>
                    <a:pt x="361" y="236"/>
                    <a:pt x="353" y="282"/>
                  </a:cubicBezTo>
                  <a:cubicBezTo>
                    <a:pt x="350" y="297"/>
                    <a:pt x="342" y="307"/>
                    <a:pt x="328" y="312"/>
                  </a:cubicBezTo>
                  <a:cubicBezTo>
                    <a:pt x="312" y="317"/>
                    <a:pt x="297" y="321"/>
                    <a:pt x="281" y="327"/>
                  </a:cubicBezTo>
                  <a:cubicBezTo>
                    <a:pt x="250" y="338"/>
                    <a:pt x="218" y="350"/>
                    <a:pt x="184" y="352"/>
                  </a:cubicBezTo>
                  <a:cubicBezTo>
                    <a:pt x="159" y="353"/>
                    <a:pt x="136" y="370"/>
                    <a:pt x="129" y="394"/>
                  </a:cubicBezTo>
                  <a:cubicBezTo>
                    <a:pt x="128" y="401"/>
                    <a:pt x="127" y="409"/>
                    <a:pt x="129" y="415"/>
                  </a:cubicBezTo>
                  <a:cubicBezTo>
                    <a:pt x="135" y="432"/>
                    <a:pt x="141" y="448"/>
                    <a:pt x="148" y="464"/>
                  </a:cubicBezTo>
                  <a:cubicBezTo>
                    <a:pt x="150" y="467"/>
                    <a:pt x="153" y="469"/>
                    <a:pt x="156" y="471"/>
                  </a:cubicBezTo>
                  <a:cubicBezTo>
                    <a:pt x="172" y="480"/>
                    <a:pt x="190" y="483"/>
                    <a:pt x="208" y="481"/>
                  </a:cubicBezTo>
                  <a:cubicBezTo>
                    <a:pt x="229" y="478"/>
                    <a:pt x="249" y="474"/>
                    <a:pt x="270" y="471"/>
                  </a:cubicBezTo>
                  <a:cubicBezTo>
                    <a:pt x="280" y="469"/>
                    <a:pt x="297" y="463"/>
                    <a:pt x="309" y="460"/>
                  </a:cubicBezTo>
                  <a:cubicBezTo>
                    <a:pt x="307" y="467"/>
                    <a:pt x="289" y="513"/>
                    <a:pt x="271" y="549"/>
                  </a:cubicBezTo>
                  <a:cubicBezTo>
                    <a:pt x="246" y="599"/>
                    <a:pt x="218" y="650"/>
                    <a:pt x="151" y="723"/>
                  </a:cubicBezTo>
                  <a:cubicBezTo>
                    <a:pt x="76" y="807"/>
                    <a:pt x="11" y="826"/>
                    <a:pt x="1" y="836"/>
                  </a:cubicBezTo>
                  <a:cubicBezTo>
                    <a:pt x="0" y="837"/>
                    <a:pt x="4" y="838"/>
                    <a:pt x="11" y="840"/>
                  </a:cubicBezTo>
                  <a:cubicBezTo>
                    <a:pt x="21" y="841"/>
                    <a:pt x="54" y="843"/>
                    <a:pt x="58" y="843"/>
                  </a:cubicBezTo>
                  <a:cubicBezTo>
                    <a:pt x="74" y="843"/>
                    <a:pt x="93" y="845"/>
                    <a:pt x="108" y="840"/>
                  </a:cubicBezTo>
                  <a:cubicBezTo>
                    <a:pt x="129" y="833"/>
                    <a:pt x="203" y="791"/>
                    <a:pt x="240" y="757"/>
                  </a:cubicBezTo>
                  <a:cubicBezTo>
                    <a:pt x="264" y="734"/>
                    <a:pt x="294" y="700"/>
                    <a:pt x="299" y="693"/>
                  </a:cubicBezTo>
                  <a:cubicBezTo>
                    <a:pt x="319" y="664"/>
                    <a:pt x="338" y="635"/>
                    <a:pt x="357" y="606"/>
                  </a:cubicBezTo>
                  <a:cubicBezTo>
                    <a:pt x="363" y="596"/>
                    <a:pt x="366" y="596"/>
                    <a:pt x="371" y="606"/>
                  </a:cubicBezTo>
                  <a:cubicBezTo>
                    <a:pt x="386" y="633"/>
                    <a:pt x="400" y="661"/>
                    <a:pt x="414" y="689"/>
                  </a:cubicBezTo>
                  <a:cubicBezTo>
                    <a:pt x="425" y="711"/>
                    <a:pt x="436" y="734"/>
                    <a:pt x="448" y="757"/>
                  </a:cubicBezTo>
                  <a:cubicBezTo>
                    <a:pt x="457" y="773"/>
                    <a:pt x="468" y="787"/>
                    <a:pt x="475" y="804"/>
                  </a:cubicBezTo>
                  <a:cubicBezTo>
                    <a:pt x="485" y="827"/>
                    <a:pt x="501" y="842"/>
                    <a:pt x="521" y="853"/>
                  </a:cubicBezTo>
                  <a:cubicBezTo>
                    <a:pt x="537" y="861"/>
                    <a:pt x="554" y="866"/>
                    <a:pt x="571" y="871"/>
                  </a:cubicBezTo>
                  <a:cubicBezTo>
                    <a:pt x="586" y="876"/>
                    <a:pt x="601" y="881"/>
                    <a:pt x="616" y="883"/>
                  </a:cubicBezTo>
                  <a:cubicBezTo>
                    <a:pt x="630" y="885"/>
                    <a:pt x="635" y="885"/>
                    <a:pt x="645" y="885"/>
                  </a:cubicBezTo>
                  <a:cubicBezTo>
                    <a:pt x="662" y="886"/>
                    <a:pt x="693" y="886"/>
                    <a:pt x="698" y="880"/>
                  </a:cubicBezTo>
                  <a:cubicBezTo>
                    <a:pt x="706" y="871"/>
                    <a:pt x="707" y="869"/>
                    <a:pt x="710" y="865"/>
                  </a:cubicBezTo>
                  <a:cubicBezTo>
                    <a:pt x="713" y="861"/>
                    <a:pt x="720" y="855"/>
                    <a:pt x="725" y="849"/>
                  </a:cubicBezTo>
                  <a:cubicBezTo>
                    <a:pt x="730" y="844"/>
                    <a:pt x="733" y="838"/>
                    <a:pt x="738" y="830"/>
                  </a:cubicBezTo>
                  <a:cubicBezTo>
                    <a:pt x="745" y="816"/>
                    <a:pt x="749" y="808"/>
                    <a:pt x="747" y="807"/>
                  </a:cubicBezTo>
                  <a:cubicBezTo>
                    <a:pt x="746" y="805"/>
                    <a:pt x="728" y="801"/>
                    <a:pt x="687" y="7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-431800" y="-979488"/>
              <a:ext cx="579438" cy="877888"/>
            </a:xfrm>
            <a:custGeom>
              <a:avLst/>
              <a:gdLst>
                <a:gd name="T0" fmla="*/ 420 w 758"/>
                <a:gd name="T1" fmla="*/ 385 h 1147"/>
                <a:gd name="T2" fmla="*/ 338 w 758"/>
                <a:gd name="T3" fmla="*/ 398 h 1147"/>
                <a:gd name="T4" fmla="*/ 405 w 758"/>
                <a:gd name="T5" fmla="*/ 284 h 1147"/>
                <a:gd name="T6" fmla="*/ 486 w 758"/>
                <a:gd name="T7" fmla="*/ 260 h 1147"/>
                <a:gd name="T8" fmla="*/ 545 w 758"/>
                <a:gd name="T9" fmla="*/ 194 h 1147"/>
                <a:gd name="T10" fmla="*/ 513 w 758"/>
                <a:gd name="T11" fmla="*/ 146 h 1147"/>
                <a:gd name="T12" fmla="*/ 463 w 758"/>
                <a:gd name="T13" fmla="*/ 150 h 1147"/>
                <a:gd name="T14" fmla="*/ 455 w 758"/>
                <a:gd name="T15" fmla="*/ 68 h 1147"/>
                <a:gd name="T16" fmla="*/ 316 w 758"/>
                <a:gd name="T17" fmla="*/ 53 h 1147"/>
                <a:gd name="T18" fmla="*/ 299 w 758"/>
                <a:gd name="T19" fmla="*/ 185 h 1147"/>
                <a:gd name="T20" fmla="*/ 266 w 758"/>
                <a:gd name="T21" fmla="*/ 226 h 1147"/>
                <a:gd name="T22" fmla="*/ 179 w 758"/>
                <a:gd name="T23" fmla="*/ 279 h 1147"/>
                <a:gd name="T24" fmla="*/ 226 w 758"/>
                <a:gd name="T25" fmla="*/ 377 h 1147"/>
                <a:gd name="T26" fmla="*/ 118 w 758"/>
                <a:gd name="T27" fmla="*/ 531 h 1147"/>
                <a:gd name="T28" fmla="*/ 85 w 758"/>
                <a:gd name="T29" fmla="*/ 540 h 1147"/>
                <a:gd name="T30" fmla="*/ 3 w 758"/>
                <a:gd name="T31" fmla="*/ 692 h 1147"/>
                <a:gd name="T32" fmla="*/ 11 w 758"/>
                <a:gd name="T33" fmla="*/ 948 h 1147"/>
                <a:gd name="T34" fmla="*/ 57 w 758"/>
                <a:gd name="T35" fmla="*/ 1008 h 1147"/>
                <a:gd name="T36" fmla="*/ 105 w 758"/>
                <a:gd name="T37" fmla="*/ 1016 h 1147"/>
                <a:gd name="T38" fmla="*/ 132 w 758"/>
                <a:gd name="T39" fmla="*/ 912 h 1147"/>
                <a:gd name="T40" fmla="*/ 112 w 758"/>
                <a:gd name="T41" fmla="*/ 731 h 1147"/>
                <a:gd name="T42" fmla="*/ 143 w 758"/>
                <a:gd name="T43" fmla="*/ 630 h 1147"/>
                <a:gd name="T44" fmla="*/ 207 w 758"/>
                <a:gd name="T45" fmla="*/ 605 h 1147"/>
                <a:gd name="T46" fmla="*/ 304 w 758"/>
                <a:gd name="T47" fmla="*/ 522 h 1147"/>
                <a:gd name="T48" fmla="*/ 305 w 758"/>
                <a:gd name="T49" fmla="*/ 522 h 1147"/>
                <a:gd name="T50" fmla="*/ 350 w 758"/>
                <a:gd name="T51" fmla="*/ 484 h 1147"/>
                <a:gd name="T52" fmla="*/ 616 w 758"/>
                <a:gd name="T53" fmla="*/ 436 h 1147"/>
                <a:gd name="T54" fmla="*/ 675 w 758"/>
                <a:gd name="T55" fmla="*/ 634 h 1147"/>
                <a:gd name="T56" fmla="*/ 608 w 758"/>
                <a:gd name="T57" fmla="*/ 826 h 1147"/>
                <a:gd name="T58" fmla="*/ 526 w 758"/>
                <a:gd name="T59" fmla="*/ 921 h 1147"/>
                <a:gd name="T60" fmla="*/ 422 w 758"/>
                <a:gd name="T61" fmla="*/ 878 h 1147"/>
                <a:gd name="T62" fmla="*/ 457 w 758"/>
                <a:gd name="T63" fmla="*/ 803 h 1147"/>
                <a:gd name="T64" fmla="*/ 446 w 758"/>
                <a:gd name="T65" fmla="*/ 741 h 1147"/>
                <a:gd name="T66" fmla="*/ 391 w 758"/>
                <a:gd name="T67" fmla="*/ 750 h 1147"/>
                <a:gd name="T68" fmla="*/ 382 w 758"/>
                <a:gd name="T69" fmla="*/ 743 h 1147"/>
                <a:gd name="T70" fmla="*/ 481 w 758"/>
                <a:gd name="T71" fmla="*/ 641 h 1147"/>
                <a:gd name="T72" fmla="*/ 459 w 758"/>
                <a:gd name="T73" fmla="*/ 580 h 1147"/>
                <a:gd name="T74" fmla="*/ 446 w 758"/>
                <a:gd name="T75" fmla="*/ 457 h 1147"/>
                <a:gd name="T76" fmla="*/ 412 w 758"/>
                <a:gd name="T77" fmla="*/ 487 h 1147"/>
                <a:gd name="T78" fmla="*/ 360 w 758"/>
                <a:gd name="T79" fmla="*/ 557 h 1147"/>
                <a:gd name="T80" fmla="*/ 342 w 758"/>
                <a:gd name="T81" fmla="*/ 531 h 1147"/>
                <a:gd name="T82" fmla="*/ 305 w 758"/>
                <a:gd name="T83" fmla="*/ 522 h 1147"/>
                <a:gd name="T84" fmla="*/ 304 w 758"/>
                <a:gd name="T85" fmla="*/ 522 h 1147"/>
                <a:gd name="T86" fmla="*/ 281 w 758"/>
                <a:gd name="T87" fmla="*/ 579 h 1147"/>
                <a:gd name="T88" fmla="*/ 300 w 758"/>
                <a:gd name="T89" fmla="*/ 633 h 1147"/>
                <a:gd name="T90" fmla="*/ 244 w 758"/>
                <a:gd name="T91" fmla="*/ 741 h 1147"/>
                <a:gd name="T92" fmla="*/ 293 w 758"/>
                <a:gd name="T93" fmla="*/ 759 h 1147"/>
                <a:gd name="T94" fmla="*/ 235 w 758"/>
                <a:gd name="T95" fmla="*/ 838 h 1147"/>
                <a:gd name="T96" fmla="*/ 241 w 758"/>
                <a:gd name="T97" fmla="*/ 869 h 1147"/>
                <a:gd name="T98" fmla="*/ 291 w 758"/>
                <a:gd name="T99" fmla="*/ 879 h 1147"/>
                <a:gd name="T100" fmla="*/ 368 w 758"/>
                <a:gd name="T101" fmla="*/ 873 h 1147"/>
                <a:gd name="T102" fmla="*/ 366 w 758"/>
                <a:gd name="T103" fmla="*/ 1104 h 1147"/>
                <a:gd name="T104" fmla="*/ 374 w 758"/>
                <a:gd name="T105" fmla="*/ 1146 h 1147"/>
                <a:gd name="T106" fmla="*/ 393 w 758"/>
                <a:gd name="T107" fmla="*/ 1119 h 1147"/>
                <a:gd name="T108" fmla="*/ 411 w 758"/>
                <a:gd name="T109" fmla="*/ 958 h 1147"/>
                <a:gd name="T110" fmla="*/ 430 w 758"/>
                <a:gd name="T111" fmla="*/ 908 h 1147"/>
                <a:gd name="T112" fmla="*/ 459 w 758"/>
                <a:gd name="T113" fmla="*/ 934 h 1147"/>
                <a:gd name="T114" fmla="*/ 454 w 758"/>
                <a:gd name="T115" fmla="*/ 957 h 1147"/>
                <a:gd name="T116" fmla="*/ 504 w 758"/>
                <a:gd name="T117" fmla="*/ 1010 h 1147"/>
                <a:gd name="T118" fmla="*/ 625 w 758"/>
                <a:gd name="T119" fmla="*/ 944 h 1147"/>
                <a:gd name="T120" fmla="*/ 711 w 758"/>
                <a:gd name="T121" fmla="*/ 756 h 1147"/>
                <a:gd name="T122" fmla="*/ 750 w 758"/>
                <a:gd name="T123" fmla="*/ 597 h 1147"/>
                <a:gd name="T124" fmla="*/ 740 w 758"/>
                <a:gd name="T125" fmla="*/ 454 h 1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58" h="1147">
                  <a:moveTo>
                    <a:pt x="652" y="374"/>
                  </a:moveTo>
                  <a:cubicBezTo>
                    <a:pt x="574" y="351"/>
                    <a:pt x="496" y="358"/>
                    <a:pt x="420" y="385"/>
                  </a:cubicBezTo>
                  <a:cubicBezTo>
                    <a:pt x="396" y="394"/>
                    <a:pt x="373" y="401"/>
                    <a:pt x="349" y="409"/>
                  </a:cubicBezTo>
                  <a:cubicBezTo>
                    <a:pt x="338" y="412"/>
                    <a:pt x="335" y="409"/>
                    <a:pt x="338" y="398"/>
                  </a:cubicBezTo>
                  <a:cubicBezTo>
                    <a:pt x="341" y="388"/>
                    <a:pt x="344" y="378"/>
                    <a:pt x="347" y="368"/>
                  </a:cubicBezTo>
                  <a:cubicBezTo>
                    <a:pt x="355" y="332"/>
                    <a:pt x="379" y="306"/>
                    <a:pt x="405" y="284"/>
                  </a:cubicBezTo>
                  <a:cubicBezTo>
                    <a:pt x="416" y="274"/>
                    <a:pt x="432" y="269"/>
                    <a:pt x="447" y="265"/>
                  </a:cubicBezTo>
                  <a:cubicBezTo>
                    <a:pt x="459" y="262"/>
                    <a:pt x="474" y="264"/>
                    <a:pt x="486" y="260"/>
                  </a:cubicBezTo>
                  <a:cubicBezTo>
                    <a:pt x="504" y="253"/>
                    <a:pt x="523" y="252"/>
                    <a:pt x="534" y="232"/>
                  </a:cubicBezTo>
                  <a:cubicBezTo>
                    <a:pt x="541" y="220"/>
                    <a:pt x="545" y="208"/>
                    <a:pt x="545" y="194"/>
                  </a:cubicBezTo>
                  <a:cubicBezTo>
                    <a:pt x="544" y="183"/>
                    <a:pt x="541" y="172"/>
                    <a:pt x="534" y="165"/>
                  </a:cubicBezTo>
                  <a:cubicBezTo>
                    <a:pt x="527" y="158"/>
                    <a:pt x="523" y="151"/>
                    <a:pt x="513" y="146"/>
                  </a:cubicBezTo>
                  <a:cubicBezTo>
                    <a:pt x="504" y="140"/>
                    <a:pt x="498" y="147"/>
                    <a:pt x="485" y="148"/>
                  </a:cubicBezTo>
                  <a:cubicBezTo>
                    <a:pt x="479" y="149"/>
                    <a:pt x="469" y="151"/>
                    <a:pt x="463" y="150"/>
                  </a:cubicBezTo>
                  <a:cubicBezTo>
                    <a:pt x="449" y="150"/>
                    <a:pt x="464" y="135"/>
                    <a:pt x="465" y="120"/>
                  </a:cubicBezTo>
                  <a:cubicBezTo>
                    <a:pt x="465" y="102"/>
                    <a:pt x="464" y="85"/>
                    <a:pt x="455" y="68"/>
                  </a:cubicBezTo>
                  <a:cubicBezTo>
                    <a:pt x="432" y="29"/>
                    <a:pt x="405" y="1"/>
                    <a:pt x="356" y="0"/>
                  </a:cubicBezTo>
                  <a:cubicBezTo>
                    <a:pt x="328" y="0"/>
                    <a:pt x="308" y="32"/>
                    <a:pt x="316" y="53"/>
                  </a:cubicBezTo>
                  <a:cubicBezTo>
                    <a:pt x="323" y="70"/>
                    <a:pt x="324" y="88"/>
                    <a:pt x="321" y="105"/>
                  </a:cubicBezTo>
                  <a:cubicBezTo>
                    <a:pt x="315" y="132"/>
                    <a:pt x="307" y="159"/>
                    <a:pt x="299" y="185"/>
                  </a:cubicBezTo>
                  <a:cubicBezTo>
                    <a:pt x="295" y="197"/>
                    <a:pt x="295" y="210"/>
                    <a:pt x="282" y="217"/>
                  </a:cubicBezTo>
                  <a:cubicBezTo>
                    <a:pt x="276" y="220"/>
                    <a:pt x="271" y="224"/>
                    <a:pt x="266" y="226"/>
                  </a:cubicBezTo>
                  <a:cubicBezTo>
                    <a:pt x="251" y="235"/>
                    <a:pt x="236" y="245"/>
                    <a:pt x="217" y="249"/>
                  </a:cubicBezTo>
                  <a:cubicBezTo>
                    <a:pt x="201" y="253"/>
                    <a:pt x="185" y="260"/>
                    <a:pt x="179" y="279"/>
                  </a:cubicBezTo>
                  <a:cubicBezTo>
                    <a:pt x="170" y="305"/>
                    <a:pt x="191" y="350"/>
                    <a:pt x="217" y="360"/>
                  </a:cubicBezTo>
                  <a:cubicBezTo>
                    <a:pt x="226" y="363"/>
                    <a:pt x="230" y="368"/>
                    <a:pt x="226" y="377"/>
                  </a:cubicBezTo>
                  <a:cubicBezTo>
                    <a:pt x="212" y="404"/>
                    <a:pt x="198" y="432"/>
                    <a:pt x="183" y="460"/>
                  </a:cubicBezTo>
                  <a:cubicBezTo>
                    <a:pt x="168" y="489"/>
                    <a:pt x="141" y="508"/>
                    <a:pt x="118" y="531"/>
                  </a:cubicBezTo>
                  <a:cubicBezTo>
                    <a:pt x="116" y="532"/>
                    <a:pt x="112" y="534"/>
                    <a:pt x="110" y="534"/>
                  </a:cubicBezTo>
                  <a:cubicBezTo>
                    <a:pt x="100" y="530"/>
                    <a:pt x="93" y="536"/>
                    <a:pt x="85" y="540"/>
                  </a:cubicBezTo>
                  <a:cubicBezTo>
                    <a:pt x="56" y="557"/>
                    <a:pt x="35" y="582"/>
                    <a:pt x="20" y="610"/>
                  </a:cubicBezTo>
                  <a:cubicBezTo>
                    <a:pt x="6" y="635"/>
                    <a:pt x="4" y="664"/>
                    <a:pt x="3" y="692"/>
                  </a:cubicBezTo>
                  <a:cubicBezTo>
                    <a:pt x="2" y="736"/>
                    <a:pt x="0" y="779"/>
                    <a:pt x="2" y="823"/>
                  </a:cubicBezTo>
                  <a:cubicBezTo>
                    <a:pt x="3" y="865"/>
                    <a:pt x="7" y="906"/>
                    <a:pt x="11" y="948"/>
                  </a:cubicBezTo>
                  <a:cubicBezTo>
                    <a:pt x="11" y="952"/>
                    <a:pt x="13" y="957"/>
                    <a:pt x="16" y="960"/>
                  </a:cubicBezTo>
                  <a:cubicBezTo>
                    <a:pt x="29" y="977"/>
                    <a:pt x="43" y="992"/>
                    <a:pt x="57" y="1008"/>
                  </a:cubicBezTo>
                  <a:cubicBezTo>
                    <a:pt x="59" y="1010"/>
                    <a:pt x="63" y="1011"/>
                    <a:pt x="65" y="1011"/>
                  </a:cubicBezTo>
                  <a:cubicBezTo>
                    <a:pt x="78" y="1013"/>
                    <a:pt x="92" y="1015"/>
                    <a:pt x="105" y="1016"/>
                  </a:cubicBezTo>
                  <a:cubicBezTo>
                    <a:pt x="119" y="1018"/>
                    <a:pt x="126" y="1013"/>
                    <a:pt x="129" y="1002"/>
                  </a:cubicBezTo>
                  <a:cubicBezTo>
                    <a:pt x="136" y="973"/>
                    <a:pt x="140" y="943"/>
                    <a:pt x="132" y="912"/>
                  </a:cubicBezTo>
                  <a:cubicBezTo>
                    <a:pt x="127" y="894"/>
                    <a:pt x="121" y="876"/>
                    <a:pt x="119" y="857"/>
                  </a:cubicBezTo>
                  <a:cubicBezTo>
                    <a:pt x="115" y="815"/>
                    <a:pt x="114" y="773"/>
                    <a:pt x="112" y="731"/>
                  </a:cubicBezTo>
                  <a:cubicBezTo>
                    <a:pt x="110" y="704"/>
                    <a:pt x="110" y="678"/>
                    <a:pt x="109" y="652"/>
                  </a:cubicBezTo>
                  <a:cubicBezTo>
                    <a:pt x="109" y="630"/>
                    <a:pt x="124" y="626"/>
                    <a:pt x="143" y="630"/>
                  </a:cubicBezTo>
                  <a:cubicBezTo>
                    <a:pt x="150" y="632"/>
                    <a:pt x="158" y="634"/>
                    <a:pt x="163" y="631"/>
                  </a:cubicBezTo>
                  <a:cubicBezTo>
                    <a:pt x="178" y="624"/>
                    <a:pt x="194" y="616"/>
                    <a:pt x="207" y="605"/>
                  </a:cubicBezTo>
                  <a:cubicBezTo>
                    <a:pt x="226" y="589"/>
                    <a:pt x="244" y="570"/>
                    <a:pt x="263" y="553"/>
                  </a:cubicBezTo>
                  <a:cubicBezTo>
                    <a:pt x="276" y="542"/>
                    <a:pt x="290" y="533"/>
                    <a:pt x="304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13" y="514"/>
                    <a:pt x="320" y="506"/>
                    <a:pt x="328" y="499"/>
                  </a:cubicBezTo>
                  <a:cubicBezTo>
                    <a:pt x="335" y="494"/>
                    <a:pt x="342" y="488"/>
                    <a:pt x="350" y="484"/>
                  </a:cubicBezTo>
                  <a:cubicBezTo>
                    <a:pt x="376" y="472"/>
                    <a:pt x="402" y="458"/>
                    <a:pt x="430" y="448"/>
                  </a:cubicBezTo>
                  <a:cubicBezTo>
                    <a:pt x="491" y="428"/>
                    <a:pt x="552" y="416"/>
                    <a:pt x="616" y="436"/>
                  </a:cubicBezTo>
                  <a:cubicBezTo>
                    <a:pt x="668" y="453"/>
                    <a:pt x="689" y="491"/>
                    <a:pt x="686" y="547"/>
                  </a:cubicBezTo>
                  <a:cubicBezTo>
                    <a:pt x="684" y="576"/>
                    <a:pt x="680" y="605"/>
                    <a:pt x="675" y="634"/>
                  </a:cubicBezTo>
                  <a:cubicBezTo>
                    <a:pt x="672" y="650"/>
                    <a:pt x="665" y="665"/>
                    <a:pt x="660" y="681"/>
                  </a:cubicBezTo>
                  <a:cubicBezTo>
                    <a:pt x="644" y="730"/>
                    <a:pt x="631" y="780"/>
                    <a:pt x="608" y="826"/>
                  </a:cubicBezTo>
                  <a:cubicBezTo>
                    <a:pt x="593" y="856"/>
                    <a:pt x="576" y="885"/>
                    <a:pt x="554" y="910"/>
                  </a:cubicBezTo>
                  <a:cubicBezTo>
                    <a:pt x="546" y="919"/>
                    <a:pt x="538" y="921"/>
                    <a:pt x="526" y="921"/>
                  </a:cubicBezTo>
                  <a:cubicBezTo>
                    <a:pt x="491" y="920"/>
                    <a:pt x="459" y="907"/>
                    <a:pt x="427" y="894"/>
                  </a:cubicBezTo>
                  <a:cubicBezTo>
                    <a:pt x="419" y="891"/>
                    <a:pt x="421" y="885"/>
                    <a:pt x="422" y="878"/>
                  </a:cubicBezTo>
                  <a:cubicBezTo>
                    <a:pt x="424" y="861"/>
                    <a:pt x="432" y="846"/>
                    <a:pt x="440" y="831"/>
                  </a:cubicBezTo>
                  <a:cubicBezTo>
                    <a:pt x="445" y="821"/>
                    <a:pt x="451" y="812"/>
                    <a:pt x="457" y="803"/>
                  </a:cubicBezTo>
                  <a:cubicBezTo>
                    <a:pt x="463" y="794"/>
                    <a:pt x="463" y="785"/>
                    <a:pt x="460" y="776"/>
                  </a:cubicBezTo>
                  <a:cubicBezTo>
                    <a:pt x="455" y="764"/>
                    <a:pt x="451" y="753"/>
                    <a:pt x="446" y="741"/>
                  </a:cubicBezTo>
                  <a:cubicBezTo>
                    <a:pt x="442" y="730"/>
                    <a:pt x="414" y="725"/>
                    <a:pt x="405" y="733"/>
                  </a:cubicBezTo>
                  <a:cubicBezTo>
                    <a:pt x="400" y="738"/>
                    <a:pt x="396" y="745"/>
                    <a:pt x="391" y="750"/>
                  </a:cubicBezTo>
                  <a:cubicBezTo>
                    <a:pt x="388" y="752"/>
                    <a:pt x="383" y="752"/>
                    <a:pt x="379" y="753"/>
                  </a:cubicBezTo>
                  <a:cubicBezTo>
                    <a:pt x="380" y="750"/>
                    <a:pt x="380" y="745"/>
                    <a:pt x="382" y="743"/>
                  </a:cubicBezTo>
                  <a:cubicBezTo>
                    <a:pt x="407" y="719"/>
                    <a:pt x="431" y="693"/>
                    <a:pt x="461" y="675"/>
                  </a:cubicBezTo>
                  <a:cubicBezTo>
                    <a:pt x="473" y="667"/>
                    <a:pt x="481" y="657"/>
                    <a:pt x="481" y="641"/>
                  </a:cubicBezTo>
                  <a:cubicBezTo>
                    <a:pt x="481" y="622"/>
                    <a:pt x="481" y="603"/>
                    <a:pt x="459" y="594"/>
                  </a:cubicBezTo>
                  <a:cubicBezTo>
                    <a:pt x="452" y="590"/>
                    <a:pt x="456" y="585"/>
                    <a:pt x="459" y="580"/>
                  </a:cubicBezTo>
                  <a:cubicBezTo>
                    <a:pt x="471" y="561"/>
                    <a:pt x="485" y="543"/>
                    <a:pt x="488" y="519"/>
                  </a:cubicBezTo>
                  <a:cubicBezTo>
                    <a:pt x="490" y="496"/>
                    <a:pt x="469" y="462"/>
                    <a:pt x="446" y="457"/>
                  </a:cubicBezTo>
                  <a:cubicBezTo>
                    <a:pt x="442" y="456"/>
                    <a:pt x="436" y="457"/>
                    <a:pt x="434" y="460"/>
                  </a:cubicBezTo>
                  <a:cubicBezTo>
                    <a:pt x="426" y="468"/>
                    <a:pt x="416" y="476"/>
                    <a:pt x="412" y="487"/>
                  </a:cubicBezTo>
                  <a:cubicBezTo>
                    <a:pt x="403" y="509"/>
                    <a:pt x="392" y="530"/>
                    <a:pt x="375" y="547"/>
                  </a:cubicBezTo>
                  <a:cubicBezTo>
                    <a:pt x="371" y="552"/>
                    <a:pt x="361" y="559"/>
                    <a:pt x="360" y="557"/>
                  </a:cubicBezTo>
                  <a:cubicBezTo>
                    <a:pt x="353" y="551"/>
                    <a:pt x="347" y="543"/>
                    <a:pt x="342" y="536"/>
                  </a:cubicBezTo>
                  <a:cubicBezTo>
                    <a:pt x="341" y="535"/>
                    <a:pt x="342" y="533"/>
                    <a:pt x="342" y="531"/>
                  </a:cubicBezTo>
                  <a:cubicBezTo>
                    <a:pt x="341" y="518"/>
                    <a:pt x="332" y="513"/>
                    <a:pt x="319" y="517"/>
                  </a:cubicBezTo>
                  <a:cubicBezTo>
                    <a:pt x="315" y="519"/>
                    <a:pt x="310" y="520"/>
                    <a:pt x="305" y="522"/>
                  </a:cubicBezTo>
                  <a:cubicBezTo>
                    <a:pt x="305" y="522"/>
                    <a:pt x="305" y="522"/>
                    <a:pt x="305" y="522"/>
                  </a:cubicBezTo>
                  <a:cubicBezTo>
                    <a:pt x="304" y="522"/>
                    <a:pt x="304" y="522"/>
                    <a:pt x="304" y="522"/>
                  </a:cubicBezTo>
                  <a:cubicBezTo>
                    <a:pt x="297" y="533"/>
                    <a:pt x="289" y="544"/>
                    <a:pt x="284" y="555"/>
                  </a:cubicBezTo>
                  <a:cubicBezTo>
                    <a:pt x="280" y="562"/>
                    <a:pt x="278" y="572"/>
                    <a:pt x="281" y="579"/>
                  </a:cubicBezTo>
                  <a:cubicBezTo>
                    <a:pt x="285" y="591"/>
                    <a:pt x="292" y="601"/>
                    <a:pt x="299" y="611"/>
                  </a:cubicBezTo>
                  <a:cubicBezTo>
                    <a:pt x="306" y="619"/>
                    <a:pt x="306" y="625"/>
                    <a:pt x="300" y="633"/>
                  </a:cubicBezTo>
                  <a:cubicBezTo>
                    <a:pt x="281" y="658"/>
                    <a:pt x="262" y="682"/>
                    <a:pt x="243" y="707"/>
                  </a:cubicBezTo>
                  <a:cubicBezTo>
                    <a:pt x="235" y="718"/>
                    <a:pt x="235" y="732"/>
                    <a:pt x="244" y="741"/>
                  </a:cubicBezTo>
                  <a:cubicBezTo>
                    <a:pt x="254" y="751"/>
                    <a:pt x="266" y="761"/>
                    <a:pt x="282" y="758"/>
                  </a:cubicBezTo>
                  <a:cubicBezTo>
                    <a:pt x="285" y="758"/>
                    <a:pt x="288" y="759"/>
                    <a:pt x="293" y="759"/>
                  </a:cubicBezTo>
                  <a:cubicBezTo>
                    <a:pt x="289" y="765"/>
                    <a:pt x="287" y="770"/>
                    <a:pt x="283" y="774"/>
                  </a:cubicBezTo>
                  <a:cubicBezTo>
                    <a:pt x="267" y="796"/>
                    <a:pt x="251" y="817"/>
                    <a:pt x="235" y="838"/>
                  </a:cubicBezTo>
                  <a:cubicBezTo>
                    <a:pt x="232" y="842"/>
                    <a:pt x="230" y="848"/>
                    <a:pt x="231" y="852"/>
                  </a:cubicBezTo>
                  <a:cubicBezTo>
                    <a:pt x="233" y="859"/>
                    <a:pt x="238" y="866"/>
                    <a:pt x="241" y="869"/>
                  </a:cubicBezTo>
                  <a:cubicBezTo>
                    <a:pt x="244" y="874"/>
                    <a:pt x="251" y="883"/>
                    <a:pt x="256" y="883"/>
                  </a:cubicBezTo>
                  <a:cubicBezTo>
                    <a:pt x="268" y="885"/>
                    <a:pt x="280" y="882"/>
                    <a:pt x="291" y="879"/>
                  </a:cubicBezTo>
                  <a:cubicBezTo>
                    <a:pt x="318" y="871"/>
                    <a:pt x="326" y="867"/>
                    <a:pt x="352" y="860"/>
                  </a:cubicBezTo>
                  <a:cubicBezTo>
                    <a:pt x="367" y="856"/>
                    <a:pt x="369" y="857"/>
                    <a:pt x="368" y="873"/>
                  </a:cubicBezTo>
                  <a:cubicBezTo>
                    <a:pt x="366" y="898"/>
                    <a:pt x="364" y="924"/>
                    <a:pt x="363" y="949"/>
                  </a:cubicBezTo>
                  <a:cubicBezTo>
                    <a:pt x="361" y="1002"/>
                    <a:pt x="363" y="1053"/>
                    <a:pt x="366" y="1104"/>
                  </a:cubicBezTo>
                  <a:cubicBezTo>
                    <a:pt x="366" y="1115"/>
                    <a:pt x="366" y="1127"/>
                    <a:pt x="368" y="1138"/>
                  </a:cubicBezTo>
                  <a:cubicBezTo>
                    <a:pt x="368" y="1141"/>
                    <a:pt x="371" y="1146"/>
                    <a:pt x="374" y="1146"/>
                  </a:cubicBezTo>
                  <a:cubicBezTo>
                    <a:pt x="377" y="1147"/>
                    <a:pt x="382" y="1144"/>
                    <a:pt x="384" y="1141"/>
                  </a:cubicBezTo>
                  <a:cubicBezTo>
                    <a:pt x="388" y="1135"/>
                    <a:pt x="392" y="1127"/>
                    <a:pt x="393" y="1119"/>
                  </a:cubicBezTo>
                  <a:cubicBezTo>
                    <a:pt x="396" y="1092"/>
                    <a:pt x="402" y="1002"/>
                    <a:pt x="404" y="985"/>
                  </a:cubicBezTo>
                  <a:cubicBezTo>
                    <a:pt x="405" y="976"/>
                    <a:pt x="409" y="967"/>
                    <a:pt x="411" y="958"/>
                  </a:cubicBezTo>
                  <a:cubicBezTo>
                    <a:pt x="413" y="943"/>
                    <a:pt x="415" y="928"/>
                    <a:pt x="418" y="913"/>
                  </a:cubicBezTo>
                  <a:cubicBezTo>
                    <a:pt x="419" y="904"/>
                    <a:pt x="424" y="904"/>
                    <a:pt x="430" y="908"/>
                  </a:cubicBezTo>
                  <a:cubicBezTo>
                    <a:pt x="440" y="916"/>
                    <a:pt x="443" y="919"/>
                    <a:pt x="453" y="925"/>
                  </a:cubicBezTo>
                  <a:cubicBezTo>
                    <a:pt x="459" y="929"/>
                    <a:pt x="462" y="926"/>
                    <a:pt x="459" y="934"/>
                  </a:cubicBezTo>
                  <a:cubicBezTo>
                    <a:pt x="458" y="939"/>
                    <a:pt x="454" y="936"/>
                    <a:pt x="450" y="938"/>
                  </a:cubicBezTo>
                  <a:cubicBezTo>
                    <a:pt x="448" y="940"/>
                    <a:pt x="458" y="957"/>
                    <a:pt x="454" y="957"/>
                  </a:cubicBezTo>
                  <a:cubicBezTo>
                    <a:pt x="446" y="957"/>
                    <a:pt x="444" y="962"/>
                    <a:pt x="449" y="969"/>
                  </a:cubicBezTo>
                  <a:cubicBezTo>
                    <a:pt x="463" y="988"/>
                    <a:pt x="482" y="1002"/>
                    <a:pt x="504" y="1010"/>
                  </a:cubicBezTo>
                  <a:cubicBezTo>
                    <a:pt x="530" y="1020"/>
                    <a:pt x="554" y="1010"/>
                    <a:pt x="574" y="995"/>
                  </a:cubicBezTo>
                  <a:cubicBezTo>
                    <a:pt x="593" y="981"/>
                    <a:pt x="611" y="963"/>
                    <a:pt x="625" y="944"/>
                  </a:cubicBezTo>
                  <a:cubicBezTo>
                    <a:pt x="640" y="924"/>
                    <a:pt x="650" y="900"/>
                    <a:pt x="663" y="878"/>
                  </a:cubicBezTo>
                  <a:cubicBezTo>
                    <a:pt x="685" y="840"/>
                    <a:pt x="696" y="797"/>
                    <a:pt x="711" y="756"/>
                  </a:cubicBezTo>
                  <a:cubicBezTo>
                    <a:pt x="719" y="732"/>
                    <a:pt x="726" y="708"/>
                    <a:pt x="732" y="684"/>
                  </a:cubicBezTo>
                  <a:cubicBezTo>
                    <a:pt x="739" y="655"/>
                    <a:pt x="745" y="626"/>
                    <a:pt x="750" y="597"/>
                  </a:cubicBezTo>
                  <a:cubicBezTo>
                    <a:pt x="752" y="584"/>
                    <a:pt x="750" y="571"/>
                    <a:pt x="752" y="558"/>
                  </a:cubicBezTo>
                  <a:cubicBezTo>
                    <a:pt x="758" y="522"/>
                    <a:pt x="755" y="487"/>
                    <a:pt x="740" y="454"/>
                  </a:cubicBezTo>
                  <a:cubicBezTo>
                    <a:pt x="722" y="414"/>
                    <a:pt x="692" y="386"/>
                    <a:pt x="652" y="37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3" name="Freeform 7"/>
            <p:cNvSpPr>
              <a:spLocks noEditPoints="1"/>
            </p:cNvSpPr>
            <p:nvPr/>
          </p:nvSpPr>
          <p:spPr bwMode="auto">
            <a:xfrm>
              <a:off x="1301750" y="-969963"/>
              <a:ext cx="374650" cy="768350"/>
            </a:xfrm>
            <a:custGeom>
              <a:avLst/>
              <a:gdLst>
                <a:gd name="T0" fmla="*/ 423 w 490"/>
                <a:gd name="T1" fmla="*/ 20 h 1003"/>
                <a:gd name="T2" fmla="*/ 343 w 490"/>
                <a:gd name="T3" fmla="*/ 1 h 1003"/>
                <a:gd name="T4" fmla="*/ 278 w 490"/>
                <a:gd name="T5" fmla="*/ 8 h 1003"/>
                <a:gd name="T6" fmla="*/ 112 w 490"/>
                <a:gd name="T7" fmla="*/ 135 h 1003"/>
                <a:gd name="T8" fmla="*/ 94 w 490"/>
                <a:gd name="T9" fmla="*/ 199 h 1003"/>
                <a:gd name="T10" fmla="*/ 166 w 490"/>
                <a:gd name="T11" fmla="*/ 215 h 1003"/>
                <a:gd name="T12" fmla="*/ 244 w 490"/>
                <a:gd name="T13" fmla="*/ 160 h 1003"/>
                <a:gd name="T14" fmla="*/ 389 w 490"/>
                <a:gd name="T15" fmla="*/ 114 h 1003"/>
                <a:gd name="T16" fmla="*/ 395 w 490"/>
                <a:gd name="T17" fmla="*/ 227 h 1003"/>
                <a:gd name="T18" fmla="*/ 325 w 490"/>
                <a:gd name="T19" fmla="*/ 388 h 1003"/>
                <a:gd name="T20" fmla="*/ 264 w 490"/>
                <a:gd name="T21" fmla="*/ 413 h 1003"/>
                <a:gd name="T22" fmla="*/ 276 w 490"/>
                <a:gd name="T23" fmla="*/ 352 h 1003"/>
                <a:gd name="T24" fmla="*/ 336 w 490"/>
                <a:gd name="T25" fmla="*/ 299 h 1003"/>
                <a:gd name="T26" fmla="*/ 347 w 490"/>
                <a:gd name="T27" fmla="*/ 242 h 1003"/>
                <a:gd name="T28" fmla="*/ 261 w 490"/>
                <a:gd name="T29" fmla="*/ 216 h 1003"/>
                <a:gd name="T30" fmla="*/ 192 w 490"/>
                <a:gd name="T31" fmla="*/ 234 h 1003"/>
                <a:gd name="T32" fmla="*/ 180 w 490"/>
                <a:gd name="T33" fmla="*/ 269 h 1003"/>
                <a:gd name="T34" fmla="*/ 130 w 490"/>
                <a:gd name="T35" fmla="*/ 341 h 1003"/>
                <a:gd name="T36" fmla="*/ 123 w 490"/>
                <a:gd name="T37" fmla="*/ 351 h 1003"/>
                <a:gd name="T38" fmla="*/ 68 w 490"/>
                <a:gd name="T39" fmla="*/ 292 h 1003"/>
                <a:gd name="T40" fmla="*/ 7 w 490"/>
                <a:gd name="T41" fmla="*/ 421 h 1003"/>
                <a:gd name="T42" fmla="*/ 65 w 490"/>
                <a:gd name="T43" fmla="*/ 531 h 1003"/>
                <a:gd name="T44" fmla="*/ 102 w 490"/>
                <a:gd name="T45" fmla="*/ 542 h 1003"/>
                <a:gd name="T46" fmla="*/ 153 w 490"/>
                <a:gd name="T47" fmla="*/ 588 h 1003"/>
                <a:gd name="T48" fmla="*/ 116 w 490"/>
                <a:gd name="T49" fmla="*/ 682 h 1003"/>
                <a:gd name="T50" fmla="*/ 54 w 490"/>
                <a:gd name="T51" fmla="*/ 765 h 1003"/>
                <a:gd name="T52" fmla="*/ 122 w 490"/>
                <a:gd name="T53" fmla="*/ 800 h 1003"/>
                <a:gd name="T54" fmla="*/ 104 w 490"/>
                <a:gd name="T55" fmla="*/ 860 h 1003"/>
                <a:gd name="T56" fmla="*/ 27 w 490"/>
                <a:gd name="T57" fmla="*/ 894 h 1003"/>
                <a:gd name="T58" fmla="*/ 14 w 490"/>
                <a:gd name="T59" fmla="*/ 976 h 1003"/>
                <a:gd name="T60" fmla="*/ 81 w 490"/>
                <a:gd name="T61" fmla="*/ 994 h 1003"/>
                <a:gd name="T62" fmla="*/ 188 w 490"/>
                <a:gd name="T63" fmla="*/ 960 h 1003"/>
                <a:gd name="T64" fmla="*/ 338 w 490"/>
                <a:gd name="T65" fmla="*/ 971 h 1003"/>
                <a:gd name="T66" fmla="*/ 383 w 490"/>
                <a:gd name="T67" fmla="*/ 966 h 1003"/>
                <a:gd name="T68" fmla="*/ 413 w 490"/>
                <a:gd name="T69" fmla="*/ 928 h 1003"/>
                <a:gd name="T70" fmla="*/ 423 w 490"/>
                <a:gd name="T71" fmla="*/ 856 h 1003"/>
                <a:gd name="T72" fmla="*/ 334 w 490"/>
                <a:gd name="T73" fmla="*/ 832 h 1003"/>
                <a:gd name="T74" fmla="*/ 226 w 490"/>
                <a:gd name="T75" fmla="*/ 832 h 1003"/>
                <a:gd name="T76" fmla="*/ 240 w 490"/>
                <a:gd name="T77" fmla="*/ 746 h 1003"/>
                <a:gd name="T78" fmla="*/ 350 w 490"/>
                <a:gd name="T79" fmla="*/ 628 h 1003"/>
                <a:gd name="T80" fmla="*/ 323 w 490"/>
                <a:gd name="T81" fmla="*/ 594 h 1003"/>
                <a:gd name="T82" fmla="*/ 236 w 490"/>
                <a:gd name="T83" fmla="*/ 618 h 1003"/>
                <a:gd name="T84" fmla="*/ 226 w 490"/>
                <a:gd name="T85" fmla="*/ 571 h 1003"/>
                <a:gd name="T86" fmla="*/ 336 w 490"/>
                <a:gd name="T87" fmla="*/ 483 h 1003"/>
                <a:gd name="T88" fmla="*/ 383 w 490"/>
                <a:gd name="T89" fmla="*/ 414 h 1003"/>
                <a:gd name="T90" fmla="*/ 480 w 490"/>
                <a:gd name="T91" fmla="*/ 215 h 1003"/>
                <a:gd name="T92" fmla="*/ 475 w 490"/>
                <a:gd name="T93" fmla="*/ 89 h 1003"/>
                <a:gd name="T94" fmla="*/ 149 w 490"/>
                <a:gd name="T95" fmla="*/ 451 h 1003"/>
                <a:gd name="T96" fmla="*/ 139 w 490"/>
                <a:gd name="T97" fmla="*/ 447 h 1003"/>
                <a:gd name="T98" fmla="*/ 128 w 490"/>
                <a:gd name="T99" fmla="*/ 376 h 1003"/>
                <a:gd name="T100" fmla="*/ 137 w 490"/>
                <a:gd name="T101" fmla="*/ 374 h 1003"/>
                <a:gd name="T102" fmla="*/ 172 w 490"/>
                <a:gd name="T103" fmla="*/ 413 h 10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490" h="1003">
                  <a:moveTo>
                    <a:pt x="475" y="89"/>
                  </a:moveTo>
                  <a:cubicBezTo>
                    <a:pt x="464" y="62"/>
                    <a:pt x="449" y="36"/>
                    <a:pt x="423" y="20"/>
                  </a:cubicBezTo>
                  <a:cubicBezTo>
                    <a:pt x="401" y="7"/>
                    <a:pt x="377" y="3"/>
                    <a:pt x="352" y="0"/>
                  </a:cubicBezTo>
                  <a:cubicBezTo>
                    <a:pt x="349" y="0"/>
                    <a:pt x="346" y="1"/>
                    <a:pt x="343" y="1"/>
                  </a:cubicBezTo>
                  <a:cubicBezTo>
                    <a:pt x="334" y="2"/>
                    <a:pt x="325" y="2"/>
                    <a:pt x="315" y="3"/>
                  </a:cubicBezTo>
                  <a:cubicBezTo>
                    <a:pt x="303" y="4"/>
                    <a:pt x="290" y="5"/>
                    <a:pt x="278" y="8"/>
                  </a:cubicBezTo>
                  <a:cubicBezTo>
                    <a:pt x="234" y="21"/>
                    <a:pt x="197" y="47"/>
                    <a:pt x="162" y="76"/>
                  </a:cubicBezTo>
                  <a:cubicBezTo>
                    <a:pt x="142" y="93"/>
                    <a:pt x="125" y="112"/>
                    <a:pt x="112" y="135"/>
                  </a:cubicBezTo>
                  <a:cubicBezTo>
                    <a:pt x="106" y="145"/>
                    <a:pt x="97" y="155"/>
                    <a:pt x="92" y="165"/>
                  </a:cubicBezTo>
                  <a:cubicBezTo>
                    <a:pt x="85" y="178"/>
                    <a:pt x="86" y="195"/>
                    <a:pt x="94" y="199"/>
                  </a:cubicBezTo>
                  <a:cubicBezTo>
                    <a:pt x="105" y="205"/>
                    <a:pt x="116" y="209"/>
                    <a:pt x="127" y="212"/>
                  </a:cubicBezTo>
                  <a:cubicBezTo>
                    <a:pt x="140" y="214"/>
                    <a:pt x="153" y="215"/>
                    <a:pt x="166" y="215"/>
                  </a:cubicBezTo>
                  <a:cubicBezTo>
                    <a:pt x="175" y="214"/>
                    <a:pt x="185" y="211"/>
                    <a:pt x="193" y="206"/>
                  </a:cubicBezTo>
                  <a:cubicBezTo>
                    <a:pt x="211" y="192"/>
                    <a:pt x="228" y="176"/>
                    <a:pt x="244" y="160"/>
                  </a:cubicBezTo>
                  <a:cubicBezTo>
                    <a:pt x="275" y="131"/>
                    <a:pt x="310" y="108"/>
                    <a:pt x="352" y="100"/>
                  </a:cubicBezTo>
                  <a:cubicBezTo>
                    <a:pt x="369" y="96"/>
                    <a:pt x="379" y="100"/>
                    <a:pt x="389" y="114"/>
                  </a:cubicBezTo>
                  <a:cubicBezTo>
                    <a:pt x="403" y="132"/>
                    <a:pt x="407" y="154"/>
                    <a:pt x="405" y="176"/>
                  </a:cubicBezTo>
                  <a:cubicBezTo>
                    <a:pt x="403" y="193"/>
                    <a:pt x="400" y="211"/>
                    <a:pt x="395" y="227"/>
                  </a:cubicBezTo>
                  <a:cubicBezTo>
                    <a:pt x="386" y="256"/>
                    <a:pt x="377" y="284"/>
                    <a:pt x="365" y="312"/>
                  </a:cubicBezTo>
                  <a:cubicBezTo>
                    <a:pt x="354" y="338"/>
                    <a:pt x="339" y="363"/>
                    <a:pt x="325" y="388"/>
                  </a:cubicBezTo>
                  <a:cubicBezTo>
                    <a:pt x="315" y="407"/>
                    <a:pt x="301" y="420"/>
                    <a:pt x="280" y="414"/>
                  </a:cubicBezTo>
                  <a:cubicBezTo>
                    <a:pt x="275" y="412"/>
                    <a:pt x="269" y="413"/>
                    <a:pt x="264" y="413"/>
                  </a:cubicBezTo>
                  <a:cubicBezTo>
                    <a:pt x="255" y="414"/>
                    <a:pt x="251" y="410"/>
                    <a:pt x="253" y="400"/>
                  </a:cubicBezTo>
                  <a:cubicBezTo>
                    <a:pt x="257" y="383"/>
                    <a:pt x="262" y="364"/>
                    <a:pt x="276" y="352"/>
                  </a:cubicBezTo>
                  <a:cubicBezTo>
                    <a:pt x="291" y="337"/>
                    <a:pt x="309" y="324"/>
                    <a:pt x="326" y="310"/>
                  </a:cubicBezTo>
                  <a:cubicBezTo>
                    <a:pt x="330" y="306"/>
                    <a:pt x="334" y="303"/>
                    <a:pt x="336" y="299"/>
                  </a:cubicBezTo>
                  <a:cubicBezTo>
                    <a:pt x="342" y="284"/>
                    <a:pt x="347" y="269"/>
                    <a:pt x="351" y="253"/>
                  </a:cubicBezTo>
                  <a:cubicBezTo>
                    <a:pt x="352" y="250"/>
                    <a:pt x="350" y="245"/>
                    <a:pt x="347" y="242"/>
                  </a:cubicBezTo>
                  <a:cubicBezTo>
                    <a:pt x="327" y="226"/>
                    <a:pt x="308" y="208"/>
                    <a:pt x="279" y="221"/>
                  </a:cubicBezTo>
                  <a:cubicBezTo>
                    <a:pt x="272" y="224"/>
                    <a:pt x="266" y="222"/>
                    <a:pt x="261" y="216"/>
                  </a:cubicBezTo>
                  <a:cubicBezTo>
                    <a:pt x="250" y="203"/>
                    <a:pt x="220" y="199"/>
                    <a:pt x="207" y="210"/>
                  </a:cubicBezTo>
                  <a:cubicBezTo>
                    <a:pt x="200" y="216"/>
                    <a:pt x="196" y="225"/>
                    <a:pt x="192" y="234"/>
                  </a:cubicBezTo>
                  <a:cubicBezTo>
                    <a:pt x="189" y="239"/>
                    <a:pt x="185" y="246"/>
                    <a:pt x="186" y="251"/>
                  </a:cubicBezTo>
                  <a:cubicBezTo>
                    <a:pt x="190" y="260"/>
                    <a:pt x="186" y="264"/>
                    <a:pt x="180" y="269"/>
                  </a:cubicBezTo>
                  <a:cubicBezTo>
                    <a:pt x="175" y="273"/>
                    <a:pt x="170" y="277"/>
                    <a:pt x="165" y="281"/>
                  </a:cubicBezTo>
                  <a:cubicBezTo>
                    <a:pt x="145" y="297"/>
                    <a:pt x="132" y="316"/>
                    <a:pt x="130" y="341"/>
                  </a:cubicBezTo>
                  <a:cubicBezTo>
                    <a:pt x="130" y="345"/>
                    <a:pt x="128" y="348"/>
                    <a:pt x="127" y="351"/>
                  </a:cubicBezTo>
                  <a:cubicBezTo>
                    <a:pt x="126" y="351"/>
                    <a:pt x="125" y="351"/>
                    <a:pt x="123" y="351"/>
                  </a:cubicBezTo>
                  <a:cubicBezTo>
                    <a:pt x="122" y="348"/>
                    <a:pt x="121" y="346"/>
                    <a:pt x="120" y="343"/>
                  </a:cubicBezTo>
                  <a:cubicBezTo>
                    <a:pt x="114" y="314"/>
                    <a:pt x="93" y="298"/>
                    <a:pt x="68" y="292"/>
                  </a:cubicBezTo>
                  <a:cubicBezTo>
                    <a:pt x="43" y="286"/>
                    <a:pt x="8" y="305"/>
                    <a:pt x="6" y="337"/>
                  </a:cubicBezTo>
                  <a:cubicBezTo>
                    <a:pt x="4" y="365"/>
                    <a:pt x="5" y="393"/>
                    <a:pt x="7" y="421"/>
                  </a:cubicBezTo>
                  <a:cubicBezTo>
                    <a:pt x="7" y="437"/>
                    <a:pt x="9" y="455"/>
                    <a:pt x="13" y="471"/>
                  </a:cubicBezTo>
                  <a:cubicBezTo>
                    <a:pt x="22" y="498"/>
                    <a:pt x="34" y="523"/>
                    <a:pt x="65" y="531"/>
                  </a:cubicBezTo>
                  <a:cubicBezTo>
                    <a:pt x="74" y="534"/>
                    <a:pt x="81" y="538"/>
                    <a:pt x="91" y="534"/>
                  </a:cubicBezTo>
                  <a:cubicBezTo>
                    <a:pt x="98" y="530"/>
                    <a:pt x="101" y="535"/>
                    <a:pt x="102" y="542"/>
                  </a:cubicBezTo>
                  <a:cubicBezTo>
                    <a:pt x="107" y="562"/>
                    <a:pt x="118" y="571"/>
                    <a:pt x="138" y="572"/>
                  </a:cubicBezTo>
                  <a:cubicBezTo>
                    <a:pt x="151" y="573"/>
                    <a:pt x="154" y="576"/>
                    <a:pt x="153" y="588"/>
                  </a:cubicBezTo>
                  <a:cubicBezTo>
                    <a:pt x="152" y="603"/>
                    <a:pt x="149" y="618"/>
                    <a:pt x="147" y="633"/>
                  </a:cubicBezTo>
                  <a:cubicBezTo>
                    <a:pt x="145" y="655"/>
                    <a:pt x="135" y="672"/>
                    <a:pt x="116" y="682"/>
                  </a:cubicBezTo>
                  <a:cubicBezTo>
                    <a:pt x="89" y="697"/>
                    <a:pt x="71" y="721"/>
                    <a:pt x="52" y="745"/>
                  </a:cubicBezTo>
                  <a:cubicBezTo>
                    <a:pt x="47" y="752"/>
                    <a:pt x="47" y="759"/>
                    <a:pt x="54" y="765"/>
                  </a:cubicBezTo>
                  <a:cubicBezTo>
                    <a:pt x="70" y="781"/>
                    <a:pt x="89" y="789"/>
                    <a:pt x="111" y="788"/>
                  </a:cubicBezTo>
                  <a:cubicBezTo>
                    <a:pt x="120" y="788"/>
                    <a:pt x="123" y="792"/>
                    <a:pt x="122" y="800"/>
                  </a:cubicBezTo>
                  <a:cubicBezTo>
                    <a:pt x="121" y="813"/>
                    <a:pt x="120" y="825"/>
                    <a:pt x="119" y="837"/>
                  </a:cubicBezTo>
                  <a:cubicBezTo>
                    <a:pt x="119" y="848"/>
                    <a:pt x="114" y="855"/>
                    <a:pt x="104" y="860"/>
                  </a:cubicBezTo>
                  <a:cubicBezTo>
                    <a:pt x="85" y="867"/>
                    <a:pt x="64" y="869"/>
                    <a:pt x="48" y="881"/>
                  </a:cubicBezTo>
                  <a:cubicBezTo>
                    <a:pt x="41" y="886"/>
                    <a:pt x="33" y="889"/>
                    <a:pt x="27" y="894"/>
                  </a:cubicBezTo>
                  <a:cubicBezTo>
                    <a:pt x="9" y="910"/>
                    <a:pt x="0" y="938"/>
                    <a:pt x="7" y="955"/>
                  </a:cubicBezTo>
                  <a:cubicBezTo>
                    <a:pt x="9" y="962"/>
                    <a:pt x="12" y="969"/>
                    <a:pt x="14" y="976"/>
                  </a:cubicBezTo>
                  <a:cubicBezTo>
                    <a:pt x="17" y="989"/>
                    <a:pt x="30" y="1003"/>
                    <a:pt x="41" y="1002"/>
                  </a:cubicBezTo>
                  <a:cubicBezTo>
                    <a:pt x="55" y="1000"/>
                    <a:pt x="69" y="998"/>
                    <a:pt x="81" y="994"/>
                  </a:cubicBezTo>
                  <a:cubicBezTo>
                    <a:pt x="102" y="987"/>
                    <a:pt x="122" y="978"/>
                    <a:pt x="143" y="971"/>
                  </a:cubicBezTo>
                  <a:cubicBezTo>
                    <a:pt x="158" y="966"/>
                    <a:pt x="173" y="965"/>
                    <a:pt x="188" y="960"/>
                  </a:cubicBezTo>
                  <a:cubicBezTo>
                    <a:pt x="225" y="950"/>
                    <a:pt x="262" y="946"/>
                    <a:pt x="299" y="957"/>
                  </a:cubicBezTo>
                  <a:cubicBezTo>
                    <a:pt x="312" y="961"/>
                    <a:pt x="325" y="967"/>
                    <a:pt x="338" y="971"/>
                  </a:cubicBezTo>
                  <a:cubicBezTo>
                    <a:pt x="343" y="973"/>
                    <a:pt x="348" y="974"/>
                    <a:pt x="352" y="974"/>
                  </a:cubicBezTo>
                  <a:cubicBezTo>
                    <a:pt x="363" y="972"/>
                    <a:pt x="373" y="969"/>
                    <a:pt x="383" y="966"/>
                  </a:cubicBezTo>
                  <a:cubicBezTo>
                    <a:pt x="387" y="965"/>
                    <a:pt x="391" y="963"/>
                    <a:pt x="393" y="960"/>
                  </a:cubicBezTo>
                  <a:cubicBezTo>
                    <a:pt x="400" y="950"/>
                    <a:pt x="407" y="939"/>
                    <a:pt x="413" y="928"/>
                  </a:cubicBezTo>
                  <a:cubicBezTo>
                    <a:pt x="420" y="914"/>
                    <a:pt x="425" y="899"/>
                    <a:pt x="431" y="885"/>
                  </a:cubicBezTo>
                  <a:cubicBezTo>
                    <a:pt x="438" y="872"/>
                    <a:pt x="436" y="863"/>
                    <a:pt x="423" y="856"/>
                  </a:cubicBezTo>
                  <a:cubicBezTo>
                    <a:pt x="413" y="851"/>
                    <a:pt x="402" y="846"/>
                    <a:pt x="391" y="843"/>
                  </a:cubicBezTo>
                  <a:cubicBezTo>
                    <a:pt x="372" y="838"/>
                    <a:pt x="353" y="832"/>
                    <a:pt x="334" y="832"/>
                  </a:cubicBezTo>
                  <a:cubicBezTo>
                    <a:pt x="301" y="832"/>
                    <a:pt x="269" y="837"/>
                    <a:pt x="237" y="839"/>
                  </a:cubicBezTo>
                  <a:cubicBezTo>
                    <a:pt x="233" y="839"/>
                    <a:pt x="227" y="835"/>
                    <a:pt x="226" y="832"/>
                  </a:cubicBezTo>
                  <a:cubicBezTo>
                    <a:pt x="223" y="823"/>
                    <a:pt x="221" y="814"/>
                    <a:pt x="220" y="804"/>
                  </a:cubicBezTo>
                  <a:cubicBezTo>
                    <a:pt x="219" y="782"/>
                    <a:pt x="220" y="760"/>
                    <a:pt x="240" y="746"/>
                  </a:cubicBezTo>
                  <a:cubicBezTo>
                    <a:pt x="261" y="732"/>
                    <a:pt x="283" y="717"/>
                    <a:pt x="307" y="707"/>
                  </a:cubicBezTo>
                  <a:cubicBezTo>
                    <a:pt x="337" y="693"/>
                    <a:pt x="360" y="662"/>
                    <a:pt x="350" y="628"/>
                  </a:cubicBezTo>
                  <a:cubicBezTo>
                    <a:pt x="349" y="624"/>
                    <a:pt x="350" y="620"/>
                    <a:pt x="349" y="616"/>
                  </a:cubicBezTo>
                  <a:cubicBezTo>
                    <a:pt x="348" y="602"/>
                    <a:pt x="337" y="592"/>
                    <a:pt x="323" y="594"/>
                  </a:cubicBezTo>
                  <a:cubicBezTo>
                    <a:pt x="307" y="596"/>
                    <a:pt x="292" y="599"/>
                    <a:pt x="276" y="603"/>
                  </a:cubicBezTo>
                  <a:cubicBezTo>
                    <a:pt x="262" y="607"/>
                    <a:pt x="249" y="613"/>
                    <a:pt x="236" y="618"/>
                  </a:cubicBezTo>
                  <a:cubicBezTo>
                    <a:pt x="226" y="621"/>
                    <a:pt x="222" y="619"/>
                    <a:pt x="222" y="611"/>
                  </a:cubicBezTo>
                  <a:cubicBezTo>
                    <a:pt x="223" y="597"/>
                    <a:pt x="224" y="584"/>
                    <a:pt x="226" y="571"/>
                  </a:cubicBezTo>
                  <a:cubicBezTo>
                    <a:pt x="230" y="543"/>
                    <a:pt x="247" y="526"/>
                    <a:pt x="274" y="526"/>
                  </a:cubicBezTo>
                  <a:cubicBezTo>
                    <a:pt x="305" y="525"/>
                    <a:pt x="324" y="510"/>
                    <a:pt x="336" y="483"/>
                  </a:cubicBezTo>
                  <a:cubicBezTo>
                    <a:pt x="339" y="476"/>
                    <a:pt x="342" y="468"/>
                    <a:pt x="346" y="461"/>
                  </a:cubicBezTo>
                  <a:cubicBezTo>
                    <a:pt x="358" y="445"/>
                    <a:pt x="372" y="430"/>
                    <a:pt x="383" y="414"/>
                  </a:cubicBezTo>
                  <a:cubicBezTo>
                    <a:pt x="398" y="393"/>
                    <a:pt x="413" y="373"/>
                    <a:pt x="424" y="350"/>
                  </a:cubicBezTo>
                  <a:cubicBezTo>
                    <a:pt x="444" y="306"/>
                    <a:pt x="463" y="261"/>
                    <a:pt x="480" y="215"/>
                  </a:cubicBezTo>
                  <a:cubicBezTo>
                    <a:pt x="487" y="194"/>
                    <a:pt x="490" y="170"/>
                    <a:pt x="489" y="148"/>
                  </a:cubicBezTo>
                  <a:cubicBezTo>
                    <a:pt x="489" y="128"/>
                    <a:pt x="482" y="108"/>
                    <a:pt x="475" y="89"/>
                  </a:cubicBezTo>
                  <a:close/>
                  <a:moveTo>
                    <a:pt x="172" y="413"/>
                  </a:moveTo>
                  <a:cubicBezTo>
                    <a:pt x="165" y="426"/>
                    <a:pt x="157" y="438"/>
                    <a:pt x="149" y="451"/>
                  </a:cubicBezTo>
                  <a:cubicBezTo>
                    <a:pt x="147" y="452"/>
                    <a:pt x="144" y="454"/>
                    <a:pt x="142" y="453"/>
                  </a:cubicBezTo>
                  <a:cubicBezTo>
                    <a:pt x="141" y="453"/>
                    <a:pt x="139" y="449"/>
                    <a:pt x="139" y="447"/>
                  </a:cubicBezTo>
                  <a:cubicBezTo>
                    <a:pt x="135" y="424"/>
                    <a:pt x="132" y="402"/>
                    <a:pt x="129" y="379"/>
                  </a:cubicBezTo>
                  <a:cubicBezTo>
                    <a:pt x="129" y="378"/>
                    <a:pt x="129" y="378"/>
                    <a:pt x="128" y="376"/>
                  </a:cubicBezTo>
                  <a:cubicBezTo>
                    <a:pt x="129" y="375"/>
                    <a:pt x="130" y="372"/>
                    <a:pt x="131" y="372"/>
                  </a:cubicBezTo>
                  <a:cubicBezTo>
                    <a:pt x="133" y="371"/>
                    <a:pt x="136" y="373"/>
                    <a:pt x="137" y="374"/>
                  </a:cubicBezTo>
                  <a:cubicBezTo>
                    <a:pt x="145" y="386"/>
                    <a:pt x="154" y="394"/>
                    <a:pt x="167" y="399"/>
                  </a:cubicBezTo>
                  <a:cubicBezTo>
                    <a:pt x="170" y="401"/>
                    <a:pt x="174" y="410"/>
                    <a:pt x="172" y="41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298450" y="-814388"/>
              <a:ext cx="596900" cy="638175"/>
            </a:xfrm>
            <a:custGeom>
              <a:avLst/>
              <a:gdLst>
                <a:gd name="T0" fmla="*/ 688 w 780"/>
                <a:gd name="T1" fmla="*/ 11 h 832"/>
                <a:gd name="T2" fmla="*/ 484 w 780"/>
                <a:gd name="T3" fmla="*/ 70 h 832"/>
                <a:gd name="T4" fmla="*/ 139 w 780"/>
                <a:gd name="T5" fmla="*/ 221 h 832"/>
                <a:gd name="T6" fmla="*/ 10 w 780"/>
                <a:gd name="T7" fmla="*/ 297 h 832"/>
                <a:gd name="T8" fmla="*/ 15 w 780"/>
                <a:gd name="T9" fmla="*/ 348 h 832"/>
                <a:gd name="T10" fmla="*/ 153 w 780"/>
                <a:gd name="T11" fmla="*/ 310 h 832"/>
                <a:gd name="T12" fmla="*/ 297 w 780"/>
                <a:gd name="T13" fmla="*/ 231 h 832"/>
                <a:gd name="T14" fmla="*/ 417 w 780"/>
                <a:gd name="T15" fmla="*/ 187 h 832"/>
                <a:gd name="T16" fmla="*/ 268 w 780"/>
                <a:gd name="T17" fmla="*/ 354 h 832"/>
                <a:gd name="T18" fmla="*/ 242 w 780"/>
                <a:gd name="T19" fmla="*/ 519 h 832"/>
                <a:gd name="T20" fmla="*/ 288 w 780"/>
                <a:gd name="T21" fmla="*/ 521 h 832"/>
                <a:gd name="T22" fmla="*/ 321 w 780"/>
                <a:gd name="T23" fmla="*/ 470 h 832"/>
                <a:gd name="T24" fmla="*/ 341 w 780"/>
                <a:gd name="T25" fmla="*/ 429 h 832"/>
                <a:gd name="T26" fmla="*/ 455 w 780"/>
                <a:gd name="T27" fmla="*/ 318 h 832"/>
                <a:gd name="T28" fmla="*/ 532 w 780"/>
                <a:gd name="T29" fmla="*/ 300 h 832"/>
                <a:gd name="T30" fmla="*/ 437 w 780"/>
                <a:gd name="T31" fmla="*/ 392 h 832"/>
                <a:gd name="T32" fmla="*/ 328 w 780"/>
                <a:gd name="T33" fmla="*/ 512 h 832"/>
                <a:gd name="T34" fmla="*/ 368 w 780"/>
                <a:gd name="T35" fmla="*/ 530 h 832"/>
                <a:gd name="T36" fmla="*/ 366 w 780"/>
                <a:gd name="T37" fmla="*/ 623 h 832"/>
                <a:gd name="T38" fmla="*/ 272 w 780"/>
                <a:gd name="T39" fmla="*/ 683 h 832"/>
                <a:gd name="T40" fmla="*/ 233 w 780"/>
                <a:gd name="T41" fmla="*/ 673 h 832"/>
                <a:gd name="T42" fmla="*/ 202 w 780"/>
                <a:gd name="T43" fmla="*/ 717 h 832"/>
                <a:gd name="T44" fmla="*/ 268 w 780"/>
                <a:gd name="T45" fmla="*/ 771 h 832"/>
                <a:gd name="T46" fmla="*/ 348 w 780"/>
                <a:gd name="T47" fmla="*/ 716 h 832"/>
                <a:gd name="T48" fmla="*/ 350 w 780"/>
                <a:gd name="T49" fmla="*/ 792 h 832"/>
                <a:gd name="T50" fmla="*/ 378 w 780"/>
                <a:gd name="T51" fmla="*/ 823 h 832"/>
                <a:gd name="T52" fmla="*/ 406 w 780"/>
                <a:gd name="T53" fmla="*/ 824 h 832"/>
                <a:gd name="T54" fmla="*/ 440 w 780"/>
                <a:gd name="T55" fmla="*/ 796 h 832"/>
                <a:gd name="T56" fmla="*/ 437 w 780"/>
                <a:gd name="T57" fmla="*/ 695 h 832"/>
                <a:gd name="T58" fmla="*/ 528 w 780"/>
                <a:gd name="T59" fmla="*/ 659 h 832"/>
                <a:gd name="T60" fmla="*/ 537 w 780"/>
                <a:gd name="T61" fmla="*/ 691 h 832"/>
                <a:gd name="T62" fmla="*/ 501 w 780"/>
                <a:gd name="T63" fmla="*/ 717 h 832"/>
                <a:gd name="T64" fmla="*/ 526 w 780"/>
                <a:gd name="T65" fmla="*/ 713 h 832"/>
                <a:gd name="T66" fmla="*/ 612 w 780"/>
                <a:gd name="T67" fmla="*/ 676 h 832"/>
                <a:gd name="T68" fmla="*/ 518 w 780"/>
                <a:gd name="T69" fmla="*/ 587 h 832"/>
                <a:gd name="T70" fmla="*/ 439 w 780"/>
                <a:gd name="T71" fmla="*/ 588 h 832"/>
                <a:gd name="T72" fmla="*/ 462 w 780"/>
                <a:gd name="T73" fmla="*/ 510 h 832"/>
                <a:gd name="T74" fmla="*/ 511 w 780"/>
                <a:gd name="T75" fmla="*/ 427 h 832"/>
                <a:gd name="T76" fmla="*/ 539 w 780"/>
                <a:gd name="T77" fmla="*/ 343 h 832"/>
                <a:gd name="T78" fmla="*/ 549 w 780"/>
                <a:gd name="T79" fmla="*/ 253 h 832"/>
                <a:gd name="T80" fmla="*/ 435 w 780"/>
                <a:gd name="T81" fmla="*/ 266 h 832"/>
                <a:gd name="T82" fmla="*/ 342 w 780"/>
                <a:gd name="T83" fmla="*/ 324 h 832"/>
                <a:gd name="T84" fmla="*/ 306 w 780"/>
                <a:gd name="T85" fmla="*/ 357 h 832"/>
                <a:gd name="T86" fmla="*/ 317 w 780"/>
                <a:gd name="T87" fmla="*/ 317 h 832"/>
                <a:gd name="T88" fmla="*/ 424 w 780"/>
                <a:gd name="T89" fmla="*/ 204 h 832"/>
                <a:gd name="T90" fmla="*/ 534 w 780"/>
                <a:gd name="T91" fmla="*/ 157 h 832"/>
                <a:gd name="T92" fmla="*/ 703 w 780"/>
                <a:gd name="T93" fmla="*/ 130 h 832"/>
                <a:gd name="T94" fmla="*/ 772 w 780"/>
                <a:gd name="T95" fmla="*/ 103 h 832"/>
                <a:gd name="T96" fmla="*/ 711 w 780"/>
                <a:gd name="T97" fmla="*/ 4 h 8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80" h="832">
                  <a:moveTo>
                    <a:pt x="711" y="4"/>
                  </a:moveTo>
                  <a:cubicBezTo>
                    <a:pt x="703" y="5"/>
                    <a:pt x="696" y="9"/>
                    <a:pt x="688" y="11"/>
                  </a:cubicBezTo>
                  <a:cubicBezTo>
                    <a:pt x="653" y="20"/>
                    <a:pt x="619" y="28"/>
                    <a:pt x="585" y="38"/>
                  </a:cubicBezTo>
                  <a:cubicBezTo>
                    <a:pt x="551" y="48"/>
                    <a:pt x="517" y="58"/>
                    <a:pt x="484" y="70"/>
                  </a:cubicBezTo>
                  <a:cubicBezTo>
                    <a:pt x="448" y="83"/>
                    <a:pt x="238" y="171"/>
                    <a:pt x="228" y="176"/>
                  </a:cubicBezTo>
                  <a:cubicBezTo>
                    <a:pt x="198" y="191"/>
                    <a:pt x="169" y="206"/>
                    <a:pt x="139" y="221"/>
                  </a:cubicBezTo>
                  <a:cubicBezTo>
                    <a:pt x="118" y="231"/>
                    <a:pt x="98" y="243"/>
                    <a:pt x="77" y="252"/>
                  </a:cubicBezTo>
                  <a:cubicBezTo>
                    <a:pt x="51" y="262"/>
                    <a:pt x="29" y="277"/>
                    <a:pt x="10" y="297"/>
                  </a:cubicBezTo>
                  <a:cubicBezTo>
                    <a:pt x="7" y="300"/>
                    <a:pt x="4" y="304"/>
                    <a:pt x="4" y="308"/>
                  </a:cubicBezTo>
                  <a:cubicBezTo>
                    <a:pt x="0" y="323"/>
                    <a:pt x="2" y="337"/>
                    <a:pt x="15" y="348"/>
                  </a:cubicBezTo>
                  <a:cubicBezTo>
                    <a:pt x="29" y="360"/>
                    <a:pt x="45" y="364"/>
                    <a:pt x="62" y="356"/>
                  </a:cubicBezTo>
                  <a:cubicBezTo>
                    <a:pt x="92" y="341"/>
                    <a:pt x="123" y="325"/>
                    <a:pt x="153" y="310"/>
                  </a:cubicBezTo>
                  <a:cubicBezTo>
                    <a:pt x="196" y="288"/>
                    <a:pt x="234" y="257"/>
                    <a:pt x="280" y="239"/>
                  </a:cubicBezTo>
                  <a:cubicBezTo>
                    <a:pt x="285" y="236"/>
                    <a:pt x="291" y="233"/>
                    <a:pt x="297" y="231"/>
                  </a:cubicBezTo>
                  <a:cubicBezTo>
                    <a:pt x="334" y="215"/>
                    <a:pt x="369" y="201"/>
                    <a:pt x="406" y="186"/>
                  </a:cubicBezTo>
                  <a:cubicBezTo>
                    <a:pt x="414" y="182"/>
                    <a:pt x="417" y="186"/>
                    <a:pt x="417" y="187"/>
                  </a:cubicBezTo>
                  <a:cubicBezTo>
                    <a:pt x="418" y="191"/>
                    <a:pt x="409" y="198"/>
                    <a:pt x="403" y="203"/>
                  </a:cubicBezTo>
                  <a:cubicBezTo>
                    <a:pt x="351" y="248"/>
                    <a:pt x="305" y="297"/>
                    <a:pt x="268" y="354"/>
                  </a:cubicBezTo>
                  <a:cubicBezTo>
                    <a:pt x="249" y="383"/>
                    <a:pt x="237" y="414"/>
                    <a:pt x="233" y="447"/>
                  </a:cubicBezTo>
                  <a:cubicBezTo>
                    <a:pt x="230" y="471"/>
                    <a:pt x="229" y="496"/>
                    <a:pt x="242" y="519"/>
                  </a:cubicBezTo>
                  <a:cubicBezTo>
                    <a:pt x="247" y="528"/>
                    <a:pt x="254" y="536"/>
                    <a:pt x="265" y="536"/>
                  </a:cubicBezTo>
                  <a:cubicBezTo>
                    <a:pt x="276" y="536"/>
                    <a:pt x="283" y="529"/>
                    <a:pt x="288" y="521"/>
                  </a:cubicBezTo>
                  <a:cubicBezTo>
                    <a:pt x="297" y="509"/>
                    <a:pt x="305" y="497"/>
                    <a:pt x="313" y="485"/>
                  </a:cubicBezTo>
                  <a:cubicBezTo>
                    <a:pt x="317" y="480"/>
                    <a:pt x="319" y="475"/>
                    <a:pt x="321" y="470"/>
                  </a:cubicBezTo>
                  <a:cubicBezTo>
                    <a:pt x="325" y="463"/>
                    <a:pt x="328" y="456"/>
                    <a:pt x="332" y="450"/>
                  </a:cubicBezTo>
                  <a:cubicBezTo>
                    <a:pt x="335" y="443"/>
                    <a:pt x="338" y="436"/>
                    <a:pt x="341" y="429"/>
                  </a:cubicBezTo>
                  <a:cubicBezTo>
                    <a:pt x="346" y="418"/>
                    <a:pt x="348" y="405"/>
                    <a:pt x="356" y="397"/>
                  </a:cubicBezTo>
                  <a:cubicBezTo>
                    <a:pt x="386" y="368"/>
                    <a:pt x="417" y="338"/>
                    <a:pt x="455" y="318"/>
                  </a:cubicBezTo>
                  <a:cubicBezTo>
                    <a:pt x="475" y="307"/>
                    <a:pt x="496" y="296"/>
                    <a:pt x="520" y="296"/>
                  </a:cubicBezTo>
                  <a:cubicBezTo>
                    <a:pt x="524" y="296"/>
                    <a:pt x="530" y="297"/>
                    <a:pt x="532" y="300"/>
                  </a:cubicBezTo>
                  <a:cubicBezTo>
                    <a:pt x="533" y="303"/>
                    <a:pt x="531" y="309"/>
                    <a:pt x="529" y="312"/>
                  </a:cubicBezTo>
                  <a:cubicBezTo>
                    <a:pt x="505" y="346"/>
                    <a:pt x="471" y="369"/>
                    <a:pt x="437" y="392"/>
                  </a:cubicBezTo>
                  <a:cubicBezTo>
                    <a:pt x="414" y="407"/>
                    <a:pt x="390" y="419"/>
                    <a:pt x="367" y="435"/>
                  </a:cubicBezTo>
                  <a:cubicBezTo>
                    <a:pt x="340" y="453"/>
                    <a:pt x="333" y="482"/>
                    <a:pt x="328" y="512"/>
                  </a:cubicBezTo>
                  <a:cubicBezTo>
                    <a:pt x="326" y="529"/>
                    <a:pt x="341" y="540"/>
                    <a:pt x="358" y="534"/>
                  </a:cubicBezTo>
                  <a:cubicBezTo>
                    <a:pt x="362" y="533"/>
                    <a:pt x="365" y="531"/>
                    <a:pt x="368" y="530"/>
                  </a:cubicBezTo>
                  <a:cubicBezTo>
                    <a:pt x="375" y="528"/>
                    <a:pt x="378" y="529"/>
                    <a:pt x="379" y="538"/>
                  </a:cubicBezTo>
                  <a:cubicBezTo>
                    <a:pt x="380" y="567"/>
                    <a:pt x="372" y="595"/>
                    <a:pt x="366" y="623"/>
                  </a:cubicBezTo>
                  <a:cubicBezTo>
                    <a:pt x="365" y="627"/>
                    <a:pt x="362" y="631"/>
                    <a:pt x="358" y="634"/>
                  </a:cubicBezTo>
                  <a:cubicBezTo>
                    <a:pt x="332" y="654"/>
                    <a:pt x="305" y="674"/>
                    <a:pt x="272" y="683"/>
                  </a:cubicBezTo>
                  <a:cubicBezTo>
                    <a:pt x="261" y="686"/>
                    <a:pt x="246" y="689"/>
                    <a:pt x="245" y="677"/>
                  </a:cubicBezTo>
                  <a:cubicBezTo>
                    <a:pt x="244" y="672"/>
                    <a:pt x="247" y="669"/>
                    <a:pt x="233" y="673"/>
                  </a:cubicBezTo>
                  <a:cubicBezTo>
                    <a:pt x="220" y="678"/>
                    <a:pt x="211" y="687"/>
                    <a:pt x="207" y="701"/>
                  </a:cubicBezTo>
                  <a:cubicBezTo>
                    <a:pt x="205" y="706"/>
                    <a:pt x="205" y="712"/>
                    <a:pt x="202" y="717"/>
                  </a:cubicBezTo>
                  <a:cubicBezTo>
                    <a:pt x="193" y="731"/>
                    <a:pt x="204" y="763"/>
                    <a:pt x="218" y="775"/>
                  </a:cubicBezTo>
                  <a:cubicBezTo>
                    <a:pt x="235" y="788"/>
                    <a:pt x="246" y="785"/>
                    <a:pt x="268" y="771"/>
                  </a:cubicBezTo>
                  <a:cubicBezTo>
                    <a:pt x="289" y="759"/>
                    <a:pt x="308" y="743"/>
                    <a:pt x="329" y="728"/>
                  </a:cubicBezTo>
                  <a:cubicBezTo>
                    <a:pt x="332" y="726"/>
                    <a:pt x="344" y="718"/>
                    <a:pt x="348" y="716"/>
                  </a:cubicBezTo>
                  <a:cubicBezTo>
                    <a:pt x="349" y="721"/>
                    <a:pt x="345" y="735"/>
                    <a:pt x="346" y="747"/>
                  </a:cubicBezTo>
                  <a:cubicBezTo>
                    <a:pt x="347" y="759"/>
                    <a:pt x="347" y="774"/>
                    <a:pt x="350" y="792"/>
                  </a:cubicBezTo>
                  <a:cubicBezTo>
                    <a:pt x="350" y="794"/>
                    <a:pt x="352" y="796"/>
                    <a:pt x="353" y="798"/>
                  </a:cubicBezTo>
                  <a:cubicBezTo>
                    <a:pt x="359" y="804"/>
                    <a:pt x="369" y="815"/>
                    <a:pt x="378" y="823"/>
                  </a:cubicBezTo>
                  <a:cubicBezTo>
                    <a:pt x="383" y="829"/>
                    <a:pt x="388" y="832"/>
                    <a:pt x="396" y="826"/>
                  </a:cubicBezTo>
                  <a:cubicBezTo>
                    <a:pt x="398" y="824"/>
                    <a:pt x="403" y="823"/>
                    <a:pt x="406" y="824"/>
                  </a:cubicBezTo>
                  <a:cubicBezTo>
                    <a:pt x="418" y="828"/>
                    <a:pt x="423" y="821"/>
                    <a:pt x="428" y="813"/>
                  </a:cubicBezTo>
                  <a:cubicBezTo>
                    <a:pt x="431" y="808"/>
                    <a:pt x="435" y="801"/>
                    <a:pt x="440" y="796"/>
                  </a:cubicBezTo>
                  <a:cubicBezTo>
                    <a:pt x="448" y="790"/>
                    <a:pt x="450" y="783"/>
                    <a:pt x="446" y="774"/>
                  </a:cubicBezTo>
                  <a:cubicBezTo>
                    <a:pt x="437" y="748"/>
                    <a:pt x="438" y="721"/>
                    <a:pt x="437" y="695"/>
                  </a:cubicBezTo>
                  <a:cubicBezTo>
                    <a:pt x="437" y="681"/>
                    <a:pt x="442" y="675"/>
                    <a:pt x="454" y="671"/>
                  </a:cubicBezTo>
                  <a:cubicBezTo>
                    <a:pt x="480" y="662"/>
                    <a:pt x="508" y="656"/>
                    <a:pt x="528" y="659"/>
                  </a:cubicBezTo>
                  <a:cubicBezTo>
                    <a:pt x="538" y="661"/>
                    <a:pt x="546" y="663"/>
                    <a:pt x="549" y="669"/>
                  </a:cubicBezTo>
                  <a:cubicBezTo>
                    <a:pt x="554" y="675"/>
                    <a:pt x="545" y="684"/>
                    <a:pt x="537" y="691"/>
                  </a:cubicBezTo>
                  <a:cubicBezTo>
                    <a:pt x="529" y="698"/>
                    <a:pt x="508" y="712"/>
                    <a:pt x="504" y="714"/>
                  </a:cubicBezTo>
                  <a:cubicBezTo>
                    <a:pt x="503" y="715"/>
                    <a:pt x="501" y="716"/>
                    <a:pt x="501" y="717"/>
                  </a:cubicBezTo>
                  <a:cubicBezTo>
                    <a:pt x="503" y="719"/>
                    <a:pt x="507" y="718"/>
                    <a:pt x="509" y="717"/>
                  </a:cubicBezTo>
                  <a:cubicBezTo>
                    <a:pt x="513" y="715"/>
                    <a:pt x="522" y="713"/>
                    <a:pt x="526" y="713"/>
                  </a:cubicBezTo>
                  <a:cubicBezTo>
                    <a:pt x="530" y="713"/>
                    <a:pt x="537" y="716"/>
                    <a:pt x="547" y="712"/>
                  </a:cubicBezTo>
                  <a:cubicBezTo>
                    <a:pt x="570" y="702"/>
                    <a:pt x="594" y="695"/>
                    <a:pt x="612" y="676"/>
                  </a:cubicBezTo>
                  <a:cubicBezTo>
                    <a:pt x="640" y="646"/>
                    <a:pt x="628" y="614"/>
                    <a:pt x="598" y="599"/>
                  </a:cubicBezTo>
                  <a:cubicBezTo>
                    <a:pt x="573" y="586"/>
                    <a:pt x="546" y="584"/>
                    <a:pt x="518" y="587"/>
                  </a:cubicBezTo>
                  <a:cubicBezTo>
                    <a:pt x="496" y="590"/>
                    <a:pt x="474" y="595"/>
                    <a:pt x="452" y="599"/>
                  </a:cubicBezTo>
                  <a:cubicBezTo>
                    <a:pt x="441" y="601"/>
                    <a:pt x="437" y="597"/>
                    <a:pt x="439" y="588"/>
                  </a:cubicBezTo>
                  <a:cubicBezTo>
                    <a:pt x="444" y="564"/>
                    <a:pt x="450" y="540"/>
                    <a:pt x="456" y="517"/>
                  </a:cubicBezTo>
                  <a:cubicBezTo>
                    <a:pt x="457" y="514"/>
                    <a:pt x="460" y="511"/>
                    <a:pt x="462" y="510"/>
                  </a:cubicBezTo>
                  <a:cubicBezTo>
                    <a:pt x="480" y="502"/>
                    <a:pt x="495" y="491"/>
                    <a:pt x="506" y="474"/>
                  </a:cubicBezTo>
                  <a:cubicBezTo>
                    <a:pt x="516" y="459"/>
                    <a:pt x="519" y="444"/>
                    <a:pt x="511" y="427"/>
                  </a:cubicBezTo>
                  <a:cubicBezTo>
                    <a:pt x="505" y="414"/>
                    <a:pt x="502" y="398"/>
                    <a:pt x="513" y="384"/>
                  </a:cubicBezTo>
                  <a:cubicBezTo>
                    <a:pt x="522" y="371"/>
                    <a:pt x="531" y="357"/>
                    <a:pt x="539" y="343"/>
                  </a:cubicBezTo>
                  <a:cubicBezTo>
                    <a:pt x="546" y="329"/>
                    <a:pt x="553" y="314"/>
                    <a:pt x="560" y="300"/>
                  </a:cubicBezTo>
                  <a:cubicBezTo>
                    <a:pt x="568" y="282"/>
                    <a:pt x="563" y="259"/>
                    <a:pt x="549" y="253"/>
                  </a:cubicBezTo>
                  <a:cubicBezTo>
                    <a:pt x="536" y="248"/>
                    <a:pt x="521" y="244"/>
                    <a:pt x="507" y="242"/>
                  </a:cubicBezTo>
                  <a:cubicBezTo>
                    <a:pt x="480" y="238"/>
                    <a:pt x="457" y="253"/>
                    <a:pt x="435" y="266"/>
                  </a:cubicBezTo>
                  <a:cubicBezTo>
                    <a:pt x="415" y="277"/>
                    <a:pt x="397" y="290"/>
                    <a:pt x="378" y="302"/>
                  </a:cubicBezTo>
                  <a:cubicBezTo>
                    <a:pt x="366" y="309"/>
                    <a:pt x="353" y="315"/>
                    <a:pt x="342" y="324"/>
                  </a:cubicBezTo>
                  <a:cubicBezTo>
                    <a:pt x="332" y="333"/>
                    <a:pt x="323" y="344"/>
                    <a:pt x="314" y="354"/>
                  </a:cubicBezTo>
                  <a:cubicBezTo>
                    <a:pt x="312" y="356"/>
                    <a:pt x="309" y="356"/>
                    <a:pt x="306" y="357"/>
                  </a:cubicBezTo>
                  <a:cubicBezTo>
                    <a:pt x="305" y="355"/>
                    <a:pt x="304" y="352"/>
                    <a:pt x="304" y="349"/>
                  </a:cubicBezTo>
                  <a:cubicBezTo>
                    <a:pt x="308" y="338"/>
                    <a:pt x="311" y="327"/>
                    <a:pt x="317" y="317"/>
                  </a:cubicBezTo>
                  <a:cubicBezTo>
                    <a:pt x="330" y="299"/>
                    <a:pt x="343" y="280"/>
                    <a:pt x="358" y="263"/>
                  </a:cubicBezTo>
                  <a:cubicBezTo>
                    <a:pt x="379" y="242"/>
                    <a:pt x="400" y="221"/>
                    <a:pt x="424" y="204"/>
                  </a:cubicBezTo>
                  <a:cubicBezTo>
                    <a:pt x="443" y="191"/>
                    <a:pt x="466" y="183"/>
                    <a:pt x="488" y="173"/>
                  </a:cubicBezTo>
                  <a:cubicBezTo>
                    <a:pt x="503" y="167"/>
                    <a:pt x="518" y="160"/>
                    <a:pt x="534" y="157"/>
                  </a:cubicBezTo>
                  <a:cubicBezTo>
                    <a:pt x="566" y="151"/>
                    <a:pt x="599" y="147"/>
                    <a:pt x="632" y="141"/>
                  </a:cubicBezTo>
                  <a:cubicBezTo>
                    <a:pt x="656" y="138"/>
                    <a:pt x="679" y="132"/>
                    <a:pt x="703" y="130"/>
                  </a:cubicBezTo>
                  <a:cubicBezTo>
                    <a:pt x="721" y="129"/>
                    <a:pt x="740" y="131"/>
                    <a:pt x="756" y="119"/>
                  </a:cubicBezTo>
                  <a:cubicBezTo>
                    <a:pt x="762" y="115"/>
                    <a:pt x="770" y="109"/>
                    <a:pt x="772" y="103"/>
                  </a:cubicBezTo>
                  <a:cubicBezTo>
                    <a:pt x="778" y="84"/>
                    <a:pt x="780" y="64"/>
                    <a:pt x="773" y="44"/>
                  </a:cubicBezTo>
                  <a:cubicBezTo>
                    <a:pt x="765" y="19"/>
                    <a:pt x="737" y="0"/>
                    <a:pt x="71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5" name="Freeform 9"/>
            <p:cNvSpPr>
              <a:spLocks/>
            </p:cNvSpPr>
            <p:nvPr/>
          </p:nvSpPr>
          <p:spPr bwMode="auto">
            <a:xfrm>
              <a:off x="1839912" y="-752475"/>
              <a:ext cx="465138" cy="438150"/>
            </a:xfrm>
            <a:custGeom>
              <a:avLst/>
              <a:gdLst>
                <a:gd name="T0" fmla="*/ 575 w 608"/>
                <a:gd name="T1" fmla="*/ 324 h 573"/>
                <a:gd name="T2" fmla="*/ 530 w 608"/>
                <a:gd name="T3" fmla="*/ 319 h 573"/>
                <a:gd name="T4" fmla="*/ 505 w 608"/>
                <a:gd name="T5" fmla="*/ 335 h 573"/>
                <a:gd name="T6" fmla="*/ 438 w 608"/>
                <a:gd name="T7" fmla="*/ 339 h 573"/>
                <a:gd name="T8" fmla="*/ 423 w 608"/>
                <a:gd name="T9" fmla="*/ 339 h 573"/>
                <a:gd name="T10" fmla="*/ 428 w 608"/>
                <a:gd name="T11" fmla="*/ 325 h 573"/>
                <a:gd name="T12" fmla="*/ 481 w 608"/>
                <a:gd name="T13" fmla="*/ 232 h 573"/>
                <a:gd name="T14" fmla="*/ 512 w 608"/>
                <a:gd name="T15" fmla="*/ 143 h 573"/>
                <a:gd name="T16" fmla="*/ 512 w 608"/>
                <a:gd name="T17" fmla="*/ 97 h 573"/>
                <a:gd name="T18" fmla="*/ 506 w 608"/>
                <a:gd name="T19" fmla="*/ 80 h 573"/>
                <a:gd name="T20" fmla="*/ 472 w 608"/>
                <a:gd name="T21" fmla="*/ 23 h 573"/>
                <a:gd name="T22" fmla="*/ 394 w 608"/>
                <a:gd name="T23" fmla="*/ 0 h 573"/>
                <a:gd name="T24" fmla="*/ 273 w 608"/>
                <a:gd name="T25" fmla="*/ 48 h 573"/>
                <a:gd name="T26" fmla="*/ 194 w 608"/>
                <a:gd name="T27" fmla="*/ 109 h 573"/>
                <a:gd name="T28" fmla="*/ 173 w 608"/>
                <a:gd name="T29" fmla="*/ 156 h 573"/>
                <a:gd name="T30" fmla="*/ 231 w 608"/>
                <a:gd name="T31" fmla="*/ 223 h 573"/>
                <a:gd name="T32" fmla="*/ 308 w 608"/>
                <a:gd name="T33" fmla="*/ 213 h 573"/>
                <a:gd name="T34" fmla="*/ 369 w 608"/>
                <a:gd name="T35" fmla="*/ 180 h 573"/>
                <a:gd name="T36" fmla="*/ 399 w 608"/>
                <a:gd name="T37" fmla="*/ 171 h 573"/>
                <a:gd name="T38" fmla="*/ 363 w 608"/>
                <a:gd name="T39" fmla="*/ 251 h 573"/>
                <a:gd name="T40" fmla="*/ 306 w 608"/>
                <a:gd name="T41" fmla="*/ 334 h 573"/>
                <a:gd name="T42" fmla="*/ 233 w 608"/>
                <a:gd name="T43" fmla="*/ 372 h 573"/>
                <a:gd name="T44" fmla="*/ 174 w 608"/>
                <a:gd name="T45" fmla="*/ 387 h 573"/>
                <a:gd name="T46" fmla="*/ 67 w 608"/>
                <a:gd name="T47" fmla="*/ 427 h 573"/>
                <a:gd name="T48" fmla="*/ 35 w 608"/>
                <a:gd name="T49" fmla="*/ 453 h 573"/>
                <a:gd name="T50" fmla="*/ 22 w 608"/>
                <a:gd name="T51" fmla="*/ 482 h 573"/>
                <a:gd name="T52" fmla="*/ 63 w 608"/>
                <a:gd name="T53" fmla="*/ 569 h 573"/>
                <a:gd name="T54" fmla="*/ 112 w 608"/>
                <a:gd name="T55" fmla="*/ 568 h 573"/>
                <a:gd name="T56" fmla="*/ 215 w 608"/>
                <a:gd name="T57" fmla="*/ 535 h 573"/>
                <a:gd name="T58" fmla="*/ 477 w 608"/>
                <a:gd name="T59" fmla="*/ 473 h 573"/>
                <a:gd name="T60" fmla="*/ 516 w 608"/>
                <a:gd name="T61" fmla="*/ 474 h 573"/>
                <a:gd name="T62" fmla="*/ 551 w 608"/>
                <a:gd name="T63" fmla="*/ 483 h 573"/>
                <a:gd name="T64" fmla="*/ 591 w 608"/>
                <a:gd name="T65" fmla="*/ 453 h 573"/>
                <a:gd name="T66" fmla="*/ 606 w 608"/>
                <a:gd name="T67" fmla="*/ 394 h 573"/>
                <a:gd name="T68" fmla="*/ 575 w 608"/>
                <a:gd name="T69" fmla="*/ 324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08" h="573">
                  <a:moveTo>
                    <a:pt x="575" y="324"/>
                  </a:moveTo>
                  <a:cubicBezTo>
                    <a:pt x="561" y="310"/>
                    <a:pt x="547" y="309"/>
                    <a:pt x="530" y="319"/>
                  </a:cubicBezTo>
                  <a:cubicBezTo>
                    <a:pt x="522" y="323"/>
                    <a:pt x="514" y="333"/>
                    <a:pt x="505" y="335"/>
                  </a:cubicBezTo>
                  <a:cubicBezTo>
                    <a:pt x="483" y="339"/>
                    <a:pt x="462" y="337"/>
                    <a:pt x="438" y="339"/>
                  </a:cubicBezTo>
                  <a:cubicBezTo>
                    <a:pt x="434" y="339"/>
                    <a:pt x="426" y="341"/>
                    <a:pt x="423" y="339"/>
                  </a:cubicBezTo>
                  <a:cubicBezTo>
                    <a:pt x="420" y="336"/>
                    <a:pt x="426" y="328"/>
                    <a:pt x="428" y="325"/>
                  </a:cubicBezTo>
                  <a:cubicBezTo>
                    <a:pt x="442" y="302"/>
                    <a:pt x="469" y="260"/>
                    <a:pt x="481" y="232"/>
                  </a:cubicBezTo>
                  <a:cubicBezTo>
                    <a:pt x="496" y="199"/>
                    <a:pt x="509" y="152"/>
                    <a:pt x="512" y="143"/>
                  </a:cubicBezTo>
                  <a:cubicBezTo>
                    <a:pt x="516" y="129"/>
                    <a:pt x="518" y="111"/>
                    <a:pt x="512" y="97"/>
                  </a:cubicBezTo>
                  <a:cubicBezTo>
                    <a:pt x="510" y="92"/>
                    <a:pt x="508" y="86"/>
                    <a:pt x="506" y="80"/>
                  </a:cubicBezTo>
                  <a:cubicBezTo>
                    <a:pt x="499" y="58"/>
                    <a:pt x="492" y="36"/>
                    <a:pt x="472" y="23"/>
                  </a:cubicBezTo>
                  <a:cubicBezTo>
                    <a:pt x="448" y="7"/>
                    <a:pt x="422" y="0"/>
                    <a:pt x="394" y="0"/>
                  </a:cubicBezTo>
                  <a:cubicBezTo>
                    <a:pt x="348" y="1"/>
                    <a:pt x="310" y="24"/>
                    <a:pt x="273" y="48"/>
                  </a:cubicBezTo>
                  <a:cubicBezTo>
                    <a:pt x="246" y="66"/>
                    <a:pt x="220" y="88"/>
                    <a:pt x="194" y="109"/>
                  </a:cubicBezTo>
                  <a:cubicBezTo>
                    <a:pt x="177" y="122"/>
                    <a:pt x="167" y="142"/>
                    <a:pt x="173" y="156"/>
                  </a:cubicBezTo>
                  <a:cubicBezTo>
                    <a:pt x="185" y="185"/>
                    <a:pt x="203" y="209"/>
                    <a:pt x="231" y="223"/>
                  </a:cubicBezTo>
                  <a:cubicBezTo>
                    <a:pt x="256" y="236"/>
                    <a:pt x="287" y="222"/>
                    <a:pt x="308" y="213"/>
                  </a:cubicBezTo>
                  <a:cubicBezTo>
                    <a:pt x="335" y="201"/>
                    <a:pt x="346" y="191"/>
                    <a:pt x="369" y="180"/>
                  </a:cubicBezTo>
                  <a:cubicBezTo>
                    <a:pt x="375" y="177"/>
                    <a:pt x="393" y="166"/>
                    <a:pt x="399" y="171"/>
                  </a:cubicBezTo>
                  <a:cubicBezTo>
                    <a:pt x="404" y="176"/>
                    <a:pt x="374" y="229"/>
                    <a:pt x="363" y="251"/>
                  </a:cubicBezTo>
                  <a:cubicBezTo>
                    <a:pt x="349" y="282"/>
                    <a:pt x="328" y="309"/>
                    <a:pt x="306" y="334"/>
                  </a:cubicBezTo>
                  <a:cubicBezTo>
                    <a:pt x="286" y="356"/>
                    <a:pt x="260" y="365"/>
                    <a:pt x="233" y="372"/>
                  </a:cubicBezTo>
                  <a:cubicBezTo>
                    <a:pt x="213" y="377"/>
                    <a:pt x="193" y="380"/>
                    <a:pt x="174" y="387"/>
                  </a:cubicBezTo>
                  <a:cubicBezTo>
                    <a:pt x="138" y="399"/>
                    <a:pt x="103" y="413"/>
                    <a:pt x="67" y="427"/>
                  </a:cubicBezTo>
                  <a:cubicBezTo>
                    <a:pt x="54" y="432"/>
                    <a:pt x="41" y="438"/>
                    <a:pt x="35" y="453"/>
                  </a:cubicBezTo>
                  <a:cubicBezTo>
                    <a:pt x="30" y="463"/>
                    <a:pt x="27" y="473"/>
                    <a:pt x="22" y="482"/>
                  </a:cubicBezTo>
                  <a:cubicBezTo>
                    <a:pt x="0" y="521"/>
                    <a:pt x="29" y="565"/>
                    <a:pt x="63" y="569"/>
                  </a:cubicBezTo>
                  <a:cubicBezTo>
                    <a:pt x="79" y="570"/>
                    <a:pt x="95" y="573"/>
                    <a:pt x="112" y="568"/>
                  </a:cubicBezTo>
                  <a:cubicBezTo>
                    <a:pt x="148" y="557"/>
                    <a:pt x="202" y="539"/>
                    <a:pt x="215" y="535"/>
                  </a:cubicBezTo>
                  <a:cubicBezTo>
                    <a:pt x="241" y="527"/>
                    <a:pt x="414" y="478"/>
                    <a:pt x="477" y="473"/>
                  </a:cubicBezTo>
                  <a:cubicBezTo>
                    <a:pt x="490" y="473"/>
                    <a:pt x="503" y="472"/>
                    <a:pt x="516" y="474"/>
                  </a:cubicBezTo>
                  <a:cubicBezTo>
                    <a:pt x="528" y="476"/>
                    <a:pt x="540" y="483"/>
                    <a:pt x="551" y="483"/>
                  </a:cubicBezTo>
                  <a:cubicBezTo>
                    <a:pt x="568" y="483"/>
                    <a:pt x="579" y="477"/>
                    <a:pt x="591" y="453"/>
                  </a:cubicBezTo>
                  <a:cubicBezTo>
                    <a:pt x="601" y="434"/>
                    <a:pt x="608" y="416"/>
                    <a:pt x="606" y="394"/>
                  </a:cubicBezTo>
                  <a:cubicBezTo>
                    <a:pt x="605" y="368"/>
                    <a:pt x="592" y="343"/>
                    <a:pt x="575" y="3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6" name="Freeform 10"/>
            <p:cNvSpPr>
              <a:spLocks/>
            </p:cNvSpPr>
            <p:nvPr/>
          </p:nvSpPr>
          <p:spPr bwMode="auto">
            <a:xfrm>
              <a:off x="3209925" y="-660400"/>
              <a:ext cx="519113" cy="490538"/>
            </a:xfrm>
            <a:custGeom>
              <a:avLst/>
              <a:gdLst>
                <a:gd name="T0" fmla="*/ 609 w 680"/>
                <a:gd name="T1" fmla="*/ 178 h 640"/>
                <a:gd name="T2" fmla="*/ 538 w 680"/>
                <a:gd name="T3" fmla="*/ 176 h 640"/>
                <a:gd name="T4" fmla="*/ 414 w 680"/>
                <a:gd name="T5" fmla="*/ 199 h 640"/>
                <a:gd name="T6" fmla="*/ 372 w 680"/>
                <a:gd name="T7" fmla="*/ 208 h 640"/>
                <a:gd name="T8" fmla="*/ 360 w 680"/>
                <a:gd name="T9" fmla="*/ 204 h 640"/>
                <a:gd name="T10" fmla="*/ 365 w 680"/>
                <a:gd name="T11" fmla="*/ 191 h 640"/>
                <a:gd name="T12" fmla="*/ 386 w 680"/>
                <a:gd name="T13" fmla="*/ 160 h 640"/>
                <a:gd name="T14" fmla="*/ 409 w 680"/>
                <a:gd name="T15" fmla="*/ 126 h 640"/>
                <a:gd name="T16" fmla="*/ 444 w 680"/>
                <a:gd name="T17" fmla="*/ 81 h 640"/>
                <a:gd name="T18" fmla="*/ 439 w 680"/>
                <a:gd name="T19" fmla="*/ 48 h 640"/>
                <a:gd name="T20" fmla="*/ 434 w 680"/>
                <a:gd name="T21" fmla="*/ 40 h 640"/>
                <a:gd name="T22" fmla="*/ 357 w 680"/>
                <a:gd name="T23" fmla="*/ 9 h 640"/>
                <a:gd name="T24" fmla="*/ 290 w 680"/>
                <a:gd name="T25" fmla="*/ 32 h 640"/>
                <a:gd name="T26" fmla="*/ 273 w 680"/>
                <a:gd name="T27" fmla="*/ 52 h 640"/>
                <a:gd name="T28" fmla="*/ 286 w 680"/>
                <a:gd name="T29" fmla="*/ 76 h 640"/>
                <a:gd name="T30" fmla="*/ 326 w 680"/>
                <a:gd name="T31" fmla="*/ 96 h 640"/>
                <a:gd name="T32" fmla="*/ 336 w 680"/>
                <a:gd name="T33" fmla="*/ 108 h 640"/>
                <a:gd name="T34" fmla="*/ 317 w 680"/>
                <a:gd name="T35" fmla="*/ 148 h 640"/>
                <a:gd name="T36" fmla="*/ 296 w 680"/>
                <a:gd name="T37" fmla="*/ 179 h 640"/>
                <a:gd name="T38" fmla="*/ 288 w 680"/>
                <a:gd name="T39" fmla="*/ 222 h 640"/>
                <a:gd name="T40" fmla="*/ 277 w 680"/>
                <a:gd name="T41" fmla="*/ 234 h 640"/>
                <a:gd name="T42" fmla="*/ 166 w 680"/>
                <a:gd name="T43" fmla="*/ 275 h 640"/>
                <a:gd name="T44" fmla="*/ 77 w 680"/>
                <a:gd name="T45" fmla="*/ 315 h 640"/>
                <a:gd name="T46" fmla="*/ 16 w 680"/>
                <a:gd name="T47" fmla="*/ 339 h 640"/>
                <a:gd name="T48" fmla="*/ 7 w 680"/>
                <a:gd name="T49" fmla="*/ 362 h 640"/>
                <a:gd name="T50" fmla="*/ 13 w 680"/>
                <a:gd name="T51" fmla="*/ 373 h 640"/>
                <a:gd name="T52" fmla="*/ 89 w 680"/>
                <a:gd name="T53" fmla="*/ 419 h 640"/>
                <a:gd name="T54" fmla="*/ 110 w 680"/>
                <a:gd name="T55" fmla="*/ 416 h 640"/>
                <a:gd name="T56" fmla="*/ 279 w 680"/>
                <a:gd name="T57" fmla="*/ 347 h 640"/>
                <a:gd name="T58" fmla="*/ 334 w 680"/>
                <a:gd name="T59" fmla="*/ 332 h 640"/>
                <a:gd name="T60" fmla="*/ 327 w 680"/>
                <a:gd name="T61" fmla="*/ 460 h 640"/>
                <a:gd name="T62" fmla="*/ 278 w 680"/>
                <a:gd name="T63" fmla="*/ 537 h 640"/>
                <a:gd name="T64" fmla="*/ 233 w 680"/>
                <a:gd name="T65" fmla="*/ 544 h 640"/>
                <a:gd name="T66" fmla="*/ 173 w 680"/>
                <a:gd name="T67" fmla="*/ 502 h 640"/>
                <a:gd name="T68" fmla="*/ 152 w 680"/>
                <a:gd name="T69" fmla="*/ 485 h 640"/>
                <a:gd name="T70" fmla="*/ 147 w 680"/>
                <a:gd name="T71" fmla="*/ 496 h 640"/>
                <a:gd name="T72" fmla="*/ 177 w 680"/>
                <a:gd name="T73" fmla="*/ 551 h 640"/>
                <a:gd name="T74" fmla="*/ 181 w 680"/>
                <a:gd name="T75" fmla="*/ 581 h 640"/>
                <a:gd name="T76" fmla="*/ 220 w 680"/>
                <a:gd name="T77" fmla="*/ 624 h 640"/>
                <a:gd name="T78" fmla="*/ 289 w 680"/>
                <a:gd name="T79" fmla="*/ 629 h 640"/>
                <a:gd name="T80" fmla="*/ 404 w 680"/>
                <a:gd name="T81" fmla="*/ 471 h 640"/>
                <a:gd name="T82" fmla="*/ 424 w 680"/>
                <a:gd name="T83" fmla="*/ 322 h 640"/>
                <a:gd name="T84" fmla="*/ 435 w 680"/>
                <a:gd name="T85" fmla="*/ 315 h 640"/>
                <a:gd name="T86" fmla="*/ 488 w 680"/>
                <a:gd name="T87" fmla="*/ 305 h 640"/>
                <a:gd name="T88" fmla="*/ 579 w 680"/>
                <a:gd name="T89" fmla="*/ 307 h 640"/>
                <a:gd name="T90" fmla="*/ 625 w 680"/>
                <a:gd name="T91" fmla="*/ 319 h 640"/>
                <a:gd name="T92" fmla="*/ 662 w 680"/>
                <a:gd name="T93" fmla="*/ 283 h 640"/>
                <a:gd name="T94" fmla="*/ 655 w 680"/>
                <a:gd name="T95" fmla="*/ 214 h 640"/>
                <a:gd name="T96" fmla="*/ 609 w 680"/>
                <a:gd name="T97" fmla="*/ 178 h 6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0" h="640">
                  <a:moveTo>
                    <a:pt x="609" y="178"/>
                  </a:moveTo>
                  <a:cubicBezTo>
                    <a:pt x="594" y="172"/>
                    <a:pt x="578" y="170"/>
                    <a:pt x="538" y="176"/>
                  </a:cubicBezTo>
                  <a:cubicBezTo>
                    <a:pt x="507" y="181"/>
                    <a:pt x="462" y="187"/>
                    <a:pt x="414" y="199"/>
                  </a:cubicBezTo>
                  <a:cubicBezTo>
                    <a:pt x="402" y="203"/>
                    <a:pt x="385" y="206"/>
                    <a:pt x="372" y="208"/>
                  </a:cubicBezTo>
                  <a:cubicBezTo>
                    <a:pt x="367" y="208"/>
                    <a:pt x="362" y="210"/>
                    <a:pt x="360" y="204"/>
                  </a:cubicBezTo>
                  <a:cubicBezTo>
                    <a:pt x="360" y="201"/>
                    <a:pt x="362" y="195"/>
                    <a:pt x="365" y="191"/>
                  </a:cubicBezTo>
                  <a:cubicBezTo>
                    <a:pt x="371" y="180"/>
                    <a:pt x="379" y="170"/>
                    <a:pt x="386" y="160"/>
                  </a:cubicBezTo>
                  <a:cubicBezTo>
                    <a:pt x="393" y="149"/>
                    <a:pt x="401" y="137"/>
                    <a:pt x="409" y="126"/>
                  </a:cubicBezTo>
                  <a:cubicBezTo>
                    <a:pt x="420" y="111"/>
                    <a:pt x="433" y="96"/>
                    <a:pt x="444" y="81"/>
                  </a:cubicBezTo>
                  <a:cubicBezTo>
                    <a:pt x="454" y="67"/>
                    <a:pt x="452" y="60"/>
                    <a:pt x="439" y="48"/>
                  </a:cubicBezTo>
                  <a:cubicBezTo>
                    <a:pt x="437" y="45"/>
                    <a:pt x="436" y="42"/>
                    <a:pt x="434" y="40"/>
                  </a:cubicBezTo>
                  <a:cubicBezTo>
                    <a:pt x="418" y="14"/>
                    <a:pt x="385" y="0"/>
                    <a:pt x="357" y="9"/>
                  </a:cubicBezTo>
                  <a:cubicBezTo>
                    <a:pt x="334" y="16"/>
                    <a:pt x="312" y="24"/>
                    <a:pt x="290" y="32"/>
                  </a:cubicBezTo>
                  <a:cubicBezTo>
                    <a:pt x="281" y="35"/>
                    <a:pt x="271" y="41"/>
                    <a:pt x="273" y="52"/>
                  </a:cubicBezTo>
                  <a:cubicBezTo>
                    <a:pt x="275" y="61"/>
                    <a:pt x="280" y="69"/>
                    <a:pt x="286" y="76"/>
                  </a:cubicBezTo>
                  <a:cubicBezTo>
                    <a:pt x="296" y="88"/>
                    <a:pt x="310" y="95"/>
                    <a:pt x="326" y="96"/>
                  </a:cubicBezTo>
                  <a:cubicBezTo>
                    <a:pt x="334" y="96"/>
                    <a:pt x="340" y="99"/>
                    <a:pt x="336" y="108"/>
                  </a:cubicBezTo>
                  <a:cubicBezTo>
                    <a:pt x="330" y="122"/>
                    <a:pt x="324" y="136"/>
                    <a:pt x="317" y="148"/>
                  </a:cubicBezTo>
                  <a:cubicBezTo>
                    <a:pt x="311" y="159"/>
                    <a:pt x="302" y="168"/>
                    <a:pt x="296" y="179"/>
                  </a:cubicBezTo>
                  <a:cubicBezTo>
                    <a:pt x="288" y="193"/>
                    <a:pt x="287" y="206"/>
                    <a:pt x="288" y="222"/>
                  </a:cubicBezTo>
                  <a:cubicBezTo>
                    <a:pt x="289" y="230"/>
                    <a:pt x="286" y="231"/>
                    <a:pt x="277" y="234"/>
                  </a:cubicBezTo>
                  <a:cubicBezTo>
                    <a:pt x="240" y="247"/>
                    <a:pt x="203" y="261"/>
                    <a:pt x="166" y="275"/>
                  </a:cubicBezTo>
                  <a:cubicBezTo>
                    <a:pt x="136" y="287"/>
                    <a:pt x="107" y="303"/>
                    <a:pt x="77" y="315"/>
                  </a:cubicBezTo>
                  <a:cubicBezTo>
                    <a:pt x="57" y="323"/>
                    <a:pt x="40" y="338"/>
                    <a:pt x="16" y="339"/>
                  </a:cubicBezTo>
                  <a:cubicBezTo>
                    <a:pt x="4" y="339"/>
                    <a:pt x="0" y="351"/>
                    <a:pt x="7" y="362"/>
                  </a:cubicBezTo>
                  <a:cubicBezTo>
                    <a:pt x="9" y="365"/>
                    <a:pt x="11" y="369"/>
                    <a:pt x="13" y="373"/>
                  </a:cubicBezTo>
                  <a:cubicBezTo>
                    <a:pt x="24" y="402"/>
                    <a:pt x="58" y="424"/>
                    <a:pt x="89" y="419"/>
                  </a:cubicBezTo>
                  <a:cubicBezTo>
                    <a:pt x="96" y="418"/>
                    <a:pt x="103" y="418"/>
                    <a:pt x="110" y="416"/>
                  </a:cubicBezTo>
                  <a:cubicBezTo>
                    <a:pt x="166" y="398"/>
                    <a:pt x="223" y="365"/>
                    <a:pt x="279" y="347"/>
                  </a:cubicBezTo>
                  <a:cubicBezTo>
                    <a:pt x="297" y="341"/>
                    <a:pt x="316" y="338"/>
                    <a:pt x="334" y="332"/>
                  </a:cubicBezTo>
                  <a:cubicBezTo>
                    <a:pt x="366" y="323"/>
                    <a:pt x="343" y="417"/>
                    <a:pt x="327" y="460"/>
                  </a:cubicBezTo>
                  <a:cubicBezTo>
                    <a:pt x="314" y="493"/>
                    <a:pt x="287" y="531"/>
                    <a:pt x="278" y="537"/>
                  </a:cubicBezTo>
                  <a:cubicBezTo>
                    <a:pt x="271" y="542"/>
                    <a:pt x="261" y="549"/>
                    <a:pt x="233" y="544"/>
                  </a:cubicBezTo>
                  <a:cubicBezTo>
                    <a:pt x="204" y="538"/>
                    <a:pt x="179" y="508"/>
                    <a:pt x="173" y="502"/>
                  </a:cubicBezTo>
                  <a:cubicBezTo>
                    <a:pt x="167" y="497"/>
                    <a:pt x="157" y="482"/>
                    <a:pt x="152" y="485"/>
                  </a:cubicBezTo>
                  <a:cubicBezTo>
                    <a:pt x="147" y="488"/>
                    <a:pt x="147" y="492"/>
                    <a:pt x="147" y="496"/>
                  </a:cubicBezTo>
                  <a:cubicBezTo>
                    <a:pt x="146" y="500"/>
                    <a:pt x="160" y="532"/>
                    <a:pt x="177" y="551"/>
                  </a:cubicBezTo>
                  <a:cubicBezTo>
                    <a:pt x="190" y="565"/>
                    <a:pt x="175" y="573"/>
                    <a:pt x="181" y="581"/>
                  </a:cubicBezTo>
                  <a:cubicBezTo>
                    <a:pt x="195" y="602"/>
                    <a:pt x="213" y="620"/>
                    <a:pt x="220" y="624"/>
                  </a:cubicBezTo>
                  <a:cubicBezTo>
                    <a:pt x="239" y="636"/>
                    <a:pt x="265" y="640"/>
                    <a:pt x="289" y="629"/>
                  </a:cubicBezTo>
                  <a:cubicBezTo>
                    <a:pt x="324" y="612"/>
                    <a:pt x="375" y="558"/>
                    <a:pt x="404" y="471"/>
                  </a:cubicBezTo>
                  <a:cubicBezTo>
                    <a:pt x="420" y="421"/>
                    <a:pt x="422" y="354"/>
                    <a:pt x="424" y="322"/>
                  </a:cubicBezTo>
                  <a:cubicBezTo>
                    <a:pt x="424" y="317"/>
                    <a:pt x="431" y="316"/>
                    <a:pt x="435" y="315"/>
                  </a:cubicBezTo>
                  <a:cubicBezTo>
                    <a:pt x="456" y="309"/>
                    <a:pt x="470" y="307"/>
                    <a:pt x="488" y="305"/>
                  </a:cubicBezTo>
                  <a:cubicBezTo>
                    <a:pt x="518" y="303"/>
                    <a:pt x="546" y="297"/>
                    <a:pt x="579" y="307"/>
                  </a:cubicBezTo>
                  <a:cubicBezTo>
                    <a:pt x="585" y="309"/>
                    <a:pt x="611" y="320"/>
                    <a:pt x="625" y="319"/>
                  </a:cubicBezTo>
                  <a:cubicBezTo>
                    <a:pt x="639" y="318"/>
                    <a:pt x="648" y="307"/>
                    <a:pt x="662" y="283"/>
                  </a:cubicBezTo>
                  <a:cubicBezTo>
                    <a:pt x="680" y="251"/>
                    <a:pt x="666" y="230"/>
                    <a:pt x="655" y="214"/>
                  </a:cubicBezTo>
                  <a:cubicBezTo>
                    <a:pt x="646" y="199"/>
                    <a:pt x="634" y="187"/>
                    <a:pt x="609" y="17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7" name="Freeform 11"/>
            <p:cNvSpPr>
              <a:spLocks noEditPoints="1"/>
            </p:cNvSpPr>
            <p:nvPr/>
          </p:nvSpPr>
          <p:spPr bwMode="auto">
            <a:xfrm>
              <a:off x="1077912" y="-808038"/>
              <a:ext cx="234950" cy="592138"/>
            </a:xfrm>
            <a:custGeom>
              <a:avLst/>
              <a:gdLst>
                <a:gd name="T0" fmla="*/ 307 w 308"/>
                <a:gd name="T1" fmla="*/ 389 h 774"/>
                <a:gd name="T2" fmla="*/ 304 w 308"/>
                <a:gd name="T3" fmla="*/ 376 h 774"/>
                <a:gd name="T4" fmla="*/ 296 w 308"/>
                <a:gd name="T5" fmla="*/ 386 h 774"/>
                <a:gd name="T6" fmla="*/ 248 w 308"/>
                <a:gd name="T7" fmla="*/ 486 h 774"/>
                <a:gd name="T8" fmla="*/ 207 w 308"/>
                <a:gd name="T9" fmla="*/ 565 h 774"/>
                <a:gd name="T10" fmla="*/ 157 w 308"/>
                <a:gd name="T11" fmla="*/ 639 h 774"/>
                <a:gd name="T12" fmla="*/ 148 w 308"/>
                <a:gd name="T13" fmla="*/ 643 h 774"/>
                <a:gd name="T14" fmla="*/ 146 w 308"/>
                <a:gd name="T15" fmla="*/ 634 h 774"/>
                <a:gd name="T16" fmla="*/ 157 w 308"/>
                <a:gd name="T17" fmla="*/ 610 h 774"/>
                <a:gd name="T18" fmla="*/ 178 w 308"/>
                <a:gd name="T19" fmla="*/ 553 h 774"/>
                <a:gd name="T20" fmla="*/ 217 w 308"/>
                <a:gd name="T21" fmla="*/ 455 h 774"/>
                <a:gd name="T22" fmla="*/ 239 w 308"/>
                <a:gd name="T23" fmla="*/ 368 h 774"/>
                <a:gd name="T24" fmla="*/ 230 w 308"/>
                <a:gd name="T25" fmla="*/ 321 h 774"/>
                <a:gd name="T26" fmla="*/ 226 w 308"/>
                <a:gd name="T27" fmla="*/ 307 h 774"/>
                <a:gd name="T28" fmla="*/ 232 w 308"/>
                <a:gd name="T29" fmla="*/ 233 h 774"/>
                <a:gd name="T30" fmla="*/ 253 w 308"/>
                <a:gd name="T31" fmla="*/ 155 h 774"/>
                <a:gd name="T32" fmla="*/ 279 w 308"/>
                <a:gd name="T33" fmla="*/ 115 h 774"/>
                <a:gd name="T34" fmla="*/ 298 w 308"/>
                <a:gd name="T35" fmla="*/ 44 h 774"/>
                <a:gd name="T36" fmla="*/ 274 w 308"/>
                <a:gd name="T37" fmla="*/ 8 h 774"/>
                <a:gd name="T38" fmla="*/ 228 w 308"/>
                <a:gd name="T39" fmla="*/ 6 h 774"/>
                <a:gd name="T40" fmla="*/ 159 w 308"/>
                <a:gd name="T41" fmla="*/ 29 h 774"/>
                <a:gd name="T42" fmla="*/ 101 w 308"/>
                <a:gd name="T43" fmla="*/ 53 h 774"/>
                <a:gd name="T44" fmla="*/ 56 w 308"/>
                <a:gd name="T45" fmla="*/ 79 h 774"/>
                <a:gd name="T46" fmla="*/ 37 w 308"/>
                <a:gd name="T47" fmla="*/ 121 h 774"/>
                <a:gd name="T48" fmla="*/ 57 w 308"/>
                <a:gd name="T49" fmla="*/ 162 h 774"/>
                <a:gd name="T50" fmla="*/ 67 w 308"/>
                <a:gd name="T51" fmla="*/ 176 h 774"/>
                <a:gd name="T52" fmla="*/ 132 w 308"/>
                <a:gd name="T53" fmla="*/ 198 h 774"/>
                <a:gd name="T54" fmla="*/ 180 w 308"/>
                <a:gd name="T55" fmla="*/ 173 h 774"/>
                <a:gd name="T56" fmla="*/ 195 w 308"/>
                <a:gd name="T57" fmla="*/ 179 h 774"/>
                <a:gd name="T58" fmla="*/ 197 w 308"/>
                <a:gd name="T59" fmla="*/ 211 h 774"/>
                <a:gd name="T60" fmla="*/ 190 w 308"/>
                <a:gd name="T61" fmla="*/ 289 h 774"/>
                <a:gd name="T62" fmla="*/ 160 w 308"/>
                <a:gd name="T63" fmla="*/ 313 h 774"/>
                <a:gd name="T64" fmla="*/ 115 w 308"/>
                <a:gd name="T65" fmla="*/ 321 h 774"/>
                <a:gd name="T66" fmla="*/ 19 w 308"/>
                <a:gd name="T67" fmla="*/ 417 h 774"/>
                <a:gd name="T68" fmla="*/ 13 w 308"/>
                <a:gd name="T69" fmla="*/ 498 h 774"/>
                <a:gd name="T70" fmla="*/ 86 w 308"/>
                <a:gd name="T71" fmla="*/ 555 h 774"/>
                <a:gd name="T72" fmla="*/ 95 w 308"/>
                <a:gd name="T73" fmla="*/ 569 h 774"/>
                <a:gd name="T74" fmla="*/ 63 w 308"/>
                <a:gd name="T75" fmla="*/ 668 h 774"/>
                <a:gd name="T76" fmla="*/ 55 w 308"/>
                <a:gd name="T77" fmla="*/ 734 h 774"/>
                <a:gd name="T78" fmla="*/ 101 w 308"/>
                <a:gd name="T79" fmla="*/ 769 h 774"/>
                <a:gd name="T80" fmla="*/ 128 w 308"/>
                <a:gd name="T81" fmla="*/ 754 h 774"/>
                <a:gd name="T82" fmla="*/ 208 w 308"/>
                <a:gd name="T83" fmla="*/ 643 h 774"/>
                <a:gd name="T84" fmla="*/ 231 w 308"/>
                <a:gd name="T85" fmla="*/ 598 h 774"/>
                <a:gd name="T86" fmla="*/ 260 w 308"/>
                <a:gd name="T87" fmla="*/ 528 h 774"/>
                <a:gd name="T88" fmla="*/ 280 w 308"/>
                <a:gd name="T89" fmla="*/ 469 h 774"/>
                <a:gd name="T90" fmla="*/ 299 w 308"/>
                <a:gd name="T91" fmla="*/ 409 h 774"/>
                <a:gd name="T92" fmla="*/ 307 w 308"/>
                <a:gd name="T93" fmla="*/ 389 h 774"/>
                <a:gd name="T94" fmla="*/ 131 w 308"/>
                <a:gd name="T95" fmla="*/ 454 h 774"/>
                <a:gd name="T96" fmla="*/ 125 w 308"/>
                <a:gd name="T97" fmla="*/ 465 h 774"/>
                <a:gd name="T98" fmla="*/ 104 w 308"/>
                <a:gd name="T99" fmla="*/ 475 h 774"/>
                <a:gd name="T100" fmla="*/ 90 w 308"/>
                <a:gd name="T101" fmla="*/ 449 h 774"/>
                <a:gd name="T102" fmla="*/ 138 w 308"/>
                <a:gd name="T103" fmla="*/ 389 h 774"/>
                <a:gd name="T104" fmla="*/ 148 w 308"/>
                <a:gd name="T105" fmla="*/ 392 h 774"/>
                <a:gd name="T106" fmla="*/ 144 w 308"/>
                <a:gd name="T107" fmla="*/ 413 h 774"/>
                <a:gd name="T108" fmla="*/ 131 w 308"/>
                <a:gd name="T109" fmla="*/ 454 h 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08" h="774">
                  <a:moveTo>
                    <a:pt x="307" y="389"/>
                  </a:moveTo>
                  <a:cubicBezTo>
                    <a:pt x="308" y="385"/>
                    <a:pt x="308" y="377"/>
                    <a:pt x="304" y="376"/>
                  </a:cubicBezTo>
                  <a:cubicBezTo>
                    <a:pt x="300" y="375"/>
                    <a:pt x="298" y="382"/>
                    <a:pt x="296" y="386"/>
                  </a:cubicBezTo>
                  <a:cubicBezTo>
                    <a:pt x="280" y="419"/>
                    <a:pt x="264" y="453"/>
                    <a:pt x="248" y="486"/>
                  </a:cubicBezTo>
                  <a:cubicBezTo>
                    <a:pt x="234" y="512"/>
                    <a:pt x="221" y="539"/>
                    <a:pt x="207" y="565"/>
                  </a:cubicBezTo>
                  <a:cubicBezTo>
                    <a:pt x="193" y="592"/>
                    <a:pt x="180" y="619"/>
                    <a:pt x="157" y="639"/>
                  </a:cubicBezTo>
                  <a:cubicBezTo>
                    <a:pt x="155" y="642"/>
                    <a:pt x="151" y="642"/>
                    <a:pt x="148" y="643"/>
                  </a:cubicBezTo>
                  <a:cubicBezTo>
                    <a:pt x="147" y="640"/>
                    <a:pt x="145" y="636"/>
                    <a:pt x="146" y="634"/>
                  </a:cubicBezTo>
                  <a:cubicBezTo>
                    <a:pt x="149" y="626"/>
                    <a:pt x="153" y="618"/>
                    <a:pt x="157" y="610"/>
                  </a:cubicBezTo>
                  <a:cubicBezTo>
                    <a:pt x="164" y="591"/>
                    <a:pt x="171" y="572"/>
                    <a:pt x="178" y="553"/>
                  </a:cubicBezTo>
                  <a:cubicBezTo>
                    <a:pt x="191" y="520"/>
                    <a:pt x="205" y="488"/>
                    <a:pt x="217" y="455"/>
                  </a:cubicBezTo>
                  <a:cubicBezTo>
                    <a:pt x="226" y="427"/>
                    <a:pt x="233" y="397"/>
                    <a:pt x="239" y="368"/>
                  </a:cubicBezTo>
                  <a:cubicBezTo>
                    <a:pt x="243" y="352"/>
                    <a:pt x="241" y="336"/>
                    <a:pt x="230" y="321"/>
                  </a:cubicBezTo>
                  <a:cubicBezTo>
                    <a:pt x="227" y="317"/>
                    <a:pt x="225" y="312"/>
                    <a:pt x="226" y="307"/>
                  </a:cubicBezTo>
                  <a:cubicBezTo>
                    <a:pt x="227" y="282"/>
                    <a:pt x="230" y="258"/>
                    <a:pt x="232" y="233"/>
                  </a:cubicBezTo>
                  <a:cubicBezTo>
                    <a:pt x="235" y="206"/>
                    <a:pt x="241" y="180"/>
                    <a:pt x="253" y="155"/>
                  </a:cubicBezTo>
                  <a:cubicBezTo>
                    <a:pt x="259" y="140"/>
                    <a:pt x="269" y="128"/>
                    <a:pt x="279" y="115"/>
                  </a:cubicBezTo>
                  <a:cubicBezTo>
                    <a:pt x="296" y="95"/>
                    <a:pt x="299" y="69"/>
                    <a:pt x="298" y="44"/>
                  </a:cubicBezTo>
                  <a:cubicBezTo>
                    <a:pt x="298" y="29"/>
                    <a:pt x="291" y="15"/>
                    <a:pt x="274" y="8"/>
                  </a:cubicBezTo>
                  <a:cubicBezTo>
                    <a:pt x="259" y="2"/>
                    <a:pt x="244" y="0"/>
                    <a:pt x="228" y="6"/>
                  </a:cubicBezTo>
                  <a:cubicBezTo>
                    <a:pt x="205" y="14"/>
                    <a:pt x="182" y="20"/>
                    <a:pt x="159" y="29"/>
                  </a:cubicBezTo>
                  <a:cubicBezTo>
                    <a:pt x="140" y="36"/>
                    <a:pt x="120" y="44"/>
                    <a:pt x="101" y="53"/>
                  </a:cubicBezTo>
                  <a:cubicBezTo>
                    <a:pt x="85" y="61"/>
                    <a:pt x="70" y="69"/>
                    <a:pt x="56" y="79"/>
                  </a:cubicBezTo>
                  <a:cubicBezTo>
                    <a:pt x="43" y="89"/>
                    <a:pt x="35" y="105"/>
                    <a:pt x="37" y="121"/>
                  </a:cubicBezTo>
                  <a:cubicBezTo>
                    <a:pt x="38" y="136"/>
                    <a:pt x="44" y="151"/>
                    <a:pt x="57" y="162"/>
                  </a:cubicBezTo>
                  <a:cubicBezTo>
                    <a:pt x="61" y="166"/>
                    <a:pt x="64" y="171"/>
                    <a:pt x="67" y="176"/>
                  </a:cubicBezTo>
                  <a:cubicBezTo>
                    <a:pt x="80" y="198"/>
                    <a:pt x="109" y="208"/>
                    <a:pt x="132" y="198"/>
                  </a:cubicBezTo>
                  <a:cubicBezTo>
                    <a:pt x="149" y="190"/>
                    <a:pt x="164" y="181"/>
                    <a:pt x="180" y="173"/>
                  </a:cubicBezTo>
                  <a:cubicBezTo>
                    <a:pt x="189" y="168"/>
                    <a:pt x="193" y="169"/>
                    <a:pt x="195" y="179"/>
                  </a:cubicBezTo>
                  <a:cubicBezTo>
                    <a:pt x="196" y="189"/>
                    <a:pt x="196" y="198"/>
                    <a:pt x="197" y="211"/>
                  </a:cubicBezTo>
                  <a:cubicBezTo>
                    <a:pt x="195" y="235"/>
                    <a:pt x="193" y="262"/>
                    <a:pt x="190" y="289"/>
                  </a:cubicBezTo>
                  <a:cubicBezTo>
                    <a:pt x="188" y="307"/>
                    <a:pt x="177" y="313"/>
                    <a:pt x="160" y="313"/>
                  </a:cubicBezTo>
                  <a:cubicBezTo>
                    <a:pt x="145" y="313"/>
                    <a:pt x="128" y="314"/>
                    <a:pt x="115" y="321"/>
                  </a:cubicBezTo>
                  <a:cubicBezTo>
                    <a:pt x="71" y="340"/>
                    <a:pt x="42" y="375"/>
                    <a:pt x="19" y="417"/>
                  </a:cubicBezTo>
                  <a:cubicBezTo>
                    <a:pt x="6" y="443"/>
                    <a:pt x="0" y="468"/>
                    <a:pt x="13" y="498"/>
                  </a:cubicBezTo>
                  <a:cubicBezTo>
                    <a:pt x="28" y="531"/>
                    <a:pt x="49" y="552"/>
                    <a:pt x="86" y="555"/>
                  </a:cubicBezTo>
                  <a:cubicBezTo>
                    <a:pt x="95" y="556"/>
                    <a:pt x="98" y="560"/>
                    <a:pt x="95" y="569"/>
                  </a:cubicBezTo>
                  <a:cubicBezTo>
                    <a:pt x="84" y="602"/>
                    <a:pt x="73" y="635"/>
                    <a:pt x="63" y="668"/>
                  </a:cubicBezTo>
                  <a:cubicBezTo>
                    <a:pt x="57" y="689"/>
                    <a:pt x="50" y="711"/>
                    <a:pt x="55" y="734"/>
                  </a:cubicBezTo>
                  <a:cubicBezTo>
                    <a:pt x="60" y="756"/>
                    <a:pt x="81" y="774"/>
                    <a:pt x="101" y="769"/>
                  </a:cubicBezTo>
                  <a:cubicBezTo>
                    <a:pt x="111" y="767"/>
                    <a:pt x="120" y="761"/>
                    <a:pt x="128" y="754"/>
                  </a:cubicBezTo>
                  <a:cubicBezTo>
                    <a:pt x="164" y="725"/>
                    <a:pt x="188" y="686"/>
                    <a:pt x="208" y="643"/>
                  </a:cubicBezTo>
                  <a:cubicBezTo>
                    <a:pt x="215" y="628"/>
                    <a:pt x="224" y="614"/>
                    <a:pt x="231" y="598"/>
                  </a:cubicBezTo>
                  <a:cubicBezTo>
                    <a:pt x="242" y="575"/>
                    <a:pt x="251" y="552"/>
                    <a:pt x="260" y="528"/>
                  </a:cubicBezTo>
                  <a:cubicBezTo>
                    <a:pt x="268" y="510"/>
                    <a:pt x="279" y="470"/>
                    <a:pt x="280" y="469"/>
                  </a:cubicBezTo>
                  <a:cubicBezTo>
                    <a:pt x="286" y="449"/>
                    <a:pt x="292" y="429"/>
                    <a:pt x="299" y="409"/>
                  </a:cubicBezTo>
                  <a:cubicBezTo>
                    <a:pt x="301" y="402"/>
                    <a:pt x="306" y="396"/>
                    <a:pt x="307" y="389"/>
                  </a:cubicBezTo>
                  <a:close/>
                  <a:moveTo>
                    <a:pt x="131" y="454"/>
                  </a:moveTo>
                  <a:cubicBezTo>
                    <a:pt x="130" y="458"/>
                    <a:pt x="128" y="462"/>
                    <a:pt x="125" y="465"/>
                  </a:cubicBezTo>
                  <a:cubicBezTo>
                    <a:pt x="120" y="471"/>
                    <a:pt x="115" y="479"/>
                    <a:pt x="104" y="475"/>
                  </a:cubicBezTo>
                  <a:cubicBezTo>
                    <a:pt x="96" y="472"/>
                    <a:pt x="89" y="459"/>
                    <a:pt x="90" y="449"/>
                  </a:cubicBezTo>
                  <a:cubicBezTo>
                    <a:pt x="95" y="420"/>
                    <a:pt x="115" y="403"/>
                    <a:pt x="138" y="389"/>
                  </a:cubicBezTo>
                  <a:cubicBezTo>
                    <a:pt x="140" y="388"/>
                    <a:pt x="145" y="391"/>
                    <a:pt x="148" y="392"/>
                  </a:cubicBezTo>
                  <a:cubicBezTo>
                    <a:pt x="146" y="401"/>
                    <a:pt x="146" y="407"/>
                    <a:pt x="144" y="413"/>
                  </a:cubicBezTo>
                  <a:cubicBezTo>
                    <a:pt x="140" y="427"/>
                    <a:pt x="136" y="441"/>
                    <a:pt x="131" y="4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8" name="Freeform 12"/>
            <p:cNvSpPr>
              <a:spLocks/>
            </p:cNvSpPr>
            <p:nvPr/>
          </p:nvSpPr>
          <p:spPr bwMode="auto">
            <a:xfrm>
              <a:off x="3265487" y="-985838"/>
              <a:ext cx="400050" cy="276225"/>
            </a:xfrm>
            <a:custGeom>
              <a:avLst/>
              <a:gdLst>
                <a:gd name="T0" fmla="*/ 35 w 524"/>
                <a:gd name="T1" fmla="*/ 339 h 361"/>
                <a:gd name="T2" fmla="*/ 55 w 524"/>
                <a:gd name="T3" fmla="*/ 346 h 361"/>
                <a:gd name="T4" fmla="*/ 107 w 524"/>
                <a:gd name="T5" fmla="*/ 354 h 361"/>
                <a:gd name="T6" fmla="*/ 128 w 524"/>
                <a:gd name="T7" fmla="*/ 332 h 361"/>
                <a:gd name="T8" fmla="*/ 131 w 524"/>
                <a:gd name="T9" fmla="*/ 294 h 361"/>
                <a:gd name="T10" fmla="*/ 129 w 524"/>
                <a:gd name="T11" fmla="*/ 259 h 361"/>
                <a:gd name="T12" fmla="*/ 134 w 524"/>
                <a:gd name="T13" fmla="*/ 195 h 361"/>
                <a:gd name="T14" fmla="*/ 141 w 524"/>
                <a:gd name="T15" fmla="*/ 188 h 361"/>
                <a:gd name="T16" fmla="*/ 149 w 524"/>
                <a:gd name="T17" fmla="*/ 194 h 361"/>
                <a:gd name="T18" fmla="*/ 205 w 524"/>
                <a:gd name="T19" fmla="*/ 245 h 361"/>
                <a:gd name="T20" fmla="*/ 209 w 524"/>
                <a:gd name="T21" fmla="*/ 266 h 361"/>
                <a:gd name="T22" fmla="*/ 184 w 524"/>
                <a:gd name="T23" fmla="*/ 291 h 361"/>
                <a:gd name="T24" fmla="*/ 168 w 524"/>
                <a:gd name="T25" fmla="*/ 312 h 361"/>
                <a:gd name="T26" fmla="*/ 168 w 524"/>
                <a:gd name="T27" fmla="*/ 344 h 361"/>
                <a:gd name="T28" fmla="*/ 198 w 524"/>
                <a:gd name="T29" fmla="*/ 334 h 361"/>
                <a:gd name="T30" fmla="*/ 428 w 524"/>
                <a:gd name="T31" fmla="*/ 159 h 361"/>
                <a:gd name="T32" fmla="*/ 458 w 524"/>
                <a:gd name="T33" fmla="*/ 143 h 361"/>
                <a:gd name="T34" fmla="*/ 471 w 524"/>
                <a:gd name="T35" fmla="*/ 138 h 361"/>
                <a:gd name="T36" fmla="*/ 499 w 524"/>
                <a:gd name="T37" fmla="*/ 126 h 361"/>
                <a:gd name="T38" fmla="*/ 516 w 524"/>
                <a:gd name="T39" fmla="*/ 104 h 361"/>
                <a:gd name="T40" fmla="*/ 524 w 524"/>
                <a:gd name="T41" fmla="*/ 69 h 361"/>
                <a:gd name="T42" fmla="*/ 521 w 524"/>
                <a:gd name="T43" fmla="*/ 49 h 361"/>
                <a:gd name="T44" fmla="*/ 512 w 524"/>
                <a:gd name="T45" fmla="*/ 31 h 361"/>
                <a:gd name="T46" fmla="*/ 481 w 524"/>
                <a:gd name="T47" fmla="*/ 5 h 361"/>
                <a:gd name="T48" fmla="*/ 444 w 524"/>
                <a:gd name="T49" fmla="*/ 1 h 361"/>
                <a:gd name="T50" fmla="*/ 409 w 524"/>
                <a:gd name="T51" fmla="*/ 11 h 361"/>
                <a:gd name="T52" fmla="*/ 393 w 524"/>
                <a:gd name="T53" fmla="*/ 20 h 361"/>
                <a:gd name="T54" fmla="*/ 390 w 524"/>
                <a:gd name="T55" fmla="*/ 25 h 361"/>
                <a:gd name="T56" fmla="*/ 404 w 524"/>
                <a:gd name="T57" fmla="*/ 35 h 361"/>
                <a:gd name="T58" fmla="*/ 401 w 524"/>
                <a:gd name="T59" fmla="*/ 54 h 361"/>
                <a:gd name="T60" fmla="*/ 374 w 524"/>
                <a:gd name="T61" fmla="*/ 96 h 361"/>
                <a:gd name="T62" fmla="*/ 266 w 524"/>
                <a:gd name="T63" fmla="*/ 213 h 361"/>
                <a:gd name="T64" fmla="*/ 270 w 524"/>
                <a:gd name="T65" fmla="*/ 174 h 361"/>
                <a:gd name="T66" fmla="*/ 256 w 524"/>
                <a:gd name="T67" fmla="*/ 90 h 361"/>
                <a:gd name="T68" fmla="*/ 229 w 524"/>
                <a:gd name="T69" fmla="*/ 65 h 361"/>
                <a:gd name="T70" fmla="*/ 206 w 524"/>
                <a:gd name="T71" fmla="*/ 73 h 361"/>
                <a:gd name="T72" fmla="*/ 202 w 524"/>
                <a:gd name="T73" fmla="*/ 75 h 361"/>
                <a:gd name="T74" fmla="*/ 160 w 524"/>
                <a:gd name="T75" fmla="*/ 123 h 361"/>
                <a:gd name="T76" fmla="*/ 125 w 524"/>
                <a:gd name="T77" fmla="*/ 185 h 361"/>
                <a:gd name="T78" fmla="*/ 115 w 524"/>
                <a:gd name="T79" fmla="*/ 191 h 361"/>
                <a:gd name="T80" fmla="*/ 110 w 524"/>
                <a:gd name="T81" fmla="*/ 179 h 361"/>
                <a:gd name="T82" fmla="*/ 97 w 524"/>
                <a:gd name="T83" fmla="*/ 128 h 361"/>
                <a:gd name="T84" fmla="*/ 63 w 524"/>
                <a:gd name="T85" fmla="*/ 114 h 361"/>
                <a:gd name="T86" fmla="*/ 20 w 524"/>
                <a:gd name="T87" fmla="*/ 152 h 361"/>
                <a:gd name="T88" fmla="*/ 0 w 524"/>
                <a:gd name="T89" fmla="*/ 250 h 361"/>
                <a:gd name="T90" fmla="*/ 3 w 524"/>
                <a:gd name="T91" fmla="*/ 287 h 361"/>
                <a:gd name="T92" fmla="*/ 35 w 524"/>
                <a:gd name="T93" fmla="*/ 339 h 3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24" h="361">
                  <a:moveTo>
                    <a:pt x="35" y="339"/>
                  </a:moveTo>
                  <a:cubicBezTo>
                    <a:pt x="42" y="341"/>
                    <a:pt x="49" y="343"/>
                    <a:pt x="55" y="346"/>
                  </a:cubicBezTo>
                  <a:cubicBezTo>
                    <a:pt x="71" y="356"/>
                    <a:pt x="88" y="361"/>
                    <a:pt x="107" y="354"/>
                  </a:cubicBezTo>
                  <a:cubicBezTo>
                    <a:pt x="120" y="350"/>
                    <a:pt x="126" y="346"/>
                    <a:pt x="128" y="332"/>
                  </a:cubicBezTo>
                  <a:cubicBezTo>
                    <a:pt x="129" y="319"/>
                    <a:pt x="131" y="307"/>
                    <a:pt x="131" y="294"/>
                  </a:cubicBezTo>
                  <a:cubicBezTo>
                    <a:pt x="132" y="283"/>
                    <a:pt x="132" y="270"/>
                    <a:pt x="129" y="259"/>
                  </a:cubicBezTo>
                  <a:cubicBezTo>
                    <a:pt x="121" y="236"/>
                    <a:pt x="123" y="215"/>
                    <a:pt x="134" y="195"/>
                  </a:cubicBezTo>
                  <a:cubicBezTo>
                    <a:pt x="135" y="192"/>
                    <a:pt x="139" y="188"/>
                    <a:pt x="141" y="188"/>
                  </a:cubicBezTo>
                  <a:cubicBezTo>
                    <a:pt x="144" y="188"/>
                    <a:pt x="148" y="192"/>
                    <a:pt x="149" y="194"/>
                  </a:cubicBezTo>
                  <a:cubicBezTo>
                    <a:pt x="161" y="218"/>
                    <a:pt x="181" y="234"/>
                    <a:pt x="205" y="245"/>
                  </a:cubicBezTo>
                  <a:cubicBezTo>
                    <a:pt x="227" y="252"/>
                    <a:pt x="209" y="266"/>
                    <a:pt x="209" y="266"/>
                  </a:cubicBezTo>
                  <a:cubicBezTo>
                    <a:pt x="209" y="266"/>
                    <a:pt x="188" y="286"/>
                    <a:pt x="184" y="291"/>
                  </a:cubicBezTo>
                  <a:cubicBezTo>
                    <a:pt x="180" y="296"/>
                    <a:pt x="166" y="310"/>
                    <a:pt x="168" y="312"/>
                  </a:cubicBezTo>
                  <a:cubicBezTo>
                    <a:pt x="172" y="315"/>
                    <a:pt x="165" y="341"/>
                    <a:pt x="168" y="344"/>
                  </a:cubicBezTo>
                  <a:cubicBezTo>
                    <a:pt x="175" y="349"/>
                    <a:pt x="198" y="334"/>
                    <a:pt x="198" y="334"/>
                  </a:cubicBezTo>
                  <a:cubicBezTo>
                    <a:pt x="198" y="334"/>
                    <a:pt x="399" y="184"/>
                    <a:pt x="428" y="159"/>
                  </a:cubicBezTo>
                  <a:cubicBezTo>
                    <a:pt x="434" y="154"/>
                    <a:pt x="454" y="145"/>
                    <a:pt x="458" y="143"/>
                  </a:cubicBezTo>
                  <a:cubicBezTo>
                    <a:pt x="463" y="142"/>
                    <a:pt x="467" y="140"/>
                    <a:pt x="471" y="138"/>
                  </a:cubicBezTo>
                  <a:cubicBezTo>
                    <a:pt x="481" y="136"/>
                    <a:pt x="490" y="132"/>
                    <a:pt x="499" y="126"/>
                  </a:cubicBezTo>
                  <a:cubicBezTo>
                    <a:pt x="504" y="122"/>
                    <a:pt x="515" y="106"/>
                    <a:pt x="516" y="104"/>
                  </a:cubicBezTo>
                  <a:cubicBezTo>
                    <a:pt x="524" y="88"/>
                    <a:pt x="523" y="74"/>
                    <a:pt x="524" y="69"/>
                  </a:cubicBezTo>
                  <a:cubicBezTo>
                    <a:pt x="524" y="65"/>
                    <a:pt x="522" y="54"/>
                    <a:pt x="521" y="49"/>
                  </a:cubicBezTo>
                  <a:cubicBezTo>
                    <a:pt x="518" y="39"/>
                    <a:pt x="512" y="32"/>
                    <a:pt x="512" y="31"/>
                  </a:cubicBezTo>
                  <a:cubicBezTo>
                    <a:pt x="507" y="21"/>
                    <a:pt x="490" y="8"/>
                    <a:pt x="481" y="5"/>
                  </a:cubicBezTo>
                  <a:cubicBezTo>
                    <a:pt x="476" y="3"/>
                    <a:pt x="459" y="0"/>
                    <a:pt x="444" y="1"/>
                  </a:cubicBezTo>
                  <a:cubicBezTo>
                    <a:pt x="429" y="3"/>
                    <a:pt x="417" y="8"/>
                    <a:pt x="409" y="11"/>
                  </a:cubicBezTo>
                  <a:cubicBezTo>
                    <a:pt x="400" y="15"/>
                    <a:pt x="394" y="19"/>
                    <a:pt x="393" y="20"/>
                  </a:cubicBezTo>
                  <a:cubicBezTo>
                    <a:pt x="392" y="21"/>
                    <a:pt x="389" y="24"/>
                    <a:pt x="390" y="25"/>
                  </a:cubicBezTo>
                  <a:cubicBezTo>
                    <a:pt x="391" y="27"/>
                    <a:pt x="402" y="31"/>
                    <a:pt x="404" y="35"/>
                  </a:cubicBezTo>
                  <a:cubicBezTo>
                    <a:pt x="407" y="41"/>
                    <a:pt x="405" y="45"/>
                    <a:pt x="401" y="54"/>
                  </a:cubicBezTo>
                  <a:cubicBezTo>
                    <a:pt x="397" y="63"/>
                    <a:pt x="391" y="77"/>
                    <a:pt x="374" y="96"/>
                  </a:cubicBezTo>
                  <a:cubicBezTo>
                    <a:pt x="358" y="116"/>
                    <a:pt x="280" y="199"/>
                    <a:pt x="266" y="213"/>
                  </a:cubicBezTo>
                  <a:cubicBezTo>
                    <a:pt x="266" y="211"/>
                    <a:pt x="269" y="185"/>
                    <a:pt x="270" y="174"/>
                  </a:cubicBezTo>
                  <a:cubicBezTo>
                    <a:pt x="274" y="144"/>
                    <a:pt x="276" y="115"/>
                    <a:pt x="256" y="90"/>
                  </a:cubicBezTo>
                  <a:cubicBezTo>
                    <a:pt x="249" y="80"/>
                    <a:pt x="240" y="70"/>
                    <a:pt x="229" y="65"/>
                  </a:cubicBezTo>
                  <a:cubicBezTo>
                    <a:pt x="224" y="62"/>
                    <a:pt x="214" y="70"/>
                    <a:pt x="206" y="73"/>
                  </a:cubicBezTo>
                  <a:cubicBezTo>
                    <a:pt x="204" y="74"/>
                    <a:pt x="203" y="75"/>
                    <a:pt x="202" y="75"/>
                  </a:cubicBezTo>
                  <a:cubicBezTo>
                    <a:pt x="180" y="85"/>
                    <a:pt x="167" y="102"/>
                    <a:pt x="160" y="123"/>
                  </a:cubicBezTo>
                  <a:cubicBezTo>
                    <a:pt x="152" y="146"/>
                    <a:pt x="143" y="168"/>
                    <a:pt x="125" y="185"/>
                  </a:cubicBezTo>
                  <a:cubicBezTo>
                    <a:pt x="122" y="188"/>
                    <a:pt x="118" y="189"/>
                    <a:pt x="115" y="191"/>
                  </a:cubicBezTo>
                  <a:cubicBezTo>
                    <a:pt x="113" y="187"/>
                    <a:pt x="111" y="183"/>
                    <a:pt x="110" y="179"/>
                  </a:cubicBezTo>
                  <a:cubicBezTo>
                    <a:pt x="106" y="162"/>
                    <a:pt x="103" y="144"/>
                    <a:pt x="97" y="128"/>
                  </a:cubicBezTo>
                  <a:cubicBezTo>
                    <a:pt x="91" y="113"/>
                    <a:pt x="77" y="108"/>
                    <a:pt x="63" y="114"/>
                  </a:cubicBezTo>
                  <a:cubicBezTo>
                    <a:pt x="44" y="121"/>
                    <a:pt x="29" y="133"/>
                    <a:pt x="20" y="152"/>
                  </a:cubicBezTo>
                  <a:cubicBezTo>
                    <a:pt x="5" y="183"/>
                    <a:pt x="1" y="216"/>
                    <a:pt x="0" y="250"/>
                  </a:cubicBezTo>
                  <a:cubicBezTo>
                    <a:pt x="1" y="262"/>
                    <a:pt x="0" y="275"/>
                    <a:pt x="3" y="287"/>
                  </a:cubicBezTo>
                  <a:cubicBezTo>
                    <a:pt x="7" y="309"/>
                    <a:pt x="13" y="329"/>
                    <a:pt x="35" y="33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79" name="Freeform 13"/>
            <p:cNvSpPr>
              <a:spLocks/>
            </p:cNvSpPr>
            <p:nvPr/>
          </p:nvSpPr>
          <p:spPr bwMode="auto">
            <a:xfrm>
              <a:off x="3279775" y="-790575"/>
              <a:ext cx="455613" cy="174625"/>
            </a:xfrm>
            <a:custGeom>
              <a:avLst/>
              <a:gdLst>
                <a:gd name="T0" fmla="*/ 388 w 597"/>
                <a:gd name="T1" fmla="*/ 10 h 228"/>
                <a:gd name="T2" fmla="*/ 260 w 597"/>
                <a:gd name="T3" fmla="*/ 48 h 228"/>
                <a:gd name="T4" fmla="*/ 106 w 597"/>
                <a:gd name="T5" fmla="*/ 130 h 228"/>
                <a:gd name="T6" fmla="*/ 4 w 597"/>
                <a:gd name="T7" fmla="*/ 198 h 228"/>
                <a:gd name="T8" fmla="*/ 6 w 597"/>
                <a:gd name="T9" fmla="*/ 203 h 228"/>
                <a:gd name="T10" fmla="*/ 57 w 597"/>
                <a:gd name="T11" fmla="*/ 195 h 228"/>
                <a:gd name="T12" fmla="*/ 136 w 597"/>
                <a:gd name="T13" fmla="*/ 175 h 228"/>
                <a:gd name="T14" fmla="*/ 186 w 597"/>
                <a:gd name="T15" fmla="*/ 142 h 228"/>
                <a:gd name="T16" fmla="*/ 320 w 597"/>
                <a:gd name="T17" fmla="*/ 70 h 228"/>
                <a:gd name="T18" fmla="*/ 496 w 597"/>
                <a:gd name="T19" fmla="*/ 33 h 228"/>
                <a:gd name="T20" fmla="*/ 530 w 597"/>
                <a:gd name="T21" fmla="*/ 62 h 228"/>
                <a:gd name="T22" fmla="*/ 503 w 597"/>
                <a:gd name="T23" fmla="*/ 120 h 228"/>
                <a:gd name="T24" fmla="*/ 443 w 597"/>
                <a:gd name="T25" fmla="*/ 171 h 228"/>
                <a:gd name="T26" fmla="*/ 366 w 597"/>
                <a:gd name="T27" fmla="*/ 217 h 228"/>
                <a:gd name="T28" fmla="*/ 364 w 597"/>
                <a:gd name="T29" fmla="*/ 220 h 228"/>
                <a:gd name="T30" fmla="*/ 364 w 597"/>
                <a:gd name="T31" fmla="*/ 220 h 228"/>
                <a:gd name="T32" fmla="*/ 367 w 597"/>
                <a:gd name="T33" fmla="*/ 224 h 228"/>
                <a:gd name="T34" fmla="*/ 380 w 597"/>
                <a:gd name="T35" fmla="*/ 228 h 228"/>
                <a:gd name="T36" fmla="*/ 425 w 597"/>
                <a:gd name="T37" fmla="*/ 226 h 228"/>
                <a:gd name="T38" fmla="*/ 550 w 597"/>
                <a:gd name="T39" fmla="*/ 177 h 228"/>
                <a:gd name="T40" fmla="*/ 596 w 597"/>
                <a:gd name="T41" fmla="*/ 102 h 228"/>
                <a:gd name="T42" fmla="*/ 587 w 597"/>
                <a:gd name="T43" fmla="*/ 54 h 228"/>
                <a:gd name="T44" fmla="*/ 528 w 597"/>
                <a:gd name="T45" fmla="*/ 11 h 228"/>
                <a:gd name="T46" fmla="*/ 388 w 597"/>
                <a:gd name="T47" fmla="*/ 1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7" h="228">
                  <a:moveTo>
                    <a:pt x="388" y="10"/>
                  </a:moveTo>
                  <a:cubicBezTo>
                    <a:pt x="343" y="20"/>
                    <a:pt x="330" y="20"/>
                    <a:pt x="260" y="48"/>
                  </a:cubicBezTo>
                  <a:cubicBezTo>
                    <a:pt x="190" y="76"/>
                    <a:pt x="125" y="118"/>
                    <a:pt x="106" y="130"/>
                  </a:cubicBezTo>
                  <a:cubicBezTo>
                    <a:pt x="81" y="145"/>
                    <a:pt x="8" y="194"/>
                    <a:pt x="4" y="198"/>
                  </a:cubicBezTo>
                  <a:cubicBezTo>
                    <a:pt x="0" y="202"/>
                    <a:pt x="2" y="203"/>
                    <a:pt x="6" y="203"/>
                  </a:cubicBezTo>
                  <a:cubicBezTo>
                    <a:pt x="10" y="203"/>
                    <a:pt x="49" y="195"/>
                    <a:pt x="57" y="195"/>
                  </a:cubicBezTo>
                  <a:cubicBezTo>
                    <a:pt x="85" y="196"/>
                    <a:pt x="111" y="189"/>
                    <a:pt x="136" y="175"/>
                  </a:cubicBezTo>
                  <a:cubicBezTo>
                    <a:pt x="155" y="165"/>
                    <a:pt x="171" y="154"/>
                    <a:pt x="186" y="142"/>
                  </a:cubicBezTo>
                  <a:cubicBezTo>
                    <a:pt x="225" y="111"/>
                    <a:pt x="297" y="78"/>
                    <a:pt x="320" y="70"/>
                  </a:cubicBezTo>
                  <a:cubicBezTo>
                    <a:pt x="380" y="48"/>
                    <a:pt x="457" y="30"/>
                    <a:pt x="496" y="33"/>
                  </a:cubicBezTo>
                  <a:cubicBezTo>
                    <a:pt x="512" y="34"/>
                    <a:pt x="527" y="43"/>
                    <a:pt x="530" y="62"/>
                  </a:cubicBezTo>
                  <a:cubicBezTo>
                    <a:pt x="533" y="77"/>
                    <a:pt x="513" y="110"/>
                    <a:pt x="503" y="120"/>
                  </a:cubicBezTo>
                  <a:cubicBezTo>
                    <a:pt x="494" y="130"/>
                    <a:pt x="469" y="152"/>
                    <a:pt x="443" y="171"/>
                  </a:cubicBezTo>
                  <a:cubicBezTo>
                    <a:pt x="413" y="191"/>
                    <a:pt x="369" y="216"/>
                    <a:pt x="366" y="217"/>
                  </a:cubicBezTo>
                  <a:cubicBezTo>
                    <a:pt x="363" y="219"/>
                    <a:pt x="364" y="220"/>
                    <a:pt x="364" y="220"/>
                  </a:cubicBezTo>
                  <a:cubicBezTo>
                    <a:pt x="364" y="220"/>
                    <a:pt x="364" y="219"/>
                    <a:pt x="364" y="220"/>
                  </a:cubicBezTo>
                  <a:cubicBezTo>
                    <a:pt x="364" y="222"/>
                    <a:pt x="365" y="222"/>
                    <a:pt x="367" y="224"/>
                  </a:cubicBezTo>
                  <a:cubicBezTo>
                    <a:pt x="370" y="225"/>
                    <a:pt x="373" y="228"/>
                    <a:pt x="380" y="228"/>
                  </a:cubicBezTo>
                  <a:cubicBezTo>
                    <a:pt x="383" y="228"/>
                    <a:pt x="421" y="226"/>
                    <a:pt x="425" y="226"/>
                  </a:cubicBezTo>
                  <a:cubicBezTo>
                    <a:pt x="451" y="224"/>
                    <a:pt x="505" y="216"/>
                    <a:pt x="550" y="177"/>
                  </a:cubicBezTo>
                  <a:cubicBezTo>
                    <a:pt x="573" y="156"/>
                    <a:pt x="593" y="137"/>
                    <a:pt x="596" y="102"/>
                  </a:cubicBezTo>
                  <a:cubicBezTo>
                    <a:pt x="597" y="90"/>
                    <a:pt x="596" y="73"/>
                    <a:pt x="587" y="54"/>
                  </a:cubicBezTo>
                  <a:cubicBezTo>
                    <a:pt x="576" y="29"/>
                    <a:pt x="549" y="18"/>
                    <a:pt x="528" y="11"/>
                  </a:cubicBezTo>
                  <a:cubicBezTo>
                    <a:pt x="493" y="0"/>
                    <a:pt x="438" y="0"/>
                    <a:pt x="388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0" name="Freeform 14"/>
            <p:cNvSpPr>
              <a:spLocks/>
            </p:cNvSpPr>
            <p:nvPr/>
          </p:nvSpPr>
          <p:spPr bwMode="auto">
            <a:xfrm>
              <a:off x="549275" y="-954088"/>
              <a:ext cx="160338" cy="173038"/>
            </a:xfrm>
            <a:custGeom>
              <a:avLst/>
              <a:gdLst>
                <a:gd name="T0" fmla="*/ 39 w 210"/>
                <a:gd name="T1" fmla="*/ 128 h 226"/>
                <a:gd name="T2" fmla="*/ 50 w 210"/>
                <a:gd name="T3" fmla="*/ 144 h 226"/>
                <a:gd name="T4" fmla="*/ 53 w 210"/>
                <a:gd name="T5" fmla="*/ 162 h 226"/>
                <a:gd name="T6" fmla="*/ 34 w 210"/>
                <a:gd name="T7" fmla="*/ 188 h 226"/>
                <a:gd name="T8" fmla="*/ 12 w 210"/>
                <a:gd name="T9" fmla="*/ 222 h 226"/>
                <a:gd name="T10" fmla="*/ 48 w 210"/>
                <a:gd name="T11" fmla="*/ 201 h 226"/>
                <a:gd name="T12" fmla="*/ 84 w 210"/>
                <a:gd name="T13" fmla="*/ 192 h 226"/>
                <a:gd name="T14" fmla="*/ 159 w 210"/>
                <a:gd name="T15" fmla="*/ 197 h 226"/>
                <a:gd name="T16" fmla="*/ 199 w 210"/>
                <a:gd name="T17" fmla="*/ 166 h 226"/>
                <a:gd name="T18" fmla="*/ 189 w 210"/>
                <a:gd name="T19" fmla="*/ 80 h 226"/>
                <a:gd name="T20" fmla="*/ 156 w 210"/>
                <a:gd name="T21" fmla="*/ 43 h 226"/>
                <a:gd name="T22" fmla="*/ 99 w 210"/>
                <a:gd name="T23" fmla="*/ 11 h 226"/>
                <a:gd name="T24" fmla="*/ 66 w 210"/>
                <a:gd name="T25" fmla="*/ 11 h 226"/>
                <a:gd name="T26" fmla="*/ 36 w 210"/>
                <a:gd name="T27" fmla="*/ 31 h 226"/>
                <a:gd name="T28" fmla="*/ 25 w 210"/>
                <a:gd name="T29" fmla="*/ 108 h 226"/>
                <a:gd name="T30" fmla="*/ 39 w 210"/>
                <a:gd name="T31" fmla="*/ 128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10" h="226">
                  <a:moveTo>
                    <a:pt x="39" y="128"/>
                  </a:moveTo>
                  <a:cubicBezTo>
                    <a:pt x="43" y="134"/>
                    <a:pt x="46" y="140"/>
                    <a:pt x="50" y="144"/>
                  </a:cubicBezTo>
                  <a:cubicBezTo>
                    <a:pt x="56" y="150"/>
                    <a:pt x="58" y="155"/>
                    <a:pt x="53" y="162"/>
                  </a:cubicBezTo>
                  <a:cubicBezTo>
                    <a:pt x="47" y="170"/>
                    <a:pt x="40" y="179"/>
                    <a:pt x="34" y="188"/>
                  </a:cubicBezTo>
                  <a:cubicBezTo>
                    <a:pt x="28" y="197"/>
                    <a:pt x="9" y="218"/>
                    <a:pt x="12" y="222"/>
                  </a:cubicBezTo>
                  <a:cubicBezTo>
                    <a:pt x="15" y="226"/>
                    <a:pt x="38" y="207"/>
                    <a:pt x="48" y="201"/>
                  </a:cubicBezTo>
                  <a:cubicBezTo>
                    <a:pt x="59" y="194"/>
                    <a:pt x="70" y="186"/>
                    <a:pt x="84" y="192"/>
                  </a:cubicBezTo>
                  <a:cubicBezTo>
                    <a:pt x="109" y="203"/>
                    <a:pt x="134" y="201"/>
                    <a:pt x="159" y="197"/>
                  </a:cubicBezTo>
                  <a:cubicBezTo>
                    <a:pt x="177" y="194"/>
                    <a:pt x="194" y="186"/>
                    <a:pt x="199" y="166"/>
                  </a:cubicBezTo>
                  <a:cubicBezTo>
                    <a:pt x="205" y="137"/>
                    <a:pt x="210" y="107"/>
                    <a:pt x="189" y="80"/>
                  </a:cubicBezTo>
                  <a:cubicBezTo>
                    <a:pt x="178" y="67"/>
                    <a:pt x="169" y="53"/>
                    <a:pt x="156" y="43"/>
                  </a:cubicBezTo>
                  <a:cubicBezTo>
                    <a:pt x="139" y="30"/>
                    <a:pt x="119" y="20"/>
                    <a:pt x="99" y="11"/>
                  </a:cubicBezTo>
                  <a:cubicBezTo>
                    <a:pt x="89" y="6"/>
                    <a:pt x="78" y="0"/>
                    <a:pt x="66" y="11"/>
                  </a:cubicBezTo>
                  <a:cubicBezTo>
                    <a:pt x="57" y="19"/>
                    <a:pt x="47" y="26"/>
                    <a:pt x="36" y="31"/>
                  </a:cubicBezTo>
                  <a:cubicBezTo>
                    <a:pt x="11" y="44"/>
                    <a:pt x="0" y="87"/>
                    <a:pt x="25" y="108"/>
                  </a:cubicBezTo>
                  <a:cubicBezTo>
                    <a:pt x="31" y="113"/>
                    <a:pt x="34" y="122"/>
                    <a:pt x="39" y="12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1" name="Freeform 15"/>
            <p:cNvSpPr>
              <a:spLocks/>
            </p:cNvSpPr>
            <p:nvPr/>
          </p:nvSpPr>
          <p:spPr bwMode="auto">
            <a:xfrm>
              <a:off x="3154362" y="-631825"/>
              <a:ext cx="93663" cy="157163"/>
            </a:xfrm>
            <a:custGeom>
              <a:avLst/>
              <a:gdLst>
                <a:gd name="T0" fmla="*/ 105 w 122"/>
                <a:gd name="T1" fmla="*/ 180 h 205"/>
                <a:gd name="T2" fmla="*/ 108 w 122"/>
                <a:gd name="T3" fmla="*/ 135 h 205"/>
                <a:gd name="T4" fmla="*/ 121 w 122"/>
                <a:gd name="T5" fmla="*/ 30 h 205"/>
                <a:gd name="T6" fmla="*/ 106 w 122"/>
                <a:gd name="T7" fmla="*/ 10 h 205"/>
                <a:gd name="T8" fmla="*/ 101 w 122"/>
                <a:gd name="T9" fmla="*/ 8 h 205"/>
                <a:gd name="T10" fmla="*/ 64 w 122"/>
                <a:gd name="T11" fmla="*/ 0 h 205"/>
                <a:gd name="T12" fmla="*/ 46 w 122"/>
                <a:gd name="T13" fmla="*/ 9 h 205"/>
                <a:gd name="T14" fmla="*/ 24 w 122"/>
                <a:gd name="T15" fmla="*/ 44 h 205"/>
                <a:gd name="T16" fmla="*/ 4 w 122"/>
                <a:gd name="T17" fmla="*/ 141 h 205"/>
                <a:gd name="T18" fmla="*/ 47 w 122"/>
                <a:gd name="T19" fmla="*/ 198 h 205"/>
                <a:gd name="T20" fmla="*/ 78 w 122"/>
                <a:gd name="T21" fmla="*/ 202 h 205"/>
                <a:gd name="T22" fmla="*/ 105 w 122"/>
                <a:gd name="T23" fmla="*/ 180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22" h="205">
                  <a:moveTo>
                    <a:pt x="105" y="180"/>
                  </a:moveTo>
                  <a:cubicBezTo>
                    <a:pt x="103" y="164"/>
                    <a:pt x="106" y="150"/>
                    <a:pt x="108" y="135"/>
                  </a:cubicBezTo>
                  <a:cubicBezTo>
                    <a:pt x="113" y="100"/>
                    <a:pt x="117" y="65"/>
                    <a:pt x="121" y="30"/>
                  </a:cubicBezTo>
                  <a:cubicBezTo>
                    <a:pt x="122" y="17"/>
                    <a:pt x="119" y="12"/>
                    <a:pt x="106" y="10"/>
                  </a:cubicBezTo>
                  <a:cubicBezTo>
                    <a:pt x="105" y="9"/>
                    <a:pt x="103" y="8"/>
                    <a:pt x="101" y="8"/>
                  </a:cubicBezTo>
                  <a:cubicBezTo>
                    <a:pt x="89" y="5"/>
                    <a:pt x="77" y="3"/>
                    <a:pt x="64" y="0"/>
                  </a:cubicBezTo>
                  <a:cubicBezTo>
                    <a:pt x="58" y="2"/>
                    <a:pt x="50" y="4"/>
                    <a:pt x="46" y="9"/>
                  </a:cubicBezTo>
                  <a:cubicBezTo>
                    <a:pt x="38" y="20"/>
                    <a:pt x="27" y="31"/>
                    <a:pt x="24" y="44"/>
                  </a:cubicBezTo>
                  <a:cubicBezTo>
                    <a:pt x="15" y="76"/>
                    <a:pt x="9" y="108"/>
                    <a:pt x="4" y="141"/>
                  </a:cubicBezTo>
                  <a:cubicBezTo>
                    <a:pt x="0" y="172"/>
                    <a:pt x="16" y="192"/>
                    <a:pt x="47" y="198"/>
                  </a:cubicBezTo>
                  <a:cubicBezTo>
                    <a:pt x="57" y="200"/>
                    <a:pt x="68" y="199"/>
                    <a:pt x="78" y="202"/>
                  </a:cubicBezTo>
                  <a:cubicBezTo>
                    <a:pt x="94" y="205"/>
                    <a:pt x="108" y="196"/>
                    <a:pt x="105" y="18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2" name="Freeform 16"/>
            <p:cNvSpPr>
              <a:spLocks/>
            </p:cNvSpPr>
            <p:nvPr/>
          </p:nvSpPr>
          <p:spPr bwMode="auto">
            <a:xfrm>
              <a:off x="-407988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3" name="Freeform 17"/>
            <p:cNvSpPr>
              <a:spLocks noEditPoints="1"/>
            </p:cNvSpPr>
            <p:nvPr/>
          </p:nvSpPr>
          <p:spPr bwMode="auto">
            <a:xfrm>
              <a:off x="-301625" y="17462"/>
              <a:ext cx="115888" cy="138113"/>
            </a:xfrm>
            <a:custGeom>
              <a:avLst/>
              <a:gdLst>
                <a:gd name="T0" fmla="*/ 73 w 73"/>
                <a:gd name="T1" fmla="*/ 87 h 87"/>
                <a:gd name="T2" fmla="*/ 57 w 73"/>
                <a:gd name="T3" fmla="*/ 87 h 87"/>
                <a:gd name="T4" fmla="*/ 51 w 73"/>
                <a:gd name="T5" fmla="*/ 67 h 87"/>
                <a:gd name="T6" fmla="*/ 22 w 73"/>
                <a:gd name="T7" fmla="*/ 67 h 87"/>
                <a:gd name="T8" fmla="*/ 15 w 73"/>
                <a:gd name="T9" fmla="*/ 87 h 87"/>
                <a:gd name="T10" fmla="*/ 0 w 73"/>
                <a:gd name="T11" fmla="*/ 87 h 87"/>
                <a:gd name="T12" fmla="*/ 28 w 73"/>
                <a:gd name="T13" fmla="*/ 0 h 87"/>
                <a:gd name="T14" fmla="*/ 44 w 73"/>
                <a:gd name="T15" fmla="*/ 0 h 87"/>
                <a:gd name="T16" fmla="*/ 73 w 73"/>
                <a:gd name="T17" fmla="*/ 87 h 87"/>
                <a:gd name="T18" fmla="*/ 46 w 73"/>
                <a:gd name="T19" fmla="*/ 53 h 87"/>
                <a:gd name="T20" fmla="*/ 36 w 73"/>
                <a:gd name="T21" fmla="*/ 21 h 87"/>
                <a:gd name="T22" fmla="*/ 26 w 73"/>
                <a:gd name="T23" fmla="*/ 53 h 87"/>
                <a:gd name="T24" fmla="*/ 46 w 73"/>
                <a:gd name="T25" fmla="*/ 5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3" h="87">
                  <a:moveTo>
                    <a:pt x="73" y="87"/>
                  </a:moveTo>
                  <a:lnTo>
                    <a:pt x="57" y="87"/>
                  </a:lnTo>
                  <a:lnTo>
                    <a:pt x="51" y="67"/>
                  </a:lnTo>
                  <a:lnTo>
                    <a:pt x="22" y="67"/>
                  </a:lnTo>
                  <a:lnTo>
                    <a:pt x="15" y="87"/>
                  </a:lnTo>
                  <a:lnTo>
                    <a:pt x="0" y="87"/>
                  </a:lnTo>
                  <a:lnTo>
                    <a:pt x="28" y="0"/>
                  </a:lnTo>
                  <a:lnTo>
                    <a:pt x="44" y="0"/>
                  </a:lnTo>
                  <a:lnTo>
                    <a:pt x="73" y="87"/>
                  </a:lnTo>
                  <a:close/>
                  <a:moveTo>
                    <a:pt x="46" y="53"/>
                  </a:moveTo>
                  <a:lnTo>
                    <a:pt x="36" y="21"/>
                  </a:lnTo>
                  <a:lnTo>
                    <a:pt x="26" y="53"/>
                  </a:lnTo>
                  <a:lnTo>
                    <a:pt x="46" y="5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4" name="Freeform 18"/>
            <p:cNvSpPr>
              <a:spLocks/>
            </p:cNvSpPr>
            <p:nvPr/>
          </p:nvSpPr>
          <p:spPr bwMode="auto">
            <a:xfrm>
              <a:off x="-173038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5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5" name="Freeform 19"/>
            <p:cNvSpPr>
              <a:spLocks/>
            </p:cNvSpPr>
            <p:nvPr/>
          </p:nvSpPr>
          <p:spPr bwMode="auto">
            <a:xfrm>
              <a:off x="-65088" y="17462"/>
              <a:ext cx="74613" cy="141288"/>
            </a:xfrm>
            <a:custGeom>
              <a:avLst/>
              <a:gdLst>
                <a:gd name="T0" fmla="*/ 67 w 97"/>
                <a:gd name="T1" fmla="*/ 0 h 183"/>
                <a:gd name="T2" fmla="*/ 97 w 97"/>
                <a:gd name="T3" fmla="*/ 0 h 183"/>
                <a:gd name="T4" fmla="*/ 97 w 97"/>
                <a:gd name="T5" fmla="*/ 114 h 183"/>
                <a:gd name="T6" fmla="*/ 94 w 97"/>
                <a:gd name="T7" fmla="*/ 148 h 183"/>
                <a:gd name="T8" fmla="*/ 78 w 97"/>
                <a:gd name="T9" fmla="*/ 173 h 183"/>
                <a:gd name="T10" fmla="*/ 47 w 97"/>
                <a:gd name="T11" fmla="*/ 183 h 183"/>
                <a:gd name="T12" fmla="*/ 12 w 97"/>
                <a:gd name="T13" fmla="*/ 168 h 183"/>
                <a:gd name="T14" fmla="*/ 0 w 97"/>
                <a:gd name="T15" fmla="*/ 124 h 183"/>
                <a:gd name="T16" fmla="*/ 29 w 97"/>
                <a:gd name="T17" fmla="*/ 120 h 183"/>
                <a:gd name="T18" fmla="*/ 32 w 97"/>
                <a:gd name="T19" fmla="*/ 142 h 183"/>
                <a:gd name="T20" fmla="*/ 48 w 97"/>
                <a:gd name="T21" fmla="*/ 152 h 183"/>
                <a:gd name="T22" fmla="*/ 62 w 97"/>
                <a:gd name="T23" fmla="*/ 145 h 183"/>
                <a:gd name="T24" fmla="*/ 67 w 97"/>
                <a:gd name="T25" fmla="*/ 116 h 183"/>
                <a:gd name="T26" fmla="*/ 67 w 97"/>
                <a:gd name="T27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97" h="183">
                  <a:moveTo>
                    <a:pt x="67" y="0"/>
                  </a:moveTo>
                  <a:cubicBezTo>
                    <a:pt x="97" y="0"/>
                    <a:pt x="97" y="0"/>
                    <a:pt x="97" y="0"/>
                  </a:cubicBezTo>
                  <a:cubicBezTo>
                    <a:pt x="97" y="114"/>
                    <a:pt x="97" y="114"/>
                    <a:pt x="97" y="114"/>
                  </a:cubicBezTo>
                  <a:cubicBezTo>
                    <a:pt x="97" y="128"/>
                    <a:pt x="96" y="140"/>
                    <a:pt x="94" y="148"/>
                  </a:cubicBezTo>
                  <a:cubicBezTo>
                    <a:pt x="91" y="158"/>
                    <a:pt x="85" y="167"/>
                    <a:pt x="78" y="173"/>
                  </a:cubicBezTo>
                  <a:cubicBezTo>
                    <a:pt x="70" y="179"/>
                    <a:pt x="59" y="183"/>
                    <a:pt x="47" y="183"/>
                  </a:cubicBezTo>
                  <a:cubicBezTo>
                    <a:pt x="32" y="183"/>
                    <a:pt x="20" y="178"/>
                    <a:pt x="12" y="168"/>
                  </a:cubicBezTo>
                  <a:cubicBezTo>
                    <a:pt x="4" y="158"/>
                    <a:pt x="0" y="143"/>
                    <a:pt x="0" y="124"/>
                  </a:cubicBezTo>
                  <a:cubicBezTo>
                    <a:pt x="29" y="120"/>
                    <a:pt x="29" y="120"/>
                    <a:pt x="29" y="120"/>
                  </a:cubicBezTo>
                  <a:cubicBezTo>
                    <a:pt x="29" y="130"/>
                    <a:pt x="30" y="138"/>
                    <a:pt x="32" y="142"/>
                  </a:cubicBezTo>
                  <a:cubicBezTo>
                    <a:pt x="36" y="148"/>
                    <a:pt x="41" y="152"/>
                    <a:pt x="48" y="152"/>
                  </a:cubicBezTo>
                  <a:cubicBezTo>
                    <a:pt x="55" y="152"/>
                    <a:pt x="59" y="149"/>
                    <a:pt x="62" y="145"/>
                  </a:cubicBezTo>
                  <a:cubicBezTo>
                    <a:pt x="65" y="140"/>
                    <a:pt x="67" y="131"/>
                    <a:pt x="67" y="116"/>
                  </a:cubicBezTo>
                  <a:lnTo>
                    <a:pt x="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6" name="Rectangle 20"/>
            <p:cNvSpPr>
              <a:spLocks noChangeArrowheads="1"/>
            </p:cNvSpPr>
            <p:nvPr/>
          </p:nvSpPr>
          <p:spPr bwMode="auto">
            <a:xfrm>
              <a:off x="34925" y="17462"/>
              <a:ext cx="22225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7" name="Freeform 21"/>
            <p:cNvSpPr>
              <a:spLocks/>
            </p:cNvSpPr>
            <p:nvPr/>
          </p:nvSpPr>
          <p:spPr bwMode="auto">
            <a:xfrm>
              <a:off x="793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8" name="Freeform 22"/>
            <p:cNvSpPr>
              <a:spLocks/>
            </p:cNvSpPr>
            <p:nvPr/>
          </p:nvSpPr>
          <p:spPr bwMode="auto">
            <a:xfrm>
              <a:off x="193675" y="15875"/>
              <a:ext cx="107950" cy="142875"/>
            </a:xfrm>
            <a:custGeom>
              <a:avLst/>
              <a:gdLst>
                <a:gd name="T0" fmla="*/ 77 w 143"/>
                <a:gd name="T1" fmla="*/ 117 h 186"/>
                <a:gd name="T2" fmla="*/ 77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8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40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6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7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7" y="117"/>
                  </a:moveTo>
                  <a:cubicBezTo>
                    <a:pt x="77" y="86"/>
                    <a:pt x="77" y="86"/>
                    <a:pt x="77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3" y="183"/>
                    <a:pt x="90" y="186"/>
                    <a:pt x="78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4" y="57"/>
                    <a:pt x="10" y="42"/>
                  </a:cubicBezTo>
                  <a:cubicBezTo>
                    <a:pt x="17" y="28"/>
                    <a:pt x="27" y="17"/>
                    <a:pt x="40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10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3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3" y="155"/>
                    <a:pt x="76" y="155"/>
                  </a:cubicBezTo>
                  <a:cubicBezTo>
                    <a:pt x="82" y="155"/>
                    <a:pt x="89" y="153"/>
                    <a:pt x="95" y="150"/>
                  </a:cubicBezTo>
                  <a:cubicBezTo>
                    <a:pt x="102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7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89" name="Freeform 23"/>
            <p:cNvSpPr>
              <a:spLocks/>
            </p:cNvSpPr>
            <p:nvPr/>
          </p:nvSpPr>
          <p:spPr bwMode="auto">
            <a:xfrm>
              <a:off x="368300" y="17462"/>
              <a:ext cx="93663" cy="141288"/>
            </a:xfrm>
            <a:custGeom>
              <a:avLst/>
              <a:gdLst>
                <a:gd name="T0" fmla="*/ 0 w 122"/>
                <a:gd name="T1" fmla="*/ 0 h 183"/>
                <a:gd name="T2" fmla="*/ 31 w 122"/>
                <a:gd name="T3" fmla="*/ 0 h 183"/>
                <a:gd name="T4" fmla="*/ 31 w 122"/>
                <a:gd name="T5" fmla="*/ 97 h 183"/>
                <a:gd name="T6" fmla="*/ 32 w 122"/>
                <a:gd name="T7" fmla="*/ 127 h 183"/>
                <a:gd name="T8" fmla="*/ 41 w 122"/>
                <a:gd name="T9" fmla="*/ 145 h 183"/>
                <a:gd name="T10" fmla="*/ 62 w 122"/>
                <a:gd name="T11" fmla="*/ 152 h 183"/>
                <a:gd name="T12" fmla="*/ 81 w 122"/>
                <a:gd name="T13" fmla="*/ 145 h 183"/>
                <a:gd name="T14" fmla="*/ 90 w 122"/>
                <a:gd name="T15" fmla="*/ 130 h 183"/>
                <a:gd name="T16" fmla="*/ 91 w 122"/>
                <a:gd name="T17" fmla="*/ 99 h 183"/>
                <a:gd name="T18" fmla="*/ 91 w 122"/>
                <a:gd name="T19" fmla="*/ 0 h 183"/>
                <a:gd name="T20" fmla="*/ 122 w 122"/>
                <a:gd name="T21" fmla="*/ 0 h 183"/>
                <a:gd name="T22" fmla="*/ 122 w 122"/>
                <a:gd name="T23" fmla="*/ 94 h 183"/>
                <a:gd name="T24" fmla="*/ 119 w 122"/>
                <a:gd name="T25" fmla="*/ 140 h 183"/>
                <a:gd name="T26" fmla="*/ 110 w 122"/>
                <a:gd name="T27" fmla="*/ 162 h 183"/>
                <a:gd name="T28" fmla="*/ 92 w 122"/>
                <a:gd name="T29" fmla="*/ 177 h 183"/>
                <a:gd name="T30" fmla="*/ 63 w 122"/>
                <a:gd name="T31" fmla="*/ 183 h 183"/>
                <a:gd name="T32" fmla="*/ 30 w 122"/>
                <a:gd name="T33" fmla="*/ 177 h 183"/>
                <a:gd name="T34" fmla="*/ 12 w 122"/>
                <a:gd name="T35" fmla="*/ 161 h 183"/>
                <a:gd name="T36" fmla="*/ 3 w 122"/>
                <a:gd name="T37" fmla="*/ 141 h 183"/>
                <a:gd name="T38" fmla="*/ 0 w 122"/>
                <a:gd name="T39" fmla="*/ 96 h 183"/>
                <a:gd name="T40" fmla="*/ 0 w 122"/>
                <a:gd name="T41" fmla="*/ 0 h 1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22" h="183">
                  <a:moveTo>
                    <a:pt x="0" y="0"/>
                  </a:moveTo>
                  <a:cubicBezTo>
                    <a:pt x="31" y="0"/>
                    <a:pt x="31" y="0"/>
                    <a:pt x="31" y="0"/>
                  </a:cubicBezTo>
                  <a:cubicBezTo>
                    <a:pt x="31" y="97"/>
                    <a:pt x="31" y="97"/>
                    <a:pt x="31" y="97"/>
                  </a:cubicBezTo>
                  <a:cubicBezTo>
                    <a:pt x="31" y="113"/>
                    <a:pt x="31" y="123"/>
                    <a:pt x="32" y="127"/>
                  </a:cubicBezTo>
                  <a:cubicBezTo>
                    <a:pt x="33" y="135"/>
                    <a:pt x="37" y="140"/>
                    <a:pt x="41" y="145"/>
                  </a:cubicBezTo>
                  <a:cubicBezTo>
                    <a:pt x="46" y="149"/>
                    <a:pt x="53" y="152"/>
                    <a:pt x="62" y="152"/>
                  </a:cubicBezTo>
                  <a:cubicBezTo>
                    <a:pt x="70" y="152"/>
                    <a:pt x="77" y="149"/>
                    <a:pt x="81" y="145"/>
                  </a:cubicBezTo>
                  <a:cubicBezTo>
                    <a:pt x="86" y="141"/>
                    <a:pt x="89" y="136"/>
                    <a:pt x="90" y="130"/>
                  </a:cubicBezTo>
                  <a:cubicBezTo>
                    <a:pt x="90" y="124"/>
                    <a:pt x="91" y="114"/>
                    <a:pt x="91" y="99"/>
                  </a:cubicBezTo>
                  <a:cubicBezTo>
                    <a:pt x="91" y="0"/>
                    <a:pt x="91" y="0"/>
                    <a:pt x="91" y="0"/>
                  </a:cubicBezTo>
                  <a:cubicBezTo>
                    <a:pt x="122" y="0"/>
                    <a:pt x="122" y="0"/>
                    <a:pt x="122" y="0"/>
                  </a:cubicBezTo>
                  <a:cubicBezTo>
                    <a:pt x="122" y="94"/>
                    <a:pt x="122" y="94"/>
                    <a:pt x="122" y="94"/>
                  </a:cubicBezTo>
                  <a:cubicBezTo>
                    <a:pt x="122" y="116"/>
                    <a:pt x="121" y="131"/>
                    <a:pt x="119" y="140"/>
                  </a:cubicBezTo>
                  <a:cubicBezTo>
                    <a:pt x="117" y="149"/>
                    <a:pt x="114" y="156"/>
                    <a:pt x="110" y="162"/>
                  </a:cubicBezTo>
                  <a:cubicBezTo>
                    <a:pt x="105" y="169"/>
                    <a:pt x="100" y="173"/>
                    <a:pt x="92" y="177"/>
                  </a:cubicBezTo>
                  <a:cubicBezTo>
                    <a:pt x="84" y="181"/>
                    <a:pt x="75" y="183"/>
                    <a:pt x="63" y="183"/>
                  </a:cubicBezTo>
                  <a:cubicBezTo>
                    <a:pt x="48" y="183"/>
                    <a:pt x="37" y="181"/>
                    <a:pt x="30" y="177"/>
                  </a:cubicBezTo>
                  <a:cubicBezTo>
                    <a:pt x="22" y="173"/>
                    <a:pt x="16" y="168"/>
                    <a:pt x="12" y="161"/>
                  </a:cubicBezTo>
                  <a:cubicBezTo>
                    <a:pt x="7" y="155"/>
                    <a:pt x="5" y="148"/>
                    <a:pt x="3" y="141"/>
                  </a:cubicBezTo>
                  <a:cubicBezTo>
                    <a:pt x="1" y="131"/>
                    <a:pt x="0" y="116"/>
                    <a:pt x="0" y="96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0" name="Freeform 24"/>
            <p:cNvSpPr>
              <a:spLocks/>
            </p:cNvSpPr>
            <p:nvPr/>
          </p:nvSpPr>
          <p:spPr bwMode="auto">
            <a:xfrm>
              <a:off x="485775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45 w 59"/>
                <a:gd name="T7" fmla="*/ 58 h 87"/>
                <a:gd name="T8" fmla="*/ 45 w 59"/>
                <a:gd name="T9" fmla="*/ 0 h 87"/>
                <a:gd name="T10" fmla="*/ 59 w 59"/>
                <a:gd name="T11" fmla="*/ 0 h 87"/>
                <a:gd name="T12" fmla="*/ 59 w 59"/>
                <a:gd name="T13" fmla="*/ 87 h 87"/>
                <a:gd name="T14" fmla="*/ 44 w 59"/>
                <a:gd name="T15" fmla="*/ 87 h 87"/>
                <a:gd name="T16" fmla="*/ 14 w 59"/>
                <a:gd name="T17" fmla="*/ 31 h 87"/>
                <a:gd name="T18" fmla="*/ 14 w 59"/>
                <a:gd name="T19" fmla="*/ 87 h 87"/>
                <a:gd name="T20" fmla="*/ 0 w 59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1" name="Rectangle 25"/>
            <p:cNvSpPr>
              <a:spLocks noChangeArrowheads="1"/>
            </p:cNvSpPr>
            <p:nvPr/>
          </p:nvSpPr>
          <p:spPr bwMode="auto">
            <a:xfrm>
              <a:off x="603250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2" name="Freeform 26"/>
            <p:cNvSpPr>
              <a:spLocks/>
            </p:cNvSpPr>
            <p:nvPr/>
          </p:nvSpPr>
          <p:spPr bwMode="auto">
            <a:xfrm>
              <a:off x="636587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0 w 68"/>
                <a:gd name="T3" fmla="*/ 0 h 87"/>
                <a:gd name="T4" fmla="*/ 16 w 68"/>
                <a:gd name="T5" fmla="*/ 0 h 87"/>
                <a:gd name="T6" fmla="*/ 35 w 68"/>
                <a:gd name="T7" fmla="*/ 65 h 87"/>
                <a:gd name="T8" fmla="*/ 53 w 68"/>
                <a:gd name="T9" fmla="*/ 0 h 87"/>
                <a:gd name="T10" fmla="*/ 68 w 68"/>
                <a:gd name="T11" fmla="*/ 0 h 87"/>
                <a:gd name="T12" fmla="*/ 42 w 68"/>
                <a:gd name="T13" fmla="*/ 87 h 87"/>
                <a:gd name="T14" fmla="*/ 27 w 68"/>
                <a:gd name="T1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0" y="0"/>
                  </a:lnTo>
                  <a:lnTo>
                    <a:pt x="16" y="0"/>
                  </a:lnTo>
                  <a:lnTo>
                    <a:pt x="35" y="65"/>
                  </a:lnTo>
                  <a:lnTo>
                    <a:pt x="53" y="0"/>
                  </a:lnTo>
                  <a:lnTo>
                    <a:pt x="68" y="0"/>
                  </a:lnTo>
                  <a:lnTo>
                    <a:pt x="42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3" name="Freeform 27"/>
            <p:cNvSpPr>
              <a:spLocks/>
            </p:cNvSpPr>
            <p:nvPr/>
          </p:nvSpPr>
          <p:spPr bwMode="auto">
            <a:xfrm>
              <a:off x="757237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4" name="Freeform 28"/>
            <p:cNvSpPr>
              <a:spLocks noEditPoints="1"/>
            </p:cNvSpPr>
            <p:nvPr/>
          </p:nvSpPr>
          <p:spPr bwMode="auto">
            <a:xfrm>
              <a:off x="865187" y="17462"/>
              <a:ext cx="104775" cy="138113"/>
            </a:xfrm>
            <a:custGeom>
              <a:avLst/>
              <a:gdLst>
                <a:gd name="T0" fmla="*/ 0 w 137"/>
                <a:gd name="T1" fmla="*/ 179 h 179"/>
                <a:gd name="T2" fmla="*/ 0 w 137"/>
                <a:gd name="T3" fmla="*/ 0 h 179"/>
                <a:gd name="T4" fmla="*/ 65 w 137"/>
                <a:gd name="T5" fmla="*/ 0 h 179"/>
                <a:gd name="T6" fmla="*/ 100 w 137"/>
                <a:gd name="T7" fmla="*/ 5 h 179"/>
                <a:gd name="T8" fmla="*/ 118 w 137"/>
                <a:gd name="T9" fmla="*/ 22 h 179"/>
                <a:gd name="T10" fmla="*/ 124 w 137"/>
                <a:gd name="T11" fmla="*/ 50 h 179"/>
                <a:gd name="T12" fmla="*/ 114 w 137"/>
                <a:gd name="T13" fmla="*/ 84 h 179"/>
                <a:gd name="T14" fmla="*/ 84 w 137"/>
                <a:gd name="T15" fmla="*/ 100 h 179"/>
                <a:gd name="T16" fmla="*/ 101 w 137"/>
                <a:gd name="T17" fmla="*/ 115 h 179"/>
                <a:gd name="T18" fmla="*/ 118 w 137"/>
                <a:gd name="T19" fmla="*/ 144 h 179"/>
                <a:gd name="T20" fmla="*/ 137 w 137"/>
                <a:gd name="T21" fmla="*/ 179 h 179"/>
                <a:gd name="T22" fmla="*/ 100 w 137"/>
                <a:gd name="T23" fmla="*/ 179 h 179"/>
                <a:gd name="T24" fmla="*/ 78 w 137"/>
                <a:gd name="T25" fmla="*/ 140 h 179"/>
                <a:gd name="T26" fmla="*/ 62 w 137"/>
                <a:gd name="T27" fmla="*/ 114 h 179"/>
                <a:gd name="T28" fmla="*/ 52 w 137"/>
                <a:gd name="T29" fmla="*/ 107 h 179"/>
                <a:gd name="T30" fmla="*/ 37 w 137"/>
                <a:gd name="T31" fmla="*/ 105 h 179"/>
                <a:gd name="T32" fmla="*/ 31 w 137"/>
                <a:gd name="T33" fmla="*/ 105 h 179"/>
                <a:gd name="T34" fmla="*/ 31 w 137"/>
                <a:gd name="T35" fmla="*/ 179 h 179"/>
                <a:gd name="T36" fmla="*/ 0 w 137"/>
                <a:gd name="T37" fmla="*/ 179 h 179"/>
                <a:gd name="T38" fmla="*/ 31 w 137"/>
                <a:gd name="T39" fmla="*/ 76 h 179"/>
                <a:gd name="T40" fmla="*/ 53 w 137"/>
                <a:gd name="T41" fmla="*/ 76 h 179"/>
                <a:gd name="T42" fmla="*/ 81 w 137"/>
                <a:gd name="T43" fmla="*/ 74 h 179"/>
                <a:gd name="T44" fmla="*/ 90 w 137"/>
                <a:gd name="T45" fmla="*/ 66 h 179"/>
                <a:gd name="T46" fmla="*/ 93 w 137"/>
                <a:gd name="T47" fmla="*/ 53 h 179"/>
                <a:gd name="T48" fmla="*/ 89 w 137"/>
                <a:gd name="T49" fmla="*/ 38 h 179"/>
                <a:gd name="T50" fmla="*/ 77 w 137"/>
                <a:gd name="T51" fmla="*/ 31 h 179"/>
                <a:gd name="T52" fmla="*/ 55 w 137"/>
                <a:gd name="T53" fmla="*/ 31 h 179"/>
                <a:gd name="T54" fmla="*/ 31 w 137"/>
                <a:gd name="T55" fmla="*/ 31 h 179"/>
                <a:gd name="T56" fmla="*/ 31 w 137"/>
                <a:gd name="T57" fmla="*/ 76 h 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37" h="179">
                  <a:moveTo>
                    <a:pt x="0" y="17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81" y="0"/>
                    <a:pt x="93" y="2"/>
                    <a:pt x="100" y="5"/>
                  </a:cubicBezTo>
                  <a:cubicBezTo>
                    <a:pt x="108" y="8"/>
                    <a:pt x="113" y="14"/>
                    <a:pt x="118" y="22"/>
                  </a:cubicBezTo>
                  <a:cubicBezTo>
                    <a:pt x="122" y="30"/>
                    <a:pt x="124" y="40"/>
                    <a:pt x="124" y="50"/>
                  </a:cubicBezTo>
                  <a:cubicBezTo>
                    <a:pt x="124" y="64"/>
                    <a:pt x="121" y="75"/>
                    <a:pt x="114" y="84"/>
                  </a:cubicBezTo>
                  <a:cubicBezTo>
                    <a:pt x="108" y="93"/>
                    <a:pt x="98" y="98"/>
                    <a:pt x="84" y="100"/>
                  </a:cubicBezTo>
                  <a:cubicBezTo>
                    <a:pt x="91" y="105"/>
                    <a:pt x="96" y="110"/>
                    <a:pt x="101" y="115"/>
                  </a:cubicBezTo>
                  <a:cubicBezTo>
                    <a:pt x="105" y="121"/>
                    <a:pt x="111" y="131"/>
                    <a:pt x="118" y="144"/>
                  </a:cubicBezTo>
                  <a:cubicBezTo>
                    <a:pt x="137" y="179"/>
                    <a:pt x="137" y="179"/>
                    <a:pt x="137" y="179"/>
                  </a:cubicBezTo>
                  <a:cubicBezTo>
                    <a:pt x="100" y="179"/>
                    <a:pt x="100" y="179"/>
                    <a:pt x="100" y="179"/>
                  </a:cubicBezTo>
                  <a:cubicBezTo>
                    <a:pt x="78" y="140"/>
                    <a:pt x="78" y="140"/>
                    <a:pt x="78" y="140"/>
                  </a:cubicBezTo>
                  <a:cubicBezTo>
                    <a:pt x="70" y="127"/>
                    <a:pt x="64" y="118"/>
                    <a:pt x="62" y="114"/>
                  </a:cubicBezTo>
                  <a:cubicBezTo>
                    <a:pt x="59" y="110"/>
                    <a:pt x="56" y="108"/>
                    <a:pt x="52" y="107"/>
                  </a:cubicBezTo>
                  <a:cubicBezTo>
                    <a:pt x="49" y="105"/>
                    <a:pt x="44" y="105"/>
                    <a:pt x="37" y="105"/>
                  </a:cubicBezTo>
                  <a:cubicBezTo>
                    <a:pt x="31" y="105"/>
                    <a:pt x="31" y="105"/>
                    <a:pt x="31" y="105"/>
                  </a:cubicBezTo>
                  <a:cubicBezTo>
                    <a:pt x="31" y="179"/>
                    <a:pt x="31" y="179"/>
                    <a:pt x="31" y="179"/>
                  </a:cubicBezTo>
                  <a:lnTo>
                    <a:pt x="0" y="179"/>
                  </a:lnTo>
                  <a:close/>
                  <a:moveTo>
                    <a:pt x="31" y="76"/>
                  </a:moveTo>
                  <a:cubicBezTo>
                    <a:pt x="53" y="76"/>
                    <a:pt x="53" y="76"/>
                    <a:pt x="53" y="76"/>
                  </a:cubicBezTo>
                  <a:cubicBezTo>
                    <a:pt x="68" y="76"/>
                    <a:pt x="77" y="75"/>
                    <a:pt x="81" y="74"/>
                  </a:cubicBezTo>
                  <a:cubicBezTo>
                    <a:pt x="85" y="72"/>
                    <a:pt x="88" y="70"/>
                    <a:pt x="90" y="66"/>
                  </a:cubicBezTo>
                  <a:cubicBezTo>
                    <a:pt x="92" y="63"/>
                    <a:pt x="93" y="58"/>
                    <a:pt x="93" y="53"/>
                  </a:cubicBezTo>
                  <a:cubicBezTo>
                    <a:pt x="93" y="47"/>
                    <a:pt x="91" y="42"/>
                    <a:pt x="89" y="38"/>
                  </a:cubicBezTo>
                  <a:cubicBezTo>
                    <a:pt x="86" y="34"/>
                    <a:pt x="82" y="32"/>
                    <a:pt x="77" y="31"/>
                  </a:cubicBezTo>
                  <a:cubicBezTo>
                    <a:pt x="75" y="31"/>
                    <a:pt x="67" y="31"/>
                    <a:pt x="55" y="31"/>
                  </a:cubicBezTo>
                  <a:cubicBezTo>
                    <a:pt x="31" y="31"/>
                    <a:pt x="31" y="31"/>
                    <a:pt x="31" y="31"/>
                  </a:cubicBezTo>
                  <a:lnTo>
                    <a:pt x="31" y="7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5" name="Freeform 29"/>
            <p:cNvSpPr>
              <a:spLocks/>
            </p:cNvSpPr>
            <p:nvPr/>
          </p:nvSpPr>
          <p:spPr bwMode="auto">
            <a:xfrm>
              <a:off x="977900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8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3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8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3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2" y="30"/>
                    <a:pt x="45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5" y="175"/>
                    <a:pt x="96" y="179"/>
                  </a:cubicBezTo>
                  <a:cubicBezTo>
                    <a:pt x="87" y="183"/>
                    <a:pt x="76" y="186"/>
                    <a:pt x="63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6" name="Rectangle 30"/>
            <p:cNvSpPr>
              <a:spLocks noChangeArrowheads="1"/>
            </p:cNvSpPr>
            <p:nvPr/>
          </p:nvSpPr>
          <p:spPr bwMode="auto">
            <a:xfrm>
              <a:off x="1090612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7" name="Freeform 31"/>
            <p:cNvSpPr>
              <a:spLocks/>
            </p:cNvSpPr>
            <p:nvPr/>
          </p:nvSpPr>
          <p:spPr bwMode="auto">
            <a:xfrm>
              <a:off x="1128712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7 w 58"/>
                <a:gd name="T13" fmla="*/ 15 h 87"/>
                <a:gd name="T14" fmla="*/ 37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7" y="15"/>
                  </a:lnTo>
                  <a:lnTo>
                    <a:pt x="37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8" name="Freeform 32"/>
            <p:cNvSpPr>
              <a:spLocks/>
            </p:cNvSpPr>
            <p:nvPr/>
          </p:nvSpPr>
          <p:spPr bwMode="auto">
            <a:xfrm>
              <a:off x="1223962" y="17462"/>
              <a:ext cx="107950" cy="138113"/>
            </a:xfrm>
            <a:custGeom>
              <a:avLst/>
              <a:gdLst>
                <a:gd name="T0" fmla="*/ 27 w 68"/>
                <a:gd name="T1" fmla="*/ 87 h 87"/>
                <a:gd name="T2" fmla="*/ 27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5 w 68"/>
                <a:gd name="T9" fmla="*/ 35 h 87"/>
                <a:gd name="T10" fmla="*/ 52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7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7" y="87"/>
                  </a:moveTo>
                  <a:lnTo>
                    <a:pt x="27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5" y="35"/>
                  </a:lnTo>
                  <a:lnTo>
                    <a:pt x="52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7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99" name="Freeform 33"/>
            <p:cNvSpPr>
              <a:spLocks noEditPoints="1"/>
            </p:cNvSpPr>
            <p:nvPr/>
          </p:nvSpPr>
          <p:spPr bwMode="auto">
            <a:xfrm>
              <a:off x="1382712" y="15875"/>
              <a:ext cx="111125" cy="142875"/>
            </a:xfrm>
            <a:custGeom>
              <a:avLst/>
              <a:gdLst>
                <a:gd name="T0" fmla="*/ 0 w 147"/>
                <a:gd name="T1" fmla="*/ 94 h 186"/>
                <a:gd name="T2" fmla="*/ 6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3 w 147"/>
                <a:gd name="T27" fmla="*/ 155 h 186"/>
                <a:gd name="T28" fmla="*/ 104 w 147"/>
                <a:gd name="T29" fmla="*/ 139 h 186"/>
                <a:gd name="T30" fmla="*/ 115 w 147"/>
                <a:gd name="T31" fmla="*/ 92 h 186"/>
                <a:gd name="T32" fmla="*/ 104 w 147"/>
                <a:gd name="T33" fmla="*/ 46 h 186"/>
                <a:gd name="T34" fmla="*/ 73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6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3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5" y="113"/>
                    <a:pt x="115" y="92"/>
                  </a:cubicBezTo>
                  <a:cubicBezTo>
                    <a:pt x="115" y="72"/>
                    <a:pt x="112" y="56"/>
                    <a:pt x="104" y="46"/>
                  </a:cubicBezTo>
                  <a:cubicBezTo>
                    <a:pt x="96" y="36"/>
                    <a:pt x="86" y="31"/>
                    <a:pt x="73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0" name="Freeform 34"/>
            <p:cNvSpPr>
              <a:spLocks/>
            </p:cNvSpPr>
            <p:nvPr/>
          </p:nvSpPr>
          <p:spPr bwMode="auto">
            <a:xfrm>
              <a:off x="1512887" y="17462"/>
              <a:ext cx="79375" cy="138113"/>
            </a:xfrm>
            <a:custGeom>
              <a:avLst/>
              <a:gdLst>
                <a:gd name="T0" fmla="*/ 0 w 50"/>
                <a:gd name="T1" fmla="*/ 87 h 87"/>
                <a:gd name="T2" fmla="*/ 0 w 50"/>
                <a:gd name="T3" fmla="*/ 0 h 87"/>
                <a:gd name="T4" fmla="*/ 50 w 50"/>
                <a:gd name="T5" fmla="*/ 0 h 87"/>
                <a:gd name="T6" fmla="*/ 50 w 50"/>
                <a:gd name="T7" fmla="*/ 15 h 87"/>
                <a:gd name="T8" fmla="*/ 15 w 50"/>
                <a:gd name="T9" fmla="*/ 15 h 87"/>
                <a:gd name="T10" fmla="*/ 15 w 50"/>
                <a:gd name="T11" fmla="*/ 36 h 87"/>
                <a:gd name="T12" fmla="*/ 46 w 50"/>
                <a:gd name="T13" fmla="*/ 36 h 87"/>
                <a:gd name="T14" fmla="*/ 46 w 50"/>
                <a:gd name="T15" fmla="*/ 50 h 87"/>
                <a:gd name="T16" fmla="*/ 15 w 50"/>
                <a:gd name="T17" fmla="*/ 50 h 87"/>
                <a:gd name="T18" fmla="*/ 15 w 50"/>
                <a:gd name="T19" fmla="*/ 87 h 87"/>
                <a:gd name="T20" fmla="*/ 0 w 50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" h="87">
                  <a:moveTo>
                    <a:pt x="0" y="87"/>
                  </a:moveTo>
                  <a:lnTo>
                    <a:pt x="0" y="0"/>
                  </a:lnTo>
                  <a:lnTo>
                    <a:pt x="50" y="0"/>
                  </a:lnTo>
                  <a:lnTo>
                    <a:pt x="50" y="15"/>
                  </a:lnTo>
                  <a:lnTo>
                    <a:pt x="15" y="15"/>
                  </a:lnTo>
                  <a:lnTo>
                    <a:pt x="15" y="36"/>
                  </a:lnTo>
                  <a:lnTo>
                    <a:pt x="46" y="36"/>
                  </a:lnTo>
                  <a:lnTo>
                    <a:pt x="46" y="50"/>
                  </a:lnTo>
                  <a:lnTo>
                    <a:pt x="15" y="50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1" name="Freeform 35"/>
            <p:cNvSpPr>
              <a:spLocks/>
            </p:cNvSpPr>
            <p:nvPr/>
          </p:nvSpPr>
          <p:spPr bwMode="auto">
            <a:xfrm>
              <a:off x="1652587" y="15875"/>
              <a:ext cx="93663" cy="142875"/>
            </a:xfrm>
            <a:custGeom>
              <a:avLst/>
              <a:gdLst>
                <a:gd name="T0" fmla="*/ 0 w 124"/>
                <a:gd name="T1" fmla="*/ 124 h 186"/>
                <a:gd name="T2" fmla="*/ 30 w 124"/>
                <a:gd name="T3" fmla="*/ 121 h 186"/>
                <a:gd name="T4" fmla="*/ 41 w 124"/>
                <a:gd name="T5" fmla="*/ 147 h 186"/>
                <a:gd name="T6" fmla="*/ 63 w 124"/>
                <a:gd name="T7" fmla="*/ 155 h 186"/>
                <a:gd name="T8" fmla="*/ 85 w 124"/>
                <a:gd name="T9" fmla="*/ 148 h 186"/>
                <a:gd name="T10" fmla="*/ 93 w 124"/>
                <a:gd name="T11" fmla="*/ 130 h 186"/>
                <a:gd name="T12" fmla="*/ 90 w 124"/>
                <a:gd name="T13" fmla="*/ 120 h 186"/>
                <a:gd name="T14" fmla="*/ 79 w 124"/>
                <a:gd name="T15" fmla="*/ 112 h 186"/>
                <a:gd name="T16" fmla="*/ 54 w 124"/>
                <a:gd name="T17" fmla="*/ 104 h 186"/>
                <a:gd name="T18" fmla="*/ 19 w 124"/>
                <a:gd name="T19" fmla="*/ 86 h 186"/>
                <a:gd name="T20" fmla="*/ 5 w 124"/>
                <a:gd name="T21" fmla="*/ 50 h 186"/>
                <a:gd name="T22" fmla="*/ 12 w 124"/>
                <a:gd name="T23" fmla="*/ 25 h 186"/>
                <a:gd name="T24" fmla="*/ 31 w 124"/>
                <a:gd name="T25" fmla="*/ 6 h 186"/>
                <a:gd name="T26" fmla="*/ 61 w 124"/>
                <a:gd name="T27" fmla="*/ 0 h 186"/>
                <a:gd name="T28" fmla="*/ 104 w 124"/>
                <a:gd name="T29" fmla="*/ 15 h 186"/>
                <a:gd name="T30" fmla="*/ 119 w 124"/>
                <a:gd name="T31" fmla="*/ 54 h 186"/>
                <a:gd name="T32" fmla="*/ 88 w 124"/>
                <a:gd name="T33" fmla="*/ 56 h 186"/>
                <a:gd name="T34" fmla="*/ 80 w 124"/>
                <a:gd name="T35" fmla="*/ 36 h 186"/>
                <a:gd name="T36" fmla="*/ 60 w 124"/>
                <a:gd name="T37" fmla="*/ 30 h 186"/>
                <a:gd name="T38" fmla="*/ 39 w 124"/>
                <a:gd name="T39" fmla="*/ 37 h 186"/>
                <a:gd name="T40" fmla="*/ 35 w 124"/>
                <a:gd name="T41" fmla="*/ 48 h 186"/>
                <a:gd name="T42" fmla="*/ 39 w 124"/>
                <a:gd name="T43" fmla="*/ 59 h 186"/>
                <a:gd name="T44" fmla="*/ 67 w 124"/>
                <a:gd name="T45" fmla="*/ 71 h 186"/>
                <a:gd name="T46" fmla="*/ 101 w 124"/>
                <a:gd name="T47" fmla="*/ 83 h 186"/>
                <a:gd name="T48" fmla="*/ 117 w 124"/>
                <a:gd name="T49" fmla="*/ 102 h 186"/>
                <a:gd name="T50" fmla="*/ 124 w 124"/>
                <a:gd name="T51" fmla="*/ 130 h 186"/>
                <a:gd name="T52" fmla="*/ 116 w 124"/>
                <a:gd name="T53" fmla="*/ 159 h 186"/>
                <a:gd name="T54" fmla="*/ 96 w 124"/>
                <a:gd name="T55" fmla="*/ 179 h 186"/>
                <a:gd name="T56" fmla="*/ 62 w 124"/>
                <a:gd name="T57" fmla="*/ 186 h 186"/>
                <a:gd name="T58" fmla="*/ 18 w 124"/>
                <a:gd name="T59" fmla="*/ 170 h 186"/>
                <a:gd name="T60" fmla="*/ 0 w 124"/>
                <a:gd name="T61" fmla="*/ 124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24" h="186">
                  <a:moveTo>
                    <a:pt x="0" y="124"/>
                  </a:moveTo>
                  <a:cubicBezTo>
                    <a:pt x="30" y="121"/>
                    <a:pt x="30" y="121"/>
                    <a:pt x="30" y="121"/>
                  </a:cubicBezTo>
                  <a:cubicBezTo>
                    <a:pt x="31" y="133"/>
                    <a:pt x="35" y="141"/>
                    <a:pt x="41" y="147"/>
                  </a:cubicBezTo>
                  <a:cubicBezTo>
                    <a:pt x="46" y="152"/>
                    <a:pt x="53" y="155"/>
                    <a:pt x="63" y="155"/>
                  </a:cubicBezTo>
                  <a:cubicBezTo>
                    <a:pt x="73" y="155"/>
                    <a:pt x="80" y="153"/>
                    <a:pt x="85" y="148"/>
                  </a:cubicBezTo>
                  <a:cubicBezTo>
                    <a:pt x="90" y="143"/>
                    <a:pt x="93" y="137"/>
                    <a:pt x="93" y="130"/>
                  </a:cubicBezTo>
                  <a:cubicBezTo>
                    <a:pt x="93" y="126"/>
                    <a:pt x="92" y="123"/>
                    <a:pt x="90" y="120"/>
                  </a:cubicBezTo>
                  <a:cubicBezTo>
                    <a:pt x="87" y="117"/>
                    <a:pt x="84" y="114"/>
                    <a:pt x="79" y="112"/>
                  </a:cubicBezTo>
                  <a:cubicBezTo>
                    <a:pt x="75" y="110"/>
                    <a:pt x="67" y="108"/>
                    <a:pt x="54" y="104"/>
                  </a:cubicBezTo>
                  <a:cubicBezTo>
                    <a:pt x="37" y="99"/>
                    <a:pt x="26" y="93"/>
                    <a:pt x="19" y="86"/>
                  </a:cubicBezTo>
                  <a:cubicBezTo>
                    <a:pt x="10" y="76"/>
                    <a:pt x="5" y="64"/>
                    <a:pt x="5" y="50"/>
                  </a:cubicBezTo>
                  <a:cubicBezTo>
                    <a:pt x="5" y="41"/>
                    <a:pt x="7" y="33"/>
                    <a:pt x="12" y="25"/>
                  </a:cubicBezTo>
                  <a:cubicBezTo>
                    <a:pt x="16" y="17"/>
                    <a:pt x="22" y="11"/>
                    <a:pt x="31" y="6"/>
                  </a:cubicBezTo>
                  <a:cubicBezTo>
                    <a:pt x="39" y="2"/>
                    <a:pt x="49" y="0"/>
                    <a:pt x="61" y="0"/>
                  </a:cubicBezTo>
                  <a:cubicBezTo>
                    <a:pt x="80" y="0"/>
                    <a:pt x="94" y="5"/>
                    <a:pt x="104" y="15"/>
                  </a:cubicBezTo>
                  <a:cubicBezTo>
                    <a:pt x="114" y="25"/>
                    <a:pt x="119" y="38"/>
                    <a:pt x="119" y="54"/>
                  </a:cubicBezTo>
                  <a:cubicBezTo>
                    <a:pt x="88" y="56"/>
                    <a:pt x="88" y="56"/>
                    <a:pt x="88" y="56"/>
                  </a:cubicBezTo>
                  <a:cubicBezTo>
                    <a:pt x="87" y="47"/>
                    <a:pt x="84" y="40"/>
                    <a:pt x="80" y="36"/>
                  </a:cubicBezTo>
                  <a:cubicBezTo>
                    <a:pt x="76" y="32"/>
                    <a:pt x="69" y="30"/>
                    <a:pt x="60" y="30"/>
                  </a:cubicBezTo>
                  <a:cubicBezTo>
                    <a:pt x="51" y="30"/>
                    <a:pt x="44" y="32"/>
                    <a:pt x="39" y="37"/>
                  </a:cubicBezTo>
                  <a:cubicBezTo>
                    <a:pt x="36" y="39"/>
                    <a:pt x="35" y="43"/>
                    <a:pt x="35" y="48"/>
                  </a:cubicBezTo>
                  <a:cubicBezTo>
                    <a:pt x="35" y="52"/>
                    <a:pt x="36" y="56"/>
                    <a:pt x="39" y="59"/>
                  </a:cubicBezTo>
                  <a:cubicBezTo>
                    <a:pt x="43" y="62"/>
                    <a:pt x="52" y="66"/>
                    <a:pt x="67" y="71"/>
                  </a:cubicBezTo>
                  <a:cubicBezTo>
                    <a:pt x="82" y="75"/>
                    <a:pt x="93" y="79"/>
                    <a:pt x="101" y="83"/>
                  </a:cubicBezTo>
                  <a:cubicBezTo>
                    <a:pt x="108" y="88"/>
                    <a:pt x="113" y="94"/>
                    <a:pt x="117" y="102"/>
                  </a:cubicBezTo>
                  <a:cubicBezTo>
                    <a:pt x="121" y="109"/>
                    <a:pt x="124" y="119"/>
                    <a:pt x="124" y="130"/>
                  </a:cubicBezTo>
                  <a:cubicBezTo>
                    <a:pt x="124" y="140"/>
                    <a:pt x="121" y="150"/>
                    <a:pt x="116" y="159"/>
                  </a:cubicBezTo>
                  <a:cubicBezTo>
                    <a:pt x="111" y="168"/>
                    <a:pt x="104" y="175"/>
                    <a:pt x="96" y="179"/>
                  </a:cubicBezTo>
                  <a:cubicBezTo>
                    <a:pt x="87" y="183"/>
                    <a:pt x="76" y="186"/>
                    <a:pt x="62" y="186"/>
                  </a:cubicBezTo>
                  <a:cubicBezTo>
                    <a:pt x="43" y="186"/>
                    <a:pt x="28" y="180"/>
                    <a:pt x="18" y="170"/>
                  </a:cubicBezTo>
                  <a:cubicBezTo>
                    <a:pt x="8" y="159"/>
                    <a:pt x="2" y="144"/>
                    <a:pt x="0" y="1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2" name="Freeform 36"/>
            <p:cNvSpPr>
              <a:spLocks/>
            </p:cNvSpPr>
            <p:nvPr/>
          </p:nvSpPr>
          <p:spPr bwMode="auto">
            <a:xfrm>
              <a:off x="17621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3" y="177"/>
                    <a:pt x="19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3" name="Rectangle 37"/>
            <p:cNvSpPr>
              <a:spLocks noChangeArrowheads="1"/>
            </p:cNvSpPr>
            <p:nvPr/>
          </p:nvSpPr>
          <p:spPr bwMode="auto">
            <a:xfrm>
              <a:off x="1882775" y="17462"/>
              <a:ext cx="23813" cy="138113"/>
            </a:xfrm>
            <a:prstGeom prst="rect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4" name="Freeform 38"/>
            <p:cNvSpPr>
              <a:spLocks/>
            </p:cNvSpPr>
            <p:nvPr/>
          </p:nvSpPr>
          <p:spPr bwMode="auto">
            <a:xfrm>
              <a:off x="19288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1 w 56"/>
                <a:gd name="T13" fmla="*/ 34 h 87"/>
                <a:gd name="T14" fmla="*/ 51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1" y="34"/>
                  </a:lnTo>
                  <a:lnTo>
                    <a:pt x="51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5" name="Freeform 39"/>
            <p:cNvSpPr>
              <a:spLocks/>
            </p:cNvSpPr>
            <p:nvPr/>
          </p:nvSpPr>
          <p:spPr bwMode="auto">
            <a:xfrm>
              <a:off x="2036762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5 w 58"/>
                <a:gd name="T7" fmla="*/ 58 h 87"/>
                <a:gd name="T8" fmla="*/ 45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5" y="58"/>
                  </a:lnTo>
                  <a:lnTo>
                    <a:pt x="45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6" name="Freeform 40"/>
            <p:cNvSpPr>
              <a:spLocks/>
            </p:cNvSpPr>
            <p:nvPr/>
          </p:nvSpPr>
          <p:spPr bwMode="auto">
            <a:xfrm>
              <a:off x="214947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70 w 133"/>
                <a:gd name="T7" fmla="*/ 186 h 186"/>
                <a:gd name="T8" fmla="*/ 20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2 w 133"/>
                <a:gd name="T15" fmla="*/ 0 h 186"/>
                <a:gd name="T16" fmla="*/ 117 w 133"/>
                <a:gd name="T17" fmla="*/ 20 h 186"/>
                <a:gd name="T18" fmla="*/ 133 w 133"/>
                <a:gd name="T19" fmla="*/ 53 h 186"/>
                <a:gd name="T20" fmla="*/ 102 w 133"/>
                <a:gd name="T21" fmla="*/ 61 h 186"/>
                <a:gd name="T22" fmla="*/ 91 w 133"/>
                <a:gd name="T23" fmla="*/ 39 h 186"/>
                <a:gd name="T24" fmla="*/ 70 w 133"/>
                <a:gd name="T25" fmla="*/ 31 h 186"/>
                <a:gd name="T26" fmla="*/ 43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70 w 133"/>
                <a:gd name="T33" fmla="*/ 155 h 186"/>
                <a:gd name="T34" fmla="*/ 91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1" y="162"/>
                    <a:pt x="110" y="171"/>
                  </a:cubicBezTo>
                  <a:cubicBezTo>
                    <a:pt x="100" y="181"/>
                    <a:pt x="86" y="186"/>
                    <a:pt x="70" y="186"/>
                  </a:cubicBezTo>
                  <a:cubicBezTo>
                    <a:pt x="50" y="186"/>
                    <a:pt x="33" y="177"/>
                    <a:pt x="20" y="161"/>
                  </a:cubicBezTo>
                  <a:cubicBezTo>
                    <a:pt x="7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2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3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7" y="44"/>
                    <a:pt x="91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9" y="31"/>
                    <a:pt x="50" y="36"/>
                    <a:pt x="43" y="45"/>
                  </a:cubicBezTo>
                  <a:cubicBezTo>
                    <a:pt x="36" y="55"/>
                    <a:pt x="32" y="70"/>
                    <a:pt x="32" y="92"/>
                  </a:cubicBezTo>
                  <a:cubicBezTo>
                    <a:pt x="32" y="114"/>
                    <a:pt x="36" y="130"/>
                    <a:pt x="42" y="140"/>
                  </a:cubicBezTo>
                  <a:cubicBezTo>
                    <a:pt x="49" y="150"/>
                    <a:pt x="58" y="155"/>
                    <a:pt x="70" y="155"/>
                  </a:cubicBezTo>
                  <a:cubicBezTo>
                    <a:pt x="78" y="155"/>
                    <a:pt x="85" y="151"/>
                    <a:pt x="91" y="145"/>
                  </a:cubicBezTo>
                  <a:cubicBezTo>
                    <a:pt x="97" y="139"/>
                    <a:pt x="101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7" name="Freeform 41"/>
            <p:cNvSpPr>
              <a:spLocks/>
            </p:cNvSpPr>
            <p:nvPr/>
          </p:nvSpPr>
          <p:spPr bwMode="auto">
            <a:xfrm>
              <a:off x="2271712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4 w 56"/>
                <a:gd name="T5" fmla="*/ 0 h 87"/>
                <a:gd name="T6" fmla="*/ 54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4" y="0"/>
                  </a:lnTo>
                  <a:lnTo>
                    <a:pt x="54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8" name="Freeform 42"/>
            <p:cNvSpPr>
              <a:spLocks noEditPoints="1"/>
            </p:cNvSpPr>
            <p:nvPr/>
          </p:nvSpPr>
          <p:spPr bwMode="auto">
            <a:xfrm>
              <a:off x="2420937" y="15875"/>
              <a:ext cx="106363" cy="142875"/>
            </a:xfrm>
            <a:custGeom>
              <a:avLst/>
              <a:gdLst>
                <a:gd name="T0" fmla="*/ 141 w 141"/>
                <a:gd name="T1" fmla="*/ 161 h 187"/>
                <a:gd name="T2" fmla="*/ 124 w 141"/>
                <a:gd name="T3" fmla="*/ 187 h 187"/>
                <a:gd name="T4" fmla="*/ 99 w 141"/>
                <a:gd name="T5" fmla="*/ 167 h 187"/>
                <a:gd name="T6" fmla="*/ 79 w 141"/>
                <a:gd name="T7" fmla="*/ 181 h 187"/>
                <a:gd name="T8" fmla="*/ 54 w 141"/>
                <a:gd name="T9" fmla="*/ 186 h 187"/>
                <a:gd name="T10" fmla="*/ 12 w 141"/>
                <a:gd name="T11" fmla="*/ 167 h 187"/>
                <a:gd name="T12" fmla="*/ 0 w 141"/>
                <a:gd name="T13" fmla="*/ 133 h 187"/>
                <a:gd name="T14" fmla="*/ 9 w 141"/>
                <a:gd name="T15" fmla="*/ 102 h 187"/>
                <a:gd name="T16" fmla="*/ 35 w 141"/>
                <a:gd name="T17" fmla="*/ 78 h 187"/>
                <a:gd name="T18" fmla="*/ 24 w 141"/>
                <a:gd name="T19" fmla="*/ 58 h 187"/>
                <a:gd name="T20" fmla="*/ 20 w 141"/>
                <a:gd name="T21" fmla="*/ 39 h 187"/>
                <a:gd name="T22" fmla="*/ 31 w 141"/>
                <a:gd name="T23" fmla="*/ 12 h 187"/>
                <a:gd name="T24" fmla="*/ 62 w 141"/>
                <a:gd name="T25" fmla="*/ 0 h 187"/>
                <a:gd name="T26" fmla="*/ 93 w 141"/>
                <a:gd name="T27" fmla="*/ 12 h 187"/>
                <a:gd name="T28" fmla="*/ 104 w 141"/>
                <a:gd name="T29" fmla="*/ 41 h 187"/>
                <a:gd name="T30" fmla="*/ 99 w 141"/>
                <a:gd name="T31" fmla="*/ 62 h 187"/>
                <a:gd name="T32" fmla="*/ 76 w 141"/>
                <a:gd name="T33" fmla="*/ 84 h 187"/>
                <a:gd name="T34" fmla="*/ 98 w 141"/>
                <a:gd name="T35" fmla="*/ 117 h 187"/>
                <a:gd name="T36" fmla="*/ 104 w 141"/>
                <a:gd name="T37" fmla="*/ 96 h 187"/>
                <a:gd name="T38" fmla="*/ 130 w 141"/>
                <a:gd name="T39" fmla="*/ 103 h 187"/>
                <a:gd name="T40" fmla="*/ 124 w 141"/>
                <a:gd name="T41" fmla="*/ 127 h 187"/>
                <a:gd name="T42" fmla="*/ 117 w 141"/>
                <a:gd name="T43" fmla="*/ 140 h 187"/>
                <a:gd name="T44" fmla="*/ 130 w 141"/>
                <a:gd name="T45" fmla="*/ 152 h 187"/>
                <a:gd name="T46" fmla="*/ 141 w 141"/>
                <a:gd name="T47" fmla="*/ 161 h 187"/>
                <a:gd name="T48" fmla="*/ 50 w 141"/>
                <a:gd name="T49" fmla="*/ 100 h 187"/>
                <a:gd name="T50" fmla="*/ 35 w 141"/>
                <a:gd name="T51" fmla="*/ 115 h 187"/>
                <a:gd name="T52" fmla="*/ 30 w 141"/>
                <a:gd name="T53" fmla="*/ 132 h 187"/>
                <a:gd name="T54" fmla="*/ 37 w 141"/>
                <a:gd name="T55" fmla="*/ 150 h 187"/>
                <a:gd name="T56" fmla="*/ 53 w 141"/>
                <a:gd name="T57" fmla="*/ 157 h 187"/>
                <a:gd name="T58" fmla="*/ 66 w 141"/>
                <a:gd name="T59" fmla="*/ 154 h 187"/>
                <a:gd name="T60" fmla="*/ 80 w 141"/>
                <a:gd name="T61" fmla="*/ 144 h 187"/>
                <a:gd name="T62" fmla="*/ 50 w 141"/>
                <a:gd name="T63" fmla="*/ 100 h 187"/>
                <a:gd name="T64" fmla="*/ 62 w 141"/>
                <a:gd name="T65" fmla="*/ 63 h 187"/>
                <a:gd name="T66" fmla="*/ 70 w 141"/>
                <a:gd name="T67" fmla="*/ 56 h 187"/>
                <a:gd name="T68" fmla="*/ 78 w 141"/>
                <a:gd name="T69" fmla="*/ 40 h 187"/>
                <a:gd name="T70" fmla="*/ 74 w 141"/>
                <a:gd name="T71" fmla="*/ 29 h 187"/>
                <a:gd name="T72" fmla="*/ 63 w 141"/>
                <a:gd name="T73" fmla="*/ 24 h 187"/>
                <a:gd name="T74" fmla="*/ 52 w 141"/>
                <a:gd name="T75" fmla="*/ 28 h 187"/>
                <a:gd name="T76" fmla="*/ 48 w 141"/>
                <a:gd name="T77" fmla="*/ 38 h 187"/>
                <a:gd name="T78" fmla="*/ 55 w 141"/>
                <a:gd name="T79" fmla="*/ 53 h 187"/>
                <a:gd name="T80" fmla="*/ 62 w 141"/>
                <a:gd name="T81" fmla="*/ 6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41" h="187">
                  <a:moveTo>
                    <a:pt x="141" y="161"/>
                  </a:moveTo>
                  <a:cubicBezTo>
                    <a:pt x="124" y="187"/>
                    <a:pt x="124" y="187"/>
                    <a:pt x="124" y="187"/>
                  </a:cubicBezTo>
                  <a:cubicBezTo>
                    <a:pt x="115" y="182"/>
                    <a:pt x="107" y="175"/>
                    <a:pt x="99" y="167"/>
                  </a:cubicBezTo>
                  <a:cubicBezTo>
                    <a:pt x="93" y="173"/>
                    <a:pt x="86" y="178"/>
                    <a:pt x="79" y="181"/>
                  </a:cubicBezTo>
                  <a:cubicBezTo>
                    <a:pt x="72" y="184"/>
                    <a:pt x="64" y="186"/>
                    <a:pt x="54" y="186"/>
                  </a:cubicBezTo>
                  <a:cubicBezTo>
                    <a:pt x="35" y="186"/>
                    <a:pt x="21" y="179"/>
                    <a:pt x="12" y="167"/>
                  </a:cubicBezTo>
                  <a:cubicBezTo>
                    <a:pt x="4" y="157"/>
                    <a:pt x="0" y="146"/>
                    <a:pt x="0" y="133"/>
                  </a:cubicBezTo>
                  <a:cubicBezTo>
                    <a:pt x="0" y="122"/>
                    <a:pt x="3" y="111"/>
                    <a:pt x="9" y="102"/>
                  </a:cubicBezTo>
                  <a:cubicBezTo>
                    <a:pt x="15" y="93"/>
                    <a:pt x="24" y="85"/>
                    <a:pt x="35" y="78"/>
                  </a:cubicBezTo>
                  <a:cubicBezTo>
                    <a:pt x="30" y="71"/>
                    <a:pt x="26" y="64"/>
                    <a:pt x="24" y="58"/>
                  </a:cubicBezTo>
                  <a:cubicBezTo>
                    <a:pt x="21" y="51"/>
                    <a:pt x="20" y="45"/>
                    <a:pt x="20" y="39"/>
                  </a:cubicBezTo>
                  <a:cubicBezTo>
                    <a:pt x="20" y="28"/>
                    <a:pt x="23" y="19"/>
                    <a:pt x="31" y="12"/>
                  </a:cubicBezTo>
                  <a:cubicBezTo>
                    <a:pt x="38" y="4"/>
                    <a:pt x="49" y="0"/>
                    <a:pt x="62" y="0"/>
                  </a:cubicBezTo>
                  <a:cubicBezTo>
                    <a:pt x="75" y="0"/>
                    <a:pt x="86" y="4"/>
                    <a:pt x="93" y="12"/>
                  </a:cubicBezTo>
                  <a:cubicBezTo>
                    <a:pt x="100" y="20"/>
                    <a:pt x="104" y="30"/>
                    <a:pt x="104" y="41"/>
                  </a:cubicBezTo>
                  <a:cubicBezTo>
                    <a:pt x="104" y="48"/>
                    <a:pt x="102" y="55"/>
                    <a:pt x="99" y="62"/>
                  </a:cubicBezTo>
                  <a:cubicBezTo>
                    <a:pt x="95" y="68"/>
                    <a:pt x="88" y="76"/>
                    <a:pt x="76" y="84"/>
                  </a:cubicBezTo>
                  <a:cubicBezTo>
                    <a:pt x="98" y="117"/>
                    <a:pt x="98" y="117"/>
                    <a:pt x="98" y="117"/>
                  </a:cubicBezTo>
                  <a:cubicBezTo>
                    <a:pt x="100" y="111"/>
                    <a:pt x="102" y="105"/>
                    <a:pt x="104" y="96"/>
                  </a:cubicBezTo>
                  <a:cubicBezTo>
                    <a:pt x="130" y="103"/>
                    <a:pt x="130" y="103"/>
                    <a:pt x="130" y="103"/>
                  </a:cubicBezTo>
                  <a:cubicBezTo>
                    <a:pt x="128" y="114"/>
                    <a:pt x="125" y="122"/>
                    <a:pt x="124" y="127"/>
                  </a:cubicBezTo>
                  <a:cubicBezTo>
                    <a:pt x="122" y="133"/>
                    <a:pt x="120" y="137"/>
                    <a:pt x="117" y="140"/>
                  </a:cubicBezTo>
                  <a:cubicBezTo>
                    <a:pt x="121" y="144"/>
                    <a:pt x="125" y="148"/>
                    <a:pt x="130" y="152"/>
                  </a:cubicBezTo>
                  <a:cubicBezTo>
                    <a:pt x="135" y="156"/>
                    <a:pt x="139" y="159"/>
                    <a:pt x="141" y="161"/>
                  </a:cubicBezTo>
                  <a:close/>
                  <a:moveTo>
                    <a:pt x="50" y="100"/>
                  </a:moveTo>
                  <a:cubicBezTo>
                    <a:pt x="44" y="104"/>
                    <a:pt x="39" y="109"/>
                    <a:pt x="35" y="115"/>
                  </a:cubicBezTo>
                  <a:cubicBezTo>
                    <a:pt x="32" y="120"/>
                    <a:pt x="30" y="126"/>
                    <a:pt x="30" y="132"/>
                  </a:cubicBezTo>
                  <a:cubicBezTo>
                    <a:pt x="30" y="140"/>
                    <a:pt x="32" y="146"/>
                    <a:pt x="37" y="150"/>
                  </a:cubicBezTo>
                  <a:cubicBezTo>
                    <a:pt x="41" y="155"/>
                    <a:pt x="46" y="157"/>
                    <a:pt x="53" y="157"/>
                  </a:cubicBezTo>
                  <a:cubicBezTo>
                    <a:pt x="58" y="157"/>
                    <a:pt x="62" y="156"/>
                    <a:pt x="66" y="154"/>
                  </a:cubicBezTo>
                  <a:cubicBezTo>
                    <a:pt x="71" y="152"/>
                    <a:pt x="75" y="148"/>
                    <a:pt x="80" y="144"/>
                  </a:cubicBezTo>
                  <a:lnTo>
                    <a:pt x="50" y="100"/>
                  </a:lnTo>
                  <a:close/>
                  <a:moveTo>
                    <a:pt x="62" y="63"/>
                  </a:moveTo>
                  <a:cubicBezTo>
                    <a:pt x="70" y="56"/>
                    <a:pt x="70" y="56"/>
                    <a:pt x="70" y="56"/>
                  </a:cubicBezTo>
                  <a:cubicBezTo>
                    <a:pt x="76" y="51"/>
                    <a:pt x="78" y="45"/>
                    <a:pt x="78" y="40"/>
                  </a:cubicBezTo>
                  <a:cubicBezTo>
                    <a:pt x="78" y="36"/>
                    <a:pt x="77" y="32"/>
                    <a:pt x="74" y="29"/>
                  </a:cubicBezTo>
                  <a:cubicBezTo>
                    <a:pt x="71" y="26"/>
                    <a:pt x="68" y="24"/>
                    <a:pt x="63" y="24"/>
                  </a:cubicBezTo>
                  <a:cubicBezTo>
                    <a:pt x="58" y="24"/>
                    <a:pt x="55" y="26"/>
                    <a:pt x="52" y="28"/>
                  </a:cubicBezTo>
                  <a:cubicBezTo>
                    <a:pt x="49" y="31"/>
                    <a:pt x="48" y="34"/>
                    <a:pt x="48" y="38"/>
                  </a:cubicBezTo>
                  <a:cubicBezTo>
                    <a:pt x="48" y="42"/>
                    <a:pt x="50" y="47"/>
                    <a:pt x="55" y="53"/>
                  </a:cubicBezTo>
                  <a:lnTo>
                    <a:pt x="62" y="6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09" name="Freeform 43"/>
            <p:cNvSpPr>
              <a:spLocks/>
            </p:cNvSpPr>
            <p:nvPr/>
          </p:nvSpPr>
          <p:spPr bwMode="auto">
            <a:xfrm>
              <a:off x="2579687" y="17462"/>
              <a:ext cx="92075" cy="138113"/>
            </a:xfrm>
            <a:custGeom>
              <a:avLst/>
              <a:gdLst>
                <a:gd name="T0" fmla="*/ 22 w 58"/>
                <a:gd name="T1" fmla="*/ 87 h 87"/>
                <a:gd name="T2" fmla="*/ 22 w 58"/>
                <a:gd name="T3" fmla="*/ 15 h 87"/>
                <a:gd name="T4" fmla="*/ 0 w 58"/>
                <a:gd name="T5" fmla="*/ 15 h 87"/>
                <a:gd name="T6" fmla="*/ 0 w 58"/>
                <a:gd name="T7" fmla="*/ 0 h 87"/>
                <a:gd name="T8" fmla="*/ 58 w 58"/>
                <a:gd name="T9" fmla="*/ 0 h 87"/>
                <a:gd name="T10" fmla="*/ 58 w 58"/>
                <a:gd name="T11" fmla="*/ 15 h 87"/>
                <a:gd name="T12" fmla="*/ 36 w 58"/>
                <a:gd name="T13" fmla="*/ 15 h 87"/>
                <a:gd name="T14" fmla="*/ 36 w 58"/>
                <a:gd name="T15" fmla="*/ 87 h 87"/>
                <a:gd name="T16" fmla="*/ 22 w 58"/>
                <a:gd name="T17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8" h="87">
                  <a:moveTo>
                    <a:pt x="22" y="87"/>
                  </a:moveTo>
                  <a:lnTo>
                    <a:pt x="22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58" y="0"/>
                  </a:lnTo>
                  <a:lnTo>
                    <a:pt x="58" y="15"/>
                  </a:lnTo>
                  <a:lnTo>
                    <a:pt x="36" y="15"/>
                  </a:lnTo>
                  <a:lnTo>
                    <a:pt x="36" y="87"/>
                  </a:lnTo>
                  <a:lnTo>
                    <a:pt x="22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0" name="Freeform 44"/>
            <p:cNvSpPr>
              <a:spLocks/>
            </p:cNvSpPr>
            <p:nvPr/>
          </p:nvSpPr>
          <p:spPr bwMode="auto">
            <a:xfrm>
              <a:off x="2686050" y="17462"/>
              <a:ext cx="88900" cy="138113"/>
            </a:xfrm>
            <a:custGeom>
              <a:avLst/>
              <a:gdLst>
                <a:gd name="T0" fmla="*/ 0 w 56"/>
                <a:gd name="T1" fmla="*/ 87 h 87"/>
                <a:gd name="T2" fmla="*/ 0 w 56"/>
                <a:gd name="T3" fmla="*/ 0 h 87"/>
                <a:gd name="T4" fmla="*/ 55 w 56"/>
                <a:gd name="T5" fmla="*/ 0 h 87"/>
                <a:gd name="T6" fmla="*/ 55 w 56"/>
                <a:gd name="T7" fmla="*/ 15 h 87"/>
                <a:gd name="T8" fmla="*/ 15 w 56"/>
                <a:gd name="T9" fmla="*/ 15 h 87"/>
                <a:gd name="T10" fmla="*/ 15 w 56"/>
                <a:gd name="T11" fmla="*/ 34 h 87"/>
                <a:gd name="T12" fmla="*/ 52 w 56"/>
                <a:gd name="T13" fmla="*/ 34 h 87"/>
                <a:gd name="T14" fmla="*/ 52 w 56"/>
                <a:gd name="T15" fmla="*/ 49 h 87"/>
                <a:gd name="T16" fmla="*/ 15 w 56"/>
                <a:gd name="T17" fmla="*/ 49 h 87"/>
                <a:gd name="T18" fmla="*/ 15 w 56"/>
                <a:gd name="T19" fmla="*/ 72 h 87"/>
                <a:gd name="T20" fmla="*/ 56 w 56"/>
                <a:gd name="T21" fmla="*/ 72 h 87"/>
                <a:gd name="T22" fmla="*/ 56 w 56"/>
                <a:gd name="T23" fmla="*/ 87 h 87"/>
                <a:gd name="T24" fmla="*/ 0 w 56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6" h="87">
                  <a:moveTo>
                    <a:pt x="0" y="87"/>
                  </a:moveTo>
                  <a:lnTo>
                    <a:pt x="0" y="0"/>
                  </a:lnTo>
                  <a:lnTo>
                    <a:pt x="55" y="0"/>
                  </a:lnTo>
                  <a:lnTo>
                    <a:pt x="55" y="15"/>
                  </a:lnTo>
                  <a:lnTo>
                    <a:pt x="15" y="15"/>
                  </a:lnTo>
                  <a:lnTo>
                    <a:pt x="15" y="34"/>
                  </a:lnTo>
                  <a:lnTo>
                    <a:pt x="52" y="34"/>
                  </a:lnTo>
                  <a:lnTo>
                    <a:pt x="52" y="49"/>
                  </a:lnTo>
                  <a:lnTo>
                    <a:pt x="15" y="49"/>
                  </a:lnTo>
                  <a:lnTo>
                    <a:pt x="15" y="72"/>
                  </a:lnTo>
                  <a:lnTo>
                    <a:pt x="56" y="72"/>
                  </a:lnTo>
                  <a:lnTo>
                    <a:pt x="56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1" name="Freeform 45"/>
            <p:cNvSpPr>
              <a:spLocks/>
            </p:cNvSpPr>
            <p:nvPr/>
          </p:nvSpPr>
          <p:spPr bwMode="auto">
            <a:xfrm>
              <a:off x="2790825" y="15875"/>
              <a:ext cx="101600" cy="142875"/>
            </a:xfrm>
            <a:custGeom>
              <a:avLst/>
              <a:gdLst>
                <a:gd name="T0" fmla="*/ 103 w 133"/>
                <a:gd name="T1" fmla="*/ 117 h 186"/>
                <a:gd name="T2" fmla="*/ 133 w 133"/>
                <a:gd name="T3" fmla="*/ 128 h 186"/>
                <a:gd name="T4" fmla="*/ 110 w 133"/>
                <a:gd name="T5" fmla="*/ 171 h 186"/>
                <a:gd name="T6" fmla="*/ 69 w 133"/>
                <a:gd name="T7" fmla="*/ 186 h 186"/>
                <a:gd name="T8" fmla="*/ 19 w 133"/>
                <a:gd name="T9" fmla="*/ 161 h 186"/>
                <a:gd name="T10" fmla="*/ 0 w 133"/>
                <a:gd name="T11" fmla="*/ 94 h 186"/>
                <a:gd name="T12" fmla="*/ 20 w 133"/>
                <a:gd name="T13" fmla="*/ 25 h 186"/>
                <a:gd name="T14" fmla="*/ 71 w 133"/>
                <a:gd name="T15" fmla="*/ 0 h 186"/>
                <a:gd name="T16" fmla="*/ 117 w 133"/>
                <a:gd name="T17" fmla="*/ 20 h 186"/>
                <a:gd name="T18" fmla="*/ 132 w 133"/>
                <a:gd name="T19" fmla="*/ 53 h 186"/>
                <a:gd name="T20" fmla="*/ 102 w 133"/>
                <a:gd name="T21" fmla="*/ 61 h 186"/>
                <a:gd name="T22" fmla="*/ 90 w 133"/>
                <a:gd name="T23" fmla="*/ 39 h 186"/>
                <a:gd name="T24" fmla="*/ 70 w 133"/>
                <a:gd name="T25" fmla="*/ 31 h 186"/>
                <a:gd name="T26" fmla="*/ 42 w 133"/>
                <a:gd name="T27" fmla="*/ 45 h 186"/>
                <a:gd name="T28" fmla="*/ 32 w 133"/>
                <a:gd name="T29" fmla="*/ 92 h 186"/>
                <a:gd name="T30" fmla="*/ 42 w 133"/>
                <a:gd name="T31" fmla="*/ 140 h 186"/>
                <a:gd name="T32" fmla="*/ 69 w 133"/>
                <a:gd name="T33" fmla="*/ 155 h 186"/>
                <a:gd name="T34" fmla="*/ 90 w 133"/>
                <a:gd name="T35" fmla="*/ 145 h 186"/>
                <a:gd name="T36" fmla="*/ 103 w 133"/>
                <a:gd name="T37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3" h="186">
                  <a:moveTo>
                    <a:pt x="103" y="117"/>
                  </a:moveTo>
                  <a:cubicBezTo>
                    <a:pt x="133" y="128"/>
                    <a:pt x="133" y="128"/>
                    <a:pt x="133" y="128"/>
                  </a:cubicBezTo>
                  <a:cubicBezTo>
                    <a:pt x="128" y="147"/>
                    <a:pt x="120" y="162"/>
                    <a:pt x="110" y="171"/>
                  </a:cubicBezTo>
                  <a:cubicBezTo>
                    <a:pt x="99" y="181"/>
                    <a:pt x="86" y="186"/>
                    <a:pt x="69" y="186"/>
                  </a:cubicBezTo>
                  <a:cubicBezTo>
                    <a:pt x="49" y="186"/>
                    <a:pt x="32" y="177"/>
                    <a:pt x="19" y="161"/>
                  </a:cubicBezTo>
                  <a:cubicBezTo>
                    <a:pt x="6" y="145"/>
                    <a:pt x="0" y="123"/>
                    <a:pt x="0" y="94"/>
                  </a:cubicBezTo>
                  <a:cubicBezTo>
                    <a:pt x="0" y="65"/>
                    <a:pt x="7" y="41"/>
                    <a:pt x="20" y="25"/>
                  </a:cubicBezTo>
                  <a:cubicBezTo>
                    <a:pt x="33" y="8"/>
                    <a:pt x="50" y="0"/>
                    <a:pt x="71" y="0"/>
                  </a:cubicBezTo>
                  <a:cubicBezTo>
                    <a:pt x="90" y="0"/>
                    <a:pt x="105" y="7"/>
                    <a:pt x="117" y="20"/>
                  </a:cubicBezTo>
                  <a:cubicBezTo>
                    <a:pt x="124" y="27"/>
                    <a:pt x="129" y="38"/>
                    <a:pt x="132" y="53"/>
                  </a:cubicBezTo>
                  <a:cubicBezTo>
                    <a:pt x="102" y="61"/>
                    <a:pt x="102" y="61"/>
                    <a:pt x="102" y="61"/>
                  </a:cubicBezTo>
                  <a:cubicBezTo>
                    <a:pt x="100" y="52"/>
                    <a:pt x="96" y="44"/>
                    <a:pt x="90" y="39"/>
                  </a:cubicBezTo>
                  <a:cubicBezTo>
                    <a:pt x="85" y="34"/>
                    <a:pt x="78" y="31"/>
                    <a:pt x="70" y="31"/>
                  </a:cubicBezTo>
                  <a:cubicBezTo>
                    <a:pt x="58" y="31"/>
                    <a:pt x="49" y="36"/>
                    <a:pt x="42" y="45"/>
                  </a:cubicBezTo>
                  <a:cubicBezTo>
                    <a:pt x="35" y="55"/>
                    <a:pt x="32" y="70"/>
                    <a:pt x="32" y="92"/>
                  </a:cubicBezTo>
                  <a:cubicBezTo>
                    <a:pt x="32" y="114"/>
                    <a:pt x="35" y="130"/>
                    <a:pt x="42" y="140"/>
                  </a:cubicBezTo>
                  <a:cubicBezTo>
                    <a:pt x="49" y="150"/>
                    <a:pt x="58" y="155"/>
                    <a:pt x="69" y="155"/>
                  </a:cubicBezTo>
                  <a:cubicBezTo>
                    <a:pt x="77" y="155"/>
                    <a:pt x="84" y="151"/>
                    <a:pt x="90" y="145"/>
                  </a:cubicBezTo>
                  <a:cubicBezTo>
                    <a:pt x="96" y="139"/>
                    <a:pt x="100" y="130"/>
                    <a:pt x="103" y="11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2" name="Freeform 46"/>
            <p:cNvSpPr>
              <a:spLocks/>
            </p:cNvSpPr>
            <p:nvPr/>
          </p:nvSpPr>
          <p:spPr bwMode="auto">
            <a:xfrm>
              <a:off x="2913062" y="17462"/>
              <a:ext cx="93663" cy="138113"/>
            </a:xfrm>
            <a:custGeom>
              <a:avLst/>
              <a:gdLst>
                <a:gd name="T0" fmla="*/ 0 w 59"/>
                <a:gd name="T1" fmla="*/ 87 h 87"/>
                <a:gd name="T2" fmla="*/ 0 w 59"/>
                <a:gd name="T3" fmla="*/ 0 h 87"/>
                <a:gd name="T4" fmla="*/ 15 w 59"/>
                <a:gd name="T5" fmla="*/ 0 h 87"/>
                <a:gd name="T6" fmla="*/ 15 w 59"/>
                <a:gd name="T7" fmla="*/ 35 h 87"/>
                <a:gd name="T8" fmla="*/ 44 w 59"/>
                <a:gd name="T9" fmla="*/ 35 h 87"/>
                <a:gd name="T10" fmla="*/ 44 w 59"/>
                <a:gd name="T11" fmla="*/ 0 h 87"/>
                <a:gd name="T12" fmla="*/ 59 w 59"/>
                <a:gd name="T13" fmla="*/ 0 h 87"/>
                <a:gd name="T14" fmla="*/ 59 w 59"/>
                <a:gd name="T15" fmla="*/ 87 h 87"/>
                <a:gd name="T16" fmla="*/ 44 w 59"/>
                <a:gd name="T17" fmla="*/ 87 h 87"/>
                <a:gd name="T18" fmla="*/ 44 w 59"/>
                <a:gd name="T19" fmla="*/ 49 h 87"/>
                <a:gd name="T20" fmla="*/ 15 w 59"/>
                <a:gd name="T21" fmla="*/ 49 h 87"/>
                <a:gd name="T22" fmla="*/ 15 w 59"/>
                <a:gd name="T23" fmla="*/ 87 h 87"/>
                <a:gd name="T24" fmla="*/ 0 w 59"/>
                <a:gd name="T25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7">
                  <a:moveTo>
                    <a:pt x="0" y="87"/>
                  </a:moveTo>
                  <a:lnTo>
                    <a:pt x="0" y="0"/>
                  </a:lnTo>
                  <a:lnTo>
                    <a:pt x="15" y="0"/>
                  </a:lnTo>
                  <a:lnTo>
                    <a:pt x="15" y="35"/>
                  </a:lnTo>
                  <a:lnTo>
                    <a:pt x="44" y="35"/>
                  </a:lnTo>
                  <a:lnTo>
                    <a:pt x="44" y="0"/>
                  </a:lnTo>
                  <a:lnTo>
                    <a:pt x="59" y="0"/>
                  </a:lnTo>
                  <a:lnTo>
                    <a:pt x="59" y="87"/>
                  </a:lnTo>
                  <a:lnTo>
                    <a:pt x="44" y="87"/>
                  </a:lnTo>
                  <a:lnTo>
                    <a:pt x="44" y="49"/>
                  </a:lnTo>
                  <a:lnTo>
                    <a:pt x="15" y="49"/>
                  </a:lnTo>
                  <a:lnTo>
                    <a:pt x="15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3" name="Freeform 47"/>
            <p:cNvSpPr>
              <a:spLocks/>
            </p:cNvSpPr>
            <p:nvPr/>
          </p:nvSpPr>
          <p:spPr bwMode="auto">
            <a:xfrm>
              <a:off x="3030537" y="17462"/>
              <a:ext cx="92075" cy="138113"/>
            </a:xfrm>
            <a:custGeom>
              <a:avLst/>
              <a:gdLst>
                <a:gd name="T0" fmla="*/ 0 w 58"/>
                <a:gd name="T1" fmla="*/ 87 h 87"/>
                <a:gd name="T2" fmla="*/ 0 w 58"/>
                <a:gd name="T3" fmla="*/ 0 h 87"/>
                <a:gd name="T4" fmla="*/ 14 w 58"/>
                <a:gd name="T5" fmla="*/ 0 h 87"/>
                <a:gd name="T6" fmla="*/ 44 w 58"/>
                <a:gd name="T7" fmla="*/ 58 h 87"/>
                <a:gd name="T8" fmla="*/ 44 w 58"/>
                <a:gd name="T9" fmla="*/ 0 h 87"/>
                <a:gd name="T10" fmla="*/ 58 w 58"/>
                <a:gd name="T11" fmla="*/ 0 h 87"/>
                <a:gd name="T12" fmla="*/ 58 w 58"/>
                <a:gd name="T13" fmla="*/ 87 h 87"/>
                <a:gd name="T14" fmla="*/ 43 w 58"/>
                <a:gd name="T15" fmla="*/ 87 h 87"/>
                <a:gd name="T16" fmla="*/ 14 w 58"/>
                <a:gd name="T17" fmla="*/ 31 h 87"/>
                <a:gd name="T18" fmla="*/ 14 w 58"/>
                <a:gd name="T19" fmla="*/ 87 h 87"/>
                <a:gd name="T20" fmla="*/ 0 w 58"/>
                <a:gd name="T21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8" h="87">
                  <a:moveTo>
                    <a:pt x="0" y="87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44" y="58"/>
                  </a:lnTo>
                  <a:lnTo>
                    <a:pt x="44" y="0"/>
                  </a:lnTo>
                  <a:lnTo>
                    <a:pt x="58" y="0"/>
                  </a:lnTo>
                  <a:lnTo>
                    <a:pt x="58" y="87"/>
                  </a:lnTo>
                  <a:lnTo>
                    <a:pt x="43" y="87"/>
                  </a:lnTo>
                  <a:lnTo>
                    <a:pt x="14" y="31"/>
                  </a:lnTo>
                  <a:lnTo>
                    <a:pt x="14" y="87"/>
                  </a:lnTo>
                  <a:lnTo>
                    <a:pt x="0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4" name="Freeform 48"/>
            <p:cNvSpPr>
              <a:spLocks noEditPoints="1"/>
            </p:cNvSpPr>
            <p:nvPr/>
          </p:nvSpPr>
          <p:spPr bwMode="auto">
            <a:xfrm>
              <a:off x="3143250" y="15875"/>
              <a:ext cx="112713" cy="142875"/>
            </a:xfrm>
            <a:custGeom>
              <a:avLst/>
              <a:gdLst>
                <a:gd name="T0" fmla="*/ 0 w 148"/>
                <a:gd name="T1" fmla="*/ 94 h 186"/>
                <a:gd name="T2" fmla="*/ 7 w 148"/>
                <a:gd name="T3" fmla="*/ 48 h 186"/>
                <a:gd name="T4" fmla="*/ 21 w 148"/>
                <a:gd name="T5" fmla="*/ 23 h 186"/>
                <a:gd name="T6" fmla="*/ 41 w 148"/>
                <a:gd name="T7" fmla="*/ 7 h 186"/>
                <a:gd name="T8" fmla="*/ 74 w 148"/>
                <a:gd name="T9" fmla="*/ 0 h 186"/>
                <a:gd name="T10" fmla="*/ 128 w 148"/>
                <a:gd name="T11" fmla="*/ 25 h 186"/>
                <a:gd name="T12" fmla="*/ 148 w 148"/>
                <a:gd name="T13" fmla="*/ 93 h 186"/>
                <a:gd name="T14" fmla="*/ 128 w 148"/>
                <a:gd name="T15" fmla="*/ 161 h 186"/>
                <a:gd name="T16" fmla="*/ 74 w 148"/>
                <a:gd name="T17" fmla="*/ 186 h 186"/>
                <a:gd name="T18" fmla="*/ 20 w 148"/>
                <a:gd name="T19" fmla="*/ 161 h 186"/>
                <a:gd name="T20" fmla="*/ 0 w 148"/>
                <a:gd name="T21" fmla="*/ 94 h 186"/>
                <a:gd name="T22" fmla="*/ 32 w 148"/>
                <a:gd name="T23" fmla="*/ 93 h 186"/>
                <a:gd name="T24" fmla="*/ 44 w 148"/>
                <a:gd name="T25" fmla="*/ 139 h 186"/>
                <a:gd name="T26" fmla="*/ 74 w 148"/>
                <a:gd name="T27" fmla="*/ 155 h 186"/>
                <a:gd name="T28" fmla="*/ 104 w 148"/>
                <a:gd name="T29" fmla="*/ 139 h 186"/>
                <a:gd name="T30" fmla="*/ 116 w 148"/>
                <a:gd name="T31" fmla="*/ 92 h 186"/>
                <a:gd name="T32" fmla="*/ 105 w 148"/>
                <a:gd name="T33" fmla="*/ 46 h 186"/>
                <a:gd name="T34" fmla="*/ 74 w 148"/>
                <a:gd name="T35" fmla="*/ 31 h 186"/>
                <a:gd name="T36" fmla="*/ 43 w 148"/>
                <a:gd name="T37" fmla="*/ 46 h 186"/>
                <a:gd name="T38" fmla="*/ 32 w 148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8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1" y="39"/>
                    <a:pt x="15" y="31"/>
                    <a:pt x="21" y="23"/>
                  </a:cubicBezTo>
                  <a:cubicBezTo>
                    <a:pt x="27" y="16"/>
                    <a:pt x="34" y="11"/>
                    <a:pt x="41" y="7"/>
                  </a:cubicBezTo>
                  <a:cubicBezTo>
                    <a:pt x="50" y="3"/>
                    <a:pt x="61" y="0"/>
                    <a:pt x="74" y="0"/>
                  </a:cubicBezTo>
                  <a:cubicBezTo>
                    <a:pt x="96" y="0"/>
                    <a:pt x="114" y="8"/>
                    <a:pt x="128" y="25"/>
                  </a:cubicBezTo>
                  <a:cubicBezTo>
                    <a:pt x="141" y="41"/>
                    <a:pt x="148" y="64"/>
                    <a:pt x="148" y="93"/>
                  </a:cubicBezTo>
                  <a:cubicBezTo>
                    <a:pt x="148" y="122"/>
                    <a:pt x="141" y="145"/>
                    <a:pt x="128" y="161"/>
                  </a:cubicBezTo>
                  <a:cubicBezTo>
                    <a:pt x="115" y="177"/>
                    <a:pt x="97" y="186"/>
                    <a:pt x="74" y="186"/>
                  </a:cubicBezTo>
                  <a:cubicBezTo>
                    <a:pt x="52" y="186"/>
                    <a:pt x="34" y="177"/>
                    <a:pt x="20" y="161"/>
                  </a:cubicBezTo>
                  <a:cubicBezTo>
                    <a:pt x="7" y="145"/>
                    <a:pt x="0" y="122"/>
                    <a:pt x="0" y="94"/>
                  </a:cubicBezTo>
                  <a:close/>
                  <a:moveTo>
                    <a:pt x="32" y="93"/>
                  </a:moveTo>
                  <a:cubicBezTo>
                    <a:pt x="32" y="113"/>
                    <a:pt x="36" y="128"/>
                    <a:pt x="44" y="139"/>
                  </a:cubicBezTo>
                  <a:cubicBezTo>
                    <a:pt x="52" y="149"/>
                    <a:pt x="62" y="155"/>
                    <a:pt x="74" y="155"/>
                  </a:cubicBezTo>
                  <a:cubicBezTo>
                    <a:pt x="86" y="155"/>
                    <a:pt x="97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5" y="46"/>
                  </a:cubicBezTo>
                  <a:cubicBezTo>
                    <a:pt x="97" y="36"/>
                    <a:pt x="87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6" y="57"/>
                    <a:pt x="32" y="72"/>
                    <a:pt x="32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5" name="Freeform 49"/>
            <p:cNvSpPr>
              <a:spLocks/>
            </p:cNvSpPr>
            <p:nvPr/>
          </p:nvSpPr>
          <p:spPr bwMode="auto">
            <a:xfrm>
              <a:off x="3275012" y="19050"/>
              <a:ext cx="80963" cy="136525"/>
            </a:xfrm>
            <a:custGeom>
              <a:avLst/>
              <a:gdLst>
                <a:gd name="T0" fmla="*/ 0 w 51"/>
                <a:gd name="T1" fmla="*/ 86 h 86"/>
                <a:gd name="T2" fmla="*/ 0 w 51"/>
                <a:gd name="T3" fmla="*/ 0 h 86"/>
                <a:gd name="T4" fmla="*/ 14 w 51"/>
                <a:gd name="T5" fmla="*/ 0 h 86"/>
                <a:gd name="T6" fmla="*/ 14 w 51"/>
                <a:gd name="T7" fmla="*/ 71 h 86"/>
                <a:gd name="T8" fmla="*/ 51 w 51"/>
                <a:gd name="T9" fmla="*/ 71 h 86"/>
                <a:gd name="T10" fmla="*/ 51 w 51"/>
                <a:gd name="T11" fmla="*/ 86 h 86"/>
                <a:gd name="T12" fmla="*/ 0 w 51"/>
                <a:gd name="T13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1" h="86">
                  <a:moveTo>
                    <a:pt x="0" y="86"/>
                  </a:moveTo>
                  <a:lnTo>
                    <a:pt x="0" y="0"/>
                  </a:lnTo>
                  <a:lnTo>
                    <a:pt x="14" y="0"/>
                  </a:lnTo>
                  <a:lnTo>
                    <a:pt x="14" y="71"/>
                  </a:lnTo>
                  <a:lnTo>
                    <a:pt x="51" y="71"/>
                  </a:lnTo>
                  <a:lnTo>
                    <a:pt x="51" y="86"/>
                  </a:lnTo>
                  <a:lnTo>
                    <a:pt x="0" y="8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6" name="Freeform 50"/>
            <p:cNvSpPr>
              <a:spLocks noEditPoints="1"/>
            </p:cNvSpPr>
            <p:nvPr/>
          </p:nvSpPr>
          <p:spPr bwMode="auto">
            <a:xfrm>
              <a:off x="3368675" y="15875"/>
              <a:ext cx="112713" cy="142875"/>
            </a:xfrm>
            <a:custGeom>
              <a:avLst/>
              <a:gdLst>
                <a:gd name="T0" fmla="*/ 0 w 147"/>
                <a:gd name="T1" fmla="*/ 94 h 186"/>
                <a:gd name="T2" fmla="*/ 7 w 147"/>
                <a:gd name="T3" fmla="*/ 48 h 186"/>
                <a:gd name="T4" fmla="*/ 21 w 147"/>
                <a:gd name="T5" fmla="*/ 23 h 186"/>
                <a:gd name="T6" fmla="*/ 40 w 147"/>
                <a:gd name="T7" fmla="*/ 7 h 186"/>
                <a:gd name="T8" fmla="*/ 73 w 147"/>
                <a:gd name="T9" fmla="*/ 0 h 186"/>
                <a:gd name="T10" fmla="*/ 127 w 147"/>
                <a:gd name="T11" fmla="*/ 25 h 186"/>
                <a:gd name="T12" fmla="*/ 147 w 147"/>
                <a:gd name="T13" fmla="*/ 93 h 186"/>
                <a:gd name="T14" fmla="*/ 127 w 147"/>
                <a:gd name="T15" fmla="*/ 161 h 186"/>
                <a:gd name="T16" fmla="*/ 74 w 147"/>
                <a:gd name="T17" fmla="*/ 186 h 186"/>
                <a:gd name="T18" fmla="*/ 20 w 147"/>
                <a:gd name="T19" fmla="*/ 161 h 186"/>
                <a:gd name="T20" fmla="*/ 0 w 147"/>
                <a:gd name="T21" fmla="*/ 94 h 186"/>
                <a:gd name="T22" fmla="*/ 31 w 147"/>
                <a:gd name="T23" fmla="*/ 93 h 186"/>
                <a:gd name="T24" fmla="*/ 43 w 147"/>
                <a:gd name="T25" fmla="*/ 139 h 186"/>
                <a:gd name="T26" fmla="*/ 74 w 147"/>
                <a:gd name="T27" fmla="*/ 155 h 186"/>
                <a:gd name="T28" fmla="*/ 104 w 147"/>
                <a:gd name="T29" fmla="*/ 139 h 186"/>
                <a:gd name="T30" fmla="*/ 116 w 147"/>
                <a:gd name="T31" fmla="*/ 92 h 186"/>
                <a:gd name="T32" fmla="*/ 104 w 147"/>
                <a:gd name="T33" fmla="*/ 46 h 186"/>
                <a:gd name="T34" fmla="*/ 74 w 147"/>
                <a:gd name="T35" fmla="*/ 31 h 186"/>
                <a:gd name="T36" fmla="*/ 43 w 147"/>
                <a:gd name="T37" fmla="*/ 46 h 186"/>
                <a:gd name="T38" fmla="*/ 31 w 147"/>
                <a:gd name="T39" fmla="*/ 93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7" h="186">
                  <a:moveTo>
                    <a:pt x="0" y="94"/>
                  </a:moveTo>
                  <a:cubicBezTo>
                    <a:pt x="0" y="76"/>
                    <a:pt x="2" y="60"/>
                    <a:pt x="7" y="48"/>
                  </a:cubicBezTo>
                  <a:cubicBezTo>
                    <a:pt x="10" y="39"/>
                    <a:pt x="15" y="31"/>
                    <a:pt x="21" y="23"/>
                  </a:cubicBezTo>
                  <a:cubicBezTo>
                    <a:pt x="27" y="16"/>
                    <a:pt x="33" y="11"/>
                    <a:pt x="40" y="7"/>
                  </a:cubicBezTo>
                  <a:cubicBezTo>
                    <a:pt x="50" y="3"/>
                    <a:pt x="61" y="0"/>
                    <a:pt x="73" y="0"/>
                  </a:cubicBezTo>
                  <a:cubicBezTo>
                    <a:pt x="96" y="0"/>
                    <a:pt x="114" y="8"/>
                    <a:pt x="127" y="25"/>
                  </a:cubicBezTo>
                  <a:cubicBezTo>
                    <a:pt x="141" y="41"/>
                    <a:pt x="147" y="64"/>
                    <a:pt x="147" y="93"/>
                  </a:cubicBezTo>
                  <a:cubicBezTo>
                    <a:pt x="147" y="122"/>
                    <a:pt x="141" y="145"/>
                    <a:pt x="127" y="161"/>
                  </a:cubicBezTo>
                  <a:cubicBezTo>
                    <a:pt x="114" y="177"/>
                    <a:pt x="96" y="186"/>
                    <a:pt x="74" y="186"/>
                  </a:cubicBezTo>
                  <a:cubicBezTo>
                    <a:pt x="51" y="186"/>
                    <a:pt x="33" y="177"/>
                    <a:pt x="20" y="161"/>
                  </a:cubicBezTo>
                  <a:cubicBezTo>
                    <a:pt x="6" y="145"/>
                    <a:pt x="0" y="122"/>
                    <a:pt x="0" y="94"/>
                  </a:cubicBezTo>
                  <a:close/>
                  <a:moveTo>
                    <a:pt x="31" y="93"/>
                  </a:moveTo>
                  <a:cubicBezTo>
                    <a:pt x="31" y="113"/>
                    <a:pt x="35" y="128"/>
                    <a:pt x="43" y="139"/>
                  </a:cubicBezTo>
                  <a:cubicBezTo>
                    <a:pt x="51" y="149"/>
                    <a:pt x="61" y="155"/>
                    <a:pt x="74" y="155"/>
                  </a:cubicBezTo>
                  <a:cubicBezTo>
                    <a:pt x="86" y="155"/>
                    <a:pt x="96" y="149"/>
                    <a:pt x="104" y="139"/>
                  </a:cubicBezTo>
                  <a:cubicBezTo>
                    <a:pt x="112" y="129"/>
                    <a:pt x="116" y="113"/>
                    <a:pt x="116" y="92"/>
                  </a:cubicBezTo>
                  <a:cubicBezTo>
                    <a:pt x="116" y="72"/>
                    <a:pt x="112" y="56"/>
                    <a:pt x="104" y="46"/>
                  </a:cubicBezTo>
                  <a:cubicBezTo>
                    <a:pt x="97" y="36"/>
                    <a:pt x="86" y="31"/>
                    <a:pt x="74" y="31"/>
                  </a:cubicBezTo>
                  <a:cubicBezTo>
                    <a:pt x="61" y="31"/>
                    <a:pt x="51" y="36"/>
                    <a:pt x="43" y="46"/>
                  </a:cubicBezTo>
                  <a:cubicBezTo>
                    <a:pt x="35" y="57"/>
                    <a:pt x="31" y="72"/>
                    <a:pt x="31" y="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7" name="Freeform 51"/>
            <p:cNvSpPr>
              <a:spLocks/>
            </p:cNvSpPr>
            <p:nvPr/>
          </p:nvSpPr>
          <p:spPr bwMode="auto">
            <a:xfrm>
              <a:off x="3495675" y="15875"/>
              <a:ext cx="109538" cy="142875"/>
            </a:xfrm>
            <a:custGeom>
              <a:avLst/>
              <a:gdLst>
                <a:gd name="T0" fmla="*/ 76 w 143"/>
                <a:gd name="T1" fmla="*/ 117 h 186"/>
                <a:gd name="T2" fmla="*/ 76 w 143"/>
                <a:gd name="T3" fmla="*/ 86 h 186"/>
                <a:gd name="T4" fmla="*/ 143 w 143"/>
                <a:gd name="T5" fmla="*/ 86 h 186"/>
                <a:gd name="T6" fmla="*/ 143 w 143"/>
                <a:gd name="T7" fmla="*/ 158 h 186"/>
                <a:gd name="T8" fmla="*/ 115 w 143"/>
                <a:gd name="T9" fmla="*/ 177 h 186"/>
                <a:gd name="T10" fmla="*/ 77 w 143"/>
                <a:gd name="T11" fmla="*/ 186 h 186"/>
                <a:gd name="T12" fmla="*/ 36 w 143"/>
                <a:gd name="T13" fmla="*/ 174 h 186"/>
                <a:gd name="T14" fmla="*/ 9 w 143"/>
                <a:gd name="T15" fmla="*/ 140 h 186"/>
                <a:gd name="T16" fmla="*/ 0 w 143"/>
                <a:gd name="T17" fmla="*/ 92 h 186"/>
                <a:gd name="T18" fmla="*/ 10 w 143"/>
                <a:gd name="T19" fmla="*/ 42 h 186"/>
                <a:gd name="T20" fmla="*/ 39 w 143"/>
                <a:gd name="T21" fmla="*/ 9 h 186"/>
                <a:gd name="T22" fmla="*/ 76 w 143"/>
                <a:gd name="T23" fmla="*/ 0 h 186"/>
                <a:gd name="T24" fmla="*/ 120 w 143"/>
                <a:gd name="T25" fmla="*/ 14 h 186"/>
                <a:gd name="T26" fmla="*/ 141 w 143"/>
                <a:gd name="T27" fmla="*/ 53 h 186"/>
                <a:gd name="T28" fmla="*/ 110 w 143"/>
                <a:gd name="T29" fmla="*/ 60 h 186"/>
                <a:gd name="T30" fmla="*/ 98 w 143"/>
                <a:gd name="T31" fmla="*/ 39 h 186"/>
                <a:gd name="T32" fmla="*/ 76 w 143"/>
                <a:gd name="T33" fmla="*/ 31 h 186"/>
                <a:gd name="T34" fmla="*/ 44 w 143"/>
                <a:gd name="T35" fmla="*/ 46 h 186"/>
                <a:gd name="T36" fmla="*/ 32 w 143"/>
                <a:gd name="T37" fmla="*/ 91 h 186"/>
                <a:gd name="T38" fmla="*/ 44 w 143"/>
                <a:gd name="T39" fmla="*/ 139 h 186"/>
                <a:gd name="T40" fmla="*/ 75 w 143"/>
                <a:gd name="T41" fmla="*/ 155 h 186"/>
                <a:gd name="T42" fmla="*/ 95 w 143"/>
                <a:gd name="T43" fmla="*/ 150 h 186"/>
                <a:gd name="T44" fmla="*/ 112 w 143"/>
                <a:gd name="T45" fmla="*/ 139 h 186"/>
                <a:gd name="T46" fmla="*/ 112 w 143"/>
                <a:gd name="T47" fmla="*/ 117 h 186"/>
                <a:gd name="T48" fmla="*/ 76 w 143"/>
                <a:gd name="T49" fmla="*/ 117 h 1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43" h="186">
                  <a:moveTo>
                    <a:pt x="76" y="117"/>
                  </a:moveTo>
                  <a:cubicBezTo>
                    <a:pt x="76" y="86"/>
                    <a:pt x="76" y="86"/>
                    <a:pt x="76" y="86"/>
                  </a:cubicBezTo>
                  <a:cubicBezTo>
                    <a:pt x="143" y="86"/>
                    <a:pt x="143" y="86"/>
                    <a:pt x="143" y="86"/>
                  </a:cubicBezTo>
                  <a:cubicBezTo>
                    <a:pt x="143" y="158"/>
                    <a:pt x="143" y="158"/>
                    <a:pt x="143" y="158"/>
                  </a:cubicBezTo>
                  <a:cubicBezTo>
                    <a:pt x="136" y="165"/>
                    <a:pt x="127" y="172"/>
                    <a:pt x="115" y="177"/>
                  </a:cubicBezTo>
                  <a:cubicBezTo>
                    <a:pt x="102" y="183"/>
                    <a:pt x="90" y="186"/>
                    <a:pt x="77" y="186"/>
                  </a:cubicBezTo>
                  <a:cubicBezTo>
                    <a:pt x="62" y="186"/>
                    <a:pt x="48" y="182"/>
                    <a:pt x="36" y="174"/>
                  </a:cubicBezTo>
                  <a:cubicBezTo>
                    <a:pt x="24" y="166"/>
                    <a:pt x="15" y="155"/>
                    <a:pt x="9" y="140"/>
                  </a:cubicBezTo>
                  <a:cubicBezTo>
                    <a:pt x="3" y="125"/>
                    <a:pt x="0" y="109"/>
                    <a:pt x="0" y="92"/>
                  </a:cubicBezTo>
                  <a:cubicBezTo>
                    <a:pt x="0" y="74"/>
                    <a:pt x="3" y="57"/>
                    <a:pt x="10" y="42"/>
                  </a:cubicBezTo>
                  <a:cubicBezTo>
                    <a:pt x="17" y="28"/>
                    <a:pt x="27" y="17"/>
                    <a:pt x="39" y="9"/>
                  </a:cubicBezTo>
                  <a:cubicBezTo>
                    <a:pt x="49" y="3"/>
                    <a:pt x="61" y="0"/>
                    <a:pt x="76" y="0"/>
                  </a:cubicBezTo>
                  <a:cubicBezTo>
                    <a:pt x="95" y="0"/>
                    <a:pt x="109" y="5"/>
                    <a:pt x="120" y="14"/>
                  </a:cubicBezTo>
                  <a:cubicBezTo>
                    <a:pt x="131" y="24"/>
                    <a:pt x="138" y="36"/>
                    <a:pt x="141" y="53"/>
                  </a:cubicBezTo>
                  <a:cubicBezTo>
                    <a:pt x="110" y="60"/>
                    <a:pt x="110" y="60"/>
                    <a:pt x="110" y="60"/>
                  </a:cubicBezTo>
                  <a:cubicBezTo>
                    <a:pt x="108" y="51"/>
                    <a:pt x="104" y="44"/>
                    <a:pt x="98" y="39"/>
                  </a:cubicBezTo>
                  <a:cubicBezTo>
                    <a:pt x="92" y="34"/>
                    <a:pt x="85" y="31"/>
                    <a:pt x="76" y="31"/>
                  </a:cubicBezTo>
                  <a:cubicBezTo>
                    <a:pt x="62" y="31"/>
                    <a:pt x="52" y="36"/>
                    <a:pt x="44" y="46"/>
                  </a:cubicBezTo>
                  <a:cubicBezTo>
                    <a:pt x="36" y="56"/>
                    <a:pt x="32" y="71"/>
                    <a:pt x="32" y="91"/>
                  </a:cubicBezTo>
                  <a:cubicBezTo>
                    <a:pt x="32" y="112"/>
                    <a:pt x="36" y="128"/>
                    <a:pt x="44" y="139"/>
                  </a:cubicBezTo>
                  <a:cubicBezTo>
                    <a:pt x="52" y="149"/>
                    <a:pt x="62" y="155"/>
                    <a:pt x="75" y="155"/>
                  </a:cubicBezTo>
                  <a:cubicBezTo>
                    <a:pt x="82" y="155"/>
                    <a:pt x="88" y="153"/>
                    <a:pt x="95" y="150"/>
                  </a:cubicBezTo>
                  <a:cubicBezTo>
                    <a:pt x="101" y="147"/>
                    <a:pt x="107" y="144"/>
                    <a:pt x="112" y="139"/>
                  </a:cubicBezTo>
                  <a:cubicBezTo>
                    <a:pt x="112" y="117"/>
                    <a:pt x="112" y="117"/>
                    <a:pt x="112" y="117"/>
                  </a:cubicBezTo>
                  <a:lnTo>
                    <a:pt x="76" y="1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8" name="Freeform 52"/>
            <p:cNvSpPr>
              <a:spLocks/>
            </p:cNvSpPr>
            <p:nvPr/>
          </p:nvSpPr>
          <p:spPr bwMode="auto">
            <a:xfrm>
              <a:off x="3614737" y="17462"/>
              <a:ext cx="107950" cy="138113"/>
            </a:xfrm>
            <a:custGeom>
              <a:avLst/>
              <a:gdLst>
                <a:gd name="T0" fmla="*/ 26 w 68"/>
                <a:gd name="T1" fmla="*/ 87 h 87"/>
                <a:gd name="T2" fmla="*/ 26 w 68"/>
                <a:gd name="T3" fmla="*/ 51 h 87"/>
                <a:gd name="T4" fmla="*/ 0 w 68"/>
                <a:gd name="T5" fmla="*/ 0 h 87"/>
                <a:gd name="T6" fmla="*/ 17 w 68"/>
                <a:gd name="T7" fmla="*/ 0 h 87"/>
                <a:gd name="T8" fmla="*/ 34 w 68"/>
                <a:gd name="T9" fmla="*/ 35 h 87"/>
                <a:gd name="T10" fmla="*/ 51 w 68"/>
                <a:gd name="T11" fmla="*/ 0 h 87"/>
                <a:gd name="T12" fmla="*/ 68 w 68"/>
                <a:gd name="T13" fmla="*/ 0 h 87"/>
                <a:gd name="T14" fmla="*/ 41 w 68"/>
                <a:gd name="T15" fmla="*/ 51 h 87"/>
                <a:gd name="T16" fmla="*/ 41 w 68"/>
                <a:gd name="T17" fmla="*/ 87 h 87"/>
                <a:gd name="T18" fmla="*/ 26 w 68"/>
                <a:gd name="T19" fmla="*/ 87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8" h="87">
                  <a:moveTo>
                    <a:pt x="26" y="87"/>
                  </a:moveTo>
                  <a:lnTo>
                    <a:pt x="26" y="51"/>
                  </a:lnTo>
                  <a:lnTo>
                    <a:pt x="0" y="0"/>
                  </a:lnTo>
                  <a:lnTo>
                    <a:pt x="17" y="0"/>
                  </a:lnTo>
                  <a:lnTo>
                    <a:pt x="34" y="35"/>
                  </a:lnTo>
                  <a:lnTo>
                    <a:pt x="51" y="0"/>
                  </a:lnTo>
                  <a:lnTo>
                    <a:pt x="68" y="0"/>
                  </a:lnTo>
                  <a:lnTo>
                    <a:pt x="41" y="51"/>
                  </a:lnTo>
                  <a:lnTo>
                    <a:pt x="41" y="87"/>
                  </a:lnTo>
                  <a:lnTo>
                    <a:pt x="26" y="8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9" name="Freeform 53"/>
            <p:cNvSpPr>
              <a:spLocks noEditPoints="1"/>
            </p:cNvSpPr>
            <p:nvPr/>
          </p:nvSpPr>
          <p:spPr bwMode="auto">
            <a:xfrm>
              <a:off x="-2189163" y="-1093788"/>
              <a:ext cx="1360488" cy="1363663"/>
            </a:xfrm>
            <a:custGeom>
              <a:avLst/>
              <a:gdLst>
                <a:gd name="T0" fmla="*/ 891 w 1781"/>
                <a:gd name="T1" fmla="*/ 0 h 1781"/>
                <a:gd name="T2" fmla="*/ 0 w 1781"/>
                <a:gd name="T3" fmla="*/ 891 h 1781"/>
                <a:gd name="T4" fmla="*/ 891 w 1781"/>
                <a:gd name="T5" fmla="*/ 1781 h 1781"/>
                <a:gd name="T6" fmla="*/ 1781 w 1781"/>
                <a:gd name="T7" fmla="*/ 891 h 1781"/>
                <a:gd name="T8" fmla="*/ 891 w 1781"/>
                <a:gd name="T9" fmla="*/ 0 h 1781"/>
                <a:gd name="T10" fmla="*/ 891 w 1781"/>
                <a:gd name="T11" fmla="*/ 1762 h 1781"/>
                <a:gd name="T12" fmla="*/ 20 w 1781"/>
                <a:gd name="T13" fmla="*/ 891 h 1781"/>
                <a:gd name="T14" fmla="*/ 891 w 1781"/>
                <a:gd name="T15" fmla="*/ 20 h 1781"/>
                <a:gd name="T16" fmla="*/ 1762 w 1781"/>
                <a:gd name="T17" fmla="*/ 891 h 1781"/>
                <a:gd name="T18" fmla="*/ 891 w 1781"/>
                <a:gd name="T19" fmla="*/ 1762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81" h="1781">
                  <a:moveTo>
                    <a:pt x="891" y="0"/>
                  </a:moveTo>
                  <a:cubicBezTo>
                    <a:pt x="399" y="0"/>
                    <a:pt x="0" y="399"/>
                    <a:pt x="0" y="891"/>
                  </a:cubicBezTo>
                  <a:cubicBezTo>
                    <a:pt x="0" y="1383"/>
                    <a:pt x="399" y="1781"/>
                    <a:pt x="891" y="1781"/>
                  </a:cubicBezTo>
                  <a:cubicBezTo>
                    <a:pt x="1382" y="1781"/>
                    <a:pt x="1781" y="1383"/>
                    <a:pt x="1781" y="891"/>
                  </a:cubicBezTo>
                  <a:cubicBezTo>
                    <a:pt x="1781" y="399"/>
                    <a:pt x="1382" y="0"/>
                    <a:pt x="891" y="0"/>
                  </a:cubicBezTo>
                  <a:close/>
                  <a:moveTo>
                    <a:pt x="891" y="1762"/>
                  </a:moveTo>
                  <a:cubicBezTo>
                    <a:pt x="410" y="1762"/>
                    <a:pt x="20" y="1372"/>
                    <a:pt x="20" y="891"/>
                  </a:cubicBezTo>
                  <a:cubicBezTo>
                    <a:pt x="20" y="410"/>
                    <a:pt x="410" y="20"/>
                    <a:pt x="891" y="20"/>
                  </a:cubicBezTo>
                  <a:cubicBezTo>
                    <a:pt x="1372" y="20"/>
                    <a:pt x="1762" y="410"/>
                    <a:pt x="1762" y="891"/>
                  </a:cubicBezTo>
                  <a:cubicBezTo>
                    <a:pt x="1762" y="1372"/>
                    <a:pt x="1372" y="1762"/>
                    <a:pt x="891" y="176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0" name="Freeform 54"/>
            <p:cNvSpPr>
              <a:spLocks noEditPoints="1"/>
            </p:cNvSpPr>
            <p:nvPr/>
          </p:nvSpPr>
          <p:spPr bwMode="auto">
            <a:xfrm>
              <a:off x="-2103438" y="-561975"/>
              <a:ext cx="1189038" cy="744538"/>
            </a:xfrm>
            <a:custGeom>
              <a:avLst/>
              <a:gdLst>
                <a:gd name="T0" fmla="*/ 41 w 1555"/>
                <a:gd name="T1" fmla="*/ 65 h 973"/>
                <a:gd name="T2" fmla="*/ 7 w 1555"/>
                <a:gd name="T3" fmla="*/ 87 h 973"/>
                <a:gd name="T4" fmla="*/ 88 w 1555"/>
                <a:gd name="T5" fmla="*/ 189 h 973"/>
                <a:gd name="T6" fmla="*/ 39 w 1555"/>
                <a:gd name="T7" fmla="*/ 294 h 973"/>
                <a:gd name="T8" fmla="*/ 8 w 1555"/>
                <a:gd name="T9" fmla="*/ 255 h 973"/>
                <a:gd name="T10" fmla="*/ 96 w 1555"/>
                <a:gd name="T11" fmla="*/ 301 h 973"/>
                <a:gd name="T12" fmla="*/ 29 w 1555"/>
                <a:gd name="T13" fmla="*/ 407 h 973"/>
                <a:gd name="T14" fmla="*/ 62 w 1555"/>
                <a:gd name="T15" fmla="*/ 438 h 973"/>
                <a:gd name="T16" fmla="*/ 121 w 1555"/>
                <a:gd name="T17" fmla="*/ 414 h 973"/>
                <a:gd name="T18" fmla="*/ 91 w 1555"/>
                <a:gd name="T19" fmla="*/ 444 h 973"/>
                <a:gd name="T20" fmla="*/ 109 w 1555"/>
                <a:gd name="T21" fmla="*/ 539 h 973"/>
                <a:gd name="T22" fmla="*/ 101 w 1555"/>
                <a:gd name="T23" fmla="*/ 576 h 973"/>
                <a:gd name="T24" fmla="*/ 126 w 1555"/>
                <a:gd name="T25" fmla="*/ 620 h 973"/>
                <a:gd name="T26" fmla="*/ 242 w 1555"/>
                <a:gd name="T27" fmla="*/ 629 h 973"/>
                <a:gd name="T28" fmla="*/ 280 w 1555"/>
                <a:gd name="T29" fmla="*/ 673 h 973"/>
                <a:gd name="T30" fmla="*/ 235 w 1555"/>
                <a:gd name="T31" fmla="*/ 753 h 973"/>
                <a:gd name="T32" fmla="*/ 331 w 1555"/>
                <a:gd name="T33" fmla="*/ 832 h 973"/>
                <a:gd name="T34" fmla="*/ 369 w 1555"/>
                <a:gd name="T35" fmla="*/ 751 h 973"/>
                <a:gd name="T36" fmla="*/ 367 w 1555"/>
                <a:gd name="T37" fmla="*/ 773 h 973"/>
                <a:gd name="T38" fmla="*/ 401 w 1555"/>
                <a:gd name="T39" fmla="*/ 805 h 973"/>
                <a:gd name="T40" fmla="*/ 411 w 1555"/>
                <a:gd name="T41" fmla="*/ 781 h 973"/>
                <a:gd name="T42" fmla="*/ 387 w 1555"/>
                <a:gd name="T43" fmla="*/ 852 h 973"/>
                <a:gd name="T44" fmla="*/ 423 w 1555"/>
                <a:gd name="T45" fmla="*/ 843 h 973"/>
                <a:gd name="T46" fmla="*/ 533 w 1555"/>
                <a:gd name="T47" fmla="*/ 841 h 973"/>
                <a:gd name="T48" fmla="*/ 533 w 1555"/>
                <a:gd name="T49" fmla="*/ 843 h 973"/>
                <a:gd name="T50" fmla="*/ 689 w 1555"/>
                <a:gd name="T51" fmla="*/ 924 h 973"/>
                <a:gd name="T52" fmla="*/ 685 w 1555"/>
                <a:gd name="T53" fmla="*/ 889 h 973"/>
                <a:gd name="T54" fmla="*/ 672 w 1555"/>
                <a:gd name="T55" fmla="*/ 898 h 973"/>
                <a:gd name="T56" fmla="*/ 755 w 1555"/>
                <a:gd name="T57" fmla="*/ 885 h 973"/>
                <a:gd name="T58" fmla="*/ 829 w 1555"/>
                <a:gd name="T59" fmla="*/ 899 h 973"/>
                <a:gd name="T60" fmla="*/ 818 w 1555"/>
                <a:gd name="T61" fmla="*/ 933 h 973"/>
                <a:gd name="T62" fmla="*/ 802 w 1555"/>
                <a:gd name="T63" fmla="*/ 966 h 973"/>
                <a:gd name="T64" fmla="*/ 887 w 1555"/>
                <a:gd name="T65" fmla="*/ 944 h 973"/>
                <a:gd name="T66" fmla="*/ 867 w 1555"/>
                <a:gd name="T67" fmla="*/ 890 h 973"/>
                <a:gd name="T68" fmla="*/ 950 w 1555"/>
                <a:gd name="T69" fmla="*/ 953 h 973"/>
                <a:gd name="T70" fmla="*/ 975 w 1555"/>
                <a:gd name="T71" fmla="*/ 871 h 973"/>
                <a:gd name="T72" fmla="*/ 1084 w 1555"/>
                <a:gd name="T73" fmla="*/ 878 h 973"/>
                <a:gd name="T74" fmla="*/ 1061 w 1555"/>
                <a:gd name="T75" fmla="*/ 824 h 973"/>
                <a:gd name="T76" fmla="*/ 1140 w 1555"/>
                <a:gd name="T77" fmla="*/ 815 h 973"/>
                <a:gd name="T78" fmla="*/ 1169 w 1555"/>
                <a:gd name="T79" fmla="*/ 836 h 973"/>
                <a:gd name="T80" fmla="*/ 1193 w 1555"/>
                <a:gd name="T81" fmla="*/ 746 h 973"/>
                <a:gd name="T82" fmla="*/ 1308 w 1555"/>
                <a:gd name="T83" fmla="*/ 762 h 973"/>
                <a:gd name="T84" fmla="*/ 1242 w 1555"/>
                <a:gd name="T85" fmla="*/ 702 h 973"/>
                <a:gd name="T86" fmla="*/ 1308 w 1555"/>
                <a:gd name="T87" fmla="*/ 734 h 973"/>
                <a:gd name="T88" fmla="*/ 1257 w 1555"/>
                <a:gd name="T89" fmla="*/ 724 h 973"/>
                <a:gd name="T90" fmla="*/ 1294 w 1555"/>
                <a:gd name="T91" fmla="*/ 756 h 973"/>
                <a:gd name="T92" fmla="*/ 1325 w 1555"/>
                <a:gd name="T93" fmla="*/ 637 h 973"/>
                <a:gd name="T94" fmla="*/ 1363 w 1555"/>
                <a:gd name="T95" fmla="*/ 559 h 973"/>
                <a:gd name="T96" fmla="*/ 1449 w 1555"/>
                <a:gd name="T97" fmla="*/ 558 h 973"/>
                <a:gd name="T98" fmla="*/ 1383 w 1555"/>
                <a:gd name="T99" fmla="*/ 521 h 973"/>
                <a:gd name="T100" fmla="*/ 1440 w 1555"/>
                <a:gd name="T101" fmla="*/ 486 h 973"/>
                <a:gd name="T102" fmla="*/ 1425 w 1555"/>
                <a:gd name="T103" fmla="*/ 431 h 973"/>
                <a:gd name="T104" fmla="*/ 1526 w 1555"/>
                <a:gd name="T105" fmla="*/ 402 h 973"/>
                <a:gd name="T106" fmla="*/ 1460 w 1555"/>
                <a:gd name="T107" fmla="*/ 346 h 973"/>
                <a:gd name="T108" fmla="*/ 1478 w 1555"/>
                <a:gd name="T109" fmla="*/ 307 h 973"/>
                <a:gd name="T110" fmla="*/ 1549 w 1555"/>
                <a:gd name="T111" fmla="*/ 281 h 973"/>
                <a:gd name="T112" fmla="*/ 1476 w 1555"/>
                <a:gd name="T113" fmla="*/ 206 h 973"/>
                <a:gd name="T114" fmla="*/ 1486 w 1555"/>
                <a:gd name="T115" fmla="*/ 165 h 973"/>
                <a:gd name="T116" fmla="*/ 1512 w 1555"/>
                <a:gd name="T117" fmla="*/ 78 h 973"/>
                <a:gd name="T118" fmla="*/ 1485 w 1555"/>
                <a:gd name="T119" fmla="*/ 82 h 973"/>
                <a:gd name="T120" fmla="*/ 1548 w 1555"/>
                <a:gd name="T121" fmla="*/ 90 h 973"/>
                <a:gd name="T122" fmla="*/ 1498 w 1555"/>
                <a:gd name="T123" fmla="*/ 2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55" h="973">
                  <a:moveTo>
                    <a:pt x="96" y="90"/>
                  </a:moveTo>
                  <a:cubicBezTo>
                    <a:pt x="10" y="73"/>
                    <a:pt x="10" y="73"/>
                    <a:pt x="10" y="73"/>
                  </a:cubicBezTo>
                  <a:cubicBezTo>
                    <a:pt x="13" y="58"/>
                    <a:pt x="13" y="58"/>
                    <a:pt x="13" y="58"/>
                  </a:cubicBezTo>
                  <a:cubicBezTo>
                    <a:pt x="75" y="40"/>
                    <a:pt x="75" y="40"/>
                    <a:pt x="75" y="4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108" y="32"/>
                    <a:pt x="108" y="32"/>
                    <a:pt x="108" y="32"/>
                  </a:cubicBezTo>
                  <a:cubicBezTo>
                    <a:pt x="105" y="47"/>
                    <a:pt x="105" y="47"/>
                    <a:pt x="105" y="47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99" y="77"/>
                    <a:pt x="99" y="77"/>
                    <a:pt x="99" y="77"/>
                  </a:cubicBezTo>
                  <a:lnTo>
                    <a:pt x="96" y="90"/>
                  </a:lnTo>
                  <a:close/>
                  <a:moveTo>
                    <a:pt x="91" y="140"/>
                  </a:moveTo>
                  <a:cubicBezTo>
                    <a:pt x="0" y="162"/>
                    <a:pt x="0" y="162"/>
                    <a:pt x="0" y="162"/>
                  </a:cubicBezTo>
                  <a:cubicBezTo>
                    <a:pt x="2" y="145"/>
                    <a:pt x="2" y="145"/>
                    <a:pt x="2" y="145"/>
                  </a:cubicBezTo>
                  <a:cubicBezTo>
                    <a:pt x="22" y="141"/>
                    <a:pt x="22" y="141"/>
                    <a:pt x="22" y="141"/>
                  </a:cubicBezTo>
                  <a:cubicBezTo>
                    <a:pt x="25" y="111"/>
                    <a:pt x="25" y="111"/>
                    <a:pt x="25" y="111"/>
                  </a:cubicBezTo>
                  <a:cubicBezTo>
                    <a:pt x="6" y="103"/>
                    <a:pt x="6" y="103"/>
                    <a:pt x="6" y="103"/>
                  </a:cubicBezTo>
                  <a:cubicBezTo>
                    <a:pt x="7" y="87"/>
                    <a:pt x="7" y="87"/>
                    <a:pt x="7" y="87"/>
                  </a:cubicBezTo>
                  <a:cubicBezTo>
                    <a:pt x="92" y="124"/>
                    <a:pt x="92" y="124"/>
                    <a:pt x="92" y="124"/>
                  </a:cubicBezTo>
                  <a:lnTo>
                    <a:pt x="91" y="140"/>
                  </a:lnTo>
                  <a:close/>
                  <a:moveTo>
                    <a:pt x="71" y="130"/>
                  </a:moveTo>
                  <a:cubicBezTo>
                    <a:pt x="39" y="117"/>
                    <a:pt x="39" y="117"/>
                    <a:pt x="39" y="117"/>
                  </a:cubicBezTo>
                  <a:cubicBezTo>
                    <a:pt x="38" y="137"/>
                    <a:pt x="38" y="137"/>
                    <a:pt x="38" y="137"/>
                  </a:cubicBezTo>
                  <a:lnTo>
                    <a:pt x="71" y="130"/>
                  </a:lnTo>
                  <a:close/>
                  <a:moveTo>
                    <a:pt x="89" y="220"/>
                  </a:moveTo>
                  <a:cubicBezTo>
                    <a:pt x="30" y="220"/>
                    <a:pt x="30" y="220"/>
                    <a:pt x="30" y="220"/>
                  </a:cubicBezTo>
                  <a:cubicBezTo>
                    <a:pt x="88" y="189"/>
                    <a:pt x="88" y="189"/>
                    <a:pt x="88" y="189"/>
                  </a:cubicBezTo>
                  <a:cubicBezTo>
                    <a:pt x="88" y="174"/>
                    <a:pt x="88" y="174"/>
                    <a:pt x="88" y="174"/>
                  </a:cubicBezTo>
                  <a:cubicBezTo>
                    <a:pt x="0" y="175"/>
                    <a:pt x="0" y="175"/>
                    <a:pt x="0" y="175"/>
                  </a:cubicBezTo>
                  <a:cubicBezTo>
                    <a:pt x="0" y="189"/>
                    <a:pt x="0" y="189"/>
                    <a:pt x="0" y="189"/>
                  </a:cubicBezTo>
                  <a:cubicBezTo>
                    <a:pt x="58" y="189"/>
                    <a:pt x="58" y="189"/>
                    <a:pt x="58" y="189"/>
                  </a:cubicBezTo>
                  <a:cubicBezTo>
                    <a:pt x="1" y="219"/>
                    <a:pt x="1" y="219"/>
                    <a:pt x="1" y="219"/>
                  </a:cubicBezTo>
                  <a:cubicBezTo>
                    <a:pt x="1" y="235"/>
                    <a:pt x="1" y="235"/>
                    <a:pt x="1" y="235"/>
                  </a:cubicBezTo>
                  <a:cubicBezTo>
                    <a:pt x="89" y="234"/>
                    <a:pt x="89" y="234"/>
                    <a:pt x="89" y="234"/>
                  </a:cubicBezTo>
                  <a:lnTo>
                    <a:pt x="89" y="220"/>
                  </a:lnTo>
                  <a:close/>
                  <a:moveTo>
                    <a:pt x="39" y="294"/>
                  </a:moveTo>
                  <a:cubicBezTo>
                    <a:pt x="94" y="288"/>
                    <a:pt x="94" y="288"/>
                    <a:pt x="94" y="288"/>
                  </a:cubicBezTo>
                  <a:cubicBezTo>
                    <a:pt x="93" y="273"/>
                    <a:pt x="93" y="273"/>
                    <a:pt x="93" y="273"/>
                  </a:cubicBezTo>
                  <a:cubicBezTo>
                    <a:pt x="36" y="279"/>
                    <a:pt x="36" y="279"/>
                    <a:pt x="36" y="279"/>
                  </a:cubicBezTo>
                  <a:cubicBezTo>
                    <a:pt x="29" y="280"/>
                    <a:pt x="24" y="280"/>
                    <a:pt x="22" y="278"/>
                  </a:cubicBezTo>
                  <a:cubicBezTo>
                    <a:pt x="20" y="277"/>
                    <a:pt x="18" y="275"/>
                    <a:pt x="18" y="272"/>
                  </a:cubicBezTo>
                  <a:cubicBezTo>
                    <a:pt x="18" y="268"/>
                    <a:pt x="19" y="266"/>
                    <a:pt x="22" y="264"/>
                  </a:cubicBezTo>
                  <a:cubicBezTo>
                    <a:pt x="24" y="262"/>
                    <a:pt x="27" y="262"/>
                    <a:pt x="32" y="261"/>
                  </a:cubicBezTo>
                  <a:cubicBezTo>
                    <a:pt x="29" y="247"/>
                    <a:pt x="29" y="247"/>
                    <a:pt x="29" y="247"/>
                  </a:cubicBezTo>
                  <a:cubicBezTo>
                    <a:pt x="20" y="248"/>
                    <a:pt x="13" y="251"/>
                    <a:pt x="8" y="255"/>
                  </a:cubicBezTo>
                  <a:cubicBezTo>
                    <a:pt x="4" y="260"/>
                    <a:pt x="2" y="265"/>
                    <a:pt x="3" y="273"/>
                  </a:cubicBezTo>
                  <a:cubicBezTo>
                    <a:pt x="3" y="279"/>
                    <a:pt x="5" y="284"/>
                    <a:pt x="9" y="287"/>
                  </a:cubicBezTo>
                  <a:cubicBezTo>
                    <a:pt x="12" y="291"/>
                    <a:pt x="17" y="293"/>
                    <a:pt x="22" y="294"/>
                  </a:cubicBezTo>
                  <a:cubicBezTo>
                    <a:pt x="26" y="295"/>
                    <a:pt x="32" y="295"/>
                    <a:pt x="39" y="294"/>
                  </a:cubicBezTo>
                  <a:close/>
                  <a:moveTo>
                    <a:pt x="96" y="301"/>
                  </a:moveTo>
                  <a:cubicBezTo>
                    <a:pt x="10" y="316"/>
                    <a:pt x="10" y="316"/>
                    <a:pt x="10" y="316"/>
                  </a:cubicBezTo>
                  <a:cubicBezTo>
                    <a:pt x="12" y="331"/>
                    <a:pt x="12" y="331"/>
                    <a:pt x="12" y="331"/>
                  </a:cubicBezTo>
                  <a:cubicBezTo>
                    <a:pt x="99" y="316"/>
                    <a:pt x="99" y="316"/>
                    <a:pt x="99" y="316"/>
                  </a:cubicBezTo>
                  <a:lnTo>
                    <a:pt x="96" y="301"/>
                  </a:lnTo>
                  <a:close/>
                  <a:moveTo>
                    <a:pt x="111" y="372"/>
                  </a:moveTo>
                  <a:cubicBezTo>
                    <a:pt x="54" y="386"/>
                    <a:pt x="54" y="386"/>
                    <a:pt x="54" y="386"/>
                  </a:cubicBezTo>
                  <a:cubicBezTo>
                    <a:pt x="104" y="343"/>
                    <a:pt x="104" y="343"/>
                    <a:pt x="104" y="343"/>
                  </a:cubicBezTo>
                  <a:cubicBezTo>
                    <a:pt x="100" y="328"/>
                    <a:pt x="100" y="328"/>
                    <a:pt x="100" y="328"/>
                  </a:cubicBezTo>
                  <a:cubicBezTo>
                    <a:pt x="15" y="349"/>
                    <a:pt x="15" y="349"/>
                    <a:pt x="15" y="349"/>
                  </a:cubicBezTo>
                  <a:cubicBezTo>
                    <a:pt x="18" y="363"/>
                    <a:pt x="18" y="363"/>
                    <a:pt x="18" y="363"/>
                  </a:cubicBezTo>
                  <a:cubicBezTo>
                    <a:pt x="74" y="349"/>
                    <a:pt x="74" y="349"/>
                    <a:pt x="74" y="349"/>
                  </a:cubicBezTo>
                  <a:cubicBezTo>
                    <a:pt x="25" y="392"/>
                    <a:pt x="25" y="392"/>
                    <a:pt x="25" y="392"/>
                  </a:cubicBezTo>
                  <a:cubicBezTo>
                    <a:pt x="29" y="407"/>
                    <a:pt x="29" y="407"/>
                    <a:pt x="29" y="407"/>
                  </a:cubicBezTo>
                  <a:cubicBezTo>
                    <a:pt x="114" y="386"/>
                    <a:pt x="114" y="386"/>
                    <a:pt x="114" y="386"/>
                  </a:cubicBezTo>
                  <a:lnTo>
                    <a:pt x="111" y="372"/>
                  </a:lnTo>
                  <a:close/>
                  <a:moveTo>
                    <a:pt x="91" y="444"/>
                  </a:moveTo>
                  <a:cubicBezTo>
                    <a:pt x="77" y="449"/>
                    <a:pt x="77" y="449"/>
                    <a:pt x="77" y="449"/>
                  </a:cubicBezTo>
                  <a:cubicBezTo>
                    <a:pt x="83" y="466"/>
                    <a:pt x="83" y="466"/>
                    <a:pt x="83" y="466"/>
                  </a:cubicBezTo>
                  <a:cubicBezTo>
                    <a:pt x="72" y="469"/>
                    <a:pt x="72" y="469"/>
                    <a:pt x="72" y="469"/>
                  </a:cubicBezTo>
                  <a:cubicBezTo>
                    <a:pt x="70" y="468"/>
                    <a:pt x="67" y="466"/>
                    <a:pt x="65" y="463"/>
                  </a:cubicBezTo>
                  <a:cubicBezTo>
                    <a:pt x="62" y="461"/>
                    <a:pt x="61" y="458"/>
                    <a:pt x="59" y="455"/>
                  </a:cubicBezTo>
                  <a:cubicBezTo>
                    <a:pt x="57" y="449"/>
                    <a:pt x="58" y="443"/>
                    <a:pt x="62" y="438"/>
                  </a:cubicBezTo>
                  <a:cubicBezTo>
                    <a:pt x="65" y="433"/>
                    <a:pt x="72" y="428"/>
                    <a:pt x="82" y="424"/>
                  </a:cubicBezTo>
                  <a:cubicBezTo>
                    <a:pt x="91" y="421"/>
                    <a:pt x="98" y="420"/>
                    <a:pt x="104" y="422"/>
                  </a:cubicBezTo>
                  <a:cubicBezTo>
                    <a:pt x="110" y="424"/>
                    <a:pt x="114" y="429"/>
                    <a:pt x="116" y="435"/>
                  </a:cubicBezTo>
                  <a:cubicBezTo>
                    <a:pt x="118" y="439"/>
                    <a:pt x="118" y="443"/>
                    <a:pt x="117" y="446"/>
                  </a:cubicBezTo>
                  <a:cubicBezTo>
                    <a:pt x="115" y="450"/>
                    <a:pt x="113" y="453"/>
                    <a:pt x="109" y="455"/>
                  </a:cubicBezTo>
                  <a:cubicBezTo>
                    <a:pt x="117" y="468"/>
                    <a:pt x="117" y="468"/>
                    <a:pt x="117" y="468"/>
                  </a:cubicBezTo>
                  <a:cubicBezTo>
                    <a:pt x="124" y="464"/>
                    <a:pt x="129" y="459"/>
                    <a:pt x="132" y="452"/>
                  </a:cubicBezTo>
                  <a:cubicBezTo>
                    <a:pt x="134" y="446"/>
                    <a:pt x="134" y="438"/>
                    <a:pt x="131" y="430"/>
                  </a:cubicBezTo>
                  <a:cubicBezTo>
                    <a:pt x="128" y="423"/>
                    <a:pt x="125" y="418"/>
                    <a:pt x="121" y="414"/>
                  </a:cubicBezTo>
                  <a:cubicBezTo>
                    <a:pt x="115" y="410"/>
                    <a:pt x="108" y="407"/>
                    <a:pt x="100" y="406"/>
                  </a:cubicBezTo>
                  <a:cubicBezTo>
                    <a:pt x="93" y="406"/>
                    <a:pt x="84" y="407"/>
                    <a:pt x="76" y="410"/>
                  </a:cubicBezTo>
                  <a:cubicBezTo>
                    <a:pt x="68" y="413"/>
                    <a:pt x="61" y="417"/>
                    <a:pt x="55" y="422"/>
                  </a:cubicBezTo>
                  <a:cubicBezTo>
                    <a:pt x="49" y="427"/>
                    <a:pt x="46" y="433"/>
                    <a:pt x="44" y="440"/>
                  </a:cubicBezTo>
                  <a:cubicBezTo>
                    <a:pt x="42" y="447"/>
                    <a:pt x="43" y="454"/>
                    <a:pt x="46" y="461"/>
                  </a:cubicBezTo>
                  <a:cubicBezTo>
                    <a:pt x="48" y="467"/>
                    <a:pt x="51" y="472"/>
                    <a:pt x="56" y="477"/>
                  </a:cubicBezTo>
                  <a:cubicBezTo>
                    <a:pt x="60" y="482"/>
                    <a:pt x="65" y="485"/>
                    <a:pt x="69" y="487"/>
                  </a:cubicBezTo>
                  <a:cubicBezTo>
                    <a:pt x="102" y="475"/>
                    <a:pt x="102" y="475"/>
                    <a:pt x="102" y="475"/>
                  </a:cubicBezTo>
                  <a:lnTo>
                    <a:pt x="91" y="444"/>
                  </a:lnTo>
                  <a:close/>
                  <a:moveTo>
                    <a:pt x="144" y="570"/>
                  </a:moveTo>
                  <a:cubicBezTo>
                    <a:pt x="184" y="548"/>
                    <a:pt x="184" y="548"/>
                    <a:pt x="184" y="548"/>
                  </a:cubicBezTo>
                  <a:cubicBezTo>
                    <a:pt x="177" y="535"/>
                    <a:pt x="177" y="535"/>
                    <a:pt x="177" y="535"/>
                  </a:cubicBezTo>
                  <a:cubicBezTo>
                    <a:pt x="135" y="558"/>
                    <a:pt x="135" y="558"/>
                    <a:pt x="135" y="558"/>
                  </a:cubicBezTo>
                  <a:cubicBezTo>
                    <a:pt x="128" y="561"/>
                    <a:pt x="124" y="563"/>
                    <a:pt x="121" y="564"/>
                  </a:cubicBezTo>
                  <a:cubicBezTo>
                    <a:pt x="118" y="565"/>
                    <a:pt x="115" y="565"/>
                    <a:pt x="112" y="564"/>
                  </a:cubicBezTo>
                  <a:cubicBezTo>
                    <a:pt x="110" y="563"/>
                    <a:pt x="107" y="561"/>
                    <a:pt x="105" y="557"/>
                  </a:cubicBezTo>
                  <a:cubicBezTo>
                    <a:pt x="103" y="553"/>
                    <a:pt x="102" y="550"/>
                    <a:pt x="103" y="547"/>
                  </a:cubicBezTo>
                  <a:cubicBezTo>
                    <a:pt x="104" y="544"/>
                    <a:pt x="106" y="541"/>
                    <a:pt x="109" y="539"/>
                  </a:cubicBezTo>
                  <a:cubicBezTo>
                    <a:pt x="110" y="537"/>
                    <a:pt x="115" y="535"/>
                    <a:pt x="121" y="531"/>
                  </a:cubicBezTo>
                  <a:cubicBezTo>
                    <a:pt x="163" y="509"/>
                    <a:pt x="163" y="509"/>
                    <a:pt x="163" y="509"/>
                  </a:cubicBezTo>
                  <a:cubicBezTo>
                    <a:pt x="156" y="495"/>
                    <a:pt x="156" y="495"/>
                    <a:pt x="156" y="495"/>
                  </a:cubicBezTo>
                  <a:cubicBezTo>
                    <a:pt x="115" y="518"/>
                    <a:pt x="115" y="518"/>
                    <a:pt x="115" y="518"/>
                  </a:cubicBezTo>
                  <a:cubicBezTo>
                    <a:pt x="106" y="522"/>
                    <a:pt x="100" y="526"/>
                    <a:pt x="96" y="529"/>
                  </a:cubicBezTo>
                  <a:cubicBezTo>
                    <a:pt x="93" y="532"/>
                    <a:pt x="91" y="534"/>
                    <a:pt x="89" y="538"/>
                  </a:cubicBezTo>
                  <a:cubicBezTo>
                    <a:pt x="88" y="541"/>
                    <a:pt x="87" y="545"/>
                    <a:pt x="87" y="549"/>
                  </a:cubicBezTo>
                  <a:cubicBezTo>
                    <a:pt x="87" y="553"/>
                    <a:pt x="89" y="558"/>
                    <a:pt x="92" y="565"/>
                  </a:cubicBezTo>
                  <a:cubicBezTo>
                    <a:pt x="95" y="570"/>
                    <a:pt x="98" y="574"/>
                    <a:pt x="101" y="576"/>
                  </a:cubicBezTo>
                  <a:cubicBezTo>
                    <a:pt x="104" y="579"/>
                    <a:pt x="108" y="580"/>
                    <a:pt x="112" y="581"/>
                  </a:cubicBezTo>
                  <a:cubicBezTo>
                    <a:pt x="115" y="581"/>
                    <a:pt x="119" y="581"/>
                    <a:pt x="123" y="579"/>
                  </a:cubicBezTo>
                  <a:cubicBezTo>
                    <a:pt x="128" y="578"/>
                    <a:pt x="135" y="575"/>
                    <a:pt x="144" y="570"/>
                  </a:cubicBezTo>
                  <a:close/>
                  <a:moveTo>
                    <a:pt x="216" y="596"/>
                  </a:moveTo>
                  <a:cubicBezTo>
                    <a:pt x="168" y="629"/>
                    <a:pt x="168" y="629"/>
                    <a:pt x="168" y="629"/>
                  </a:cubicBezTo>
                  <a:cubicBezTo>
                    <a:pt x="199" y="571"/>
                    <a:pt x="199" y="571"/>
                    <a:pt x="199" y="571"/>
                  </a:cubicBezTo>
                  <a:cubicBezTo>
                    <a:pt x="191" y="558"/>
                    <a:pt x="191" y="558"/>
                    <a:pt x="191" y="558"/>
                  </a:cubicBezTo>
                  <a:cubicBezTo>
                    <a:pt x="118" y="608"/>
                    <a:pt x="118" y="608"/>
                    <a:pt x="118" y="608"/>
                  </a:cubicBezTo>
                  <a:cubicBezTo>
                    <a:pt x="126" y="620"/>
                    <a:pt x="126" y="620"/>
                    <a:pt x="126" y="620"/>
                  </a:cubicBezTo>
                  <a:cubicBezTo>
                    <a:pt x="173" y="587"/>
                    <a:pt x="173" y="587"/>
                    <a:pt x="173" y="587"/>
                  </a:cubicBezTo>
                  <a:cubicBezTo>
                    <a:pt x="143" y="644"/>
                    <a:pt x="143" y="644"/>
                    <a:pt x="143" y="644"/>
                  </a:cubicBezTo>
                  <a:cubicBezTo>
                    <a:pt x="152" y="657"/>
                    <a:pt x="152" y="657"/>
                    <a:pt x="152" y="657"/>
                  </a:cubicBezTo>
                  <a:cubicBezTo>
                    <a:pt x="224" y="607"/>
                    <a:pt x="224" y="607"/>
                    <a:pt x="224" y="607"/>
                  </a:cubicBezTo>
                  <a:lnTo>
                    <a:pt x="216" y="596"/>
                  </a:lnTo>
                  <a:close/>
                  <a:moveTo>
                    <a:pt x="233" y="617"/>
                  </a:moveTo>
                  <a:cubicBezTo>
                    <a:pt x="163" y="672"/>
                    <a:pt x="163" y="672"/>
                    <a:pt x="163" y="672"/>
                  </a:cubicBezTo>
                  <a:cubicBezTo>
                    <a:pt x="173" y="684"/>
                    <a:pt x="173" y="684"/>
                    <a:pt x="173" y="684"/>
                  </a:cubicBezTo>
                  <a:cubicBezTo>
                    <a:pt x="242" y="629"/>
                    <a:pt x="242" y="629"/>
                    <a:pt x="242" y="629"/>
                  </a:cubicBezTo>
                  <a:lnTo>
                    <a:pt x="233" y="617"/>
                  </a:lnTo>
                  <a:close/>
                  <a:moveTo>
                    <a:pt x="280" y="673"/>
                  </a:moveTo>
                  <a:cubicBezTo>
                    <a:pt x="220" y="703"/>
                    <a:pt x="220" y="703"/>
                    <a:pt x="220" y="703"/>
                  </a:cubicBezTo>
                  <a:cubicBezTo>
                    <a:pt x="255" y="645"/>
                    <a:pt x="255" y="645"/>
                    <a:pt x="255" y="645"/>
                  </a:cubicBezTo>
                  <a:cubicBezTo>
                    <a:pt x="244" y="633"/>
                    <a:pt x="244" y="633"/>
                    <a:pt x="244" y="633"/>
                  </a:cubicBezTo>
                  <a:cubicBezTo>
                    <a:pt x="197" y="712"/>
                    <a:pt x="197" y="712"/>
                    <a:pt x="197" y="712"/>
                  </a:cubicBezTo>
                  <a:cubicBezTo>
                    <a:pt x="208" y="724"/>
                    <a:pt x="208" y="724"/>
                    <a:pt x="208" y="724"/>
                  </a:cubicBezTo>
                  <a:cubicBezTo>
                    <a:pt x="291" y="685"/>
                    <a:pt x="291" y="685"/>
                    <a:pt x="291" y="685"/>
                  </a:cubicBezTo>
                  <a:lnTo>
                    <a:pt x="280" y="673"/>
                  </a:lnTo>
                  <a:close/>
                  <a:moveTo>
                    <a:pt x="272" y="734"/>
                  </a:moveTo>
                  <a:cubicBezTo>
                    <a:pt x="300" y="759"/>
                    <a:pt x="300" y="759"/>
                    <a:pt x="300" y="759"/>
                  </a:cubicBezTo>
                  <a:cubicBezTo>
                    <a:pt x="310" y="748"/>
                    <a:pt x="310" y="748"/>
                    <a:pt x="310" y="748"/>
                  </a:cubicBezTo>
                  <a:cubicBezTo>
                    <a:pt x="282" y="723"/>
                    <a:pt x="282" y="723"/>
                    <a:pt x="282" y="723"/>
                  </a:cubicBezTo>
                  <a:cubicBezTo>
                    <a:pt x="295" y="709"/>
                    <a:pt x="295" y="709"/>
                    <a:pt x="295" y="709"/>
                  </a:cubicBezTo>
                  <a:cubicBezTo>
                    <a:pt x="325" y="736"/>
                    <a:pt x="325" y="736"/>
                    <a:pt x="325" y="736"/>
                  </a:cubicBezTo>
                  <a:cubicBezTo>
                    <a:pt x="335" y="725"/>
                    <a:pt x="335" y="725"/>
                    <a:pt x="335" y="725"/>
                  </a:cubicBezTo>
                  <a:cubicBezTo>
                    <a:pt x="294" y="688"/>
                    <a:pt x="294" y="688"/>
                    <a:pt x="294" y="688"/>
                  </a:cubicBezTo>
                  <a:cubicBezTo>
                    <a:pt x="235" y="753"/>
                    <a:pt x="235" y="753"/>
                    <a:pt x="235" y="753"/>
                  </a:cubicBezTo>
                  <a:cubicBezTo>
                    <a:pt x="277" y="791"/>
                    <a:pt x="277" y="791"/>
                    <a:pt x="277" y="791"/>
                  </a:cubicBezTo>
                  <a:cubicBezTo>
                    <a:pt x="287" y="780"/>
                    <a:pt x="287" y="780"/>
                    <a:pt x="287" y="780"/>
                  </a:cubicBezTo>
                  <a:cubicBezTo>
                    <a:pt x="256" y="752"/>
                    <a:pt x="256" y="752"/>
                    <a:pt x="256" y="752"/>
                  </a:cubicBezTo>
                  <a:lnTo>
                    <a:pt x="272" y="734"/>
                  </a:lnTo>
                  <a:close/>
                  <a:moveTo>
                    <a:pt x="348" y="796"/>
                  </a:moveTo>
                  <a:cubicBezTo>
                    <a:pt x="349" y="800"/>
                    <a:pt x="350" y="803"/>
                    <a:pt x="350" y="807"/>
                  </a:cubicBezTo>
                  <a:cubicBezTo>
                    <a:pt x="350" y="810"/>
                    <a:pt x="349" y="816"/>
                    <a:pt x="348" y="823"/>
                  </a:cubicBezTo>
                  <a:cubicBezTo>
                    <a:pt x="345" y="843"/>
                    <a:pt x="345" y="843"/>
                    <a:pt x="345" y="843"/>
                  </a:cubicBezTo>
                  <a:cubicBezTo>
                    <a:pt x="331" y="832"/>
                    <a:pt x="331" y="832"/>
                    <a:pt x="331" y="832"/>
                  </a:cubicBezTo>
                  <a:cubicBezTo>
                    <a:pt x="333" y="810"/>
                    <a:pt x="333" y="810"/>
                    <a:pt x="333" y="810"/>
                  </a:cubicBezTo>
                  <a:cubicBezTo>
                    <a:pt x="334" y="802"/>
                    <a:pt x="335" y="797"/>
                    <a:pt x="334" y="795"/>
                  </a:cubicBezTo>
                  <a:cubicBezTo>
                    <a:pt x="334" y="793"/>
                    <a:pt x="334" y="791"/>
                    <a:pt x="333" y="789"/>
                  </a:cubicBezTo>
                  <a:cubicBezTo>
                    <a:pt x="332" y="788"/>
                    <a:pt x="330" y="786"/>
                    <a:pt x="327" y="784"/>
                  </a:cubicBezTo>
                  <a:cubicBezTo>
                    <a:pt x="325" y="782"/>
                    <a:pt x="325" y="782"/>
                    <a:pt x="325" y="782"/>
                  </a:cubicBezTo>
                  <a:cubicBezTo>
                    <a:pt x="303" y="812"/>
                    <a:pt x="303" y="812"/>
                    <a:pt x="303" y="812"/>
                  </a:cubicBezTo>
                  <a:cubicBezTo>
                    <a:pt x="291" y="802"/>
                    <a:pt x="291" y="802"/>
                    <a:pt x="291" y="802"/>
                  </a:cubicBezTo>
                  <a:cubicBezTo>
                    <a:pt x="343" y="732"/>
                    <a:pt x="343" y="732"/>
                    <a:pt x="343" y="732"/>
                  </a:cubicBezTo>
                  <a:cubicBezTo>
                    <a:pt x="369" y="751"/>
                    <a:pt x="369" y="751"/>
                    <a:pt x="369" y="751"/>
                  </a:cubicBezTo>
                  <a:cubicBezTo>
                    <a:pt x="375" y="756"/>
                    <a:pt x="380" y="760"/>
                    <a:pt x="382" y="763"/>
                  </a:cubicBezTo>
                  <a:cubicBezTo>
                    <a:pt x="384" y="766"/>
                    <a:pt x="384" y="770"/>
                    <a:pt x="384" y="775"/>
                  </a:cubicBezTo>
                  <a:cubicBezTo>
                    <a:pt x="383" y="780"/>
                    <a:pt x="381" y="784"/>
                    <a:pt x="378" y="788"/>
                  </a:cubicBezTo>
                  <a:cubicBezTo>
                    <a:pt x="374" y="793"/>
                    <a:pt x="369" y="797"/>
                    <a:pt x="364" y="798"/>
                  </a:cubicBezTo>
                  <a:cubicBezTo>
                    <a:pt x="359" y="800"/>
                    <a:pt x="353" y="799"/>
                    <a:pt x="348" y="796"/>
                  </a:cubicBezTo>
                  <a:close/>
                  <a:moveTo>
                    <a:pt x="354" y="785"/>
                  </a:moveTo>
                  <a:cubicBezTo>
                    <a:pt x="356" y="785"/>
                    <a:pt x="358" y="785"/>
                    <a:pt x="360" y="784"/>
                  </a:cubicBezTo>
                  <a:cubicBezTo>
                    <a:pt x="362" y="783"/>
                    <a:pt x="363" y="782"/>
                    <a:pt x="365" y="780"/>
                  </a:cubicBezTo>
                  <a:cubicBezTo>
                    <a:pt x="366" y="777"/>
                    <a:pt x="367" y="775"/>
                    <a:pt x="367" y="773"/>
                  </a:cubicBezTo>
                  <a:cubicBezTo>
                    <a:pt x="367" y="770"/>
                    <a:pt x="366" y="768"/>
                    <a:pt x="365" y="767"/>
                  </a:cubicBezTo>
                  <a:cubicBezTo>
                    <a:pt x="364" y="766"/>
                    <a:pt x="361" y="763"/>
                    <a:pt x="356" y="760"/>
                  </a:cubicBezTo>
                  <a:cubicBezTo>
                    <a:pt x="347" y="753"/>
                    <a:pt x="347" y="753"/>
                    <a:pt x="347" y="753"/>
                  </a:cubicBezTo>
                  <a:cubicBezTo>
                    <a:pt x="333" y="771"/>
                    <a:pt x="333" y="771"/>
                    <a:pt x="333" y="771"/>
                  </a:cubicBezTo>
                  <a:cubicBezTo>
                    <a:pt x="342" y="777"/>
                    <a:pt x="342" y="777"/>
                    <a:pt x="342" y="777"/>
                  </a:cubicBezTo>
                  <a:cubicBezTo>
                    <a:pt x="348" y="782"/>
                    <a:pt x="352" y="784"/>
                    <a:pt x="354" y="785"/>
                  </a:cubicBezTo>
                  <a:close/>
                  <a:moveTo>
                    <a:pt x="421" y="831"/>
                  </a:moveTo>
                  <a:cubicBezTo>
                    <a:pt x="419" y="828"/>
                    <a:pt x="415" y="823"/>
                    <a:pt x="410" y="818"/>
                  </a:cubicBezTo>
                  <a:cubicBezTo>
                    <a:pt x="405" y="812"/>
                    <a:pt x="402" y="808"/>
                    <a:pt x="401" y="805"/>
                  </a:cubicBezTo>
                  <a:cubicBezTo>
                    <a:pt x="401" y="803"/>
                    <a:pt x="401" y="801"/>
                    <a:pt x="402" y="800"/>
                  </a:cubicBezTo>
                  <a:cubicBezTo>
                    <a:pt x="403" y="798"/>
                    <a:pt x="405" y="796"/>
                    <a:pt x="407" y="796"/>
                  </a:cubicBezTo>
                  <a:cubicBezTo>
                    <a:pt x="410" y="796"/>
                    <a:pt x="413" y="796"/>
                    <a:pt x="417" y="799"/>
                  </a:cubicBezTo>
                  <a:cubicBezTo>
                    <a:pt x="421" y="801"/>
                    <a:pt x="423" y="803"/>
                    <a:pt x="424" y="806"/>
                  </a:cubicBezTo>
                  <a:cubicBezTo>
                    <a:pt x="425" y="809"/>
                    <a:pt x="424" y="812"/>
                    <a:pt x="422" y="817"/>
                  </a:cubicBezTo>
                  <a:cubicBezTo>
                    <a:pt x="436" y="824"/>
                    <a:pt x="436" y="824"/>
                    <a:pt x="436" y="824"/>
                  </a:cubicBezTo>
                  <a:cubicBezTo>
                    <a:pt x="440" y="817"/>
                    <a:pt x="441" y="810"/>
                    <a:pt x="439" y="803"/>
                  </a:cubicBezTo>
                  <a:cubicBezTo>
                    <a:pt x="438" y="797"/>
                    <a:pt x="433" y="791"/>
                    <a:pt x="425" y="786"/>
                  </a:cubicBezTo>
                  <a:cubicBezTo>
                    <a:pt x="420" y="783"/>
                    <a:pt x="415" y="782"/>
                    <a:pt x="411" y="781"/>
                  </a:cubicBezTo>
                  <a:cubicBezTo>
                    <a:pt x="406" y="781"/>
                    <a:pt x="402" y="782"/>
                    <a:pt x="398" y="784"/>
                  </a:cubicBezTo>
                  <a:cubicBezTo>
                    <a:pt x="394" y="786"/>
                    <a:pt x="391" y="789"/>
                    <a:pt x="389" y="793"/>
                  </a:cubicBezTo>
                  <a:cubicBezTo>
                    <a:pt x="385" y="799"/>
                    <a:pt x="384" y="805"/>
                    <a:pt x="386" y="812"/>
                  </a:cubicBezTo>
                  <a:cubicBezTo>
                    <a:pt x="387" y="817"/>
                    <a:pt x="390" y="822"/>
                    <a:pt x="396" y="828"/>
                  </a:cubicBezTo>
                  <a:cubicBezTo>
                    <a:pt x="400" y="833"/>
                    <a:pt x="403" y="836"/>
                    <a:pt x="404" y="838"/>
                  </a:cubicBezTo>
                  <a:cubicBezTo>
                    <a:pt x="406" y="840"/>
                    <a:pt x="407" y="842"/>
                    <a:pt x="407" y="844"/>
                  </a:cubicBezTo>
                  <a:cubicBezTo>
                    <a:pt x="407" y="845"/>
                    <a:pt x="407" y="847"/>
                    <a:pt x="406" y="849"/>
                  </a:cubicBezTo>
                  <a:cubicBezTo>
                    <a:pt x="404" y="852"/>
                    <a:pt x="402" y="854"/>
                    <a:pt x="398" y="854"/>
                  </a:cubicBezTo>
                  <a:cubicBezTo>
                    <a:pt x="395" y="855"/>
                    <a:pt x="391" y="854"/>
                    <a:pt x="387" y="852"/>
                  </a:cubicBezTo>
                  <a:cubicBezTo>
                    <a:pt x="383" y="850"/>
                    <a:pt x="380" y="847"/>
                    <a:pt x="380" y="843"/>
                  </a:cubicBezTo>
                  <a:cubicBezTo>
                    <a:pt x="379" y="839"/>
                    <a:pt x="379" y="835"/>
                    <a:pt x="381" y="829"/>
                  </a:cubicBezTo>
                  <a:cubicBezTo>
                    <a:pt x="368" y="823"/>
                    <a:pt x="368" y="823"/>
                    <a:pt x="368" y="823"/>
                  </a:cubicBezTo>
                  <a:cubicBezTo>
                    <a:pt x="364" y="832"/>
                    <a:pt x="363" y="840"/>
                    <a:pt x="364" y="847"/>
                  </a:cubicBezTo>
                  <a:cubicBezTo>
                    <a:pt x="366" y="854"/>
                    <a:pt x="371" y="860"/>
                    <a:pt x="379" y="865"/>
                  </a:cubicBezTo>
                  <a:cubicBezTo>
                    <a:pt x="385" y="868"/>
                    <a:pt x="390" y="870"/>
                    <a:pt x="395" y="870"/>
                  </a:cubicBezTo>
                  <a:cubicBezTo>
                    <a:pt x="400" y="871"/>
                    <a:pt x="404" y="870"/>
                    <a:pt x="408" y="867"/>
                  </a:cubicBezTo>
                  <a:cubicBezTo>
                    <a:pt x="413" y="865"/>
                    <a:pt x="416" y="861"/>
                    <a:pt x="419" y="857"/>
                  </a:cubicBezTo>
                  <a:cubicBezTo>
                    <a:pt x="421" y="852"/>
                    <a:pt x="423" y="847"/>
                    <a:pt x="423" y="843"/>
                  </a:cubicBezTo>
                  <a:cubicBezTo>
                    <a:pt x="424" y="839"/>
                    <a:pt x="423" y="835"/>
                    <a:pt x="421" y="831"/>
                  </a:cubicBezTo>
                  <a:close/>
                  <a:moveTo>
                    <a:pt x="460" y="807"/>
                  </a:moveTo>
                  <a:cubicBezTo>
                    <a:pt x="420" y="886"/>
                    <a:pt x="420" y="886"/>
                    <a:pt x="420" y="886"/>
                  </a:cubicBezTo>
                  <a:cubicBezTo>
                    <a:pt x="433" y="893"/>
                    <a:pt x="433" y="893"/>
                    <a:pt x="433" y="893"/>
                  </a:cubicBezTo>
                  <a:cubicBezTo>
                    <a:pt x="473" y="814"/>
                    <a:pt x="473" y="814"/>
                    <a:pt x="473" y="814"/>
                  </a:cubicBezTo>
                  <a:lnTo>
                    <a:pt x="460" y="807"/>
                  </a:lnTo>
                  <a:close/>
                  <a:moveTo>
                    <a:pt x="555" y="885"/>
                  </a:moveTo>
                  <a:cubicBezTo>
                    <a:pt x="549" y="846"/>
                    <a:pt x="549" y="846"/>
                    <a:pt x="549" y="846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533" y="841"/>
                    <a:pt x="533" y="841"/>
                    <a:pt x="533" y="841"/>
                  </a:cubicBezTo>
                  <a:cubicBezTo>
                    <a:pt x="479" y="818"/>
                    <a:pt x="479" y="818"/>
                    <a:pt x="479" y="818"/>
                  </a:cubicBezTo>
                  <a:cubicBezTo>
                    <a:pt x="473" y="831"/>
                    <a:pt x="473" y="831"/>
                    <a:pt x="473" y="831"/>
                  </a:cubicBezTo>
                  <a:cubicBezTo>
                    <a:pt x="493" y="840"/>
                    <a:pt x="493" y="840"/>
                    <a:pt x="493" y="840"/>
                  </a:cubicBezTo>
                  <a:cubicBezTo>
                    <a:pt x="465" y="907"/>
                    <a:pt x="465" y="907"/>
                    <a:pt x="465" y="907"/>
                  </a:cubicBezTo>
                  <a:cubicBezTo>
                    <a:pt x="479" y="913"/>
                    <a:pt x="479" y="913"/>
                    <a:pt x="479" y="913"/>
                  </a:cubicBezTo>
                  <a:cubicBezTo>
                    <a:pt x="507" y="846"/>
                    <a:pt x="507" y="846"/>
                    <a:pt x="507" y="846"/>
                  </a:cubicBezTo>
                  <a:cubicBezTo>
                    <a:pt x="528" y="855"/>
                    <a:pt x="528" y="855"/>
                    <a:pt x="528" y="855"/>
                  </a:cubicBezTo>
                  <a:cubicBezTo>
                    <a:pt x="533" y="843"/>
                    <a:pt x="533" y="843"/>
                    <a:pt x="533" y="843"/>
                  </a:cubicBezTo>
                  <a:cubicBezTo>
                    <a:pt x="543" y="898"/>
                    <a:pt x="543" y="898"/>
                    <a:pt x="543" y="898"/>
                  </a:cubicBezTo>
                  <a:cubicBezTo>
                    <a:pt x="531" y="933"/>
                    <a:pt x="531" y="933"/>
                    <a:pt x="531" y="933"/>
                  </a:cubicBezTo>
                  <a:cubicBezTo>
                    <a:pt x="546" y="937"/>
                    <a:pt x="546" y="937"/>
                    <a:pt x="546" y="937"/>
                  </a:cubicBezTo>
                  <a:cubicBezTo>
                    <a:pt x="557" y="902"/>
                    <a:pt x="557" y="902"/>
                    <a:pt x="557" y="902"/>
                  </a:cubicBezTo>
                  <a:cubicBezTo>
                    <a:pt x="599" y="862"/>
                    <a:pt x="599" y="862"/>
                    <a:pt x="599" y="862"/>
                  </a:cubicBezTo>
                  <a:cubicBezTo>
                    <a:pt x="582" y="857"/>
                    <a:pt x="582" y="857"/>
                    <a:pt x="582" y="857"/>
                  </a:cubicBezTo>
                  <a:lnTo>
                    <a:pt x="555" y="885"/>
                  </a:lnTo>
                  <a:close/>
                  <a:moveTo>
                    <a:pt x="685" y="889"/>
                  </a:moveTo>
                  <a:cubicBezTo>
                    <a:pt x="690" y="899"/>
                    <a:pt x="691" y="910"/>
                    <a:pt x="689" y="924"/>
                  </a:cubicBezTo>
                  <a:cubicBezTo>
                    <a:pt x="686" y="938"/>
                    <a:pt x="681" y="949"/>
                    <a:pt x="673" y="955"/>
                  </a:cubicBezTo>
                  <a:cubicBezTo>
                    <a:pt x="666" y="962"/>
                    <a:pt x="656" y="965"/>
                    <a:pt x="645" y="963"/>
                  </a:cubicBezTo>
                  <a:cubicBezTo>
                    <a:pt x="635" y="961"/>
                    <a:pt x="626" y="955"/>
                    <a:pt x="621" y="947"/>
                  </a:cubicBezTo>
                  <a:cubicBezTo>
                    <a:pt x="616" y="937"/>
                    <a:pt x="615" y="926"/>
                    <a:pt x="617" y="912"/>
                  </a:cubicBezTo>
                  <a:cubicBezTo>
                    <a:pt x="619" y="904"/>
                    <a:pt x="621" y="896"/>
                    <a:pt x="624" y="891"/>
                  </a:cubicBezTo>
                  <a:cubicBezTo>
                    <a:pt x="627" y="887"/>
                    <a:pt x="630" y="883"/>
                    <a:pt x="633" y="880"/>
                  </a:cubicBezTo>
                  <a:cubicBezTo>
                    <a:pt x="637" y="877"/>
                    <a:pt x="640" y="875"/>
                    <a:pt x="644" y="874"/>
                  </a:cubicBezTo>
                  <a:cubicBezTo>
                    <a:pt x="649" y="872"/>
                    <a:pt x="655" y="872"/>
                    <a:pt x="661" y="873"/>
                  </a:cubicBezTo>
                  <a:cubicBezTo>
                    <a:pt x="671" y="875"/>
                    <a:pt x="679" y="880"/>
                    <a:pt x="685" y="889"/>
                  </a:cubicBezTo>
                  <a:close/>
                  <a:moveTo>
                    <a:pt x="672" y="898"/>
                  </a:moveTo>
                  <a:cubicBezTo>
                    <a:pt x="669" y="892"/>
                    <a:pt x="664" y="889"/>
                    <a:pt x="658" y="888"/>
                  </a:cubicBezTo>
                  <a:cubicBezTo>
                    <a:pt x="652" y="887"/>
                    <a:pt x="647" y="889"/>
                    <a:pt x="642" y="893"/>
                  </a:cubicBezTo>
                  <a:cubicBezTo>
                    <a:pt x="637" y="897"/>
                    <a:pt x="634" y="904"/>
                    <a:pt x="633" y="914"/>
                  </a:cubicBezTo>
                  <a:cubicBezTo>
                    <a:pt x="631" y="924"/>
                    <a:pt x="631" y="932"/>
                    <a:pt x="635" y="938"/>
                  </a:cubicBezTo>
                  <a:cubicBezTo>
                    <a:pt x="637" y="943"/>
                    <a:pt x="642" y="947"/>
                    <a:pt x="648" y="948"/>
                  </a:cubicBezTo>
                  <a:cubicBezTo>
                    <a:pt x="654" y="949"/>
                    <a:pt x="659" y="947"/>
                    <a:pt x="664" y="943"/>
                  </a:cubicBezTo>
                  <a:cubicBezTo>
                    <a:pt x="669" y="938"/>
                    <a:pt x="672" y="931"/>
                    <a:pt x="673" y="921"/>
                  </a:cubicBezTo>
                  <a:cubicBezTo>
                    <a:pt x="675" y="911"/>
                    <a:pt x="675" y="903"/>
                    <a:pt x="672" y="898"/>
                  </a:cubicBezTo>
                  <a:close/>
                  <a:moveTo>
                    <a:pt x="698" y="969"/>
                  </a:moveTo>
                  <a:cubicBezTo>
                    <a:pt x="713" y="970"/>
                    <a:pt x="713" y="970"/>
                    <a:pt x="713" y="970"/>
                  </a:cubicBezTo>
                  <a:cubicBezTo>
                    <a:pt x="716" y="933"/>
                    <a:pt x="716" y="933"/>
                    <a:pt x="716" y="933"/>
                  </a:cubicBezTo>
                  <a:cubicBezTo>
                    <a:pt x="747" y="935"/>
                    <a:pt x="747" y="935"/>
                    <a:pt x="747" y="935"/>
                  </a:cubicBezTo>
                  <a:cubicBezTo>
                    <a:pt x="748" y="920"/>
                    <a:pt x="748" y="920"/>
                    <a:pt x="748" y="920"/>
                  </a:cubicBezTo>
                  <a:cubicBezTo>
                    <a:pt x="717" y="918"/>
                    <a:pt x="717" y="918"/>
                    <a:pt x="717" y="918"/>
                  </a:cubicBezTo>
                  <a:cubicBezTo>
                    <a:pt x="718" y="897"/>
                    <a:pt x="718" y="897"/>
                    <a:pt x="718" y="897"/>
                  </a:cubicBezTo>
                  <a:cubicBezTo>
                    <a:pt x="754" y="900"/>
                    <a:pt x="754" y="900"/>
                    <a:pt x="754" y="900"/>
                  </a:cubicBezTo>
                  <a:cubicBezTo>
                    <a:pt x="755" y="885"/>
                    <a:pt x="755" y="885"/>
                    <a:pt x="755" y="885"/>
                  </a:cubicBezTo>
                  <a:cubicBezTo>
                    <a:pt x="704" y="881"/>
                    <a:pt x="704" y="881"/>
                    <a:pt x="704" y="881"/>
                  </a:cubicBezTo>
                  <a:lnTo>
                    <a:pt x="698" y="969"/>
                  </a:lnTo>
                  <a:close/>
                  <a:moveTo>
                    <a:pt x="840" y="921"/>
                  </a:moveTo>
                  <a:cubicBezTo>
                    <a:pt x="836" y="920"/>
                    <a:pt x="831" y="918"/>
                    <a:pt x="823" y="916"/>
                  </a:cubicBezTo>
                  <a:cubicBezTo>
                    <a:pt x="816" y="915"/>
                    <a:pt x="811" y="913"/>
                    <a:pt x="809" y="911"/>
                  </a:cubicBezTo>
                  <a:cubicBezTo>
                    <a:pt x="808" y="910"/>
                    <a:pt x="807" y="908"/>
                    <a:pt x="807" y="906"/>
                  </a:cubicBezTo>
                  <a:cubicBezTo>
                    <a:pt x="807" y="904"/>
                    <a:pt x="807" y="902"/>
                    <a:pt x="809" y="900"/>
                  </a:cubicBezTo>
                  <a:cubicBezTo>
                    <a:pt x="811" y="898"/>
                    <a:pt x="815" y="897"/>
                    <a:pt x="819" y="897"/>
                  </a:cubicBezTo>
                  <a:cubicBezTo>
                    <a:pt x="823" y="896"/>
                    <a:pt x="826" y="897"/>
                    <a:pt x="829" y="899"/>
                  </a:cubicBezTo>
                  <a:cubicBezTo>
                    <a:pt x="831" y="901"/>
                    <a:pt x="832" y="904"/>
                    <a:pt x="833" y="908"/>
                  </a:cubicBezTo>
                  <a:cubicBezTo>
                    <a:pt x="848" y="907"/>
                    <a:pt x="848" y="907"/>
                    <a:pt x="848" y="907"/>
                  </a:cubicBezTo>
                  <a:cubicBezTo>
                    <a:pt x="848" y="899"/>
                    <a:pt x="845" y="892"/>
                    <a:pt x="840" y="888"/>
                  </a:cubicBezTo>
                  <a:cubicBezTo>
                    <a:pt x="835" y="883"/>
                    <a:pt x="827" y="881"/>
                    <a:pt x="818" y="882"/>
                  </a:cubicBezTo>
                  <a:cubicBezTo>
                    <a:pt x="812" y="882"/>
                    <a:pt x="808" y="884"/>
                    <a:pt x="804" y="886"/>
                  </a:cubicBezTo>
                  <a:cubicBezTo>
                    <a:pt x="800" y="888"/>
                    <a:pt x="797" y="891"/>
                    <a:pt x="795" y="895"/>
                  </a:cubicBezTo>
                  <a:cubicBezTo>
                    <a:pt x="793" y="899"/>
                    <a:pt x="792" y="904"/>
                    <a:pt x="792" y="908"/>
                  </a:cubicBezTo>
                  <a:cubicBezTo>
                    <a:pt x="793" y="915"/>
                    <a:pt x="795" y="921"/>
                    <a:pt x="800" y="925"/>
                  </a:cubicBezTo>
                  <a:cubicBezTo>
                    <a:pt x="804" y="929"/>
                    <a:pt x="810" y="931"/>
                    <a:pt x="818" y="933"/>
                  </a:cubicBezTo>
                  <a:cubicBezTo>
                    <a:pt x="824" y="934"/>
                    <a:pt x="828" y="935"/>
                    <a:pt x="830" y="936"/>
                  </a:cubicBezTo>
                  <a:cubicBezTo>
                    <a:pt x="833" y="937"/>
                    <a:pt x="835" y="938"/>
                    <a:pt x="836" y="940"/>
                  </a:cubicBezTo>
                  <a:cubicBezTo>
                    <a:pt x="837" y="941"/>
                    <a:pt x="838" y="943"/>
                    <a:pt x="838" y="945"/>
                  </a:cubicBezTo>
                  <a:cubicBezTo>
                    <a:pt x="838" y="948"/>
                    <a:pt x="837" y="951"/>
                    <a:pt x="834" y="954"/>
                  </a:cubicBezTo>
                  <a:cubicBezTo>
                    <a:pt x="832" y="956"/>
                    <a:pt x="829" y="958"/>
                    <a:pt x="824" y="958"/>
                  </a:cubicBezTo>
                  <a:cubicBezTo>
                    <a:pt x="819" y="958"/>
                    <a:pt x="815" y="957"/>
                    <a:pt x="813" y="954"/>
                  </a:cubicBezTo>
                  <a:cubicBezTo>
                    <a:pt x="810" y="952"/>
                    <a:pt x="808" y="948"/>
                    <a:pt x="806" y="942"/>
                  </a:cubicBezTo>
                  <a:cubicBezTo>
                    <a:pt x="792" y="944"/>
                    <a:pt x="792" y="944"/>
                    <a:pt x="792" y="944"/>
                  </a:cubicBezTo>
                  <a:cubicBezTo>
                    <a:pt x="793" y="954"/>
                    <a:pt x="797" y="961"/>
                    <a:pt x="802" y="966"/>
                  </a:cubicBezTo>
                  <a:cubicBezTo>
                    <a:pt x="808" y="971"/>
                    <a:pt x="815" y="973"/>
                    <a:pt x="824" y="973"/>
                  </a:cubicBezTo>
                  <a:cubicBezTo>
                    <a:pt x="831" y="972"/>
                    <a:pt x="836" y="971"/>
                    <a:pt x="841" y="969"/>
                  </a:cubicBezTo>
                  <a:cubicBezTo>
                    <a:pt x="845" y="966"/>
                    <a:pt x="848" y="963"/>
                    <a:pt x="850" y="958"/>
                  </a:cubicBezTo>
                  <a:cubicBezTo>
                    <a:pt x="852" y="954"/>
                    <a:pt x="853" y="949"/>
                    <a:pt x="853" y="944"/>
                  </a:cubicBezTo>
                  <a:cubicBezTo>
                    <a:pt x="852" y="938"/>
                    <a:pt x="851" y="934"/>
                    <a:pt x="849" y="930"/>
                  </a:cubicBezTo>
                  <a:cubicBezTo>
                    <a:pt x="847" y="926"/>
                    <a:pt x="844" y="924"/>
                    <a:pt x="840" y="921"/>
                  </a:cubicBezTo>
                  <a:close/>
                  <a:moveTo>
                    <a:pt x="910" y="943"/>
                  </a:moveTo>
                  <a:cubicBezTo>
                    <a:pt x="908" y="946"/>
                    <a:pt x="905" y="948"/>
                    <a:pt x="901" y="949"/>
                  </a:cubicBezTo>
                  <a:cubicBezTo>
                    <a:pt x="896" y="950"/>
                    <a:pt x="891" y="948"/>
                    <a:pt x="887" y="944"/>
                  </a:cubicBezTo>
                  <a:cubicBezTo>
                    <a:pt x="883" y="940"/>
                    <a:pt x="880" y="932"/>
                    <a:pt x="878" y="921"/>
                  </a:cubicBezTo>
                  <a:cubicBezTo>
                    <a:pt x="876" y="911"/>
                    <a:pt x="877" y="903"/>
                    <a:pt x="879" y="898"/>
                  </a:cubicBezTo>
                  <a:cubicBezTo>
                    <a:pt x="882" y="893"/>
                    <a:pt x="886" y="890"/>
                    <a:pt x="892" y="889"/>
                  </a:cubicBezTo>
                  <a:cubicBezTo>
                    <a:pt x="896" y="888"/>
                    <a:pt x="899" y="889"/>
                    <a:pt x="902" y="891"/>
                  </a:cubicBezTo>
                  <a:cubicBezTo>
                    <a:pt x="905" y="893"/>
                    <a:pt x="908" y="897"/>
                    <a:pt x="909" y="901"/>
                  </a:cubicBezTo>
                  <a:cubicBezTo>
                    <a:pt x="923" y="895"/>
                    <a:pt x="923" y="895"/>
                    <a:pt x="923" y="895"/>
                  </a:cubicBezTo>
                  <a:cubicBezTo>
                    <a:pt x="921" y="888"/>
                    <a:pt x="917" y="883"/>
                    <a:pt x="913" y="880"/>
                  </a:cubicBezTo>
                  <a:cubicBezTo>
                    <a:pt x="907" y="874"/>
                    <a:pt x="899" y="872"/>
                    <a:pt x="890" y="874"/>
                  </a:cubicBezTo>
                  <a:cubicBezTo>
                    <a:pt x="879" y="876"/>
                    <a:pt x="872" y="881"/>
                    <a:pt x="867" y="890"/>
                  </a:cubicBezTo>
                  <a:cubicBezTo>
                    <a:pt x="862" y="899"/>
                    <a:pt x="860" y="911"/>
                    <a:pt x="863" y="925"/>
                  </a:cubicBezTo>
                  <a:cubicBezTo>
                    <a:pt x="865" y="939"/>
                    <a:pt x="870" y="949"/>
                    <a:pt x="877" y="956"/>
                  </a:cubicBezTo>
                  <a:cubicBezTo>
                    <a:pt x="885" y="963"/>
                    <a:pt x="894" y="965"/>
                    <a:pt x="904" y="964"/>
                  </a:cubicBezTo>
                  <a:cubicBezTo>
                    <a:pt x="911" y="962"/>
                    <a:pt x="918" y="959"/>
                    <a:pt x="922" y="954"/>
                  </a:cubicBezTo>
                  <a:cubicBezTo>
                    <a:pt x="926" y="948"/>
                    <a:pt x="929" y="941"/>
                    <a:pt x="930" y="931"/>
                  </a:cubicBezTo>
                  <a:cubicBezTo>
                    <a:pt x="914" y="928"/>
                    <a:pt x="914" y="928"/>
                    <a:pt x="914" y="928"/>
                  </a:cubicBezTo>
                  <a:cubicBezTo>
                    <a:pt x="914" y="934"/>
                    <a:pt x="913" y="939"/>
                    <a:pt x="910" y="943"/>
                  </a:cubicBezTo>
                  <a:close/>
                  <a:moveTo>
                    <a:pt x="929" y="868"/>
                  </a:moveTo>
                  <a:cubicBezTo>
                    <a:pt x="950" y="953"/>
                    <a:pt x="950" y="953"/>
                    <a:pt x="950" y="953"/>
                  </a:cubicBezTo>
                  <a:cubicBezTo>
                    <a:pt x="965" y="950"/>
                    <a:pt x="965" y="950"/>
                    <a:pt x="965" y="950"/>
                  </a:cubicBezTo>
                  <a:cubicBezTo>
                    <a:pt x="944" y="864"/>
                    <a:pt x="944" y="864"/>
                    <a:pt x="944" y="864"/>
                  </a:cubicBezTo>
                  <a:lnTo>
                    <a:pt x="929" y="868"/>
                  </a:lnTo>
                  <a:close/>
                  <a:moveTo>
                    <a:pt x="992" y="927"/>
                  </a:moveTo>
                  <a:cubicBezTo>
                    <a:pt x="985" y="904"/>
                    <a:pt x="985" y="904"/>
                    <a:pt x="985" y="904"/>
                  </a:cubicBezTo>
                  <a:cubicBezTo>
                    <a:pt x="1021" y="893"/>
                    <a:pt x="1021" y="893"/>
                    <a:pt x="1021" y="893"/>
                  </a:cubicBezTo>
                  <a:cubicBezTo>
                    <a:pt x="1016" y="879"/>
                    <a:pt x="1016" y="879"/>
                    <a:pt x="1016" y="879"/>
                  </a:cubicBezTo>
                  <a:cubicBezTo>
                    <a:pt x="980" y="890"/>
                    <a:pt x="980" y="890"/>
                    <a:pt x="980" y="890"/>
                  </a:cubicBezTo>
                  <a:cubicBezTo>
                    <a:pt x="975" y="871"/>
                    <a:pt x="975" y="871"/>
                    <a:pt x="975" y="871"/>
                  </a:cubicBezTo>
                  <a:cubicBezTo>
                    <a:pt x="1013" y="859"/>
                    <a:pt x="1013" y="859"/>
                    <a:pt x="1013" y="859"/>
                  </a:cubicBezTo>
                  <a:cubicBezTo>
                    <a:pt x="1009" y="845"/>
                    <a:pt x="1009" y="845"/>
                    <a:pt x="1009" y="845"/>
                  </a:cubicBezTo>
                  <a:cubicBezTo>
                    <a:pt x="956" y="862"/>
                    <a:pt x="956" y="862"/>
                    <a:pt x="956" y="862"/>
                  </a:cubicBezTo>
                  <a:cubicBezTo>
                    <a:pt x="982" y="946"/>
                    <a:pt x="982" y="946"/>
                    <a:pt x="982" y="946"/>
                  </a:cubicBezTo>
                  <a:cubicBezTo>
                    <a:pt x="1036" y="929"/>
                    <a:pt x="1036" y="929"/>
                    <a:pt x="1036" y="929"/>
                  </a:cubicBezTo>
                  <a:cubicBezTo>
                    <a:pt x="1032" y="915"/>
                    <a:pt x="1032" y="915"/>
                    <a:pt x="1032" y="915"/>
                  </a:cubicBezTo>
                  <a:lnTo>
                    <a:pt x="992" y="927"/>
                  </a:lnTo>
                  <a:close/>
                  <a:moveTo>
                    <a:pt x="1061" y="824"/>
                  </a:moveTo>
                  <a:cubicBezTo>
                    <a:pt x="1084" y="878"/>
                    <a:pt x="1084" y="878"/>
                    <a:pt x="1084" y="878"/>
                  </a:cubicBezTo>
                  <a:cubicBezTo>
                    <a:pt x="1032" y="836"/>
                    <a:pt x="1032" y="836"/>
                    <a:pt x="1032" y="836"/>
                  </a:cubicBezTo>
                  <a:cubicBezTo>
                    <a:pt x="1019" y="841"/>
                    <a:pt x="1019" y="841"/>
                    <a:pt x="1019" y="841"/>
                  </a:cubicBezTo>
                  <a:cubicBezTo>
                    <a:pt x="1053" y="922"/>
                    <a:pt x="1053" y="922"/>
                    <a:pt x="1053" y="922"/>
                  </a:cubicBezTo>
                  <a:cubicBezTo>
                    <a:pt x="1066" y="917"/>
                    <a:pt x="1066" y="917"/>
                    <a:pt x="1066" y="917"/>
                  </a:cubicBezTo>
                  <a:cubicBezTo>
                    <a:pt x="1044" y="864"/>
                    <a:pt x="1044" y="864"/>
                    <a:pt x="1044" y="864"/>
                  </a:cubicBezTo>
                  <a:cubicBezTo>
                    <a:pt x="1094" y="905"/>
                    <a:pt x="1094" y="905"/>
                    <a:pt x="1094" y="905"/>
                  </a:cubicBezTo>
                  <a:cubicBezTo>
                    <a:pt x="1108" y="899"/>
                    <a:pt x="1108" y="899"/>
                    <a:pt x="1108" y="899"/>
                  </a:cubicBezTo>
                  <a:cubicBezTo>
                    <a:pt x="1074" y="818"/>
                    <a:pt x="1074" y="818"/>
                    <a:pt x="1074" y="818"/>
                  </a:cubicBezTo>
                  <a:lnTo>
                    <a:pt x="1061" y="824"/>
                  </a:lnTo>
                  <a:close/>
                  <a:moveTo>
                    <a:pt x="1153" y="838"/>
                  </a:moveTo>
                  <a:cubicBezTo>
                    <a:pt x="1155" y="845"/>
                    <a:pt x="1156" y="850"/>
                    <a:pt x="1155" y="854"/>
                  </a:cubicBezTo>
                  <a:cubicBezTo>
                    <a:pt x="1154" y="858"/>
                    <a:pt x="1152" y="861"/>
                    <a:pt x="1148" y="863"/>
                  </a:cubicBezTo>
                  <a:cubicBezTo>
                    <a:pt x="1143" y="865"/>
                    <a:pt x="1138" y="865"/>
                    <a:pt x="1133" y="863"/>
                  </a:cubicBezTo>
                  <a:cubicBezTo>
                    <a:pt x="1128" y="860"/>
                    <a:pt x="1122" y="854"/>
                    <a:pt x="1117" y="845"/>
                  </a:cubicBezTo>
                  <a:cubicBezTo>
                    <a:pt x="1112" y="835"/>
                    <a:pt x="1110" y="828"/>
                    <a:pt x="1110" y="822"/>
                  </a:cubicBezTo>
                  <a:cubicBezTo>
                    <a:pt x="1111" y="816"/>
                    <a:pt x="1114" y="812"/>
                    <a:pt x="1119" y="809"/>
                  </a:cubicBezTo>
                  <a:cubicBezTo>
                    <a:pt x="1122" y="807"/>
                    <a:pt x="1126" y="807"/>
                    <a:pt x="1130" y="808"/>
                  </a:cubicBezTo>
                  <a:cubicBezTo>
                    <a:pt x="1133" y="809"/>
                    <a:pt x="1137" y="811"/>
                    <a:pt x="1140" y="815"/>
                  </a:cubicBezTo>
                  <a:cubicBezTo>
                    <a:pt x="1151" y="804"/>
                    <a:pt x="1151" y="804"/>
                    <a:pt x="1151" y="804"/>
                  </a:cubicBezTo>
                  <a:cubicBezTo>
                    <a:pt x="1146" y="798"/>
                    <a:pt x="1141" y="795"/>
                    <a:pt x="1136" y="793"/>
                  </a:cubicBezTo>
                  <a:cubicBezTo>
                    <a:pt x="1128" y="791"/>
                    <a:pt x="1120" y="791"/>
                    <a:pt x="1112" y="796"/>
                  </a:cubicBezTo>
                  <a:cubicBezTo>
                    <a:pt x="1103" y="801"/>
                    <a:pt x="1098" y="809"/>
                    <a:pt x="1096" y="819"/>
                  </a:cubicBezTo>
                  <a:cubicBezTo>
                    <a:pt x="1094" y="829"/>
                    <a:pt x="1097" y="840"/>
                    <a:pt x="1104" y="853"/>
                  </a:cubicBezTo>
                  <a:cubicBezTo>
                    <a:pt x="1111" y="865"/>
                    <a:pt x="1119" y="873"/>
                    <a:pt x="1128" y="877"/>
                  </a:cubicBezTo>
                  <a:cubicBezTo>
                    <a:pt x="1138" y="881"/>
                    <a:pt x="1147" y="881"/>
                    <a:pt x="1155" y="876"/>
                  </a:cubicBezTo>
                  <a:cubicBezTo>
                    <a:pt x="1163" y="872"/>
                    <a:pt x="1167" y="867"/>
                    <a:pt x="1169" y="860"/>
                  </a:cubicBezTo>
                  <a:cubicBezTo>
                    <a:pt x="1172" y="853"/>
                    <a:pt x="1172" y="845"/>
                    <a:pt x="1169" y="836"/>
                  </a:cubicBezTo>
                  <a:lnTo>
                    <a:pt x="1153" y="838"/>
                  </a:lnTo>
                  <a:close/>
                  <a:moveTo>
                    <a:pt x="1201" y="829"/>
                  </a:moveTo>
                  <a:cubicBezTo>
                    <a:pt x="1188" y="809"/>
                    <a:pt x="1188" y="809"/>
                    <a:pt x="1188" y="809"/>
                  </a:cubicBezTo>
                  <a:cubicBezTo>
                    <a:pt x="1218" y="788"/>
                    <a:pt x="1218" y="788"/>
                    <a:pt x="1218" y="788"/>
                  </a:cubicBezTo>
                  <a:cubicBezTo>
                    <a:pt x="1210" y="775"/>
                    <a:pt x="1210" y="775"/>
                    <a:pt x="1210" y="775"/>
                  </a:cubicBezTo>
                  <a:cubicBezTo>
                    <a:pt x="1179" y="797"/>
                    <a:pt x="1179" y="797"/>
                    <a:pt x="1179" y="797"/>
                  </a:cubicBezTo>
                  <a:cubicBezTo>
                    <a:pt x="1168" y="781"/>
                    <a:pt x="1168" y="781"/>
                    <a:pt x="1168" y="781"/>
                  </a:cubicBezTo>
                  <a:cubicBezTo>
                    <a:pt x="1201" y="758"/>
                    <a:pt x="1201" y="758"/>
                    <a:pt x="1201" y="758"/>
                  </a:cubicBezTo>
                  <a:cubicBezTo>
                    <a:pt x="1193" y="746"/>
                    <a:pt x="1193" y="746"/>
                    <a:pt x="1193" y="746"/>
                  </a:cubicBezTo>
                  <a:cubicBezTo>
                    <a:pt x="1147" y="777"/>
                    <a:pt x="1147" y="777"/>
                    <a:pt x="1147" y="777"/>
                  </a:cubicBezTo>
                  <a:cubicBezTo>
                    <a:pt x="1197" y="849"/>
                    <a:pt x="1197" y="849"/>
                    <a:pt x="1197" y="849"/>
                  </a:cubicBezTo>
                  <a:cubicBezTo>
                    <a:pt x="1244" y="817"/>
                    <a:pt x="1244" y="817"/>
                    <a:pt x="1244" y="817"/>
                  </a:cubicBezTo>
                  <a:cubicBezTo>
                    <a:pt x="1236" y="805"/>
                    <a:pt x="1236" y="805"/>
                    <a:pt x="1236" y="805"/>
                  </a:cubicBezTo>
                  <a:lnTo>
                    <a:pt x="1201" y="829"/>
                  </a:lnTo>
                  <a:close/>
                  <a:moveTo>
                    <a:pt x="1324" y="733"/>
                  </a:moveTo>
                  <a:cubicBezTo>
                    <a:pt x="1326" y="749"/>
                    <a:pt x="1326" y="749"/>
                    <a:pt x="1326" y="749"/>
                  </a:cubicBezTo>
                  <a:cubicBezTo>
                    <a:pt x="1321" y="750"/>
                    <a:pt x="1316" y="750"/>
                    <a:pt x="1310" y="750"/>
                  </a:cubicBezTo>
                  <a:cubicBezTo>
                    <a:pt x="1310" y="754"/>
                    <a:pt x="1310" y="758"/>
                    <a:pt x="1308" y="762"/>
                  </a:cubicBezTo>
                  <a:cubicBezTo>
                    <a:pt x="1307" y="765"/>
                    <a:pt x="1304" y="768"/>
                    <a:pt x="1301" y="771"/>
                  </a:cubicBezTo>
                  <a:cubicBezTo>
                    <a:pt x="1294" y="778"/>
                    <a:pt x="1287" y="780"/>
                    <a:pt x="1279" y="779"/>
                  </a:cubicBezTo>
                  <a:cubicBezTo>
                    <a:pt x="1273" y="778"/>
                    <a:pt x="1268" y="775"/>
                    <a:pt x="1264" y="771"/>
                  </a:cubicBezTo>
                  <a:cubicBezTo>
                    <a:pt x="1260" y="766"/>
                    <a:pt x="1258" y="762"/>
                    <a:pt x="1257" y="757"/>
                  </a:cubicBezTo>
                  <a:cubicBezTo>
                    <a:pt x="1256" y="751"/>
                    <a:pt x="1256" y="746"/>
                    <a:pt x="1258" y="739"/>
                  </a:cubicBezTo>
                  <a:cubicBezTo>
                    <a:pt x="1254" y="738"/>
                    <a:pt x="1250" y="737"/>
                    <a:pt x="1247" y="736"/>
                  </a:cubicBezTo>
                  <a:cubicBezTo>
                    <a:pt x="1244" y="734"/>
                    <a:pt x="1241" y="732"/>
                    <a:pt x="1239" y="730"/>
                  </a:cubicBezTo>
                  <a:cubicBezTo>
                    <a:pt x="1236" y="726"/>
                    <a:pt x="1234" y="722"/>
                    <a:pt x="1234" y="717"/>
                  </a:cubicBezTo>
                  <a:cubicBezTo>
                    <a:pt x="1234" y="711"/>
                    <a:pt x="1237" y="707"/>
                    <a:pt x="1242" y="702"/>
                  </a:cubicBezTo>
                  <a:cubicBezTo>
                    <a:pt x="1246" y="698"/>
                    <a:pt x="1251" y="696"/>
                    <a:pt x="1257" y="696"/>
                  </a:cubicBezTo>
                  <a:cubicBezTo>
                    <a:pt x="1262" y="696"/>
                    <a:pt x="1267" y="699"/>
                    <a:pt x="1270" y="703"/>
                  </a:cubicBezTo>
                  <a:cubicBezTo>
                    <a:pt x="1273" y="705"/>
                    <a:pt x="1275" y="709"/>
                    <a:pt x="1275" y="712"/>
                  </a:cubicBezTo>
                  <a:cubicBezTo>
                    <a:pt x="1276" y="716"/>
                    <a:pt x="1276" y="721"/>
                    <a:pt x="1275" y="727"/>
                  </a:cubicBezTo>
                  <a:cubicBezTo>
                    <a:pt x="1293" y="732"/>
                    <a:pt x="1293" y="732"/>
                    <a:pt x="1293" y="732"/>
                  </a:cubicBezTo>
                  <a:cubicBezTo>
                    <a:pt x="1292" y="730"/>
                    <a:pt x="1291" y="726"/>
                    <a:pt x="1289" y="723"/>
                  </a:cubicBezTo>
                  <a:cubicBezTo>
                    <a:pt x="1301" y="717"/>
                    <a:pt x="1301" y="717"/>
                    <a:pt x="1301" y="717"/>
                  </a:cubicBezTo>
                  <a:cubicBezTo>
                    <a:pt x="1303" y="721"/>
                    <a:pt x="1305" y="725"/>
                    <a:pt x="1306" y="727"/>
                  </a:cubicBezTo>
                  <a:cubicBezTo>
                    <a:pt x="1307" y="730"/>
                    <a:pt x="1308" y="732"/>
                    <a:pt x="1308" y="734"/>
                  </a:cubicBezTo>
                  <a:cubicBezTo>
                    <a:pt x="1311" y="734"/>
                    <a:pt x="1314" y="734"/>
                    <a:pt x="1317" y="734"/>
                  </a:cubicBezTo>
                  <a:cubicBezTo>
                    <a:pt x="1320" y="734"/>
                    <a:pt x="1322" y="734"/>
                    <a:pt x="1324" y="733"/>
                  </a:cubicBezTo>
                  <a:close/>
                  <a:moveTo>
                    <a:pt x="1263" y="720"/>
                  </a:moveTo>
                  <a:cubicBezTo>
                    <a:pt x="1263" y="716"/>
                    <a:pt x="1263" y="713"/>
                    <a:pt x="1261" y="711"/>
                  </a:cubicBezTo>
                  <a:cubicBezTo>
                    <a:pt x="1259" y="709"/>
                    <a:pt x="1258" y="709"/>
                    <a:pt x="1256" y="708"/>
                  </a:cubicBezTo>
                  <a:cubicBezTo>
                    <a:pt x="1254" y="708"/>
                    <a:pt x="1252" y="709"/>
                    <a:pt x="1250" y="711"/>
                  </a:cubicBezTo>
                  <a:cubicBezTo>
                    <a:pt x="1248" y="712"/>
                    <a:pt x="1247" y="714"/>
                    <a:pt x="1247" y="716"/>
                  </a:cubicBezTo>
                  <a:cubicBezTo>
                    <a:pt x="1247" y="718"/>
                    <a:pt x="1248" y="719"/>
                    <a:pt x="1249" y="720"/>
                  </a:cubicBezTo>
                  <a:cubicBezTo>
                    <a:pt x="1251" y="722"/>
                    <a:pt x="1253" y="723"/>
                    <a:pt x="1257" y="724"/>
                  </a:cubicBezTo>
                  <a:cubicBezTo>
                    <a:pt x="1263" y="725"/>
                    <a:pt x="1263" y="725"/>
                    <a:pt x="1263" y="725"/>
                  </a:cubicBezTo>
                  <a:lnTo>
                    <a:pt x="1263" y="720"/>
                  </a:lnTo>
                  <a:close/>
                  <a:moveTo>
                    <a:pt x="1296" y="748"/>
                  </a:moveTo>
                  <a:cubicBezTo>
                    <a:pt x="1271" y="742"/>
                    <a:pt x="1271" y="742"/>
                    <a:pt x="1271" y="742"/>
                  </a:cubicBezTo>
                  <a:cubicBezTo>
                    <a:pt x="1270" y="746"/>
                    <a:pt x="1270" y="749"/>
                    <a:pt x="1270" y="752"/>
                  </a:cubicBezTo>
                  <a:cubicBezTo>
                    <a:pt x="1271" y="756"/>
                    <a:pt x="1272" y="758"/>
                    <a:pt x="1274" y="760"/>
                  </a:cubicBezTo>
                  <a:cubicBezTo>
                    <a:pt x="1277" y="763"/>
                    <a:pt x="1279" y="764"/>
                    <a:pt x="1282" y="765"/>
                  </a:cubicBezTo>
                  <a:cubicBezTo>
                    <a:pt x="1286" y="765"/>
                    <a:pt x="1288" y="764"/>
                    <a:pt x="1291" y="762"/>
                  </a:cubicBezTo>
                  <a:cubicBezTo>
                    <a:pt x="1292" y="760"/>
                    <a:pt x="1294" y="758"/>
                    <a:pt x="1294" y="756"/>
                  </a:cubicBezTo>
                  <a:cubicBezTo>
                    <a:pt x="1295" y="754"/>
                    <a:pt x="1296" y="751"/>
                    <a:pt x="1296" y="748"/>
                  </a:cubicBezTo>
                  <a:close/>
                  <a:moveTo>
                    <a:pt x="1340" y="620"/>
                  </a:moveTo>
                  <a:cubicBezTo>
                    <a:pt x="1328" y="610"/>
                    <a:pt x="1328" y="610"/>
                    <a:pt x="1328" y="610"/>
                  </a:cubicBezTo>
                  <a:cubicBezTo>
                    <a:pt x="1290" y="656"/>
                    <a:pt x="1290" y="656"/>
                    <a:pt x="1290" y="656"/>
                  </a:cubicBezTo>
                  <a:cubicBezTo>
                    <a:pt x="1302" y="665"/>
                    <a:pt x="1302" y="665"/>
                    <a:pt x="1302" y="665"/>
                  </a:cubicBezTo>
                  <a:cubicBezTo>
                    <a:pt x="1316" y="648"/>
                    <a:pt x="1316" y="648"/>
                    <a:pt x="1316" y="648"/>
                  </a:cubicBezTo>
                  <a:cubicBezTo>
                    <a:pt x="1372" y="695"/>
                    <a:pt x="1372" y="695"/>
                    <a:pt x="1372" y="695"/>
                  </a:cubicBezTo>
                  <a:cubicBezTo>
                    <a:pt x="1382" y="683"/>
                    <a:pt x="1382" y="683"/>
                    <a:pt x="1382" y="683"/>
                  </a:cubicBezTo>
                  <a:cubicBezTo>
                    <a:pt x="1325" y="637"/>
                    <a:pt x="1325" y="637"/>
                    <a:pt x="1325" y="637"/>
                  </a:cubicBezTo>
                  <a:lnTo>
                    <a:pt x="1340" y="620"/>
                  </a:lnTo>
                  <a:close/>
                  <a:moveTo>
                    <a:pt x="1401" y="633"/>
                  </a:moveTo>
                  <a:cubicBezTo>
                    <a:pt x="1381" y="620"/>
                    <a:pt x="1381" y="620"/>
                    <a:pt x="1381" y="620"/>
                  </a:cubicBezTo>
                  <a:cubicBezTo>
                    <a:pt x="1402" y="589"/>
                    <a:pt x="1402" y="589"/>
                    <a:pt x="1402" y="589"/>
                  </a:cubicBezTo>
                  <a:cubicBezTo>
                    <a:pt x="1390" y="581"/>
                    <a:pt x="1390" y="581"/>
                    <a:pt x="1390" y="581"/>
                  </a:cubicBezTo>
                  <a:cubicBezTo>
                    <a:pt x="1369" y="612"/>
                    <a:pt x="1369" y="612"/>
                    <a:pt x="1369" y="612"/>
                  </a:cubicBezTo>
                  <a:cubicBezTo>
                    <a:pt x="1353" y="601"/>
                    <a:pt x="1353" y="601"/>
                    <a:pt x="1353" y="601"/>
                  </a:cubicBezTo>
                  <a:cubicBezTo>
                    <a:pt x="1375" y="567"/>
                    <a:pt x="1375" y="567"/>
                    <a:pt x="1375" y="567"/>
                  </a:cubicBezTo>
                  <a:cubicBezTo>
                    <a:pt x="1363" y="559"/>
                    <a:pt x="1363" y="559"/>
                    <a:pt x="1363" y="559"/>
                  </a:cubicBezTo>
                  <a:cubicBezTo>
                    <a:pt x="1332" y="605"/>
                    <a:pt x="1332" y="605"/>
                    <a:pt x="1332" y="605"/>
                  </a:cubicBezTo>
                  <a:cubicBezTo>
                    <a:pt x="1405" y="654"/>
                    <a:pt x="1405" y="654"/>
                    <a:pt x="1405" y="654"/>
                  </a:cubicBezTo>
                  <a:cubicBezTo>
                    <a:pt x="1437" y="607"/>
                    <a:pt x="1437" y="607"/>
                    <a:pt x="1437" y="607"/>
                  </a:cubicBezTo>
                  <a:cubicBezTo>
                    <a:pt x="1424" y="599"/>
                    <a:pt x="1424" y="599"/>
                    <a:pt x="1424" y="599"/>
                  </a:cubicBezTo>
                  <a:lnTo>
                    <a:pt x="1401" y="633"/>
                  </a:lnTo>
                  <a:close/>
                  <a:moveTo>
                    <a:pt x="1452" y="524"/>
                  </a:moveTo>
                  <a:cubicBezTo>
                    <a:pt x="1440" y="534"/>
                    <a:pt x="1440" y="534"/>
                    <a:pt x="1440" y="534"/>
                  </a:cubicBezTo>
                  <a:cubicBezTo>
                    <a:pt x="1445" y="538"/>
                    <a:pt x="1449" y="542"/>
                    <a:pt x="1450" y="546"/>
                  </a:cubicBezTo>
                  <a:cubicBezTo>
                    <a:pt x="1451" y="550"/>
                    <a:pt x="1451" y="554"/>
                    <a:pt x="1449" y="558"/>
                  </a:cubicBezTo>
                  <a:cubicBezTo>
                    <a:pt x="1446" y="562"/>
                    <a:pt x="1442" y="565"/>
                    <a:pt x="1436" y="566"/>
                  </a:cubicBezTo>
                  <a:cubicBezTo>
                    <a:pt x="1431" y="567"/>
                    <a:pt x="1423" y="564"/>
                    <a:pt x="1413" y="559"/>
                  </a:cubicBezTo>
                  <a:cubicBezTo>
                    <a:pt x="1404" y="554"/>
                    <a:pt x="1398" y="549"/>
                    <a:pt x="1396" y="544"/>
                  </a:cubicBezTo>
                  <a:cubicBezTo>
                    <a:pt x="1393" y="538"/>
                    <a:pt x="1393" y="533"/>
                    <a:pt x="1396" y="529"/>
                  </a:cubicBezTo>
                  <a:cubicBezTo>
                    <a:pt x="1398" y="525"/>
                    <a:pt x="1400" y="523"/>
                    <a:pt x="1404" y="521"/>
                  </a:cubicBezTo>
                  <a:cubicBezTo>
                    <a:pt x="1408" y="520"/>
                    <a:pt x="1412" y="520"/>
                    <a:pt x="1416" y="522"/>
                  </a:cubicBezTo>
                  <a:cubicBezTo>
                    <a:pt x="1420" y="507"/>
                    <a:pt x="1420" y="507"/>
                    <a:pt x="1420" y="507"/>
                  </a:cubicBezTo>
                  <a:cubicBezTo>
                    <a:pt x="1413" y="505"/>
                    <a:pt x="1407" y="504"/>
                    <a:pt x="1402" y="506"/>
                  </a:cubicBezTo>
                  <a:cubicBezTo>
                    <a:pt x="1393" y="508"/>
                    <a:pt x="1387" y="513"/>
                    <a:pt x="1383" y="521"/>
                  </a:cubicBezTo>
                  <a:cubicBezTo>
                    <a:pt x="1378" y="530"/>
                    <a:pt x="1377" y="539"/>
                    <a:pt x="1381" y="549"/>
                  </a:cubicBezTo>
                  <a:cubicBezTo>
                    <a:pt x="1385" y="558"/>
                    <a:pt x="1394" y="567"/>
                    <a:pt x="1407" y="574"/>
                  </a:cubicBezTo>
                  <a:cubicBezTo>
                    <a:pt x="1419" y="580"/>
                    <a:pt x="1430" y="582"/>
                    <a:pt x="1440" y="581"/>
                  </a:cubicBezTo>
                  <a:cubicBezTo>
                    <a:pt x="1450" y="579"/>
                    <a:pt x="1458" y="574"/>
                    <a:pt x="1462" y="565"/>
                  </a:cubicBezTo>
                  <a:cubicBezTo>
                    <a:pt x="1466" y="558"/>
                    <a:pt x="1467" y="551"/>
                    <a:pt x="1466" y="544"/>
                  </a:cubicBezTo>
                  <a:cubicBezTo>
                    <a:pt x="1464" y="537"/>
                    <a:pt x="1459" y="530"/>
                    <a:pt x="1452" y="524"/>
                  </a:cubicBezTo>
                  <a:close/>
                  <a:moveTo>
                    <a:pt x="1419" y="445"/>
                  </a:moveTo>
                  <a:cubicBezTo>
                    <a:pt x="1451" y="458"/>
                    <a:pt x="1451" y="458"/>
                    <a:pt x="1451" y="458"/>
                  </a:cubicBezTo>
                  <a:cubicBezTo>
                    <a:pt x="1440" y="486"/>
                    <a:pt x="1440" y="486"/>
                    <a:pt x="1440" y="486"/>
                  </a:cubicBezTo>
                  <a:cubicBezTo>
                    <a:pt x="1408" y="472"/>
                    <a:pt x="1408" y="472"/>
                    <a:pt x="1408" y="472"/>
                  </a:cubicBezTo>
                  <a:cubicBezTo>
                    <a:pt x="1402" y="486"/>
                    <a:pt x="1402" y="486"/>
                    <a:pt x="1402" y="486"/>
                  </a:cubicBezTo>
                  <a:cubicBezTo>
                    <a:pt x="1484" y="520"/>
                    <a:pt x="1484" y="520"/>
                    <a:pt x="1484" y="520"/>
                  </a:cubicBezTo>
                  <a:cubicBezTo>
                    <a:pt x="1489" y="506"/>
                    <a:pt x="1489" y="506"/>
                    <a:pt x="1489" y="506"/>
                  </a:cubicBezTo>
                  <a:cubicBezTo>
                    <a:pt x="1454" y="491"/>
                    <a:pt x="1454" y="491"/>
                    <a:pt x="1454" y="491"/>
                  </a:cubicBezTo>
                  <a:cubicBezTo>
                    <a:pt x="1465" y="464"/>
                    <a:pt x="1465" y="464"/>
                    <a:pt x="1465" y="464"/>
                  </a:cubicBezTo>
                  <a:cubicBezTo>
                    <a:pt x="1501" y="479"/>
                    <a:pt x="1501" y="479"/>
                    <a:pt x="1501" y="479"/>
                  </a:cubicBezTo>
                  <a:cubicBezTo>
                    <a:pt x="1506" y="465"/>
                    <a:pt x="1506" y="465"/>
                    <a:pt x="1506" y="465"/>
                  </a:cubicBezTo>
                  <a:cubicBezTo>
                    <a:pt x="1425" y="431"/>
                    <a:pt x="1425" y="431"/>
                    <a:pt x="1425" y="431"/>
                  </a:cubicBezTo>
                  <a:lnTo>
                    <a:pt x="1419" y="445"/>
                  </a:lnTo>
                  <a:close/>
                  <a:moveTo>
                    <a:pt x="1442" y="376"/>
                  </a:moveTo>
                  <a:cubicBezTo>
                    <a:pt x="1498" y="393"/>
                    <a:pt x="1498" y="393"/>
                    <a:pt x="1498" y="393"/>
                  </a:cubicBezTo>
                  <a:cubicBezTo>
                    <a:pt x="1433" y="406"/>
                    <a:pt x="1433" y="406"/>
                    <a:pt x="1433" y="406"/>
                  </a:cubicBezTo>
                  <a:cubicBezTo>
                    <a:pt x="1429" y="420"/>
                    <a:pt x="1429" y="420"/>
                    <a:pt x="1429" y="420"/>
                  </a:cubicBezTo>
                  <a:cubicBezTo>
                    <a:pt x="1513" y="445"/>
                    <a:pt x="1513" y="445"/>
                    <a:pt x="1513" y="445"/>
                  </a:cubicBezTo>
                  <a:cubicBezTo>
                    <a:pt x="1517" y="431"/>
                    <a:pt x="1517" y="431"/>
                    <a:pt x="1517" y="431"/>
                  </a:cubicBezTo>
                  <a:cubicBezTo>
                    <a:pt x="1462" y="415"/>
                    <a:pt x="1462" y="415"/>
                    <a:pt x="1462" y="415"/>
                  </a:cubicBezTo>
                  <a:cubicBezTo>
                    <a:pt x="1526" y="402"/>
                    <a:pt x="1526" y="402"/>
                    <a:pt x="1526" y="402"/>
                  </a:cubicBezTo>
                  <a:cubicBezTo>
                    <a:pt x="1530" y="388"/>
                    <a:pt x="1530" y="388"/>
                    <a:pt x="1530" y="388"/>
                  </a:cubicBezTo>
                  <a:cubicBezTo>
                    <a:pt x="1446" y="363"/>
                    <a:pt x="1446" y="363"/>
                    <a:pt x="1446" y="363"/>
                  </a:cubicBezTo>
                  <a:lnTo>
                    <a:pt x="1442" y="376"/>
                  </a:lnTo>
                  <a:close/>
                  <a:moveTo>
                    <a:pt x="1536" y="306"/>
                  </a:moveTo>
                  <a:cubicBezTo>
                    <a:pt x="1542" y="314"/>
                    <a:pt x="1545" y="323"/>
                    <a:pt x="1543" y="334"/>
                  </a:cubicBezTo>
                  <a:cubicBezTo>
                    <a:pt x="1541" y="345"/>
                    <a:pt x="1535" y="353"/>
                    <a:pt x="1526" y="358"/>
                  </a:cubicBezTo>
                  <a:cubicBezTo>
                    <a:pt x="1517" y="363"/>
                    <a:pt x="1506" y="364"/>
                    <a:pt x="1492" y="362"/>
                  </a:cubicBezTo>
                  <a:cubicBezTo>
                    <a:pt x="1483" y="360"/>
                    <a:pt x="1476" y="358"/>
                    <a:pt x="1470" y="354"/>
                  </a:cubicBezTo>
                  <a:cubicBezTo>
                    <a:pt x="1466" y="352"/>
                    <a:pt x="1463" y="349"/>
                    <a:pt x="1460" y="346"/>
                  </a:cubicBezTo>
                  <a:cubicBezTo>
                    <a:pt x="1457" y="342"/>
                    <a:pt x="1455" y="338"/>
                    <a:pt x="1454" y="335"/>
                  </a:cubicBezTo>
                  <a:cubicBezTo>
                    <a:pt x="1452" y="330"/>
                    <a:pt x="1452" y="324"/>
                    <a:pt x="1453" y="318"/>
                  </a:cubicBezTo>
                  <a:cubicBezTo>
                    <a:pt x="1455" y="307"/>
                    <a:pt x="1461" y="299"/>
                    <a:pt x="1470" y="294"/>
                  </a:cubicBezTo>
                  <a:cubicBezTo>
                    <a:pt x="1479" y="289"/>
                    <a:pt x="1490" y="288"/>
                    <a:pt x="1505" y="290"/>
                  </a:cubicBezTo>
                  <a:cubicBezTo>
                    <a:pt x="1518" y="293"/>
                    <a:pt x="1529" y="298"/>
                    <a:pt x="1536" y="306"/>
                  </a:cubicBezTo>
                  <a:close/>
                  <a:moveTo>
                    <a:pt x="1528" y="331"/>
                  </a:moveTo>
                  <a:cubicBezTo>
                    <a:pt x="1529" y="326"/>
                    <a:pt x="1527" y="320"/>
                    <a:pt x="1523" y="315"/>
                  </a:cubicBezTo>
                  <a:cubicBezTo>
                    <a:pt x="1518" y="311"/>
                    <a:pt x="1511" y="307"/>
                    <a:pt x="1501" y="306"/>
                  </a:cubicBezTo>
                  <a:cubicBezTo>
                    <a:pt x="1491" y="304"/>
                    <a:pt x="1484" y="304"/>
                    <a:pt x="1478" y="307"/>
                  </a:cubicBezTo>
                  <a:cubicBezTo>
                    <a:pt x="1472" y="310"/>
                    <a:pt x="1469" y="315"/>
                    <a:pt x="1468" y="321"/>
                  </a:cubicBezTo>
                  <a:cubicBezTo>
                    <a:pt x="1467" y="327"/>
                    <a:pt x="1469" y="332"/>
                    <a:pt x="1473" y="337"/>
                  </a:cubicBezTo>
                  <a:cubicBezTo>
                    <a:pt x="1477" y="341"/>
                    <a:pt x="1484" y="345"/>
                    <a:pt x="1494" y="346"/>
                  </a:cubicBezTo>
                  <a:cubicBezTo>
                    <a:pt x="1504" y="348"/>
                    <a:pt x="1512" y="348"/>
                    <a:pt x="1518" y="345"/>
                  </a:cubicBezTo>
                  <a:cubicBezTo>
                    <a:pt x="1523" y="342"/>
                    <a:pt x="1527" y="337"/>
                    <a:pt x="1528" y="331"/>
                  </a:cubicBezTo>
                  <a:close/>
                  <a:moveTo>
                    <a:pt x="1536" y="265"/>
                  </a:moveTo>
                  <a:cubicBezTo>
                    <a:pt x="1463" y="259"/>
                    <a:pt x="1463" y="259"/>
                    <a:pt x="1463" y="259"/>
                  </a:cubicBezTo>
                  <a:cubicBezTo>
                    <a:pt x="1462" y="274"/>
                    <a:pt x="1462" y="274"/>
                    <a:pt x="1462" y="274"/>
                  </a:cubicBezTo>
                  <a:cubicBezTo>
                    <a:pt x="1549" y="281"/>
                    <a:pt x="1549" y="281"/>
                    <a:pt x="1549" y="281"/>
                  </a:cubicBezTo>
                  <a:cubicBezTo>
                    <a:pt x="1553" y="228"/>
                    <a:pt x="1553" y="228"/>
                    <a:pt x="1553" y="228"/>
                  </a:cubicBezTo>
                  <a:cubicBezTo>
                    <a:pt x="1539" y="227"/>
                    <a:pt x="1539" y="227"/>
                    <a:pt x="1539" y="227"/>
                  </a:cubicBezTo>
                  <a:lnTo>
                    <a:pt x="1536" y="265"/>
                  </a:lnTo>
                  <a:close/>
                  <a:moveTo>
                    <a:pt x="1542" y="153"/>
                  </a:moveTo>
                  <a:cubicBezTo>
                    <a:pt x="1551" y="159"/>
                    <a:pt x="1555" y="168"/>
                    <a:pt x="1555" y="179"/>
                  </a:cubicBezTo>
                  <a:cubicBezTo>
                    <a:pt x="1555" y="190"/>
                    <a:pt x="1551" y="199"/>
                    <a:pt x="1544" y="206"/>
                  </a:cubicBezTo>
                  <a:cubicBezTo>
                    <a:pt x="1536" y="212"/>
                    <a:pt x="1525" y="216"/>
                    <a:pt x="1511" y="216"/>
                  </a:cubicBezTo>
                  <a:cubicBezTo>
                    <a:pt x="1502" y="216"/>
                    <a:pt x="1494" y="215"/>
                    <a:pt x="1488" y="213"/>
                  </a:cubicBezTo>
                  <a:cubicBezTo>
                    <a:pt x="1484" y="212"/>
                    <a:pt x="1480" y="209"/>
                    <a:pt x="1476" y="206"/>
                  </a:cubicBezTo>
                  <a:cubicBezTo>
                    <a:pt x="1472" y="204"/>
                    <a:pt x="1470" y="200"/>
                    <a:pt x="1468" y="197"/>
                  </a:cubicBezTo>
                  <a:cubicBezTo>
                    <a:pt x="1465" y="192"/>
                    <a:pt x="1464" y="187"/>
                    <a:pt x="1464" y="181"/>
                  </a:cubicBezTo>
                  <a:cubicBezTo>
                    <a:pt x="1464" y="170"/>
                    <a:pt x="1468" y="161"/>
                    <a:pt x="1476" y="154"/>
                  </a:cubicBezTo>
                  <a:cubicBezTo>
                    <a:pt x="1483" y="147"/>
                    <a:pt x="1495" y="144"/>
                    <a:pt x="1509" y="144"/>
                  </a:cubicBezTo>
                  <a:cubicBezTo>
                    <a:pt x="1523" y="143"/>
                    <a:pt x="1534" y="146"/>
                    <a:pt x="1542" y="153"/>
                  </a:cubicBezTo>
                  <a:close/>
                  <a:moveTo>
                    <a:pt x="1540" y="179"/>
                  </a:moveTo>
                  <a:cubicBezTo>
                    <a:pt x="1540" y="173"/>
                    <a:pt x="1537" y="168"/>
                    <a:pt x="1532" y="165"/>
                  </a:cubicBezTo>
                  <a:cubicBezTo>
                    <a:pt x="1527" y="161"/>
                    <a:pt x="1519" y="159"/>
                    <a:pt x="1509" y="159"/>
                  </a:cubicBezTo>
                  <a:cubicBezTo>
                    <a:pt x="1499" y="160"/>
                    <a:pt x="1491" y="161"/>
                    <a:pt x="1486" y="165"/>
                  </a:cubicBezTo>
                  <a:cubicBezTo>
                    <a:pt x="1481" y="169"/>
                    <a:pt x="1479" y="174"/>
                    <a:pt x="1479" y="181"/>
                  </a:cubicBezTo>
                  <a:cubicBezTo>
                    <a:pt x="1479" y="187"/>
                    <a:pt x="1482" y="192"/>
                    <a:pt x="1487" y="195"/>
                  </a:cubicBezTo>
                  <a:cubicBezTo>
                    <a:pt x="1492" y="199"/>
                    <a:pt x="1500" y="201"/>
                    <a:pt x="1510" y="201"/>
                  </a:cubicBezTo>
                  <a:cubicBezTo>
                    <a:pt x="1520" y="200"/>
                    <a:pt x="1527" y="198"/>
                    <a:pt x="1532" y="194"/>
                  </a:cubicBezTo>
                  <a:cubicBezTo>
                    <a:pt x="1537" y="190"/>
                    <a:pt x="1540" y="185"/>
                    <a:pt x="1540" y="179"/>
                  </a:cubicBezTo>
                  <a:close/>
                  <a:moveTo>
                    <a:pt x="1496" y="65"/>
                  </a:moveTo>
                  <a:cubicBezTo>
                    <a:pt x="1500" y="97"/>
                    <a:pt x="1500" y="97"/>
                    <a:pt x="1500" y="97"/>
                  </a:cubicBezTo>
                  <a:cubicBezTo>
                    <a:pt x="1514" y="95"/>
                    <a:pt x="1514" y="95"/>
                    <a:pt x="1514" y="95"/>
                  </a:cubicBezTo>
                  <a:cubicBezTo>
                    <a:pt x="1512" y="78"/>
                    <a:pt x="1512" y="78"/>
                    <a:pt x="1512" y="78"/>
                  </a:cubicBezTo>
                  <a:cubicBezTo>
                    <a:pt x="1523" y="76"/>
                    <a:pt x="1523" y="76"/>
                    <a:pt x="1523" y="76"/>
                  </a:cubicBezTo>
                  <a:cubicBezTo>
                    <a:pt x="1526" y="78"/>
                    <a:pt x="1528" y="81"/>
                    <a:pt x="1530" y="84"/>
                  </a:cubicBezTo>
                  <a:cubicBezTo>
                    <a:pt x="1531" y="87"/>
                    <a:pt x="1533" y="90"/>
                    <a:pt x="1533" y="93"/>
                  </a:cubicBezTo>
                  <a:cubicBezTo>
                    <a:pt x="1534" y="99"/>
                    <a:pt x="1532" y="105"/>
                    <a:pt x="1527" y="109"/>
                  </a:cubicBezTo>
                  <a:cubicBezTo>
                    <a:pt x="1523" y="114"/>
                    <a:pt x="1515" y="117"/>
                    <a:pt x="1505" y="118"/>
                  </a:cubicBezTo>
                  <a:cubicBezTo>
                    <a:pt x="1495" y="119"/>
                    <a:pt x="1488" y="119"/>
                    <a:pt x="1482" y="115"/>
                  </a:cubicBezTo>
                  <a:cubicBezTo>
                    <a:pt x="1477" y="112"/>
                    <a:pt x="1474" y="107"/>
                    <a:pt x="1473" y="101"/>
                  </a:cubicBezTo>
                  <a:cubicBezTo>
                    <a:pt x="1472" y="96"/>
                    <a:pt x="1473" y="93"/>
                    <a:pt x="1475" y="89"/>
                  </a:cubicBezTo>
                  <a:cubicBezTo>
                    <a:pt x="1477" y="86"/>
                    <a:pt x="1480" y="84"/>
                    <a:pt x="1485" y="82"/>
                  </a:cubicBezTo>
                  <a:cubicBezTo>
                    <a:pt x="1479" y="68"/>
                    <a:pt x="1479" y="68"/>
                    <a:pt x="1479" y="68"/>
                  </a:cubicBezTo>
                  <a:cubicBezTo>
                    <a:pt x="1471" y="70"/>
                    <a:pt x="1466" y="75"/>
                    <a:pt x="1462" y="80"/>
                  </a:cubicBezTo>
                  <a:cubicBezTo>
                    <a:pt x="1458" y="86"/>
                    <a:pt x="1457" y="94"/>
                    <a:pt x="1458" y="103"/>
                  </a:cubicBezTo>
                  <a:cubicBezTo>
                    <a:pt x="1459" y="110"/>
                    <a:pt x="1461" y="116"/>
                    <a:pt x="1465" y="120"/>
                  </a:cubicBezTo>
                  <a:cubicBezTo>
                    <a:pt x="1469" y="126"/>
                    <a:pt x="1475" y="130"/>
                    <a:pt x="1483" y="132"/>
                  </a:cubicBezTo>
                  <a:cubicBezTo>
                    <a:pt x="1490" y="134"/>
                    <a:pt x="1499" y="135"/>
                    <a:pt x="1508" y="134"/>
                  </a:cubicBezTo>
                  <a:cubicBezTo>
                    <a:pt x="1516" y="132"/>
                    <a:pt x="1524" y="130"/>
                    <a:pt x="1530" y="126"/>
                  </a:cubicBezTo>
                  <a:cubicBezTo>
                    <a:pt x="1537" y="122"/>
                    <a:pt x="1542" y="117"/>
                    <a:pt x="1545" y="111"/>
                  </a:cubicBezTo>
                  <a:cubicBezTo>
                    <a:pt x="1548" y="105"/>
                    <a:pt x="1549" y="98"/>
                    <a:pt x="1548" y="90"/>
                  </a:cubicBezTo>
                  <a:cubicBezTo>
                    <a:pt x="1547" y="84"/>
                    <a:pt x="1545" y="78"/>
                    <a:pt x="1541" y="72"/>
                  </a:cubicBezTo>
                  <a:cubicBezTo>
                    <a:pt x="1538" y="67"/>
                    <a:pt x="1534" y="63"/>
                    <a:pt x="1530" y="60"/>
                  </a:cubicBezTo>
                  <a:lnTo>
                    <a:pt x="1496" y="65"/>
                  </a:lnTo>
                  <a:close/>
                  <a:moveTo>
                    <a:pt x="1438" y="0"/>
                  </a:moveTo>
                  <a:cubicBezTo>
                    <a:pt x="1442" y="17"/>
                    <a:pt x="1442" y="17"/>
                    <a:pt x="1442" y="17"/>
                  </a:cubicBezTo>
                  <a:cubicBezTo>
                    <a:pt x="1480" y="25"/>
                    <a:pt x="1480" y="25"/>
                    <a:pt x="1480" y="25"/>
                  </a:cubicBezTo>
                  <a:cubicBezTo>
                    <a:pt x="1450" y="50"/>
                    <a:pt x="1450" y="50"/>
                    <a:pt x="1450" y="50"/>
                  </a:cubicBezTo>
                  <a:cubicBezTo>
                    <a:pt x="1455" y="68"/>
                    <a:pt x="1455" y="68"/>
                    <a:pt x="1455" y="68"/>
                  </a:cubicBezTo>
                  <a:cubicBezTo>
                    <a:pt x="1498" y="29"/>
                    <a:pt x="1498" y="29"/>
                    <a:pt x="1498" y="29"/>
                  </a:cubicBezTo>
                  <a:cubicBezTo>
                    <a:pt x="1534" y="20"/>
                    <a:pt x="1534" y="20"/>
                    <a:pt x="1534" y="20"/>
                  </a:cubicBezTo>
                  <a:cubicBezTo>
                    <a:pt x="1530" y="6"/>
                    <a:pt x="1530" y="6"/>
                    <a:pt x="1530" y="6"/>
                  </a:cubicBezTo>
                  <a:cubicBezTo>
                    <a:pt x="1494" y="14"/>
                    <a:pt x="1494" y="14"/>
                    <a:pt x="1494" y="14"/>
                  </a:cubicBezTo>
                  <a:lnTo>
                    <a:pt x="143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1" name="Freeform 55"/>
            <p:cNvSpPr>
              <a:spLocks noEditPoints="1"/>
            </p:cNvSpPr>
            <p:nvPr/>
          </p:nvSpPr>
          <p:spPr bwMode="auto">
            <a:xfrm>
              <a:off x="-1973263" y="-877888"/>
              <a:ext cx="928688" cy="930275"/>
            </a:xfrm>
            <a:custGeom>
              <a:avLst/>
              <a:gdLst>
                <a:gd name="T0" fmla="*/ 1215 w 1215"/>
                <a:gd name="T1" fmla="*/ 608 h 1215"/>
                <a:gd name="T2" fmla="*/ 608 w 1215"/>
                <a:gd name="T3" fmla="*/ 0 h 1215"/>
                <a:gd name="T4" fmla="*/ 0 w 1215"/>
                <a:gd name="T5" fmla="*/ 608 h 1215"/>
                <a:gd name="T6" fmla="*/ 608 w 1215"/>
                <a:gd name="T7" fmla="*/ 1215 h 1215"/>
                <a:gd name="T8" fmla="*/ 1215 w 1215"/>
                <a:gd name="T9" fmla="*/ 608 h 1215"/>
                <a:gd name="T10" fmla="*/ 608 w 1215"/>
                <a:gd name="T11" fmla="*/ 1196 h 1215"/>
                <a:gd name="T12" fmla="*/ 20 w 1215"/>
                <a:gd name="T13" fmla="*/ 608 h 1215"/>
                <a:gd name="T14" fmla="*/ 608 w 1215"/>
                <a:gd name="T15" fmla="*/ 20 h 1215"/>
                <a:gd name="T16" fmla="*/ 1196 w 1215"/>
                <a:gd name="T17" fmla="*/ 608 h 1215"/>
                <a:gd name="T18" fmla="*/ 608 w 1215"/>
                <a:gd name="T19" fmla="*/ 1196 h 1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215" h="1215">
                  <a:moveTo>
                    <a:pt x="1215" y="608"/>
                  </a:moveTo>
                  <a:cubicBezTo>
                    <a:pt x="1215" y="272"/>
                    <a:pt x="943" y="0"/>
                    <a:pt x="608" y="0"/>
                  </a:cubicBezTo>
                  <a:cubicBezTo>
                    <a:pt x="272" y="0"/>
                    <a:pt x="0" y="272"/>
                    <a:pt x="0" y="608"/>
                  </a:cubicBezTo>
                  <a:cubicBezTo>
                    <a:pt x="0" y="943"/>
                    <a:pt x="272" y="1215"/>
                    <a:pt x="608" y="1215"/>
                  </a:cubicBezTo>
                  <a:cubicBezTo>
                    <a:pt x="943" y="1215"/>
                    <a:pt x="1215" y="943"/>
                    <a:pt x="1215" y="608"/>
                  </a:cubicBezTo>
                  <a:close/>
                  <a:moveTo>
                    <a:pt x="608" y="1196"/>
                  </a:moveTo>
                  <a:cubicBezTo>
                    <a:pt x="283" y="1196"/>
                    <a:pt x="20" y="932"/>
                    <a:pt x="20" y="608"/>
                  </a:cubicBezTo>
                  <a:cubicBezTo>
                    <a:pt x="20" y="283"/>
                    <a:pt x="283" y="20"/>
                    <a:pt x="608" y="20"/>
                  </a:cubicBezTo>
                  <a:cubicBezTo>
                    <a:pt x="932" y="20"/>
                    <a:pt x="1196" y="283"/>
                    <a:pt x="1196" y="608"/>
                  </a:cubicBezTo>
                  <a:cubicBezTo>
                    <a:pt x="1196" y="932"/>
                    <a:pt x="932" y="1196"/>
                    <a:pt x="608" y="119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2" name="Freeform 56"/>
            <p:cNvSpPr>
              <a:spLocks/>
            </p:cNvSpPr>
            <p:nvPr/>
          </p:nvSpPr>
          <p:spPr bwMode="auto">
            <a:xfrm>
              <a:off x="-1925638" y="-785813"/>
              <a:ext cx="831850" cy="763588"/>
            </a:xfrm>
            <a:custGeom>
              <a:avLst/>
              <a:gdLst>
                <a:gd name="T0" fmla="*/ 1033 w 1089"/>
                <a:gd name="T1" fmla="*/ 596 h 998"/>
                <a:gd name="T2" fmla="*/ 1011 w 1089"/>
                <a:gd name="T3" fmla="*/ 563 h 998"/>
                <a:gd name="T4" fmla="*/ 1030 w 1089"/>
                <a:gd name="T5" fmla="*/ 270 h 998"/>
                <a:gd name="T6" fmla="*/ 983 w 1089"/>
                <a:gd name="T7" fmla="*/ 289 h 998"/>
                <a:gd name="T8" fmla="*/ 856 w 1089"/>
                <a:gd name="T9" fmla="*/ 60 h 998"/>
                <a:gd name="T10" fmla="*/ 803 w 1089"/>
                <a:gd name="T11" fmla="*/ 54 h 998"/>
                <a:gd name="T12" fmla="*/ 801 w 1089"/>
                <a:gd name="T13" fmla="*/ 113 h 998"/>
                <a:gd name="T14" fmla="*/ 832 w 1089"/>
                <a:gd name="T15" fmla="*/ 155 h 998"/>
                <a:gd name="T16" fmla="*/ 958 w 1089"/>
                <a:gd name="T17" fmla="*/ 304 h 998"/>
                <a:gd name="T18" fmla="*/ 949 w 1089"/>
                <a:gd name="T19" fmla="*/ 321 h 998"/>
                <a:gd name="T20" fmla="*/ 986 w 1089"/>
                <a:gd name="T21" fmla="*/ 539 h 998"/>
                <a:gd name="T22" fmla="*/ 959 w 1089"/>
                <a:gd name="T23" fmla="*/ 585 h 998"/>
                <a:gd name="T24" fmla="*/ 925 w 1089"/>
                <a:gd name="T25" fmla="*/ 616 h 998"/>
                <a:gd name="T26" fmla="*/ 875 w 1089"/>
                <a:gd name="T27" fmla="*/ 794 h 998"/>
                <a:gd name="T28" fmla="*/ 848 w 1089"/>
                <a:gd name="T29" fmla="*/ 753 h 998"/>
                <a:gd name="T30" fmla="*/ 582 w 1089"/>
                <a:gd name="T31" fmla="*/ 903 h 998"/>
                <a:gd name="T32" fmla="*/ 508 w 1089"/>
                <a:gd name="T33" fmla="*/ 903 h 998"/>
                <a:gd name="T34" fmla="*/ 241 w 1089"/>
                <a:gd name="T35" fmla="*/ 753 h 998"/>
                <a:gd name="T36" fmla="*/ 214 w 1089"/>
                <a:gd name="T37" fmla="*/ 794 h 998"/>
                <a:gd name="T38" fmla="*/ 164 w 1089"/>
                <a:gd name="T39" fmla="*/ 616 h 998"/>
                <a:gd name="T40" fmla="*/ 130 w 1089"/>
                <a:gd name="T41" fmla="*/ 585 h 998"/>
                <a:gd name="T42" fmla="*/ 104 w 1089"/>
                <a:gd name="T43" fmla="*/ 539 h 998"/>
                <a:gd name="T44" fmla="*/ 140 w 1089"/>
                <a:gd name="T45" fmla="*/ 321 h 998"/>
                <a:gd name="T46" fmla="*/ 131 w 1089"/>
                <a:gd name="T47" fmla="*/ 304 h 998"/>
                <a:gd name="T48" fmla="*/ 257 w 1089"/>
                <a:gd name="T49" fmla="*/ 155 h 998"/>
                <a:gd name="T50" fmla="*/ 288 w 1089"/>
                <a:gd name="T51" fmla="*/ 113 h 998"/>
                <a:gd name="T52" fmla="*/ 286 w 1089"/>
                <a:gd name="T53" fmla="*/ 54 h 998"/>
                <a:gd name="T54" fmla="*/ 234 w 1089"/>
                <a:gd name="T55" fmla="*/ 60 h 998"/>
                <a:gd name="T56" fmla="*/ 106 w 1089"/>
                <a:gd name="T57" fmla="*/ 289 h 998"/>
                <a:gd name="T58" fmla="*/ 59 w 1089"/>
                <a:gd name="T59" fmla="*/ 270 h 998"/>
                <a:gd name="T60" fmla="*/ 78 w 1089"/>
                <a:gd name="T61" fmla="*/ 563 h 998"/>
                <a:gd name="T62" fmla="*/ 56 w 1089"/>
                <a:gd name="T63" fmla="*/ 596 h 998"/>
                <a:gd name="T64" fmla="*/ 48 w 1089"/>
                <a:gd name="T65" fmla="*/ 627 h 998"/>
                <a:gd name="T66" fmla="*/ 321 w 1089"/>
                <a:gd name="T67" fmla="*/ 873 h 998"/>
                <a:gd name="T68" fmla="*/ 249 w 1089"/>
                <a:gd name="T69" fmla="*/ 888 h 998"/>
                <a:gd name="T70" fmla="*/ 462 w 1089"/>
                <a:gd name="T71" fmla="*/ 915 h 998"/>
                <a:gd name="T72" fmla="*/ 477 w 1089"/>
                <a:gd name="T73" fmla="*/ 938 h 998"/>
                <a:gd name="T74" fmla="*/ 450 w 1089"/>
                <a:gd name="T75" fmla="*/ 998 h 998"/>
                <a:gd name="T76" fmla="*/ 545 w 1089"/>
                <a:gd name="T77" fmla="*/ 938 h 998"/>
                <a:gd name="T78" fmla="*/ 639 w 1089"/>
                <a:gd name="T79" fmla="*/ 998 h 998"/>
                <a:gd name="T80" fmla="*/ 613 w 1089"/>
                <a:gd name="T81" fmla="*/ 938 h 998"/>
                <a:gd name="T82" fmla="*/ 627 w 1089"/>
                <a:gd name="T83" fmla="*/ 915 h 998"/>
                <a:gd name="T84" fmla="*/ 840 w 1089"/>
                <a:gd name="T85" fmla="*/ 888 h 998"/>
                <a:gd name="T86" fmla="*/ 768 w 1089"/>
                <a:gd name="T87" fmla="*/ 873 h 998"/>
                <a:gd name="T88" fmla="*/ 1041 w 1089"/>
                <a:gd name="T89" fmla="*/ 627 h 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089" h="998">
                  <a:moveTo>
                    <a:pt x="949" y="743"/>
                  </a:moveTo>
                  <a:cubicBezTo>
                    <a:pt x="972" y="659"/>
                    <a:pt x="995" y="653"/>
                    <a:pt x="1033" y="596"/>
                  </a:cubicBezTo>
                  <a:cubicBezTo>
                    <a:pt x="1069" y="542"/>
                    <a:pt x="1089" y="435"/>
                    <a:pt x="1052" y="398"/>
                  </a:cubicBezTo>
                  <a:cubicBezTo>
                    <a:pt x="1047" y="476"/>
                    <a:pt x="1021" y="492"/>
                    <a:pt x="1011" y="563"/>
                  </a:cubicBezTo>
                  <a:cubicBezTo>
                    <a:pt x="1005" y="506"/>
                    <a:pt x="1005" y="473"/>
                    <a:pt x="1016" y="435"/>
                  </a:cubicBezTo>
                  <a:cubicBezTo>
                    <a:pt x="1026" y="402"/>
                    <a:pt x="1040" y="326"/>
                    <a:pt x="1030" y="270"/>
                  </a:cubicBezTo>
                  <a:cubicBezTo>
                    <a:pt x="1022" y="226"/>
                    <a:pt x="1003" y="210"/>
                    <a:pt x="979" y="200"/>
                  </a:cubicBezTo>
                  <a:cubicBezTo>
                    <a:pt x="991" y="247"/>
                    <a:pt x="983" y="289"/>
                    <a:pt x="983" y="289"/>
                  </a:cubicBezTo>
                  <a:cubicBezTo>
                    <a:pt x="983" y="289"/>
                    <a:pt x="954" y="258"/>
                    <a:pt x="944" y="179"/>
                  </a:cubicBezTo>
                  <a:cubicBezTo>
                    <a:pt x="935" y="100"/>
                    <a:pt x="880" y="61"/>
                    <a:pt x="856" y="60"/>
                  </a:cubicBezTo>
                  <a:cubicBezTo>
                    <a:pt x="879" y="100"/>
                    <a:pt x="877" y="113"/>
                    <a:pt x="887" y="152"/>
                  </a:cubicBezTo>
                  <a:cubicBezTo>
                    <a:pt x="861" y="137"/>
                    <a:pt x="843" y="90"/>
                    <a:pt x="803" y="54"/>
                  </a:cubicBezTo>
                  <a:cubicBezTo>
                    <a:pt x="745" y="0"/>
                    <a:pt x="699" y="0"/>
                    <a:pt x="671" y="24"/>
                  </a:cubicBezTo>
                  <a:cubicBezTo>
                    <a:pt x="751" y="56"/>
                    <a:pt x="737" y="64"/>
                    <a:pt x="801" y="113"/>
                  </a:cubicBezTo>
                  <a:cubicBezTo>
                    <a:pt x="863" y="154"/>
                    <a:pt x="892" y="158"/>
                    <a:pt x="909" y="212"/>
                  </a:cubicBezTo>
                  <a:cubicBezTo>
                    <a:pt x="882" y="185"/>
                    <a:pt x="865" y="168"/>
                    <a:pt x="832" y="155"/>
                  </a:cubicBezTo>
                  <a:cubicBezTo>
                    <a:pt x="824" y="172"/>
                    <a:pt x="838" y="206"/>
                    <a:pt x="883" y="245"/>
                  </a:cubicBezTo>
                  <a:cubicBezTo>
                    <a:pt x="921" y="282"/>
                    <a:pt x="928" y="266"/>
                    <a:pt x="958" y="304"/>
                  </a:cubicBezTo>
                  <a:cubicBezTo>
                    <a:pt x="980" y="333"/>
                    <a:pt x="1003" y="361"/>
                    <a:pt x="994" y="428"/>
                  </a:cubicBezTo>
                  <a:cubicBezTo>
                    <a:pt x="974" y="380"/>
                    <a:pt x="961" y="374"/>
                    <a:pt x="949" y="321"/>
                  </a:cubicBezTo>
                  <a:cubicBezTo>
                    <a:pt x="937" y="339"/>
                    <a:pt x="928" y="365"/>
                    <a:pt x="934" y="398"/>
                  </a:cubicBezTo>
                  <a:cubicBezTo>
                    <a:pt x="947" y="470"/>
                    <a:pt x="976" y="467"/>
                    <a:pt x="986" y="539"/>
                  </a:cubicBezTo>
                  <a:cubicBezTo>
                    <a:pt x="991" y="578"/>
                    <a:pt x="992" y="629"/>
                    <a:pt x="957" y="667"/>
                  </a:cubicBezTo>
                  <a:cubicBezTo>
                    <a:pt x="950" y="633"/>
                    <a:pt x="953" y="617"/>
                    <a:pt x="959" y="585"/>
                  </a:cubicBezTo>
                  <a:cubicBezTo>
                    <a:pt x="964" y="556"/>
                    <a:pt x="960" y="532"/>
                    <a:pt x="950" y="501"/>
                  </a:cubicBezTo>
                  <a:cubicBezTo>
                    <a:pt x="928" y="521"/>
                    <a:pt x="920" y="570"/>
                    <a:pt x="925" y="616"/>
                  </a:cubicBezTo>
                  <a:cubicBezTo>
                    <a:pt x="930" y="664"/>
                    <a:pt x="964" y="700"/>
                    <a:pt x="912" y="770"/>
                  </a:cubicBezTo>
                  <a:cubicBezTo>
                    <a:pt x="889" y="790"/>
                    <a:pt x="875" y="794"/>
                    <a:pt x="875" y="794"/>
                  </a:cubicBezTo>
                  <a:cubicBezTo>
                    <a:pt x="903" y="761"/>
                    <a:pt x="940" y="684"/>
                    <a:pt x="913" y="643"/>
                  </a:cubicBezTo>
                  <a:cubicBezTo>
                    <a:pt x="903" y="688"/>
                    <a:pt x="876" y="714"/>
                    <a:pt x="848" y="753"/>
                  </a:cubicBezTo>
                  <a:cubicBezTo>
                    <a:pt x="809" y="810"/>
                    <a:pt x="842" y="826"/>
                    <a:pt x="722" y="871"/>
                  </a:cubicBezTo>
                  <a:cubicBezTo>
                    <a:pt x="686" y="885"/>
                    <a:pt x="636" y="889"/>
                    <a:pt x="582" y="903"/>
                  </a:cubicBezTo>
                  <a:cubicBezTo>
                    <a:pt x="568" y="906"/>
                    <a:pt x="556" y="909"/>
                    <a:pt x="545" y="912"/>
                  </a:cubicBezTo>
                  <a:cubicBezTo>
                    <a:pt x="533" y="909"/>
                    <a:pt x="521" y="906"/>
                    <a:pt x="508" y="903"/>
                  </a:cubicBezTo>
                  <a:cubicBezTo>
                    <a:pt x="453" y="889"/>
                    <a:pt x="403" y="885"/>
                    <a:pt x="367" y="871"/>
                  </a:cubicBezTo>
                  <a:cubicBezTo>
                    <a:pt x="247" y="826"/>
                    <a:pt x="280" y="810"/>
                    <a:pt x="241" y="753"/>
                  </a:cubicBezTo>
                  <a:cubicBezTo>
                    <a:pt x="213" y="714"/>
                    <a:pt x="186" y="688"/>
                    <a:pt x="176" y="643"/>
                  </a:cubicBezTo>
                  <a:cubicBezTo>
                    <a:pt x="149" y="684"/>
                    <a:pt x="186" y="761"/>
                    <a:pt x="214" y="794"/>
                  </a:cubicBezTo>
                  <a:cubicBezTo>
                    <a:pt x="214" y="794"/>
                    <a:pt x="201" y="790"/>
                    <a:pt x="177" y="770"/>
                  </a:cubicBezTo>
                  <a:cubicBezTo>
                    <a:pt x="125" y="700"/>
                    <a:pt x="159" y="664"/>
                    <a:pt x="164" y="616"/>
                  </a:cubicBezTo>
                  <a:cubicBezTo>
                    <a:pt x="169" y="570"/>
                    <a:pt x="161" y="521"/>
                    <a:pt x="139" y="501"/>
                  </a:cubicBezTo>
                  <a:cubicBezTo>
                    <a:pt x="129" y="532"/>
                    <a:pt x="125" y="556"/>
                    <a:pt x="130" y="585"/>
                  </a:cubicBezTo>
                  <a:cubicBezTo>
                    <a:pt x="136" y="617"/>
                    <a:pt x="139" y="633"/>
                    <a:pt x="132" y="667"/>
                  </a:cubicBezTo>
                  <a:cubicBezTo>
                    <a:pt x="97" y="629"/>
                    <a:pt x="98" y="578"/>
                    <a:pt x="104" y="539"/>
                  </a:cubicBezTo>
                  <a:cubicBezTo>
                    <a:pt x="113" y="467"/>
                    <a:pt x="142" y="470"/>
                    <a:pt x="155" y="398"/>
                  </a:cubicBezTo>
                  <a:cubicBezTo>
                    <a:pt x="161" y="365"/>
                    <a:pt x="152" y="339"/>
                    <a:pt x="140" y="321"/>
                  </a:cubicBezTo>
                  <a:cubicBezTo>
                    <a:pt x="128" y="374"/>
                    <a:pt x="115" y="380"/>
                    <a:pt x="96" y="428"/>
                  </a:cubicBezTo>
                  <a:cubicBezTo>
                    <a:pt x="87" y="361"/>
                    <a:pt x="109" y="333"/>
                    <a:pt x="131" y="304"/>
                  </a:cubicBezTo>
                  <a:cubicBezTo>
                    <a:pt x="161" y="266"/>
                    <a:pt x="168" y="282"/>
                    <a:pt x="206" y="245"/>
                  </a:cubicBezTo>
                  <a:cubicBezTo>
                    <a:pt x="251" y="206"/>
                    <a:pt x="265" y="172"/>
                    <a:pt x="257" y="155"/>
                  </a:cubicBezTo>
                  <a:cubicBezTo>
                    <a:pt x="224" y="168"/>
                    <a:pt x="207" y="185"/>
                    <a:pt x="181" y="212"/>
                  </a:cubicBezTo>
                  <a:cubicBezTo>
                    <a:pt x="198" y="158"/>
                    <a:pt x="226" y="154"/>
                    <a:pt x="288" y="113"/>
                  </a:cubicBezTo>
                  <a:cubicBezTo>
                    <a:pt x="352" y="64"/>
                    <a:pt x="338" y="56"/>
                    <a:pt x="418" y="24"/>
                  </a:cubicBezTo>
                  <a:cubicBezTo>
                    <a:pt x="390" y="0"/>
                    <a:pt x="344" y="0"/>
                    <a:pt x="286" y="54"/>
                  </a:cubicBezTo>
                  <a:cubicBezTo>
                    <a:pt x="246" y="90"/>
                    <a:pt x="229" y="137"/>
                    <a:pt x="203" y="152"/>
                  </a:cubicBezTo>
                  <a:cubicBezTo>
                    <a:pt x="212" y="113"/>
                    <a:pt x="210" y="100"/>
                    <a:pt x="234" y="60"/>
                  </a:cubicBezTo>
                  <a:cubicBezTo>
                    <a:pt x="209" y="61"/>
                    <a:pt x="154" y="100"/>
                    <a:pt x="145" y="179"/>
                  </a:cubicBezTo>
                  <a:cubicBezTo>
                    <a:pt x="136" y="258"/>
                    <a:pt x="106" y="289"/>
                    <a:pt x="106" y="289"/>
                  </a:cubicBezTo>
                  <a:cubicBezTo>
                    <a:pt x="106" y="289"/>
                    <a:pt x="98" y="247"/>
                    <a:pt x="110" y="200"/>
                  </a:cubicBezTo>
                  <a:cubicBezTo>
                    <a:pt x="86" y="210"/>
                    <a:pt x="67" y="226"/>
                    <a:pt x="59" y="270"/>
                  </a:cubicBezTo>
                  <a:cubicBezTo>
                    <a:pt x="49" y="326"/>
                    <a:pt x="63" y="402"/>
                    <a:pt x="73" y="435"/>
                  </a:cubicBezTo>
                  <a:cubicBezTo>
                    <a:pt x="84" y="473"/>
                    <a:pt x="84" y="506"/>
                    <a:pt x="78" y="563"/>
                  </a:cubicBezTo>
                  <a:cubicBezTo>
                    <a:pt x="68" y="492"/>
                    <a:pt x="42" y="476"/>
                    <a:pt x="37" y="398"/>
                  </a:cubicBezTo>
                  <a:cubicBezTo>
                    <a:pt x="0" y="435"/>
                    <a:pt x="20" y="542"/>
                    <a:pt x="56" y="596"/>
                  </a:cubicBezTo>
                  <a:cubicBezTo>
                    <a:pt x="94" y="653"/>
                    <a:pt x="117" y="659"/>
                    <a:pt x="140" y="743"/>
                  </a:cubicBezTo>
                  <a:cubicBezTo>
                    <a:pt x="104" y="692"/>
                    <a:pt x="76" y="687"/>
                    <a:pt x="48" y="627"/>
                  </a:cubicBezTo>
                  <a:cubicBezTo>
                    <a:pt x="27" y="654"/>
                    <a:pt x="46" y="709"/>
                    <a:pt x="103" y="756"/>
                  </a:cubicBezTo>
                  <a:cubicBezTo>
                    <a:pt x="152" y="803"/>
                    <a:pt x="231" y="799"/>
                    <a:pt x="321" y="873"/>
                  </a:cubicBezTo>
                  <a:cubicBezTo>
                    <a:pt x="248" y="830"/>
                    <a:pt x="172" y="830"/>
                    <a:pt x="132" y="805"/>
                  </a:cubicBezTo>
                  <a:cubicBezTo>
                    <a:pt x="125" y="839"/>
                    <a:pt x="171" y="868"/>
                    <a:pt x="249" y="888"/>
                  </a:cubicBezTo>
                  <a:cubicBezTo>
                    <a:pt x="280" y="896"/>
                    <a:pt x="327" y="897"/>
                    <a:pt x="353" y="898"/>
                  </a:cubicBezTo>
                  <a:cubicBezTo>
                    <a:pt x="403" y="899"/>
                    <a:pt x="430" y="909"/>
                    <a:pt x="462" y="915"/>
                  </a:cubicBezTo>
                  <a:cubicBezTo>
                    <a:pt x="475" y="917"/>
                    <a:pt x="490" y="920"/>
                    <a:pt x="506" y="925"/>
                  </a:cubicBezTo>
                  <a:cubicBezTo>
                    <a:pt x="493" y="930"/>
                    <a:pt x="483" y="934"/>
                    <a:pt x="477" y="938"/>
                  </a:cubicBezTo>
                  <a:cubicBezTo>
                    <a:pt x="453" y="951"/>
                    <a:pt x="455" y="951"/>
                    <a:pt x="408" y="982"/>
                  </a:cubicBezTo>
                  <a:cubicBezTo>
                    <a:pt x="450" y="998"/>
                    <a:pt x="450" y="998"/>
                    <a:pt x="450" y="998"/>
                  </a:cubicBezTo>
                  <a:cubicBezTo>
                    <a:pt x="450" y="998"/>
                    <a:pt x="473" y="971"/>
                    <a:pt x="515" y="951"/>
                  </a:cubicBezTo>
                  <a:cubicBezTo>
                    <a:pt x="524" y="946"/>
                    <a:pt x="534" y="942"/>
                    <a:pt x="545" y="938"/>
                  </a:cubicBezTo>
                  <a:cubicBezTo>
                    <a:pt x="555" y="942"/>
                    <a:pt x="565" y="946"/>
                    <a:pt x="574" y="951"/>
                  </a:cubicBezTo>
                  <a:cubicBezTo>
                    <a:pt x="616" y="971"/>
                    <a:pt x="639" y="998"/>
                    <a:pt x="639" y="998"/>
                  </a:cubicBezTo>
                  <a:cubicBezTo>
                    <a:pt x="681" y="982"/>
                    <a:pt x="681" y="982"/>
                    <a:pt x="681" y="982"/>
                  </a:cubicBezTo>
                  <a:cubicBezTo>
                    <a:pt x="635" y="951"/>
                    <a:pt x="636" y="951"/>
                    <a:pt x="613" y="938"/>
                  </a:cubicBezTo>
                  <a:cubicBezTo>
                    <a:pt x="606" y="934"/>
                    <a:pt x="596" y="930"/>
                    <a:pt x="583" y="925"/>
                  </a:cubicBezTo>
                  <a:cubicBezTo>
                    <a:pt x="599" y="920"/>
                    <a:pt x="614" y="917"/>
                    <a:pt x="627" y="915"/>
                  </a:cubicBezTo>
                  <a:cubicBezTo>
                    <a:pt x="659" y="909"/>
                    <a:pt x="686" y="899"/>
                    <a:pt x="736" y="898"/>
                  </a:cubicBezTo>
                  <a:cubicBezTo>
                    <a:pt x="762" y="897"/>
                    <a:pt x="809" y="896"/>
                    <a:pt x="840" y="888"/>
                  </a:cubicBezTo>
                  <a:cubicBezTo>
                    <a:pt x="919" y="868"/>
                    <a:pt x="965" y="839"/>
                    <a:pt x="957" y="805"/>
                  </a:cubicBezTo>
                  <a:cubicBezTo>
                    <a:pt x="917" y="830"/>
                    <a:pt x="841" y="830"/>
                    <a:pt x="768" y="873"/>
                  </a:cubicBezTo>
                  <a:cubicBezTo>
                    <a:pt x="858" y="799"/>
                    <a:pt x="937" y="803"/>
                    <a:pt x="986" y="756"/>
                  </a:cubicBezTo>
                  <a:cubicBezTo>
                    <a:pt x="1043" y="709"/>
                    <a:pt x="1063" y="654"/>
                    <a:pt x="1041" y="627"/>
                  </a:cubicBezTo>
                  <a:cubicBezTo>
                    <a:pt x="1013" y="687"/>
                    <a:pt x="985" y="692"/>
                    <a:pt x="949" y="7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3" name="Freeform 57"/>
            <p:cNvSpPr>
              <a:spLocks noEditPoints="1"/>
            </p:cNvSpPr>
            <p:nvPr/>
          </p:nvSpPr>
          <p:spPr bwMode="auto">
            <a:xfrm>
              <a:off x="-1698625" y="-652463"/>
              <a:ext cx="379413" cy="509588"/>
            </a:xfrm>
            <a:custGeom>
              <a:avLst/>
              <a:gdLst>
                <a:gd name="T0" fmla="*/ 340 w 496"/>
                <a:gd name="T1" fmla="*/ 373 h 667"/>
                <a:gd name="T2" fmla="*/ 396 w 496"/>
                <a:gd name="T3" fmla="*/ 382 h 667"/>
                <a:gd name="T4" fmla="*/ 187 w 496"/>
                <a:gd name="T5" fmla="*/ 323 h 667"/>
                <a:gd name="T6" fmla="*/ 189 w 496"/>
                <a:gd name="T7" fmla="*/ 334 h 667"/>
                <a:gd name="T8" fmla="*/ 193 w 496"/>
                <a:gd name="T9" fmla="*/ 333 h 667"/>
                <a:gd name="T10" fmla="*/ 113 w 496"/>
                <a:gd name="T11" fmla="*/ 331 h 667"/>
                <a:gd name="T12" fmla="*/ 115 w 496"/>
                <a:gd name="T13" fmla="*/ 317 h 667"/>
                <a:gd name="T14" fmla="*/ 121 w 496"/>
                <a:gd name="T15" fmla="*/ 317 h 667"/>
                <a:gd name="T16" fmla="*/ 117 w 496"/>
                <a:gd name="T17" fmla="*/ 326 h 667"/>
                <a:gd name="T18" fmla="*/ 115 w 496"/>
                <a:gd name="T19" fmla="*/ 330 h 667"/>
                <a:gd name="T20" fmla="*/ 348 w 496"/>
                <a:gd name="T21" fmla="*/ 324 h 667"/>
                <a:gd name="T22" fmla="*/ 53 w 496"/>
                <a:gd name="T23" fmla="*/ 363 h 667"/>
                <a:gd name="T24" fmla="*/ 379 w 496"/>
                <a:gd name="T25" fmla="*/ 313 h 667"/>
                <a:gd name="T26" fmla="*/ 306 w 496"/>
                <a:gd name="T27" fmla="*/ 330 h 667"/>
                <a:gd name="T28" fmla="*/ 305 w 496"/>
                <a:gd name="T29" fmla="*/ 315 h 667"/>
                <a:gd name="T30" fmla="*/ 298 w 496"/>
                <a:gd name="T31" fmla="*/ 314 h 667"/>
                <a:gd name="T32" fmla="*/ 276 w 496"/>
                <a:gd name="T33" fmla="*/ 322 h 667"/>
                <a:gd name="T34" fmla="*/ 203 w 496"/>
                <a:gd name="T35" fmla="*/ 319 h 667"/>
                <a:gd name="T36" fmla="*/ 110 w 496"/>
                <a:gd name="T37" fmla="*/ 316 h 667"/>
                <a:gd name="T38" fmla="*/ 106 w 496"/>
                <a:gd name="T39" fmla="*/ 321 h 667"/>
                <a:gd name="T40" fmla="*/ 119 w 496"/>
                <a:gd name="T41" fmla="*/ 335 h 667"/>
                <a:gd name="T42" fmla="*/ 123 w 496"/>
                <a:gd name="T43" fmla="*/ 338 h 667"/>
                <a:gd name="T44" fmla="*/ 151 w 496"/>
                <a:gd name="T45" fmla="*/ 320 h 667"/>
                <a:gd name="T46" fmla="*/ 144 w 496"/>
                <a:gd name="T47" fmla="*/ 326 h 667"/>
                <a:gd name="T48" fmla="*/ 142 w 496"/>
                <a:gd name="T49" fmla="*/ 316 h 667"/>
                <a:gd name="T50" fmla="*/ 139 w 496"/>
                <a:gd name="T51" fmla="*/ 338 h 667"/>
                <a:gd name="T52" fmla="*/ 152 w 496"/>
                <a:gd name="T53" fmla="*/ 330 h 667"/>
                <a:gd name="T54" fmla="*/ 201 w 496"/>
                <a:gd name="T55" fmla="*/ 317 h 667"/>
                <a:gd name="T56" fmla="*/ 197 w 496"/>
                <a:gd name="T57" fmla="*/ 330 h 667"/>
                <a:gd name="T58" fmla="*/ 190 w 496"/>
                <a:gd name="T59" fmla="*/ 322 h 667"/>
                <a:gd name="T60" fmla="*/ 192 w 496"/>
                <a:gd name="T61" fmla="*/ 318 h 667"/>
                <a:gd name="T62" fmla="*/ 183 w 496"/>
                <a:gd name="T63" fmla="*/ 322 h 667"/>
                <a:gd name="T64" fmla="*/ 188 w 496"/>
                <a:gd name="T65" fmla="*/ 336 h 667"/>
                <a:gd name="T66" fmla="*/ 204 w 496"/>
                <a:gd name="T67" fmla="*/ 338 h 667"/>
                <a:gd name="T68" fmla="*/ 219 w 496"/>
                <a:gd name="T69" fmla="*/ 321 h 667"/>
                <a:gd name="T70" fmla="*/ 218 w 496"/>
                <a:gd name="T71" fmla="*/ 338 h 667"/>
                <a:gd name="T72" fmla="*/ 227 w 496"/>
                <a:gd name="T73" fmla="*/ 341 h 667"/>
                <a:gd name="T74" fmla="*/ 270 w 496"/>
                <a:gd name="T75" fmla="*/ 325 h 667"/>
                <a:gd name="T76" fmla="*/ 266 w 496"/>
                <a:gd name="T77" fmla="*/ 318 h 667"/>
                <a:gd name="T78" fmla="*/ 263 w 496"/>
                <a:gd name="T79" fmla="*/ 329 h 667"/>
                <a:gd name="T80" fmla="*/ 263 w 496"/>
                <a:gd name="T81" fmla="*/ 334 h 667"/>
                <a:gd name="T82" fmla="*/ 278 w 496"/>
                <a:gd name="T83" fmla="*/ 333 h 667"/>
                <a:gd name="T84" fmla="*/ 294 w 496"/>
                <a:gd name="T85" fmla="*/ 324 h 667"/>
                <a:gd name="T86" fmla="*/ 291 w 496"/>
                <a:gd name="T87" fmla="*/ 334 h 667"/>
                <a:gd name="T88" fmla="*/ 354 w 496"/>
                <a:gd name="T89" fmla="*/ 325 h 667"/>
                <a:gd name="T90" fmla="*/ 347 w 496"/>
                <a:gd name="T91" fmla="*/ 313 h 667"/>
                <a:gd name="T92" fmla="*/ 341 w 496"/>
                <a:gd name="T93" fmla="*/ 325 h 667"/>
                <a:gd name="T94" fmla="*/ 340 w 496"/>
                <a:gd name="T95" fmla="*/ 336 h 667"/>
                <a:gd name="T96" fmla="*/ 345 w 496"/>
                <a:gd name="T97" fmla="*/ 330 h 667"/>
                <a:gd name="T98" fmla="*/ 355 w 496"/>
                <a:gd name="T99" fmla="*/ 332 h 667"/>
                <a:gd name="T100" fmla="*/ 388 w 496"/>
                <a:gd name="T101" fmla="*/ 321 h 667"/>
                <a:gd name="T102" fmla="*/ 380 w 496"/>
                <a:gd name="T103" fmla="*/ 315 h 667"/>
                <a:gd name="T104" fmla="*/ 375 w 496"/>
                <a:gd name="T105" fmla="*/ 324 h 667"/>
                <a:gd name="T106" fmla="*/ 372 w 496"/>
                <a:gd name="T107" fmla="*/ 333 h 667"/>
                <a:gd name="T108" fmla="*/ 380 w 496"/>
                <a:gd name="T109" fmla="*/ 325 h 667"/>
                <a:gd name="T110" fmla="*/ 386 w 496"/>
                <a:gd name="T111" fmla="*/ 336 h 667"/>
                <a:gd name="T112" fmla="*/ 300 w 496"/>
                <a:gd name="T113" fmla="*/ 327 h 667"/>
                <a:gd name="T114" fmla="*/ 496 w 496"/>
                <a:gd name="T115" fmla="*/ 1 h 667"/>
                <a:gd name="T116" fmla="*/ 43 w 496"/>
                <a:gd name="T117" fmla="*/ 531 h 667"/>
                <a:gd name="T118" fmla="*/ 224 w 496"/>
                <a:gd name="T119" fmla="*/ 553 h 667"/>
                <a:gd name="T120" fmla="*/ 329 w 496"/>
                <a:gd name="T121" fmla="*/ 551 h 667"/>
                <a:gd name="T122" fmla="*/ 477 w 496"/>
                <a:gd name="T123" fmla="*/ 395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96" h="667">
                  <a:moveTo>
                    <a:pt x="224" y="543"/>
                  </a:moveTo>
                  <a:cubicBezTo>
                    <a:pt x="224" y="545"/>
                    <a:pt x="224" y="545"/>
                    <a:pt x="223" y="546"/>
                  </a:cubicBezTo>
                  <a:cubicBezTo>
                    <a:pt x="222" y="548"/>
                    <a:pt x="220" y="550"/>
                    <a:pt x="216" y="550"/>
                  </a:cubicBezTo>
                  <a:cubicBezTo>
                    <a:pt x="212" y="550"/>
                    <a:pt x="209" y="546"/>
                    <a:pt x="209" y="540"/>
                  </a:cubicBezTo>
                  <a:cubicBezTo>
                    <a:pt x="209" y="535"/>
                    <a:pt x="212" y="531"/>
                    <a:pt x="216" y="531"/>
                  </a:cubicBezTo>
                  <a:cubicBezTo>
                    <a:pt x="221" y="531"/>
                    <a:pt x="224" y="536"/>
                    <a:pt x="224" y="543"/>
                  </a:cubicBezTo>
                  <a:close/>
                  <a:moveTo>
                    <a:pt x="58" y="481"/>
                  </a:moveTo>
                  <a:cubicBezTo>
                    <a:pt x="98" y="481"/>
                    <a:pt x="98" y="481"/>
                    <a:pt x="98" y="481"/>
                  </a:cubicBezTo>
                  <a:cubicBezTo>
                    <a:pt x="98" y="469"/>
                    <a:pt x="98" y="469"/>
                    <a:pt x="98" y="469"/>
                  </a:cubicBezTo>
                  <a:cubicBezTo>
                    <a:pt x="58" y="469"/>
                    <a:pt x="58" y="469"/>
                    <a:pt x="58" y="469"/>
                  </a:cubicBezTo>
                  <a:lnTo>
                    <a:pt x="58" y="481"/>
                  </a:lnTo>
                  <a:close/>
                  <a:moveTo>
                    <a:pt x="396" y="481"/>
                  </a:moveTo>
                  <a:cubicBezTo>
                    <a:pt x="436" y="481"/>
                    <a:pt x="436" y="481"/>
                    <a:pt x="436" y="481"/>
                  </a:cubicBezTo>
                  <a:cubicBezTo>
                    <a:pt x="436" y="469"/>
                    <a:pt x="436" y="469"/>
                    <a:pt x="436" y="469"/>
                  </a:cubicBezTo>
                  <a:cubicBezTo>
                    <a:pt x="396" y="469"/>
                    <a:pt x="396" y="469"/>
                    <a:pt x="396" y="469"/>
                  </a:cubicBezTo>
                  <a:lnTo>
                    <a:pt x="396" y="481"/>
                  </a:lnTo>
                  <a:close/>
                  <a:moveTo>
                    <a:pt x="157" y="481"/>
                  </a:moveTo>
                  <a:cubicBezTo>
                    <a:pt x="198" y="481"/>
                    <a:pt x="198" y="481"/>
                    <a:pt x="198" y="481"/>
                  </a:cubicBezTo>
                  <a:cubicBezTo>
                    <a:pt x="198" y="469"/>
                    <a:pt x="198" y="469"/>
                    <a:pt x="198" y="469"/>
                  </a:cubicBezTo>
                  <a:cubicBezTo>
                    <a:pt x="157" y="469"/>
                    <a:pt x="157" y="469"/>
                    <a:pt x="157" y="469"/>
                  </a:cubicBezTo>
                  <a:lnTo>
                    <a:pt x="157" y="481"/>
                  </a:lnTo>
                  <a:close/>
                  <a:moveTo>
                    <a:pt x="299" y="481"/>
                  </a:moveTo>
                  <a:cubicBezTo>
                    <a:pt x="340" y="481"/>
                    <a:pt x="340" y="481"/>
                    <a:pt x="340" y="481"/>
                  </a:cubicBezTo>
                  <a:cubicBezTo>
                    <a:pt x="340" y="469"/>
                    <a:pt x="340" y="469"/>
                    <a:pt x="340" y="469"/>
                  </a:cubicBezTo>
                  <a:cubicBezTo>
                    <a:pt x="299" y="469"/>
                    <a:pt x="299" y="469"/>
                    <a:pt x="299" y="469"/>
                  </a:cubicBezTo>
                  <a:lnTo>
                    <a:pt x="299" y="481"/>
                  </a:lnTo>
                  <a:close/>
                  <a:moveTo>
                    <a:pt x="435" y="365"/>
                  </a:moveTo>
                  <a:cubicBezTo>
                    <a:pt x="397" y="365"/>
                    <a:pt x="397" y="365"/>
                    <a:pt x="397" y="365"/>
                  </a:cubicBezTo>
                  <a:cubicBezTo>
                    <a:pt x="397" y="373"/>
                    <a:pt x="397" y="373"/>
                    <a:pt x="397" y="373"/>
                  </a:cubicBezTo>
                  <a:cubicBezTo>
                    <a:pt x="396" y="373"/>
                    <a:pt x="396" y="373"/>
                    <a:pt x="396" y="373"/>
                  </a:cubicBezTo>
                  <a:cubicBezTo>
                    <a:pt x="396" y="365"/>
                    <a:pt x="396" y="365"/>
                    <a:pt x="396" y="365"/>
                  </a:cubicBezTo>
                  <a:cubicBezTo>
                    <a:pt x="340" y="365"/>
                    <a:pt x="340" y="365"/>
                    <a:pt x="340" y="365"/>
                  </a:cubicBezTo>
                  <a:cubicBezTo>
                    <a:pt x="340" y="373"/>
                    <a:pt x="340" y="373"/>
                    <a:pt x="340" y="373"/>
                  </a:cubicBezTo>
                  <a:cubicBezTo>
                    <a:pt x="338" y="373"/>
                    <a:pt x="338" y="373"/>
                    <a:pt x="338" y="373"/>
                  </a:cubicBezTo>
                  <a:cubicBezTo>
                    <a:pt x="338" y="365"/>
                    <a:pt x="338" y="365"/>
                    <a:pt x="338" y="365"/>
                  </a:cubicBezTo>
                  <a:cubicBezTo>
                    <a:pt x="301" y="365"/>
                    <a:pt x="301" y="365"/>
                    <a:pt x="301" y="365"/>
                  </a:cubicBezTo>
                  <a:cubicBezTo>
                    <a:pt x="301" y="373"/>
                    <a:pt x="301" y="373"/>
                    <a:pt x="301" y="373"/>
                  </a:cubicBezTo>
                  <a:cubicBezTo>
                    <a:pt x="299" y="373"/>
                    <a:pt x="299" y="373"/>
                    <a:pt x="299" y="373"/>
                  </a:cubicBezTo>
                  <a:cubicBezTo>
                    <a:pt x="299" y="365"/>
                    <a:pt x="299" y="365"/>
                    <a:pt x="299" y="365"/>
                  </a:cubicBezTo>
                  <a:cubicBezTo>
                    <a:pt x="198" y="365"/>
                    <a:pt x="198" y="365"/>
                    <a:pt x="198" y="365"/>
                  </a:cubicBezTo>
                  <a:cubicBezTo>
                    <a:pt x="198" y="373"/>
                    <a:pt x="198" y="373"/>
                    <a:pt x="198" y="373"/>
                  </a:cubicBezTo>
                  <a:cubicBezTo>
                    <a:pt x="196" y="373"/>
                    <a:pt x="196" y="373"/>
                    <a:pt x="196" y="373"/>
                  </a:cubicBezTo>
                  <a:cubicBezTo>
                    <a:pt x="196" y="365"/>
                    <a:pt x="196" y="365"/>
                    <a:pt x="196" y="365"/>
                  </a:cubicBezTo>
                  <a:cubicBezTo>
                    <a:pt x="159" y="365"/>
                    <a:pt x="159" y="365"/>
                    <a:pt x="159" y="365"/>
                  </a:cubicBezTo>
                  <a:cubicBezTo>
                    <a:pt x="159" y="373"/>
                    <a:pt x="159" y="373"/>
                    <a:pt x="159" y="373"/>
                  </a:cubicBezTo>
                  <a:cubicBezTo>
                    <a:pt x="157" y="373"/>
                    <a:pt x="157" y="373"/>
                    <a:pt x="157" y="373"/>
                  </a:cubicBezTo>
                  <a:cubicBezTo>
                    <a:pt x="157" y="365"/>
                    <a:pt x="157" y="365"/>
                    <a:pt x="157" y="365"/>
                  </a:cubicBezTo>
                  <a:cubicBezTo>
                    <a:pt x="98" y="365"/>
                    <a:pt x="98" y="365"/>
                    <a:pt x="98" y="365"/>
                  </a:cubicBezTo>
                  <a:cubicBezTo>
                    <a:pt x="98" y="373"/>
                    <a:pt x="98" y="373"/>
                    <a:pt x="98" y="373"/>
                  </a:cubicBezTo>
                  <a:cubicBezTo>
                    <a:pt x="97" y="373"/>
                    <a:pt x="97" y="373"/>
                    <a:pt x="97" y="373"/>
                  </a:cubicBezTo>
                  <a:cubicBezTo>
                    <a:pt x="97" y="365"/>
                    <a:pt x="97" y="365"/>
                    <a:pt x="97" y="365"/>
                  </a:cubicBezTo>
                  <a:cubicBezTo>
                    <a:pt x="59" y="365"/>
                    <a:pt x="59" y="365"/>
                    <a:pt x="59" y="365"/>
                  </a:cubicBezTo>
                  <a:cubicBezTo>
                    <a:pt x="59" y="373"/>
                    <a:pt x="59" y="373"/>
                    <a:pt x="59" y="373"/>
                  </a:cubicBezTo>
                  <a:cubicBezTo>
                    <a:pt x="58" y="373"/>
                    <a:pt x="58" y="373"/>
                    <a:pt x="58" y="373"/>
                  </a:cubicBezTo>
                  <a:cubicBezTo>
                    <a:pt x="58" y="467"/>
                    <a:pt x="58" y="467"/>
                    <a:pt x="58" y="467"/>
                  </a:cubicBezTo>
                  <a:cubicBezTo>
                    <a:pt x="98" y="467"/>
                    <a:pt x="98" y="467"/>
                    <a:pt x="98" y="467"/>
                  </a:cubicBezTo>
                  <a:cubicBezTo>
                    <a:pt x="98" y="382"/>
                    <a:pt x="98" y="382"/>
                    <a:pt x="98" y="382"/>
                  </a:cubicBezTo>
                  <a:cubicBezTo>
                    <a:pt x="157" y="382"/>
                    <a:pt x="157" y="382"/>
                    <a:pt x="157" y="382"/>
                  </a:cubicBezTo>
                  <a:cubicBezTo>
                    <a:pt x="157" y="467"/>
                    <a:pt x="157" y="467"/>
                    <a:pt x="157" y="467"/>
                  </a:cubicBezTo>
                  <a:cubicBezTo>
                    <a:pt x="198" y="467"/>
                    <a:pt x="198" y="467"/>
                    <a:pt x="198" y="467"/>
                  </a:cubicBezTo>
                  <a:cubicBezTo>
                    <a:pt x="198" y="382"/>
                    <a:pt x="198" y="382"/>
                    <a:pt x="198" y="382"/>
                  </a:cubicBezTo>
                  <a:cubicBezTo>
                    <a:pt x="299" y="382"/>
                    <a:pt x="299" y="382"/>
                    <a:pt x="299" y="382"/>
                  </a:cubicBezTo>
                  <a:cubicBezTo>
                    <a:pt x="299" y="467"/>
                    <a:pt x="299" y="467"/>
                    <a:pt x="299" y="467"/>
                  </a:cubicBezTo>
                  <a:cubicBezTo>
                    <a:pt x="340" y="467"/>
                    <a:pt x="340" y="467"/>
                    <a:pt x="340" y="467"/>
                  </a:cubicBezTo>
                  <a:cubicBezTo>
                    <a:pt x="340" y="382"/>
                    <a:pt x="340" y="382"/>
                    <a:pt x="340" y="382"/>
                  </a:cubicBezTo>
                  <a:cubicBezTo>
                    <a:pt x="396" y="382"/>
                    <a:pt x="396" y="382"/>
                    <a:pt x="396" y="382"/>
                  </a:cubicBezTo>
                  <a:cubicBezTo>
                    <a:pt x="396" y="467"/>
                    <a:pt x="396" y="467"/>
                    <a:pt x="396" y="467"/>
                  </a:cubicBezTo>
                  <a:cubicBezTo>
                    <a:pt x="436" y="467"/>
                    <a:pt x="436" y="467"/>
                    <a:pt x="436" y="467"/>
                  </a:cubicBezTo>
                  <a:cubicBezTo>
                    <a:pt x="436" y="373"/>
                    <a:pt x="436" y="373"/>
                    <a:pt x="436" y="373"/>
                  </a:cubicBezTo>
                  <a:cubicBezTo>
                    <a:pt x="435" y="373"/>
                    <a:pt x="435" y="373"/>
                    <a:pt x="435" y="373"/>
                  </a:cubicBezTo>
                  <a:lnTo>
                    <a:pt x="435" y="365"/>
                  </a:lnTo>
                  <a:close/>
                  <a:moveTo>
                    <a:pt x="188" y="327"/>
                  </a:moveTo>
                  <a:cubicBezTo>
                    <a:pt x="188" y="327"/>
                    <a:pt x="188" y="326"/>
                    <a:pt x="188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9" y="326"/>
                    <a:pt x="189" y="326"/>
                    <a:pt x="189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8" y="326"/>
                    <a:pt x="188" y="326"/>
                  </a:cubicBezTo>
                  <a:cubicBezTo>
                    <a:pt x="188" y="326"/>
                    <a:pt x="187" y="326"/>
                    <a:pt x="187" y="326"/>
                  </a:cubicBezTo>
                  <a:cubicBezTo>
                    <a:pt x="187" y="326"/>
                    <a:pt x="187" y="326"/>
                    <a:pt x="186" y="326"/>
                  </a:cubicBezTo>
                  <a:cubicBezTo>
                    <a:pt x="186" y="326"/>
                    <a:pt x="186" y="326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6" y="327"/>
                    <a:pt x="186" y="327"/>
                    <a:pt x="186" y="327"/>
                  </a:cubicBezTo>
                  <a:cubicBezTo>
                    <a:pt x="187" y="327"/>
                    <a:pt x="187" y="327"/>
                    <a:pt x="187" y="327"/>
                  </a:cubicBezTo>
                  <a:cubicBezTo>
                    <a:pt x="187" y="327"/>
                    <a:pt x="188" y="327"/>
                    <a:pt x="188" y="327"/>
                  </a:cubicBezTo>
                  <a:close/>
                  <a:moveTo>
                    <a:pt x="186" y="328"/>
                  </a:moveTo>
                  <a:cubicBezTo>
                    <a:pt x="186" y="328"/>
                    <a:pt x="186" y="328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9"/>
                  </a:cubicBezTo>
                  <a:cubicBezTo>
                    <a:pt x="186" y="329"/>
                    <a:pt x="186" y="329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ubicBezTo>
                    <a:pt x="186" y="328"/>
                    <a:pt x="186" y="328"/>
                    <a:pt x="186" y="328"/>
                  </a:cubicBezTo>
                  <a:close/>
                  <a:moveTo>
                    <a:pt x="188" y="324"/>
                  </a:moveTo>
                  <a:cubicBezTo>
                    <a:pt x="188" y="324"/>
                    <a:pt x="188" y="324"/>
                    <a:pt x="189" y="324"/>
                  </a:cubicBezTo>
                  <a:cubicBezTo>
                    <a:pt x="189" y="324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9" y="323"/>
                    <a:pt x="189" y="323"/>
                  </a:cubicBezTo>
                  <a:cubicBezTo>
                    <a:pt x="189" y="323"/>
                    <a:pt x="188" y="323"/>
                    <a:pt x="188" y="323"/>
                  </a:cubicBezTo>
                  <a:cubicBezTo>
                    <a:pt x="188" y="323"/>
                    <a:pt x="188" y="323"/>
                    <a:pt x="187" y="323"/>
                  </a:cubicBezTo>
                  <a:cubicBezTo>
                    <a:pt x="187" y="323"/>
                    <a:pt x="187" y="323"/>
                    <a:pt x="187" y="323"/>
                  </a:cubicBezTo>
                  <a:cubicBezTo>
                    <a:pt x="186" y="323"/>
                    <a:pt x="186" y="324"/>
                    <a:pt x="187" y="324"/>
                  </a:cubicBezTo>
                  <a:cubicBezTo>
                    <a:pt x="187" y="324"/>
                    <a:pt x="187" y="324"/>
                    <a:pt x="187" y="324"/>
                  </a:cubicBezTo>
                  <a:cubicBezTo>
                    <a:pt x="187" y="324"/>
                    <a:pt x="187" y="324"/>
                    <a:pt x="188" y="324"/>
                  </a:cubicBezTo>
                  <a:close/>
                  <a:moveTo>
                    <a:pt x="191" y="330"/>
                  </a:moveTo>
                  <a:cubicBezTo>
                    <a:pt x="190" y="330"/>
                    <a:pt x="190" y="330"/>
                    <a:pt x="190" y="331"/>
                  </a:cubicBezTo>
                  <a:cubicBezTo>
                    <a:pt x="189" y="331"/>
                    <a:pt x="189" y="331"/>
                    <a:pt x="190" y="331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0" y="332"/>
                    <a:pt x="190" y="332"/>
                    <a:pt x="190" y="332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1"/>
                    <a:pt x="191" y="331"/>
                    <a:pt x="191" y="331"/>
                  </a:cubicBezTo>
                  <a:cubicBezTo>
                    <a:pt x="191" y="330"/>
                    <a:pt x="191" y="330"/>
                    <a:pt x="191" y="330"/>
                  </a:cubicBezTo>
                  <a:close/>
                  <a:moveTo>
                    <a:pt x="193" y="330"/>
                  </a:moveTo>
                  <a:cubicBezTo>
                    <a:pt x="193" y="330"/>
                    <a:pt x="193" y="330"/>
                    <a:pt x="193" y="331"/>
                  </a:cubicBezTo>
                  <a:cubicBezTo>
                    <a:pt x="193" y="331"/>
                    <a:pt x="193" y="331"/>
                    <a:pt x="192" y="331"/>
                  </a:cubicBezTo>
                  <a:cubicBezTo>
                    <a:pt x="192" y="331"/>
                    <a:pt x="192" y="331"/>
                    <a:pt x="192" y="331"/>
                  </a:cubicBezTo>
                  <a:cubicBezTo>
                    <a:pt x="192" y="332"/>
                    <a:pt x="192" y="332"/>
                    <a:pt x="192" y="332"/>
                  </a:cubicBezTo>
                  <a:cubicBezTo>
                    <a:pt x="193" y="332"/>
                    <a:pt x="193" y="332"/>
                    <a:pt x="194" y="332"/>
                  </a:cubicBezTo>
                  <a:cubicBezTo>
                    <a:pt x="194" y="332"/>
                    <a:pt x="195" y="331"/>
                    <a:pt x="194" y="331"/>
                  </a:cubicBezTo>
                  <a:cubicBezTo>
                    <a:pt x="194" y="331"/>
                    <a:pt x="194" y="331"/>
                    <a:pt x="194" y="331"/>
                  </a:cubicBezTo>
                  <a:cubicBezTo>
                    <a:pt x="194" y="330"/>
                    <a:pt x="194" y="330"/>
                    <a:pt x="193" y="330"/>
                  </a:cubicBezTo>
                  <a:cubicBezTo>
                    <a:pt x="193" y="330"/>
                    <a:pt x="193" y="330"/>
                    <a:pt x="193" y="330"/>
                  </a:cubicBezTo>
                  <a:close/>
                  <a:moveTo>
                    <a:pt x="189" y="334"/>
                  </a:moveTo>
                  <a:cubicBezTo>
                    <a:pt x="188" y="334"/>
                    <a:pt x="188" y="335"/>
                    <a:pt x="187" y="335"/>
                  </a:cubicBezTo>
                  <a:cubicBezTo>
                    <a:pt x="187" y="335"/>
                    <a:pt x="187" y="335"/>
                    <a:pt x="187" y="335"/>
                  </a:cubicBezTo>
                  <a:cubicBezTo>
                    <a:pt x="187" y="335"/>
                    <a:pt x="187" y="335"/>
                    <a:pt x="187" y="336"/>
                  </a:cubicBezTo>
                  <a:cubicBezTo>
                    <a:pt x="187" y="336"/>
                    <a:pt x="187" y="336"/>
                    <a:pt x="187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8" y="335"/>
                    <a:pt x="189" y="335"/>
                    <a:pt x="189" y="335"/>
                  </a:cubicBezTo>
                  <a:cubicBezTo>
                    <a:pt x="189" y="335"/>
                    <a:pt x="189" y="335"/>
                    <a:pt x="189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90" y="335"/>
                    <a:pt x="190" y="335"/>
                    <a:pt x="190" y="335"/>
                  </a:cubicBezTo>
                  <a:cubicBezTo>
                    <a:pt x="189" y="334"/>
                    <a:pt x="189" y="334"/>
                    <a:pt x="189" y="334"/>
                  </a:cubicBezTo>
                  <a:close/>
                  <a:moveTo>
                    <a:pt x="149" y="333"/>
                  </a:moveTo>
                  <a:cubicBezTo>
                    <a:pt x="149" y="333"/>
                    <a:pt x="148" y="333"/>
                    <a:pt x="148" y="333"/>
                  </a:cubicBezTo>
                  <a:cubicBezTo>
                    <a:pt x="148" y="333"/>
                    <a:pt x="148" y="333"/>
                    <a:pt x="148" y="333"/>
                  </a:cubicBezTo>
                  <a:cubicBezTo>
                    <a:pt x="147" y="333"/>
                    <a:pt x="146" y="333"/>
                    <a:pt x="146" y="332"/>
                  </a:cubicBezTo>
                  <a:cubicBezTo>
                    <a:pt x="146" y="332"/>
                    <a:pt x="146" y="332"/>
                    <a:pt x="146" y="332"/>
                  </a:cubicBezTo>
                  <a:cubicBezTo>
                    <a:pt x="146" y="331"/>
                    <a:pt x="146" y="331"/>
                    <a:pt x="146" y="331"/>
                  </a:cubicBezTo>
                  <a:cubicBezTo>
                    <a:pt x="147" y="331"/>
                    <a:pt x="147" y="331"/>
                    <a:pt x="147" y="330"/>
                  </a:cubicBezTo>
                  <a:cubicBezTo>
                    <a:pt x="147" y="330"/>
                    <a:pt x="148" y="330"/>
                    <a:pt x="148" y="330"/>
                  </a:cubicBezTo>
                  <a:cubicBezTo>
                    <a:pt x="148" y="330"/>
                    <a:pt x="148" y="330"/>
                    <a:pt x="148" y="330"/>
                  </a:cubicBezTo>
                  <a:cubicBezTo>
                    <a:pt x="148" y="329"/>
                    <a:pt x="148" y="329"/>
                    <a:pt x="148" y="329"/>
                  </a:cubicBezTo>
                  <a:cubicBezTo>
                    <a:pt x="148" y="329"/>
                    <a:pt x="147" y="329"/>
                    <a:pt x="147" y="329"/>
                  </a:cubicBezTo>
                  <a:cubicBezTo>
                    <a:pt x="147" y="329"/>
                    <a:pt x="147" y="329"/>
                    <a:pt x="147" y="329"/>
                  </a:cubicBezTo>
                  <a:cubicBezTo>
                    <a:pt x="146" y="329"/>
                    <a:pt x="146" y="329"/>
                    <a:pt x="146" y="329"/>
                  </a:cubicBezTo>
                  <a:cubicBezTo>
                    <a:pt x="146" y="329"/>
                    <a:pt x="145" y="329"/>
                    <a:pt x="145" y="329"/>
                  </a:cubicBezTo>
                  <a:cubicBezTo>
                    <a:pt x="145" y="329"/>
                    <a:pt x="145" y="329"/>
                    <a:pt x="145" y="330"/>
                  </a:cubicBezTo>
                  <a:cubicBezTo>
                    <a:pt x="144" y="330"/>
                    <a:pt x="144" y="330"/>
                    <a:pt x="144" y="331"/>
                  </a:cubicBezTo>
                  <a:cubicBezTo>
                    <a:pt x="144" y="331"/>
                    <a:pt x="144" y="331"/>
                    <a:pt x="144" y="331"/>
                  </a:cubicBezTo>
                  <a:cubicBezTo>
                    <a:pt x="144" y="332"/>
                    <a:pt x="144" y="332"/>
                    <a:pt x="145" y="332"/>
                  </a:cubicBezTo>
                  <a:cubicBezTo>
                    <a:pt x="145" y="332"/>
                    <a:pt x="145" y="332"/>
                    <a:pt x="145" y="333"/>
                  </a:cubicBezTo>
                  <a:cubicBezTo>
                    <a:pt x="145" y="333"/>
                    <a:pt x="146" y="333"/>
                    <a:pt x="146" y="334"/>
                  </a:cubicBezTo>
                  <a:cubicBezTo>
                    <a:pt x="146" y="334"/>
                    <a:pt x="146" y="334"/>
                    <a:pt x="146" y="335"/>
                  </a:cubicBezTo>
                  <a:cubicBezTo>
                    <a:pt x="146" y="335"/>
                    <a:pt x="147" y="336"/>
                    <a:pt x="147" y="336"/>
                  </a:cubicBezTo>
                  <a:cubicBezTo>
                    <a:pt x="147" y="336"/>
                    <a:pt x="148" y="335"/>
                    <a:pt x="148" y="335"/>
                  </a:cubicBezTo>
                  <a:cubicBezTo>
                    <a:pt x="148" y="335"/>
                    <a:pt x="149" y="335"/>
                    <a:pt x="150" y="336"/>
                  </a:cubicBezTo>
                  <a:cubicBezTo>
                    <a:pt x="150" y="336"/>
                    <a:pt x="151" y="335"/>
                    <a:pt x="151" y="335"/>
                  </a:cubicBezTo>
                  <a:cubicBezTo>
                    <a:pt x="151" y="335"/>
                    <a:pt x="152" y="335"/>
                    <a:pt x="152" y="334"/>
                  </a:cubicBezTo>
                  <a:cubicBezTo>
                    <a:pt x="152" y="334"/>
                    <a:pt x="152" y="334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2" y="333"/>
                    <a:pt x="152" y="333"/>
                    <a:pt x="152" y="333"/>
                  </a:cubicBezTo>
                  <a:cubicBezTo>
                    <a:pt x="151" y="333"/>
                    <a:pt x="150" y="333"/>
                    <a:pt x="149" y="333"/>
                  </a:cubicBezTo>
                  <a:cubicBezTo>
                    <a:pt x="149" y="333"/>
                    <a:pt x="149" y="333"/>
                    <a:pt x="149" y="333"/>
                  </a:cubicBezTo>
                  <a:close/>
                  <a:moveTo>
                    <a:pt x="193" y="333"/>
                  </a:moveTo>
                  <a:cubicBezTo>
                    <a:pt x="193" y="333"/>
                    <a:pt x="192" y="333"/>
                    <a:pt x="192" y="333"/>
                  </a:cubicBezTo>
                  <a:cubicBezTo>
                    <a:pt x="192" y="334"/>
                    <a:pt x="191" y="334"/>
                    <a:pt x="191" y="334"/>
                  </a:cubicBezTo>
                  <a:cubicBezTo>
                    <a:pt x="191" y="335"/>
                    <a:pt x="191" y="335"/>
                    <a:pt x="191" y="335"/>
                  </a:cubicBezTo>
                  <a:cubicBezTo>
                    <a:pt x="192" y="335"/>
                    <a:pt x="192" y="335"/>
                    <a:pt x="192" y="335"/>
                  </a:cubicBezTo>
                  <a:cubicBezTo>
                    <a:pt x="192" y="335"/>
                    <a:pt x="192" y="335"/>
                    <a:pt x="193" y="335"/>
                  </a:cubicBezTo>
                  <a:cubicBezTo>
                    <a:pt x="193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4"/>
                  </a:cubicBezTo>
                  <a:cubicBezTo>
                    <a:pt x="194" y="334"/>
                    <a:pt x="194" y="334"/>
                    <a:pt x="194" y="334"/>
                  </a:cubicBezTo>
                  <a:cubicBezTo>
                    <a:pt x="194" y="334"/>
                    <a:pt x="194" y="333"/>
                    <a:pt x="194" y="333"/>
                  </a:cubicBezTo>
                  <a:cubicBezTo>
                    <a:pt x="194" y="333"/>
                    <a:pt x="193" y="333"/>
                    <a:pt x="193" y="333"/>
                  </a:cubicBezTo>
                  <a:close/>
                  <a:moveTo>
                    <a:pt x="111" y="326"/>
                  </a:moveTo>
                  <a:cubicBezTo>
                    <a:pt x="111" y="326"/>
                    <a:pt x="111" y="326"/>
                    <a:pt x="112" y="325"/>
                  </a:cubicBezTo>
                  <a:cubicBezTo>
                    <a:pt x="112" y="325"/>
                    <a:pt x="112" y="325"/>
                    <a:pt x="113" y="325"/>
                  </a:cubicBezTo>
                  <a:cubicBezTo>
                    <a:pt x="113" y="325"/>
                    <a:pt x="113" y="325"/>
                    <a:pt x="113" y="325"/>
                  </a:cubicBezTo>
                  <a:cubicBezTo>
                    <a:pt x="113" y="325"/>
                    <a:pt x="113" y="325"/>
                    <a:pt x="113" y="324"/>
                  </a:cubicBezTo>
                  <a:cubicBezTo>
                    <a:pt x="113" y="324"/>
                    <a:pt x="113" y="324"/>
                    <a:pt x="113" y="324"/>
                  </a:cubicBezTo>
                  <a:cubicBezTo>
                    <a:pt x="112" y="324"/>
                    <a:pt x="112" y="324"/>
                    <a:pt x="112" y="324"/>
                  </a:cubicBezTo>
                  <a:cubicBezTo>
                    <a:pt x="111" y="324"/>
                    <a:pt x="111" y="324"/>
                    <a:pt x="111" y="324"/>
                  </a:cubicBezTo>
                  <a:cubicBezTo>
                    <a:pt x="111" y="324"/>
                    <a:pt x="110" y="325"/>
                    <a:pt x="110" y="325"/>
                  </a:cubicBezTo>
                  <a:cubicBezTo>
                    <a:pt x="110" y="325"/>
                    <a:pt x="110" y="325"/>
                    <a:pt x="110" y="325"/>
                  </a:cubicBezTo>
                  <a:cubicBezTo>
                    <a:pt x="109" y="325"/>
                    <a:pt x="109" y="325"/>
                    <a:pt x="109" y="325"/>
                  </a:cubicBezTo>
                  <a:cubicBezTo>
                    <a:pt x="109" y="326"/>
                    <a:pt x="110" y="326"/>
                    <a:pt x="110" y="326"/>
                  </a:cubicBezTo>
                  <a:cubicBezTo>
                    <a:pt x="110" y="326"/>
                    <a:pt x="110" y="326"/>
                    <a:pt x="111" y="326"/>
                  </a:cubicBezTo>
                  <a:close/>
                  <a:moveTo>
                    <a:pt x="107" y="329"/>
                  </a:moveTo>
                  <a:cubicBezTo>
                    <a:pt x="107" y="330"/>
                    <a:pt x="107" y="331"/>
                    <a:pt x="107" y="331"/>
                  </a:cubicBezTo>
                  <a:cubicBezTo>
                    <a:pt x="107" y="332"/>
                    <a:pt x="107" y="332"/>
                    <a:pt x="108" y="332"/>
                  </a:cubicBezTo>
                  <a:cubicBezTo>
                    <a:pt x="108" y="332"/>
                    <a:pt x="108" y="332"/>
                    <a:pt x="108" y="332"/>
                  </a:cubicBezTo>
                  <a:cubicBezTo>
                    <a:pt x="108" y="332"/>
                    <a:pt x="108" y="332"/>
                    <a:pt x="109" y="332"/>
                  </a:cubicBezTo>
                  <a:cubicBezTo>
                    <a:pt x="109" y="332"/>
                    <a:pt x="110" y="332"/>
                    <a:pt x="110" y="332"/>
                  </a:cubicBezTo>
                  <a:cubicBezTo>
                    <a:pt x="111" y="332"/>
                    <a:pt x="111" y="332"/>
                    <a:pt x="111" y="332"/>
                  </a:cubicBezTo>
                  <a:cubicBezTo>
                    <a:pt x="111" y="332"/>
                    <a:pt x="112" y="331"/>
                    <a:pt x="112" y="331"/>
                  </a:cubicBezTo>
                  <a:cubicBezTo>
                    <a:pt x="112" y="331"/>
                    <a:pt x="112" y="331"/>
                    <a:pt x="113" y="331"/>
                  </a:cubicBezTo>
                  <a:cubicBezTo>
                    <a:pt x="113" y="331"/>
                    <a:pt x="113" y="331"/>
                    <a:pt x="113" y="331"/>
                  </a:cubicBezTo>
                  <a:cubicBezTo>
                    <a:pt x="112" y="331"/>
                    <a:pt x="112" y="331"/>
                    <a:pt x="112" y="331"/>
                  </a:cubicBezTo>
                  <a:cubicBezTo>
                    <a:pt x="112" y="330"/>
                    <a:pt x="112" y="330"/>
                    <a:pt x="111" y="331"/>
                  </a:cubicBezTo>
                  <a:cubicBezTo>
                    <a:pt x="111" y="331"/>
                    <a:pt x="111" y="331"/>
                    <a:pt x="111" y="331"/>
                  </a:cubicBezTo>
                  <a:cubicBezTo>
                    <a:pt x="110" y="331"/>
                    <a:pt x="110" y="331"/>
                    <a:pt x="110" y="331"/>
                  </a:cubicBezTo>
                  <a:cubicBezTo>
                    <a:pt x="110" y="331"/>
                    <a:pt x="110" y="331"/>
                    <a:pt x="109" y="331"/>
                  </a:cubicBezTo>
                  <a:cubicBezTo>
                    <a:pt x="109" y="330"/>
                    <a:pt x="109" y="330"/>
                    <a:pt x="109" y="330"/>
                  </a:cubicBezTo>
                  <a:cubicBezTo>
                    <a:pt x="108" y="330"/>
                    <a:pt x="108" y="329"/>
                    <a:pt x="108" y="329"/>
                  </a:cubicBezTo>
                  <a:cubicBezTo>
                    <a:pt x="108" y="329"/>
                    <a:pt x="108" y="329"/>
                    <a:pt x="108" y="328"/>
                  </a:cubicBezTo>
                  <a:cubicBezTo>
                    <a:pt x="108" y="328"/>
                    <a:pt x="108" y="328"/>
                    <a:pt x="108" y="328"/>
                  </a:cubicBezTo>
                  <a:cubicBezTo>
                    <a:pt x="108" y="327"/>
                    <a:pt x="108" y="326"/>
                    <a:pt x="108" y="325"/>
                  </a:cubicBezTo>
                  <a:cubicBezTo>
                    <a:pt x="108" y="325"/>
                    <a:pt x="107" y="324"/>
                    <a:pt x="107" y="324"/>
                  </a:cubicBezTo>
                  <a:cubicBezTo>
                    <a:pt x="107" y="324"/>
                    <a:pt x="107" y="324"/>
                    <a:pt x="107" y="324"/>
                  </a:cubicBezTo>
                  <a:cubicBezTo>
                    <a:pt x="107" y="325"/>
                    <a:pt x="107" y="326"/>
                    <a:pt x="107" y="326"/>
                  </a:cubicBezTo>
                  <a:cubicBezTo>
                    <a:pt x="107" y="327"/>
                    <a:pt x="107" y="328"/>
                    <a:pt x="107" y="329"/>
                  </a:cubicBezTo>
                  <a:close/>
                  <a:moveTo>
                    <a:pt x="112" y="327"/>
                  </a:moveTo>
                  <a:cubicBezTo>
                    <a:pt x="112" y="328"/>
                    <a:pt x="111" y="328"/>
                    <a:pt x="111" y="328"/>
                  </a:cubicBezTo>
                  <a:cubicBezTo>
                    <a:pt x="111" y="328"/>
                    <a:pt x="111" y="328"/>
                    <a:pt x="111" y="328"/>
                  </a:cubicBezTo>
                  <a:cubicBezTo>
                    <a:pt x="110" y="329"/>
                    <a:pt x="111" y="329"/>
                    <a:pt x="111" y="329"/>
                  </a:cubicBezTo>
                  <a:cubicBezTo>
                    <a:pt x="111" y="329"/>
                    <a:pt x="111" y="329"/>
                    <a:pt x="112" y="329"/>
                  </a:cubicBezTo>
                  <a:cubicBezTo>
                    <a:pt x="112" y="329"/>
                    <a:pt x="112" y="329"/>
                    <a:pt x="112" y="329"/>
                  </a:cubicBezTo>
                  <a:cubicBezTo>
                    <a:pt x="112" y="329"/>
                    <a:pt x="113" y="329"/>
                    <a:pt x="113" y="329"/>
                  </a:cubicBezTo>
                  <a:cubicBezTo>
                    <a:pt x="113" y="329"/>
                    <a:pt x="113" y="329"/>
                    <a:pt x="113" y="328"/>
                  </a:cubicBezTo>
                  <a:cubicBezTo>
                    <a:pt x="113" y="328"/>
                    <a:pt x="113" y="328"/>
                    <a:pt x="113" y="328"/>
                  </a:cubicBezTo>
                  <a:cubicBezTo>
                    <a:pt x="113" y="328"/>
                    <a:pt x="113" y="328"/>
                    <a:pt x="113" y="327"/>
                  </a:cubicBezTo>
                  <a:cubicBezTo>
                    <a:pt x="112" y="327"/>
                    <a:pt x="112" y="327"/>
                    <a:pt x="112" y="327"/>
                  </a:cubicBezTo>
                  <a:close/>
                  <a:moveTo>
                    <a:pt x="121" y="317"/>
                  </a:moveTo>
                  <a:cubicBezTo>
                    <a:pt x="121" y="317"/>
                    <a:pt x="120" y="317"/>
                    <a:pt x="120" y="317"/>
                  </a:cubicBezTo>
                  <a:cubicBezTo>
                    <a:pt x="119" y="317"/>
                    <a:pt x="119" y="317"/>
                    <a:pt x="118" y="317"/>
                  </a:cubicBezTo>
                  <a:cubicBezTo>
                    <a:pt x="118" y="317"/>
                    <a:pt x="118" y="317"/>
                    <a:pt x="117" y="317"/>
                  </a:cubicBezTo>
                  <a:cubicBezTo>
                    <a:pt x="117" y="317"/>
                    <a:pt x="117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6" y="317"/>
                    <a:pt x="116" y="317"/>
                    <a:pt x="116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5" y="317"/>
                    <a:pt x="115" y="317"/>
                  </a:cubicBezTo>
                  <a:cubicBezTo>
                    <a:pt x="115" y="317"/>
                    <a:pt x="116" y="318"/>
                    <a:pt x="116" y="318"/>
                  </a:cubicBezTo>
                  <a:cubicBezTo>
                    <a:pt x="116" y="318"/>
                    <a:pt x="117" y="318"/>
                    <a:pt x="117" y="318"/>
                  </a:cubicBezTo>
                  <a:cubicBezTo>
                    <a:pt x="118" y="318"/>
                    <a:pt x="118" y="318"/>
                    <a:pt x="118" y="318"/>
                  </a:cubicBezTo>
                  <a:cubicBezTo>
                    <a:pt x="119" y="318"/>
                    <a:pt x="119" y="319"/>
                    <a:pt x="119" y="319"/>
                  </a:cubicBezTo>
                  <a:cubicBezTo>
                    <a:pt x="119" y="319"/>
                    <a:pt x="119" y="320"/>
                    <a:pt x="118" y="320"/>
                  </a:cubicBezTo>
                  <a:cubicBezTo>
                    <a:pt x="118" y="320"/>
                    <a:pt x="117" y="320"/>
                    <a:pt x="117" y="320"/>
                  </a:cubicBezTo>
                  <a:cubicBezTo>
                    <a:pt x="117" y="320"/>
                    <a:pt x="117" y="320"/>
                    <a:pt x="116" y="320"/>
                  </a:cubicBezTo>
                  <a:cubicBezTo>
                    <a:pt x="116" y="320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6" y="321"/>
                    <a:pt x="116" y="321"/>
                    <a:pt x="116" y="321"/>
                  </a:cubicBezTo>
                  <a:cubicBezTo>
                    <a:pt x="117" y="321"/>
                    <a:pt x="117" y="321"/>
                    <a:pt x="118" y="321"/>
                  </a:cubicBezTo>
                  <a:cubicBezTo>
                    <a:pt x="118" y="321"/>
                    <a:pt x="118" y="321"/>
                    <a:pt x="118" y="321"/>
                  </a:cubicBezTo>
                  <a:cubicBezTo>
                    <a:pt x="119" y="321"/>
                    <a:pt x="119" y="321"/>
                    <a:pt x="120" y="321"/>
                  </a:cubicBezTo>
                  <a:cubicBezTo>
                    <a:pt x="120" y="321"/>
                    <a:pt x="120" y="321"/>
                    <a:pt x="120" y="321"/>
                  </a:cubicBezTo>
                  <a:cubicBezTo>
                    <a:pt x="120" y="322"/>
                    <a:pt x="120" y="323"/>
                    <a:pt x="120" y="324"/>
                  </a:cubicBezTo>
                  <a:cubicBezTo>
                    <a:pt x="120" y="324"/>
                    <a:pt x="120" y="324"/>
                    <a:pt x="120" y="324"/>
                  </a:cubicBezTo>
                  <a:cubicBezTo>
                    <a:pt x="120" y="324"/>
                    <a:pt x="120" y="325"/>
                    <a:pt x="120" y="325"/>
                  </a:cubicBezTo>
                  <a:cubicBezTo>
                    <a:pt x="119" y="326"/>
                    <a:pt x="119" y="327"/>
                    <a:pt x="119" y="328"/>
                  </a:cubicBezTo>
                  <a:cubicBezTo>
                    <a:pt x="119" y="328"/>
                    <a:pt x="119" y="328"/>
                    <a:pt x="119" y="328"/>
                  </a:cubicBezTo>
                  <a:cubicBezTo>
                    <a:pt x="119" y="328"/>
                    <a:pt x="119" y="328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29"/>
                    <a:pt x="119" y="329"/>
                    <a:pt x="119" y="329"/>
                  </a:cubicBezTo>
                  <a:cubicBezTo>
                    <a:pt x="119" y="330"/>
                    <a:pt x="119" y="330"/>
                    <a:pt x="119" y="330"/>
                  </a:cubicBezTo>
                  <a:cubicBezTo>
                    <a:pt x="120" y="330"/>
                    <a:pt x="120" y="330"/>
                    <a:pt x="121" y="330"/>
                  </a:cubicBezTo>
                  <a:cubicBezTo>
                    <a:pt x="121" y="330"/>
                    <a:pt x="121" y="330"/>
                    <a:pt x="121" y="330"/>
                  </a:cubicBezTo>
                  <a:cubicBezTo>
                    <a:pt x="121" y="329"/>
                    <a:pt x="121" y="328"/>
                    <a:pt x="121" y="327"/>
                  </a:cubicBezTo>
                  <a:cubicBezTo>
                    <a:pt x="121" y="326"/>
                    <a:pt x="121" y="325"/>
                    <a:pt x="121" y="325"/>
                  </a:cubicBezTo>
                  <a:cubicBezTo>
                    <a:pt x="121" y="324"/>
                    <a:pt x="121" y="323"/>
                    <a:pt x="121" y="322"/>
                  </a:cubicBezTo>
                  <a:cubicBezTo>
                    <a:pt x="121" y="322"/>
                    <a:pt x="121" y="321"/>
                    <a:pt x="122" y="320"/>
                  </a:cubicBezTo>
                  <a:cubicBezTo>
                    <a:pt x="122" y="320"/>
                    <a:pt x="122" y="320"/>
                    <a:pt x="122" y="320"/>
                  </a:cubicBezTo>
                  <a:cubicBezTo>
                    <a:pt x="122" y="319"/>
                    <a:pt x="122" y="319"/>
                    <a:pt x="122" y="318"/>
                  </a:cubicBezTo>
                  <a:cubicBezTo>
                    <a:pt x="122" y="318"/>
                    <a:pt x="121" y="317"/>
                    <a:pt x="121" y="317"/>
                  </a:cubicBezTo>
                  <a:close/>
                  <a:moveTo>
                    <a:pt x="113" y="335"/>
                  </a:moveTo>
                  <a:cubicBezTo>
                    <a:pt x="113" y="335"/>
                    <a:pt x="112" y="335"/>
                    <a:pt x="112" y="335"/>
                  </a:cubicBezTo>
                  <a:cubicBezTo>
                    <a:pt x="112" y="335"/>
                    <a:pt x="112" y="334"/>
                    <a:pt x="112" y="334"/>
                  </a:cubicBezTo>
                  <a:cubicBezTo>
                    <a:pt x="112" y="334"/>
                    <a:pt x="112" y="334"/>
                    <a:pt x="112" y="334"/>
                  </a:cubicBezTo>
                  <a:cubicBezTo>
                    <a:pt x="112" y="333"/>
                    <a:pt x="112" y="333"/>
                    <a:pt x="111" y="333"/>
                  </a:cubicBezTo>
                  <a:cubicBezTo>
                    <a:pt x="111" y="333"/>
                    <a:pt x="111" y="333"/>
                    <a:pt x="111" y="333"/>
                  </a:cubicBezTo>
                  <a:cubicBezTo>
                    <a:pt x="111" y="333"/>
                    <a:pt x="111" y="333"/>
                    <a:pt x="110" y="334"/>
                  </a:cubicBezTo>
                  <a:cubicBezTo>
                    <a:pt x="110" y="334"/>
                    <a:pt x="110" y="334"/>
                    <a:pt x="110" y="334"/>
                  </a:cubicBezTo>
                  <a:cubicBezTo>
                    <a:pt x="110" y="333"/>
                    <a:pt x="109" y="333"/>
                    <a:pt x="109" y="333"/>
                  </a:cubicBezTo>
                  <a:cubicBezTo>
                    <a:pt x="109" y="333"/>
                    <a:pt x="109" y="333"/>
                    <a:pt x="108" y="333"/>
                  </a:cubicBezTo>
                  <a:cubicBezTo>
                    <a:pt x="108" y="333"/>
                    <a:pt x="108" y="333"/>
                    <a:pt x="108" y="333"/>
                  </a:cubicBezTo>
                  <a:cubicBezTo>
                    <a:pt x="108" y="333"/>
                    <a:pt x="107" y="333"/>
                    <a:pt x="107" y="333"/>
                  </a:cubicBezTo>
                  <a:cubicBezTo>
                    <a:pt x="107" y="333"/>
                    <a:pt x="107" y="334"/>
                    <a:pt x="107" y="334"/>
                  </a:cubicBezTo>
                  <a:cubicBezTo>
                    <a:pt x="107" y="334"/>
                    <a:pt x="106" y="335"/>
                    <a:pt x="106" y="335"/>
                  </a:cubicBezTo>
                  <a:cubicBezTo>
                    <a:pt x="106" y="335"/>
                    <a:pt x="106" y="335"/>
                    <a:pt x="106" y="335"/>
                  </a:cubicBezTo>
                  <a:cubicBezTo>
                    <a:pt x="106" y="336"/>
                    <a:pt x="107" y="336"/>
                    <a:pt x="107" y="336"/>
                  </a:cubicBezTo>
                  <a:cubicBezTo>
                    <a:pt x="107" y="336"/>
                    <a:pt x="107" y="336"/>
                    <a:pt x="107" y="336"/>
                  </a:cubicBezTo>
                  <a:cubicBezTo>
                    <a:pt x="108" y="336"/>
                    <a:pt x="108" y="336"/>
                    <a:pt x="109" y="336"/>
                  </a:cubicBezTo>
                  <a:cubicBezTo>
                    <a:pt x="109" y="336"/>
                    <a:pt x="109" y="336"/>
                    <a:pt x="109" y="336"/>
                  </a:cubicBezTo>
                  <a:cubicBezTo>
                    <a:pt x="110" y="336"/>
                    <a:pt x="110" y="336"/>
                    <a:pt x="111" y="336"/>
                  </a:cubicBezTo>
                  <a:cubicBezTo>
                    <a:pt x="111" y="336"/>
                    <a:pt x="112" y="336"/>
                    <a:pt x="112" y="336"/>
                  </a:cubicBezTo>
                  <a:cubicBezTo>
                    <a:pt x="112" y="336"/>
                    <a:pt x="112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6"/>
                    <a:pt x="113" y="336"/>
                    <a:pt x="113" y="336"/>
                  </a:cubicBezTo>
                  <a:cubicBezTo>
                    <a:pt x="113" y="335"/>
                    <a:pt x="113" y="335"/>
                    <a:pt x="113" y="335"/>
                  </a:cubicBezTo>
                  <a:close/>
                  <a:moveTo>
                    <a:pt x="119" y="323"/>
                  </a:moveTo>
                  <a:cubicBezTo>
                    <a:pt x="119" y="323"/>
                    <a:pt x="118" y="322"/>
                    <a:pt x="118" y="323"/>
                  </a:cubicBezTo>
                  <a:cubicBezTo>
                    <a:pt x="118" y="323"/>
                    <a:pt x="117" y="323"/>
                    <a:pt x="117" y="323"/>
                  </a:cubicBezTo>
                  <a:cubicBezTo>
                    <a:pt x="117" y="323"/>
                    <a:pt x="117" y="323"/>
                    <a:pt x="116" y="323"/>
                  </a:cubicBezTo>
                  <a:cubicBezTo>
                    <a:pt x="116" y="323"/>
                    <a:pt x="116" y="323"/>
                    <a:pt x="116" y="324"/>
                  </a:cubicBezTo>
                  <a:cubicBezTo>
                    <a:pt x="116" y="324"/>
                    <a:pt x="116" y="324"/>
                    <a:pt x="116" y="324"/>
                  </a:cubicBezTo>
                  <a:cubicBezTo>
                    <a:pt x="116" y="325"/>
                    <a:pt x="116" y="325"/>
                    <a:pt x="117" y="325"/>
                  </a:cubicBezTo>
                  <a:cubicBezTo>
                    <a:pt x="117" y="325"/>
                    <a:pt x="117" y="326"/>
                    <a:pt x="117" y="326"/>
                  </a:cubicBezTo>
                  <a:cubicBezTo>
                    <a:pt x="117" y="326"/>
                    <a:pt x="116" y="326"/>
                    <a:pt x="116" y="326"/>
                  </a:cubicBezTo>
                  <a:cubicBezTo>
                    <a:pt x="116" y="326"/>
                    <a:pt x="115" y="327"/>
                    <a:pt x="115" y="327"/>
                  </a:cubicBezTo>
                  <a:cubicBezTo>
                    <a:pt x="115" y="327"/>
                    <a:pt x="115" y="328"/>
                    <a:pt x="116" y="328"/>
                  </a:cubicBezTo>
                  <a:cubicBezTo>
                    <a:pt x="116" y="328"/>
                    <a:pt x="116" y="328"/>
                    <a:pt x="116" y="328"/>
                  </a:cubicBezTo>
                  <a:cubicBezTo>
                    <a:pt x="116" y="328"/>
                    <a:pt x="117" y="327"/>
                    <a:pt x="117" y="327"/>
                  </a:cubicBezTo>
                  <a:cubicBezTo>
                    <a:pt x="117" y="327"/>
                    <a:pt x="117" y="327"/>
                    <a:pt x="117" y="327"/>
                  </a:cubicBezTo>
                  <a:cubicBezTo>
                    <a:pt x="117" y="327"/>
                    <a:pt x="118" y="326"/>
                    <a:pt x="118" y="326"/>
                  </a:cubicBezTo>
                  <a:cubicBezTo>
                    <a:pt x="118" y="325"/>
                    <a:pt x="118" y="325"/>
                    <a:pt x="118" y="325"/>
                  </a:cubicBezTo>
                  <a:cubicBezTo>
                    <a:pt x="118" y="325"/>
                    <a:pt x="118" y="324"/>
                    <a:pt x="119" y="324"/>
                  </a:cubicBezTo>
                  <a:cubicBezTo>
                    <a:pt x="119" y="324"/>
                    <a:pt x="119" y="324"/>
                    <a:pt x="119" y="323"/>
                  </a:cubicBezTo>
                  <a:cubicBezTo>
                    <a:pt x="119" y="323"/>
                    <a:pt x="119" y="323"/>
                    <a:pt x="119" y="323"/>
                  </a:cubicBezTo>
                  <a:close/>
                  <a:moveTo>
                    <a:pt x="116" y="333"/>
                  </a:moveTo>
                  <a:cubicBezTo>
                    <a:pt x="116" y="333"/>
                    <a:pt x="116" y="333"/>
                    <a:pt x="115" y="333"/>
                  </a:cubicBezTo>
                  <a:cubicBezTo>
                    <a:pt x="115" y="333"/>
                    <a:pt x="115" y="333"/>
                    <a:pt x="115" y="333"/>
                  </a:cubicBezTo>
                  <a:cubicBezTo>
                    <a:pt x="115" y="333"/>
                    <a:pt x="114" y="333"/>
                    <a:pt x="114" y="333"/>
                  </a:cubicBezTo>
                  <a:cubicBezTo>
                    <a:pt x="114" y="333"/>
                    <a:pt x="113" y="333"/>
                    <a:pt x="113" y="333"/>
                  </a:cubicBezTo>
                  <a:cubicBezTo>
                    <a:pt x="113" y="333"/>
                    <a:pt x="113" y="333"/>
                    <a:pt x="113" y="333"/>
                  </a:cubicBezTo>
                  <a:cubicBezTo>
                    <a:pt x="113" y="334"/>
                    <a:pt x="114" y="334"/>
                    <a:pt x="114" y="334"/>
                  </a:cubicBezTo>
                  <a:cubicBezTo>
                    <a:pt x="114" y="334"/>
                    <a:pt x="114" y="334"/>
                    <a:pt x="114" y="334"/>
                  </a:cubicBezTo>
                  <a:cubicBezTo>
                    <a:pt x="115" y="334"/>
                    <a:pt x="115" y="334"/>
                    <a:pt x="115" y="334"/>
                  </a:cubicBezTo>
                  <a:cubicBezTo>
                    <a:pt x="115" y="335"/>
                    <a:pt x="115" y="335"/>
                    <a:pt x="115" y="335"/>
                  </a:cubicBezTo>
                  <a:cubicBezTo>
                    <a:pt x="114" y="335"/>
                    <a:pt x="114" y="335"/>
                    <a:pt x="114" y="335"/>
                  </a:cubicBezTo>
                  <a:cubicBezTo>
                    <a:pt x="114" y="335"/>
                    <a:pt x="114" y="336"/>
                    <a:pt x="115" y="336"/>
                  </a:cubicBezTo>
                  <a:cubicBezTo>
                    <a:pt x="115" y="336"/>
                    <a:pt x="115" y="336"/>
                    <a:pt x="115" y="335"/>
                  </a:cubicBezTo>
                  <a:cubicBezTo>
                    <a:pt x="116" y="335"/>
                    <a:pt x="116" y="335"/>
                    <a:pt x="116" y="335"/>
                  </a:cubicBezTo>
                  <a:cubicBezTo>
                    <a:pt x="117" y="334"/>
                    <a:pt x="117" y="334"/>
                    <a:pt x="117" y="333"/>
                  </a:cubicBezTo>
                  <a:cubicBezTo>
                    <a:pt x="117" y="333"/>
                    <a:pt x="117" y="333"/>
                    <a:pt x="117" y="333"/>
                  </a:cubicBezTo>
                  <a:cubicBezTo>
                    <a:pt x="116" y="333"/>
                    <a:pt x="116" y="333"/>
                    <a:pt x="116" y="333"/>
                  </a:cubicBezTo>
                  <a:close/>
                  <a:moveTo>
                    <a:pt x="116" y="330"/>
                  </a:moveTo>
                  <a:cubicBezTo>
                    <a:pt x="117" y="330"/>
                    <a:pt x="117" y="330"/>
                    <a:pt x="117" y="330"/>
                  </a:cubicBezTo>
                  <a:cubicBezTo>
                    <a:pt x="117" y="330"/>
                    <a:pt x="117" y="330"/>
                    <a:pt x="117" y="330"/>
                  </a:cubicBezTo>
                  <a:cubicBezTo>
                    <a:pt x="116" y="329"/>
                    <a:pt x="116" y="329"/>
                    <a:pt x="115" y="330"/>
                  </a:cubicBezTo>
                  <a:cubicBezTo>
                    <a:pt x="115" y="330"/>
                    <a:pt x="115" y="330"/>
                    <a:pt x="115" y="330"/>
                  </a:cubicBezTo>
                  <a:cubicBezTo>
                    <a:pt x="116" y="330"/>
                    <a:pt x="116" y="330"/>
                    <a:pt x="116" y="330"/>
                  </a:cubicBezTo>
                  <a:cubicBezTo>
                    <a:pt x="116" y="330"/>
                    <a:pt x="116" y="330"/>
                    <a:pt x="116" y="330"/>
                  </a:cubicBezTo>
                  <a:close/>
                  <a:moveTo>
                    <a:pt x="188" y="333"/>
                  </a:moveTo>
                  <a:cubicBezTo>
                    <a:pt x="188" y="333"/>
                    <a:pt x="188" y="333"/>
                    <a:pt x="189" y="333"/>
                  </a:cubicBezTo>
                  <a:cubicBezTo>
                    <a:pt x="189" y="333"/>
                    <a:pt x="189" y="332"/>
                    <a:pt x="189" y="332"/>
                  </a:cubicBezTo>
                  <a:cubicBezTo>
                    <a:pt x="188" y="332"/>
                    <a:pt x="188" y="332"/>
                    <a:pt x="188" y="331"/>
                  </a:cubicBezTo>
                  <a:cubicBezTo>
                    <a:pt x="188" y="331"/>
                    <a:pt x="187" y="331"/>
                    <a:pt x="187" y="331"/>
                  </a:cubicBezTo>
                  <a:cubicBezTo>
                    <a:pt x="187" y="331"/>
                    <a:pt x="187" y="331"/>
                    <a:pt x="187" y="331"/>
                  </a:cubicBezTo>
                  <a:cubicBezTo>
                    <a:pt x="187" y="331"/>
                    <a:pt x="187" y="332"/>
                    <a:pt x="187" y="332"/>
                  </a:cubicBezTo>
                  <a:cubicBezTo>
                    <a:pt x="187" y="332"/>
                    <a:pt x="187" y="333"/>
                    <a:pt x="187" y="333"/>
                  </a:cubicBezTo>
                  <a:cubicBezTo>
                    <a:pt x="187" y="333"/>
                    <a:pt x="187" y="333"/>
                    <a:pt x="188" y="333"/>
                  </a:cubicBezTo>
                  <a:close/>
                  <a:moveTo>
                    <a:pt x="347" y="327"/>
                  </a:moveTo>
                  <a:cubicBezTo>
                    <a:pt x="347" y="327"/>
                    <a:pt x="346" y="327"/>
                    <a:pt x="346" y="327"/>
                  </a:cubicBezTo>
                  <a:cubicBezTo>
                    <a:pt x="346" y="327"/>
                    <a:pt x="346" y="327"/>
                    <a:pt x="346" y="327"/>
                  </a:cubicBezTo>
                  <a:cubicBezTo>
                    <a:pt x="345" y="327"/>
                    <a:pt x="345" y="328"/>
                    <a:pt x="345" y="328"/>
                  </a:cubicBezTo>
                  <a:cubicBezTo>
                    <a:pt x="345" y="328"/>
                    <a:pt x="345" y="328"/>
                    <a:pt x="345" y="328"/>
                  </a:cubicBezTo>
                  <a:cubicBezTo>
                    <a:pt x="345" y="328"/>
                    <a:pt x="345" y="329"/>
                    <a:pt x="345" y="329"/>
                  </a:cubicBezTo>
                  <a:cubicBezTo>
                    <a:pt x="345" y="329"/>
                    <a:pt x="345" y="329"/>
                    <a:pt x="346" y="329"/>
                  </a:cubicBezTo>
                  <a:cubicBezTo>
                    <a:pt x="346" y="329"/>
                    <a:pt x="346" y="328"/>
                    <a:pt x="347" y="328"/>
                  </a:cubicBezTo>
                  <a:cubicBezTo>
                    <a:pt x="347" y="328"/>
                    <a:pt x="347" y="328"/>
                    <a:pt x="347" y="328"/>
                  </a:cubicBezTo>
                  <a:cubicBezTo>
                    <a:pt x="347" y="328"/>
                    <a:pt x="348" y="327"/>
                    <a:pt x="348" y="327"/>
                  </a:cubicBezTo>
                  <a:cubicBezTo>
                    <a:pt x="348" y="327"/>
                    <a:pt x="348" y="327"/>
                    <a:pt x="348" y="327"/>
                  </a:cubicBezTo>
                  <a:cubicBezTo>
                    <a:pt x="347" y="326"/>
                    <a:pt x="347" y="326"/>
                    <a:pt x="347" y="327"/>
                  </a:cubicBezTo>
                  <a:close/>
                  <a:moveTo>
                    <a:pt x="349" y="323"/>
                  </a:moveTo>
                  <a:cubicBezTo>
                    <a:pt x="349" y="323"/>
                    <a:pt x="348" y="323"/>
                    <a:pt x="348" y="323"/>
                  </a:cubicBezTo>
                  <a:cubicBezTo>
                    <a:pt x="348" y="323"/>
                    <a:pt x="347" y="323"/>
                    <a:pt x="347" y="323"/>
                  </a:cubicBezTo>
                  <a:cubicBezTo>
                    <a:pt x="346" y="323"/>
                    <a:pt x="346" y="324"/>
                    <a:pt x="345" y="324"/>
                  </a:cubicBezTo>
                  <a:cubicBezTo>
                    <a:pt x="345" y="324"/>
                    <a:pt x="345" y="325"/>
                    <a:pt x="345" y="325"/>
                  </a:cubicBezTo>
                  <a:cubicBezTo>
                    <a:pt x="345" y="325"/>
                    <a:pt x="345" y="325"/>
                    <a:pt x="345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6" y="325"/>
                    <a:pt x="346" y="325"/>
                  </a:cubicBezTo>
                  <a:cubicBezTo>
                    <a:pt x="346" y="325"/>
                    <a:pt x="347" y="325"/>
                    <a:pt x="347" y="325"/>
                  </a:cubicBezTo>
                  <a:cubicBezTo>
                    <a:pt x="348" y="324"/>
                    <a:pt x="348" y="324"/>
                    <a:pt x="348" y="324"/>
                  </a:cubicBezTo>
                  <a:cubicBezTo>
                    <a:pt x="349" y="324"/>
                    <a:pt x="349" y="324"/>
                    <a:pt x="350" y="324"/>
                  </a:cubicBezTo>
                  <a:cubicBezTo>
                    <a:pt x="350" y="324"/>
                    <a:pt x="350" y="324"/>
                    <a:pt x="350" y="324"/>
                  </a:cubicBezTo>
                  <a:cubicBezTo>
                    <a:pt x="350" y="323"/>
                    <a:pt x="350" y="323"/>
                    <a:pt x="350" y="323"/>
                  </a:cubicBezTo>
                  <a:cubicBezTo>
                    <a:pt x="350" y="323"/>
                    <a:pt x="350" y="323"/>
                    <a:pt x="349" y="323"/>
                  </a:cubicBezTo>
                  <a:cubicBezTo>
                    <a:pt x="349" y="323"/>
                    <a:pt x="349" y="323"/>
                    <a:pt x="349" y="323"/>
                  </a:cubicBezTo>
                  <a:close/>
                  <a:moveTo>
                    <a:pt x="348" y="334"/>
                  </a:moveTo>
                  <a:cubicBezTo>
                    <a:pt x="348" y="334"/>
                    <a:pt x="348" y="334"/>
                    <a:pt x="348" y="334"/>
                  </a:cubicBezTo>
                  <a:cubicBezTo>
                    <a:pt x="348" y="334"/>
                    <a:pt x="348" y="333"/>
                    <a:pt x="348" y="333"/>
                  </a:cubicBezTo>
                  <a:cubicBezTo>
                    <a:pt x="348" y="333"/>
                    <a:pt x="348" y="333"/>
                    <a:pt x="347" y="333"/>
                  </a:cubicBezTo>
                  <a:cubicBezTo>
                    <a:pt x="347" y="333"/>
                    <a:pt x="347" y="333"/>
                    <a:pt x="347" y="333"/>
                  </a:cubicBezTo>
                  <a:cubicBezTo>
                    <a:pt x="346" y="334"/>
                    <a:pt x="346" y="334"/>
                    <a:pt x="346" y="334"/>
                  </a:cubicBezTo>
                  <a:cubicBezTo>
                    <a:pt x="345" y="334"/>
                    <a:pt x="345" y="334"/>
                    <a:pt x="345" y="334"/>
                  </a:cubicBezTo>
                  <a:cubicBezTo>
                    <a:pt x="345" y="334"/>
                    <a:pt x="344" y="335"/>
                    <a:pt x="344" y="335"/>
                  </a:cubicBezTo>
                  <a:cubicBezTo>
                    <a:pt x="345" y="335"/>
                    <a:pt x="345" y="335"/>
                    <a:pt x="345" y="335"/>
                  </a:cubicBezTo>
                  <a:cubicBezTo>
                    <a:pt x="346" y="335"/>
                    <a:pt x="347" y="335"/>
                    <a:pt x="348" y="334"/>
                  </a:cubicBezTo>
                  <a:close/>
                  <a:moveTo>
                    <a:pt x="196" y="331"/>
                  </a:moveTo>
                  <a:cubicBezTo>
                    <a:pt x="196" y="331"/>
                    <a:pt x="196" y="331"/>
                    <a:pt x="196" y="331"/>
                  </a:cubicBezTo>
                  <a:cubicBezTo>
                    <a:pt x="195" y="331"/>
                    <a:pt x="195" y="332"/>
                    <a:pt x="195" y="332"/>
                  </a:cubicBezTo>
                  <a:cubicBezTo>
                    <a:pt x="195" y="333"/>
                    <a:pt x="195" y="333"/>
                    <a:pt x="196" y="333"/>
                  </a:cubicBezTo>
                  <a:cubicBezTo>
                    <a:pt x="196" y="333"/>
                    <a:pt x="196" y="333"/>
                    <a:pt x="196" y="333"/>
                  </a:cubicBezTo>
                  <a:cubicBezTo>
                    <a:pt x="196" y="333"/>
                    <a:pt x="197" y="332"/>
                    <a:pt x="197" y="332"/>
                  </a:cubicBezTo>
                  <a:cubicBezTo>
                    <a:pt x="197" y="332"/>
                    <a:pt x="197" y="332"/>
                    <a:pt x="197" y="332"/>
                  </a:cubicBezTo>
                  <a:cubicBezTo>
                    <a:pt x="196" y="331"/>
                    <a:pt x="196" y="331"/>
                    <a:pt x="196" y="331"/>
                  </a:cubicBezTo>
                  <a:close/>
                  <a:moveTo>
                    <a:pt x="376" y="322"/>
                  </a:moveTo>
                  <a:cubicBezTo>
                    <a:pt x="376" y="322"/>
                    <a:pt x="376" y="322"/>
                    <a:pt x="376" y="322"/>
                  </a:cubicBezTo>
                  <a:cubicBezTo>
                    <a:pt x="376" y="322"/>
                    <a:pt x="376" y="322"/>
                    <a:pt x="376" y="322"/>
                  </a:cubicBezTo>
                  <a:cubicBezTo>
                    <a:pt x="377" y="322"/>
                    <a:pt x="378" y="322"/>
                    <a:pt x="378" y="322"/>
                  </a:cubicBezTo>
                  <a:cubicBezTo>
                    <a:pt x="378" y="322"/>
                    <a:pt x="378" y="322"/>
                    <a:pt x="379" y="322"/>
                  </a:cubicBezTo>
                  <a:cubicBezTo>
                    <a:pt x="379" y="322"/>
                    <a:pt x="379" y="322"/>
                    <a:pt x="379" y="322"/>
                  </a:cubicBezTo>
                  <a:cubicBezTo>
                    <a:pt x="379" y="321"/>
                    <a:pt x="379" y="321"/>
                    <a:pt x="378" y="321"/>
                  </a:cubicBezTo>
                  <a:cubicBezTo>
                    <a:pt x="377" y="321"/>
                    <a:pt x="377" y="321"/>
                    <a:pt x="376" y="322"/>
                  </a:cubicBezTo>
                  <a:close/>
                  <a:moveTo>
                    <a:pt x="442" y="363"/>
                  </a:moveTo>
                  <a:cubicBezTo>
                    <a:pt x="53" y="363"/>
                    <a:pt x="53" y="363"/>
                    <a:pt x="53" y="363"/>
                  </a:cubicBezTo>
                  <a:cubicBezTo>
                    <a:pt x="53" y="306"/>
                    <a:pt x="53" y="306"/>
                    <a:pt x="53" y="306"/>
                  </a:cubicBezTo>
                  <a:cubicBezTo>
                    <a:pt x="60" y="306"/>
                    <a:pt x="60" y="306"/>
                    <a:pt x="60" y="306"/>
                  </a:cubicBezTo>
                  <a:cubicBezTo>
                    <a:pt x="60" y="292"/>
                    <a:pt x="60" y="292"/>
                    <a:pt x="60" y="292"/>
                  </a:cubicBezTo>
                  <a:cubicBezTo>
                    <a:pt x="435" y="292"/>
                    <a:pt x="435" y="292"/>
                    <a:pt x="435" y="292"/>
                  </a:cubicBezTo>
                  <a:cubicBezTo>
                    <a:pt x="435" y="306"/>
                    <a:pt x="435" y="306"/>
                    <a:pt x="435" y="306"/>
                  </a:cubicBezTo>
                  <a:cubicBezTo>
                    <a:pt x="442" y="306"/>
                    <a:pt x="442" y="306"/>
                    <a:pt x="442" y="306"/>
                  </a:cubicBezTo>
                  <a:lnTo>
                    <a:pt x="442" y="363"/>
                  </a:lnTo>
                  <a:close/>
                  <a:moveTo>
                    <a:pt x="382" y="318"/>
                  </a:moveTo>
                  <a:cubicBezTo>
                    <a:pt x="382" y="318"/>
                    <a:pt x="382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3" y="318"/>
                  </a:cubicBezTo>
                  <a:cubicBezTo>
                    <a:pt x="383" y="318"/>
                    <a:pt x="383" y="318"/>
                    <a:pt x="384" y="318"/>
                  </a:cubicBezTo>
                  <a:cubicBezTo>
                    <a:pt x="384" y="318"/>
                    <a:pt x="384" y="318"/>
                    <a:pt x="384" y="318"/>
                  </a:cubicBezTo>
                  <a:cubicBezTo>
                    <a:pt x="384" y="317"/>
                    <a:pt x="384" y="317"/>
                    <a:pt x="384" y="316"/>
                  </a:cubicBezTo>
                  <a:cubicBezTo>
                    <a:pt x="385" y="316"/>
                    <a:pt x="385" y="316"/>
                    <a:pt x="385" y="316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5" y="315"/>
                  </a:cubicBezTo>
                  <a:cubicBezTo>
                    <a:pt x="385" y="315"/>
                    <a:pt x="385" y="315"/>
                    <a:pt x="384" y="315"/>
                  </a:cubicBezTo>
                  <a:cubicBezTo>
                    <a:pt x="384" y="315"/>
                    <a:pt x="383" y="315"/>
                    <a:pt x="383" y="315"/>
                  </a:cubicBezTo>
                  <a:cubicBezTo>
                    <a:pt x="383" y="315"/>
                    <a:pt x="383" y="316"/>
                    <a:pt x="383" y="316"/>
                  </a:cubicBezTo>
                  <a:cubicBezTo>
                    <a:pt x="383" y="316"/>
                    <a:pt x="383" y="317"/>
                    <a:pt x="383" y="317"/>
                  </a:cubicBezTo>
                  <a:cubicBezTo>
                    <a:pt x="383" y="317"/>
                    <a:pt x="382" y="317"/>
                    <a:pt x="382" y="318"/>
                  </a:cubicBezTo>
                  <a:close/>
                  <a:moveTo>
                    <a:pt x="373" y="310"/>
                  </a:moveTo>
                  <a:cubicBezTo>
                    <a:pt x="373" y="310"/>
                    <a:pt x="373" y="311"/>
                    <a:pt x="373" y="311"/>
                  </a:cubicBezTo>
                  <a:cubicBezTo>
                    <a:pt x="373" y="311"/>
                    <a:pt x="373" y="311"/>
                    <a:pt x="374" y="311"/>
                  </a:cubicBezTo>
                  <a:cubicBezTo>
                    <a:pt x="374" y="311"/>
                    <a:pt x="374" y="311"/>
                    <a:pt x="374" y="311"/>
                  </a:cubicBezTo>
                  <a:cubicBezTo>
                    <a:pt x="375" y="311"/>
                    <a:pt x="375" y="311"/>
                    <a:pt x="375" y="312"/>
                  </a:cubicBezTo>
                  <a:cubicBezTo>
                    <a:pt x="375" y="312"/>
                    <a:pt x="376" y="312"/>
                    <a:pt x="376" y="312"/>
                  </a:cubicBezTo>
                  <a:cubicBezTo>
                    <a:pt x="376" y="313"/>
                    <a:pt x="376" y="313"/>
                    <a:pt x="377" y="313"/>
                  </a:cubicBezTo>
                  <a:cubicBezTo>
                    <a:pt x="377" y="313"/>
                    <a:pt x="377" y="313"/>
                    <a:pt x="377" y="314"/>
                  </a:cubicBezTo>
                  <a:cubicBezTo>
                    <a:pt x="378" y="314"/>
                    <a:pt x="378" y="314"/>
                    <a:pt x="378" y="314"/>
                  </a:cubicBezTo>
                  <a:cubicBezTo>
                    <a:pt x="378" y="314"/>
                    <a:pt x="378" y="314"/>
                    <a:pt x="378" y="313"/>
                  </a:cubicBezTo>
                  <a:cubicBezTo>
                    <a:pt x="379" y="313"/>
                    <a:pt x="379" y="313"/>
                    <a:pt x="379" y="313"/>
                  </a:cubicBezTo>
                  <a:cubicBezTo>
                    <a:pt x="379" y="313"/>
                    <a:pt x="379" y="312"/>
                    <a:pt x="379" y="312"/>
                  </a:cubicBezTo>
                  <a:cubicBezTo>
                    <a:pt x="379" y="312"/>
                    <a:pt x="379" y="312"/>
                    <a:pt x="379" y="312"/>
                  </a:cubicBezTo>
                  <a:cubicBezTo>
                    <a:pt x="378" y="312"/>
                    <a:pt x="378" y="312"/>
                    <a:pt x="378" y="312"/>
                  </a:cubicBezTo>
                  <a:cubicBezTo>
                    <a:pt x="377" y="311"/>
                    <a:pt x="376" y="310"/>
                    <a:pt x="376" y="309"/>
                  </a:cubicBezTo>
                  <a:cubicBezTo>
                    <a:pt x="376" y="309"/>
                    <a:pt x="375" y="309"/>
                    <a:pt x="375" y="309"/>
                  </a:cubicBezTo>
                  <a:cubicBezTo>
                    <a:pt x="375" y="309"/>
                    <a:pt x="375" y="309"/>
                    <a:pt x="375" y="309"/>
                  </a:cubicBezTo>
                  <a:cubicBezTo>
                    <a:pt x="375" y="309"/>
                    <a:pt x="374" y="309"/>
                    <a:pt x="374" y="309"/>
                  </a:cubicBezTo>
                  <a:cubicBezTo>
                    <a:pt x="374" y="309"/>
                    <a:pt x="374" y="309"/>
                    <a:pt x="374" y="309"/>
                  </a:cubicBezTo>
                  <a:cubicBezTo>
                    <a:pt x="373" y="309"/>
                    <a:pt x="373" y="309"/>
                    <a:pt x="373" y="310"/>
                  </a:cubicBezTo>
                  <a:close/>
                  <a:moveTo>
                    <a:pt x="349" y="315"/>
                  </a:moveTo>
                  <a:cubicBezTo>
                    <a:pt x="349" y="315"/>
                    <a:pt x="349" y="316"/>
                    <a:pt x="349" y="316"/>
                  </a:cubicBezTo>
                  <a:cubicBezTo>
                    <a:pt x="349" y="316"/>
                    <a:pt x="349" y="316"/>
                    <a:pt x="350" y="316"/>
                  </a:cubicBezTo>
                  <a:cubicBezTo>
                    <a:pt x="350" y="316"/>
                    <a:pt x="350" y="316"/>
                    <a:pt x="350" y="317"/>
                  </a:cubicBezTo>
                  <a:cubicBezTo>
                    <a:pt x="350" y="317"/>
                    <a:pt x="350" y="317"/>
                    <a:pt x="350" y="318"/>
                  </a:cubicBezTo>
                  <a:cubicBezTo>
                    <a:pt x="350" y="318"/>
                    <a:pt x="350" y="318"/>
                    <a:pt x="350" y="318"/>
                  </a:cubicBezTo>
                  <a:cubicBezTo>
                    <a:pt x="350" y="318"/>
                    <a:pt x="351" y="319"/>
                    <a:pt x="351" y="318"/>
                  </a:cubicBezTo>
                  <a:cubicBezTo>
                    <a:pt x="351" y="318"/>
                    <a:pt x="352" y="318"/>
                    <a:pt x="352" y="318"/>
                  </a:cubicBezTo>
                  <a:cubicBezTo>
                    <a:pt x="352" y="318"/>
                    <a:pt x="352" y="318"/>
                    <a:pt x="352" y="318"/>
                  </a:cubicBezTo>
                  <a:cubicBezTo>
                    <a:pt x="352" y="317"/>
                    <a:pt x="352" y="317"/>
                    <a:pt x="352" y="317"/>
                  </a:cubicBezTo>
                  <a:cubicBezTo>
                    <a:pt x="352" y="317"/>
                    <a:pt x="352" y="316"/>
                    <a:pt x="351" y="316"/>
                  </a:cubicBezTo>
                  <a:cubicBezTo>
                    <a:pt x="351" y="316"/>
                    <a:pt x="351" y="315"/>
                    <a:pt x="351" y="315"/>
                  </a:cubicBezTo>
                  <a:cubicBezTo>
                    <a:pt x="351" y="315"/>
                    <a:pt x="351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50" y="315"/>
                    <a:pt x="350" y="315"/>
                  </a:cubicBezTo>
                  <a:cubicBezTo>
                    <a:pt x="350" y="315"/>
                    <a:pt x="349" y="315"/>
                    <a:pt x="349" y="315"/>
                  </a:cubicBezTo>
                  <a:close/>
                  <a:moveTo>
                    <a:pt x="307" y="328"/>
                  </a:moveTo>
                  <a:cubicBezTo>
                    <a:pt x="307" y="327"/>
                    <a:pt x="306" y="327"/>
                    <a:pt x="306" y="327"/>
                  </a:cubicBezTo>
                  <a:cubicBezTo>
                    <a:pt x="306" y="327"/>
                    <a:pt x="306" y="326"/>
                    <a:pt x="305" y="326"/>
                  </a:cubicBezTo>
                  <a:cubicBezTo>
                    <a:pt x="305" y="327"/>
                    <a:pt x="305" y="327"/>
                    <a:pt x="305" y="327"/>
                  </a:cubicBezTo>
                  <a:cubicBezTo>
                    <a:pt x="305" y="327"/>
                    <a:pt x="305" y="328"/>
                    <a:pt x="305" y="328"/>
                  </a:cubicBezTo>
                  <a:cubicBezTo>
                    <a:pt x="305" y="328"/>
                    <a:pt x="305" y="329"/>
                    <a:pt x="305" y="329"/>
                  </a:cubicBezTo>
                  <a:cubicBezTo>
                    <a:pt x="305" y="329"/>
                    <a:pt x="305" y="329"/>
                    <a:pt x="306" y="329"/>
                  </a:cubicBezTo>
                  <a:cubicBezTo>
                    <a:pt x="306" y="329"/>
                    <a:pt x="306" y="329"/>
                    <a:pt x="306" y="330"/>
                  </a:cubicBezTo>
                  <a:cubicBezTo>
                    <a:pt x="305" y="330"/>
                    <a:pt x="305" y="330"/>
                    <a:pt x="306" y="330"/>
                  </a:cubicBezTo>
                  <a:cubicBezTo>
                    <a:pt x="306" y="330"/>
                    <a:pt x="306" y="330"/>
                    <a:pt x="306" y="330"/>
                  </a:cubicBezTo>
                  <a:cubicBezTo>
                    <a:pt x="306" y="330"/>
                    <a:pt x="306" y="330"/>
                    <a:pt x="307" y="330"/>
                  </a:cubicBezTo>
                  <a:cubicBezTo>
                    <a:pt x="307" y="330"/>
                    <a:pt x="307" y="330"/>
                    <a:pt x="307" y="330"/>
                  </a:cubicBezTo>
                  <a:cubicBezTo>
                    <a:pt x="308" y="330"/>
                    <a:pt x="308" y="329"/>
                    <a:pt x="308" y="329"/>
                  </a:cubicBezTo>
                  <a:cubicBezTo>
                    <a:pt x="308" y="329"/>
                    <a:pt x="308" y="329"/>
                    <a:pt x="308" y="329"/>
                  </a:cubicBezTo>
                  <a:cubicBezTo>
                    <a:pt x="307" y="328"/>
                    <a:pt x="307" y="328"/>
                    <a:pt x="307" y="328"/>
                  </a:cubicBezTo>
                  <a:close/>
                  <a:moveTo>
                    <a:pt x="296" y="315"/>
                  </a:moveTo>
                  <a:cubicBezTo>
                    <a:pt x="296" y="315"/>
                    <a:pt x="296" y="316"/>
                    <a:pt x="296" y="316"/>
                  </a:cubicBezTo>
                  <a:cubicBezTo>
                    <a:pt x="296" y="316"/>
                    <a:pt x="296" y="316"/>
                    <a:pt x="296" y="316"/>
                  </a:cubicBezTo>
                  <a:cubicBezTo>
                    <a:pt x="296" y="317"/>
                    <a:pt x="296" y="317"/>
                    <a:pt x="296" y="318"/>
                  </a:cubicBezTo>
                  <a:cubicBezTo>
                    <a:pt x="296" y="318"/>
                    <a:pt x="296" y="319"/>
                    <a:pt x="296" y="319"/>
                  </a:cubicBezTo>
                  <a:cubicBezTo>
                    <a:pt x="296" y="319"/>
                    <a:pt x="296" y="319"/>
                    <a:pt x="296" y="319"/>
                  </a:cubicBezTo>
                  <a:cubicBezTo>
                    <a:pt x="296" y="320"/>
                    <a:pt x="296" y="320"/>
                    <a:pt x="296" y="320"/>
                  </a:cubicBezTo>
                  <a:cubicBezTo>
                    <a:pt x="296" y="320"/>
                    <a:pt x="296" y="321"/>
                    <a:pt x="296" y="321"/>
                  </a:cubicBezTo>
                  <a:cubicBezTo>
                    <a:pt x="296" y="321"/>
                    <a:pt x="296" y="321"/>
                    <a:pt x="296" y="322"/>
                  </a:cubicBezTo>
                  <a:cubicBezTo>
                    <a:pt x="296" y="322"/>
                    <a:pt x="297" y="322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7" y="323"/>
                    <a:pt x="297" y="323"/>
                  </a:cubicBezTo>
                  <a:cubicBezTo>
                    <a:pt x="297" y="323"/>
                    <a:pt x="298" y="323"/>
                    <a:pt x="298" y="323"/>
                  </a:cubicBezTo>
                  <a:cubicBezTo>
                    <a:pt x="298" y="323"/>
                    <a:pt x="299" y="323"/>
                    <a:pt x="299" y="322"/>
                  </a:cubicBezTo>
                  <a:cubicBezTo>
                    <a:pt x="299" y="322"/>
                    <a:pt x="300" y="322"/>
                    <a:pt x="300" y="322"/>
                  </a:cubicBezTo>
                  <a:cubicBezTo>
                    <a:pt x="300" y="322"/>
                    <a:pt x="300" y="322"/>
                    <a:pt x="301" y="322"/>
                  </a:cubicBezTo>
                  <a:cubicBezTo>
                    <a:pt x="301" y="322"/>
                    <a:pt x="301" y="322"/>
                    <a:pt x="301" y="322"/>
                  </a:cubicBezTo>
                  <a:cubicBezTo>
                    <a:pt x="301" y="322"/>
                    <a:pt x="302" y="322"/>
                    <a:pt x="302" y="322"/>
                  </a:cubicBezTo>
                  <a:cubicBezTo>
                    <a:pt x="302" y="322"/>
                    <a:pt x="302" y="322"/>
                    <a:pt x="302" y="322"/>
                  </a:cubicBezTo>
                  <a:cubicBezTo>
                    <a:pt x="303" y="322"/>
                    <a:pt x="303" y="322"/>
                    <a:pt x="303" y="322"/>
                  </a:cubicBezTo>
                  <a:cubicBezTo>
                    <a:pt x="303" y="322"/>
                    <a:pt x="304" y="321"/>
                    <a:pt x="304" y="321"/>
                  </a:cubicBezTo>
                  <a:cubicBezTo>
                    <a:pt x="304" y="320"/>
                    <a:pt x="304" y="319"/>
                    <a:pt x="304" y="319"/>
                  </a:cubicBezTo>
                  <a:cubicBezTo>
                    <a:pt x="304" y="319"/>
                    <a:pt x="304" y="319"/>
                    <a:pt x="304" y="319"/>
                  </a:cubicBezTo>
                  <a:cubicBezTo>
                    <a:pt x="304" y="318"/>
                    <a:pt x="304" y="318"/>
                    <a:pt x="304" y="317"/>
                  </a:cubicBezTo>
                  <a:cubicBezTo>
                    <a:pt x="304" y="317"/>
                    <a:pt x="304" y="316"/>
                    <a:pt x="305" y="315"/>
                  </a:cubicBezTo>
                  <a:cubicBezTo>
                    <a:pt x="305" y="315"/>
                    <a:pt x="305" y="315"/>
                    <a:pt x="305" y="315"/>
                  </a:cubicBezTo>
                  <a:cubicBezTo>
                    <a:pt x="305" y="314"/>
                    <a:pt x="305" y="314"/>
                    <a:pt x="305" y="313"/>
                  </a:cubicBezTo>
                  <a:cubicBezTo>
                    <a:pt x="305" y="313"/>
                    <a:pt x="305" y="313"/>
                    <a:pt x="305" y="312"/>
                  </a:cubicBezTo>
                  <a:cubicBezTo>
                    <a:pt x="305" y="312"/>
                    <a:pt x="304" y="312"/>
                    <a:pt x="304" y="312"/>
                  </a:cubicBezTo>
                  <a:cubicBezTo>
                    <a:pt x="304" y="311"/>
                    <a:pt x="304" y="311"/>
                    <a:pt x="303" y="311"/>
                  </a:cubicBezTo>
                  <a:cubicBezTo>
                    <a:pt x="303" y="311"/>
                    <a:pt x="302" y="311"/>
                    <a:pt x="302" y="312"/>
                  </a:cubicBezTo>
                  <a:cubicBezTo>
                    <a:pt x="302" y="312"/>
                    <a:pt x="302" y="312"/>
                    <a:pt x="302" y="312"/>
                  </a:cubicBezTo>
                  <a:cubicBezTo>
                    <a:pt x="301" y="312"/>
                    <a:pt x="301" y="313"/>
                    <a:pt x="301" y="313"/>
                  </a:cubicBezTo>
                  <a:cubicBezTo>
                    <a:pt x="300" y="313"/>
                    <a:pt x="300" y="313"/>
                    <a:pt x="300" y="313"/>
                  </a:cubicBezTo>
                  <a:cubicBezTo>
                    <a:pt x="300" y="313"/>
                    <a:pt x="299" y="314"/>
                    <a:pt x="300" y="314"/>
                  </a:cubicBezTo>
                  <a:cubicBezTo>
                    <a:pt x="300" y="314"/>
                    <a:pt x="300" y="314"/>
                    <a:pt x="300" y="314"/>
                  </a:cubicBezTo>
                  <a:cubicBezTo>
                    <a:pt x="301" y="314"/>
                    <a:pt x="301" y="314"/>
                    <a:pt x="301" y="314"/>
                  </a:cubicBezTo>
                  <a:cubicBezTo>
                    <a:pt x="302" y="314"/>
                    <a:pt x="302" y="314"/>
                    <a:pt x="302" y="314"/>
                  </a:cubicBezTo>
                  <a:cubicBezTo>
                    <a:pt x="302" y="314"/>
                    <a:pt x="302" y="315"/>
                    <a:pt x="302" y="315"/>
                  </a:cubicBezTo>
                  <a:cubicBezTo>
                    <a:pt x="302" y="316"/>
                    <a:pt x="302" y="316"/>
                    <a:pt x="302" y="316"/>
                  </a:cubicBezTo>
                  <a:cubicBezTo>
                    <a:pt x="302" y="317"/>
                    <a:pt x="302" y="317"/>
                    <a:pt x="302" y="318"/>
                  </a:cubicBezTo>
                  <a:cubicBezTo>
                    <a:pt x="302" y="319"/>
                    <a:pt x="302" y="319"/>
                    <a:pt x="301" y="319"/>
                  </a:cubicBezTo>
                  <a:cubicBezTo>
                    <a:pt x="301" y="319"/>
                    <a:pt x="301" y="319"/>
                    <a:pt x="301" y="319"/>
                  </a:cubicBezTo>
                  <a:cubicBezTo>
                    <a:pt x="301" y="319"/>
                    <a:pt x="300" y="319"/>
                    <a:pt x="300" y="320"/>
                  </a:cubicBezTo>
                  <a:cubicBezTo>
                    <a:pt x="300" y="320"/>
                    <a:pt x="299" y="320"/>
                    <a:pt x="299" y="319"/>
                  </a:cubicBezTo>
                  <a:cubicBezTo>
                    <a:pt x="299" y="319"/>
                    <a:pt x="299" y="319"/>
                    <a:pt x="299" y="319"/>
                  </a:cubicBezTo>
                  <a:cubicBezTo>
                    <a:pt x="299" y="319"/>
                    <a:pt x="299" y="318"/>
                    <a:pt x="299" y="318"/>
                  </a:cubicBezTo>
                  <a:cubicBezTo>
                    <a:pt x="300" y="318"/>
                    <a:pt x="300" y="318"/>
                    <a:pt x="300" y="318"/>
                  </a:cubicBezTo>
                  <a:cubicBezTo>
                    <a:pt x="301" y="318"/>
                    <a:pt x="301" y="318"/>
                    <a:pt x="301" y="318"/>
                  </a:cubicBezTo>
                  <a:cubicBezTo>
                    <a:pt x="301" y="318"/>
                    <a:pt x="301" y="318"/>
                    <a:pt x="301" y="317"/>
                  </a:cubicBezTo>
                  <a:cubicBezTo>
                    <a:pt x="301" y="317"/>
                    <a:pt x="301" y="316"/>
                    <a:pt x="301" y="316"/>
                  </a:cubicBezTo>
                  <a:cubicBezTo>
                    <a:pt x="301" y="315"/>
                    <a:pt x="301" y="315"/>
                    <a:pt x="300" y="315"/>
                  </a:cubicBezTo>
                  <a:cubicBezTo>
                    <a:pt x="300" y="315"/>
                    <a:pt x="300" y="315"/>
                    <a:pt x="300" y="315"/>
                  </a:cubicBezTo>
                  <a:cubicBezTo>
                    <a:pt x="300" y="316"/>
                    <a:pt x="300" y="316"/>
                    <a:pt x="299" y="316"/>
                  </a:cubicBezTo>
                  <a:cubicBezTo>
                    <a:pt x="299" y="316"/>
                    <a:pt x="299" y="315"/>
                    <a:pt x="299" y="315"/>
                  </a:cubicBezTo>
                  <a:cubicBezTo>
                    <a:pt x="299" y="315"/>
                    <a:pt x="299" y="315"/>
                    <a:pt x="299" y="315"/>
                  </a:cubicBezTo>
                  <a:cubicBezTo>
                    <a:pt x="299" y="315"/>
                    <a:pt x="299" y="314"/>
                    <a:pt x="299" y="314"/>
                  </a:cubicBezTo>
                  <a:cubicBezTo>
                    <a:pt x="299" y="314"/>
                    <a:pt x="299" y="314"/>
                    <a:pt x="299" y="314"/>
                  </a:cubicBezTo>
                  <a:cubicBezTo>
                    <a:pt x="299" y="314"/>
                    <a:pt x="298" y="314"/>
                    <a:pt x="298" y="314"/>
                  </a:cubicBezTo>
                  <a:cubicBezTo>
                    <a:pt x="298" y="313"/>
                    <a:pt x="298" y="313"/>
                    <a:pt x="297" y="313"/>
                  </a:cubicBezTo>
                  <a:cubicBezTo>
                    <a:pt x="297" y="313"/>
                    <a:pt x="297" y="313"/>
                    <a:pt x="297" y="313"/>
                  </a:cubicBezTo>
                  <a:cubicBezTo>
                    <a:pt x="296" y="313"/>
                    <a:pt x="296" y="314"/>
                    <a:pt x="296" y="314"/>
                  </a:cubicBezTo>
                  <a:cubicBezTo>
                    <a:pt x="296" y="314"/>
                    <a:pt x="296" y="315"/>
                    <a:pt x="296" y="315"/>
                  </a:cubicBezTo>
                  <a:cubicBezTo>
                    <a:pt x="295" y="315"/>
                    <a:pt x="295" y="315"/>
                    <a:pt x="296" y="315"/>
                  </a:cubicBezTo>
                  <a:close/>
                  <a:moveTo>
                    <a:pt x="272" y="311"/>
                  </a:moveTo>
                  <a:cubicBezTo>
                    <a:pt x="272" y="311"/>
                    <a:pt x="272" y="312"/>
                    <a:pt x="272" y="312"/>
                  </a:cubicBezTo>
                  <a:cubicBezTo>
                    <a:pt x="273" y="312"/>
                    <a:pt x="273" y="312"/>
                    <a:pt x="273" y="312"/>
                  </a:cubicBezTo>
                  <a:cubicBezTo>
                    <a:pt x="273" y="313"/>
                    <a:pt x="273" y="313"/>
                    <a:pt x="273" y="313"/>
                  </a:cubicBezTo>
                  <a:cubicBezTo>
                    <a:pt x="274" y="314"/>
                    <a:pt x="274" y="314"/>
                    <a:pt x="274" y="314"/>
                  </a:cubicBezTo>
                  <a:cubicBezTo>
                    <a:pt x="275" y="314"/>
                    <a:pt x="275" y="314"/>
                    <a:pt x="275" y="314"/>
                  </a:cubicBezTo>
                  <a:cubicBezTo>
                    <a:pt x="275" y="314"/>
                    <a:pt x="276" y="314"/>
                    <a:pt x="276" y="313"/>
                  </a:cubicBezTo>
                  <a:cubicBezTo>
                    <a:pt x="276" y="313"/>
                    <a:pt x="276" y="313"/>
                    <a:pt x="276" y="312"/>
                  </a:cubicBezTo>
                  <a:cubicBezTo>
                    <a:pt x="275" y="312"/>
                    <a:pt x="275" y="312"/>
                    <a:pt x="275" y="312"/>
                  </a:cubicBezTo>
                  <a:cubicBezTo>
                    <a:pt x="275" y="311"/>
                    <a:pt x="275" y="311"/>
                    <a:pt x="274" y="311"/>
                  </a:cubicBezTo>
                  <a:cubicBezTo>
                    <a:pt x="274" y="310"/>
                    <a:pt x="273" y="310"/>
                    <a:pt x="273" y="310"/>
                  </a:cubicBezTo>
                  <a:cubicBezTo>
                    <a:pt x="273" y="310"/>
                    <a:pt x="273" y="310"/>
                    <a:pt x="273" y="310"/>
                  </a:cubicBezTo>
                  <a:cubicBezTo>
                    <a:pt x="272" y="310"/>
                    <a:pt x="272" y="310"/>
                    <a:pt x="272" y="311"/>
                  </a:cubicBezTo>
                  <a:cubicBezTo>
                    <a:pt x="272" y="311"/>
                    <a:pt x="272" y="311"/>
                    <a:pt x="272" y="311"/>
                  </a:cubicBezTo>
                  <a:close/>
                  <a:moveTo>
                    <a:pt x="276" y="322"/>
                  </a:moveTo>
                  <a:cubicBezTo>
                    <a:pt x="275" y="322"/>
                    <a:pt x="275" y="322"/>
                    <a:pt x="274" y="322"/>
                  </a:cubicBezTo>
                  <a:cubicBezTo>
                    <a:pt x="274" y="321"/>
                    <a:pt x="274" y="322"/>
                    <a:pt x="274" y="322"/>
                  </a:cubicBezTo>
                  <a:cubicBezTo>
                    <a:pt x="274" y="322"/>
                    <a:pt x="273" y="323"/>
                    <a:pt x="273" y="323"/>
                  </a:cubicBezTo>
                  <a:cubicBezTo>
                    <a:pt x="273" y="323"/>
                    <a:pt x="272" y="324"/>
                    <a:pt x="272" y="324"/>
                  </a:cubicBezTo>
                  <a:cubicBezTo>
                    <a:pt x="272" y="324"/>
                    <a:pt x="271" y="324"/>
                    <a:pt x="271" y="325"/>
                  </a:cubicBezTo>
                  <a:cubicBezTo>
                    <a:pt x="271" y="325"/>
                    <a:pt x="271" y="325"/>
                    <a:pt x="271" y="325"/>
                  </a:cubicBezTo>
                  <a:cubicBezTo>
                    <a:pt x="271" y="325"/>
                    <a:pt x="272" y="326"/>
                    <a:pt x="272" y="325"/>
                  </a:cubicBezTo>
                  <a:cubicBezTo>
                    <a:pt x="272" y="325"/>
                    <a:pt x="272" y="325"/>
                    <a:pt x="272" y="325"/>
                  </a:cubicBezTo>
                  <a:cubicBezTo>
                    <a:pt x="272" y="325"/>
                    <a:pt x="273" y="325"/>
                    <a:pt x="274" y="325"/>
                  </a:cubicBezTo>
                  <a:cubicBezTo>
                    <a:pt x="274" y="325"/>
                    <a:pt x="274" y="325"/>
                    <a:pt x="274" y="325"/>
                  </a:cubicBezTo>
                  <a:cubicBezTo>
                    <a:pt x="274" y="324"/>
                    <a:pt x="275" y="324"/>
                    <a:pt x="275" y="323"/>
                  </a:cubicBezTo>
                  <a:cubicBezTo>
                    <a:pt x="275" y="323"/>
                    <a:pt x="275" y="323"/>
                    <a:pt x="276" y="323"/>
                  </a:cubicBezTo>
                  <a:cubicBezTo>
                    <a:pt x="276" y="323"/>
                    <a:pt x="276" y="322"/>
                    <a:pt x="276" y="322"/>
                  </a:cubicBezTo>
                  <a:close/>
                  <a:moveTo>
                    <a:pt x="221" y="310"/>
                  </a:moveTo>
                  <a:cubicBezTo>
                    <a:pt x="221" y="310"/>
                    <a:pt x="221" y="310"/>
                    <a:pt x="221" y="311"/>
                  </a:cubicBezTo>
                  <a:cubicBezTo>
                    <a:pt x="221" y="311"/>
                    <a:pt x="222" y="312"/>
                    <a:pt x="222" y="312"/>
                  </a:cubicBezTo>
                  <a:cubicBezTo>
                    <a:pt x="222" y="312"/>
                    <a:pt x="222" y="313"/>
                    <a:pt x="222" y="313"/>
                  </a:cubicBezTo>
                  <a:cubicBezTo>
                    <a:pt x="222" y="313"/>
                    <a:pt x="222" y="313"/>
                    <a:pt x="222" y="313"/>
                  </a:cubicBezTo>
                  <a:cubicBezTo>
                    <a:pt x="222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3" y="314"/>
                    <a:pt x="223" y="314"/>
                    <a:pt x="223" y="314"/>
                  </a:cubicBezTo>
                  <a:cubicBezTo>
                    <a:pt x="224" y="314"/>
                    <a:pt x="224" y="314"/>
                    <a:pt x="224" y="314"/>
                  </a:cubicBezTo>
                  <a:cubicBezTo>
                    <a:pt x="224" y="313"/>
                    <a:pt x="224" y="313"/>
                    <a:pt x="225" y="314"/>
                  </a:cubicBezTo>
                  <a:cubicBezTo>
                    <a:pt x="225" y="314"/>
                    <a:pt x="225" y="314"/>
                    <a:pt x="226" y="314"/>
                  </a:cubicBezTo>
                  <a:cubicBezTo>
                    <a:pt x="226" y="314"/>
                    <a:pt x="226" y="315"/>
                    <a:pt x="227" y="315"/>
                  </a:cubicBezTo>
                  <a:cubicBezTo>
                    <a:pt x="227" y="315"/>
                    <a:pt x="227" y="315"/>
                    <a:pt x="227" y="315"/>
                  </a:cubicBezTo>
                  <a:cubicBezTo>
                    <a:pt x="227" y="315"/>
                    <a:pt x="228" y="314"/>
                    <a:pt x="227" y="314"/>
                  </a:cubicBezTo>
                  <a:cubicBezTo>
                    <a:pt x="227" y="314"/>
                    <a:pt x="227" y="314"/>
                    <a:pt x="227" y="314"/>
                  </a:cubicBezTo>
                  <a:cubicBezTo>
                    <a:pt x="227" y="313"/>
                    <a:pt x="227" y="313"/>
                    <a:pt x="228" y="312"/>
                  </a:cubicBezTo>
                  <a:cubicBezTo>
                    <a:pt x="228" y="312"/>
                    <a:pt x="228" y="312"/>
                    <a:pt x="227" y="312"/>
                  </a:cubicBezTo>
                  <a:cubicBezTo>
                    <a:pt x="227" y="312"/>
                    <a:pt x="227" y="312"/>
                    <a:pt x="227" y="312"/>
                  </a:cubicBezTo>
                  <a:cubicBezTo>
                    <a:pt x="227" y="312"/>
                    <a:pt x="227" y="311"/>
                    <a:pt x="226" y="311"/>
                  </a:cubicBezTo>
                  <a:cubicBezTo>
                    <a:pt x="226" y="311"/>
                    <a:pt x="226" y="311"/>
                    <a:pt x="226" y="311"/>
                  </a:cubicBezTo>
                  <a:cubicBezTo>
                    <a:pt x="226" y="311"/>
                    <a:pt x="226" y="311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5" y="310"/>
                    <a:pt x="225" y="310"/>
                  </a:cubicBezTo>
                  <a:cubicBezTo>
                    <a:pt x="225" y="310"/>
                    <a:pt x="224" y="310"/>
                    <a:pt x="224" y="310"/>
                  </a:cubicBezTo>
                  <a:cubicBezTo>
                    <a:pt x="224" y="310"/>
                    <a:pt x="224" y="309"/>
                    <a:pt x="223" y="309"/>
                  </a:cubicBezTo>
                  <a:cubicBezTo>
                    <a:pt x="223" y="309"/>
                    <a:pt x="223" y="309"/>
                    <a:pt x="222" y="309"/>
                  </a:cubicBezTo>
                  <a:cubicBezTo>
                    <a:pt x="222" y="309"/>
                    <a:pt x="222" y="309"/>
                    <a:pt x="222" y="309"/>
                  </a:cubicBezTo>
                  <a:cubicBezTo>
                    <a:pt x="222" y="309"/>
                    <a:pt x="222" y="309"/>
                    <a:pt x="221" y="309"/>
                  </a:cubicBezTo>
                  <a:cubicBezTo>
                    <a:pt x="221" y="310"/>
                    <a:pt x="221" y="310"/>
                    <a:pt x="221" y="310"/>
                  </a:cubicBezTo>
                  <a:close/>
                  <a:moveTo>
                    <a:pt x="203" y="317"/>
                  </a:moveTo>
                  <a:cubicBezTo>
                    <a:pt x="203" y="318"/>
                    <a:pt x="203" y="318"/>
                    <a:pt x="203" y="319"/>
                  </a:cubicBezTo>
                  <a:cubicBezTo>
                    <a:pt x="203" y="319"/>
                    <a:pt x="203" y="319"/>
                    <a:pt x="203" y="319"/>
                  </a:cubicBezTo>
                  <a:cubicBezTo>
                    <a:pt x="203" y="319"/>
                    <a:pt x="203" y="320"/>
                    <a:pt x="203" y="320"/>
                  </a:cubicBezTo>
                  <a:cubicBezTo>
                    <a:pt x="204" y="320"/>
                    <a:pt x="204" y="320"/>
                    <a:pt x="204" y="320"/>
                  </a:cubicBezTo>
                  <a:cubicBezTo>
                    <a:pt x="204" y="320"/>
                    <a:pt x="204" y="319"/>
                    <a:pt x="204" y="319"/>
                  </a:cubicBezTo>
                  <a:cubicBezTo>
                    <a:pt x="205" y="319"/>
                    <a:pt x="205" y="319"/>
                    <a:pt x="205" y="318"/>
                  </a:cubicBezTo>
                  <a:cubicBezTo>
                    <a:pt x="204" y="318"/>
                    <a:pt x="204" y="317"/>
                    <a:pt x="204" y="317"/>
                  </a:cubicBezTo>
                  <a:cubicBezTo>
                    <a:pt x="204" y="317"/>
                    <a:pt x="203" y="317"/>
                    <a:pt x="203" y="317"/>
                  </a:cubicBezTo>
                  <a:cubicBezTo>
                    <a:pt x="203" y="317"/>
                    <a:pt x="203" y="317"/>
                    <a:pt x="203" y="317"/>
                  </a:cubicBezTo>
                  <a:close/>
                  <a:moveTo>
                    <a:pt x="124" y="320"/>
                  </a:moveTo>
                  <a:cubicBezTo>
                    <a:pt x="124" y="320"/>
                    <a:pt x="124" y="319"/>
                    <a:pt x="124" y="319"/>
                  </a:cubicBezTo>
                  <a:cubicBezTo>
                    <a:pt x="124" y="318"/>
                    <a:pt x="124" y="318"/>
                    <a:pt x="124" y="318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7"/>
                    <a:pt x="124" y="317"/>
                  </a:cubicBezTo>
                  <a:cubicBezTo>
                    <a:pt x="124" y="317"/>
                    <a:pt x="124" y="316"/>
                    <a:pt x="124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6"/>
                    <a:pt x="123" y="316"/>
                    <a:pt x="123" y="316"/>
                  </a:cubicBezTo>
                  <a:cubicBezTo>
                    <a:pt x="123" y="315"/>
                    <a:pt x="123" y="315"/>
                    <a:pt x="122" y="315"/>
                  </a:cubicBezTo>
                  <a:cubicBezTo>
                    <a:pt x="122" y="315"/>
                    <a:pt x="122" y="315"/>
                    <a:pt x="122" y="315"/>
                  </a:cubicBezTo>
                  <a:cubicBezTo>
                    <a:pt x="122" y="315"/>
                    <a:pt x="121" y="315"/>
                    <a:pt x="121" y="315"/>
                  </a:cubicBezTo>
                  <a:cubicBezTo>
                    <a:pt x="121" y="315"/>
                    <a:pt x="121" y="315"/>
                    <a:pt x="121" y="315"/>
                  </a:cubicBezTo>
                  <a:cubicBezTo>
                    <a:pt x="121" y="315"/>
                    <a:pt x="120" y="315"/>
                    <a:pt x="120" y="315"/>
                  </a:cubicBezTo>
                  <a:cubicBezTo>
                    <a:pt x="120" y="315"/>
                    <a:pt x="120" y="315"/>
                    <a:pt x="119" y="315"/>
                  </a:cubicBezTo>
                  <a:cubicBezTo>
                    <a:pt x="119" y="315"/>
                    <a:pt x="119" y="315"/>
                    <a:pt x="118" y="315"/>
                  </a:cubicBezTo>
                  <a:cubicBezTo>
                    <a:pt x="118" y="315"/>
                    <a:pt x="118" y="315"/>
                    <a:pt x="118" y="315"/>
                  </a:cubicBezTo>
                  <a:cubicBezTo>
                    <a:pt x="117" y="315"/>
                    <a:pt x="117" y="315"/>
                    <a:pt x="116" y="315"/>
                  </a:cubicBezTo>
                  <a:cubicBezTo>
                    <a:pt x="116" y="315"/>
                    <a:pt x="116" y="315"/>
                    <a:pt x="116" y="315"/>
                  </a:cubicBezTo>
                  <a:cubicBezTo>
                    <a:pt x="116" y="315"/>
                    <a:pt x="115" y="315"/>
                    <a:pt x="115" y="315"/>
                  </a:cubicBezTo>
                  <a:cubicBezTo>
                    <a:pt x="115" y="315"/>
                    <a:pt x="115" y="315"/>
                    <a:pt x="114" y="315"/>
                  </a:cubicBezTo>
                  <a:cubicBezTo>
                    <a:pt x="114" y="315"/>
                    <a:pt x="114" y="315"/>
                    <a:pt x="114" y="315"/>
                  </a:cubicBezTo>
                  <a:cubicBezTo>
                    <a:pt x="114" y="315"/>
                    <a:pt x="113" y="315"/>
                    <a:pt x="113" y="315"/>
                  </a:cubicBezTo>
                  <a:cubicBezTo>
                    <a:pt x="113" y="315"/>
                    <a:pt x="113" y="315"/>
                    <a:pt x="113" y="315"/>
                  </a:cubicBezTo>
                  <a:cubicBezTo>
                    <a:pt x="112" y="315"/>
                    <a:pt x="112" y="316"/>
                    <a:pt x="111" y="316"/>
                  </a:cubicBezTo>
                  <a:cubicBezTo>
                    <a:pt x="111" y="316"/>
                    <a:pt x="111" y="316"/>
                    <a:pt x="111" y="316"/>
                  </a:cubicBezTo>
                  <a:cubicBezTo>
                    <a:pt x="111" y="316"/>
                    <a:pt x="111" y="316"/>
                    <a:pt x="110" y="316"/>
                  </a:cubicBezTo>
                  <a:cubicBezTo>
                    <a:pt x="110" y="316"/>
                    <a:pt x="110" y="316"/>
                    <a:pt x="110" y="316"/>
                  </a:cubicBezTo>
                  <a:cubicBezTo>
                    <a:pt x="110" y="316"/>
                    <a:pt x="109" y="316"/>
                    <a:pt x="109" y="316"/>
                  </a:cubicBezTo>
                  <a:cubicBezTo>
                    <a:pt x="109" y="316"/>
                    <a:pt x="109" y="316"/>
                    <a:pt x="109" y="316"/>
                  </a:cubicBezTo>
                  <a:cubicBezTo>
                    <a:pt x="109" y="316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8" y="317"/>
                    <a:pt x="108" y="317"/>
                  </a:cubicBezTo>
                  <a:cubicBezTo>
                    <a:pt x="108" y="317"/>
                    <a:pt x="109" y="317"/>
                    <a:pt x="109" y="317"/>
                  </a:cubicBezTo>
                  <a:cubicBezTo>
                    <a:pt x="109" y="317"/>
                    <a:pt x="109" y="317"/>
                    <a:pt x="110" y="317"/>
                  </a:cubicBezTo>
                  <a:cubicBezTo>
                    <a:pt x="110" y="317"/>
                    <a:pt x="110" y="317"/>
                    <a:pt x="110" y="317"/>
                  </a:cubicBezTo>
                  <a:cubicBezTo>
                    <a:pt x="111" y="317"/>
                    <a:pt x="111" y="317"/>
                    <a:pt x="111" y="317"/>
                  </a:cubicBezTo>
                  <a:cubicBezTo>
                    <a:pt x="111" y="317"/>
                    <a:pt x="112" y="317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8"/>
                    <a:pt x="112" y="318"/>
                    <a:pt x="112" y="318"/>
                  </a:cubicBezTo>
                  <a:cubicBezTo>
                    <a:pt x="112" y="319"/>
                    <a:pt x="112" y="319"/>
                    <a:pt x="112" y="319"/>
                  </a:cubicBezTo>
                  <a:cubicBezTo>
                    <a:pt x="112" y="319"/>
                    <a:pt x="111" y="319"/>
                    <a:pt x="111" y="319"/>
                  </a:cubicBezTo>
                  <a:cubicBezTo>
                    <a:pt x="111" y="319"/>
                    <a:pt x="111" y="319"/>
                    <a:pt x="110" y="319"/>
                  </a:cubicBezTo>
                  <a:cubicBezTo>
                    <a:pt x="110" y="319"/>
                    <a:pt x="110" y="319"/>
                    <a:pt x="110" y="319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09" y="320"/>
                    <a:pt x="109" y="320"/>
                    <a:pt x="109" y="320"/>
                  </a:cubicBezTo>
                  <a:cubicBezTo>
                    <a:pt x="110" y="321"/>
                    <a:pt x="110" y="321"/>
                    <a:pt x="110" y="321"/>
                  </a:cubicBezTo>
                  <a:cubicBezTo>
                    <a:pt x="111" y="321"/>
                    <a:pt x="111" y="321"/>
                    <a:pt x="112" y="321"/>
                  </a:cubicBezTo>
                  <a:cubicBezTo>
                    <a:pt x="112" y="321"/>
                    <a:pt x="112" y="321"/>
                    <a:pt x="113" y="321"/>
                  </a:cubicBezTo>
                  <a:cubicBezTo>
                    <a:pt x="113" y="321"/>
                    <a:pt x="113" y="321"/>
                    <a:pt x="113" y="321"/>
                  </a:cubicBezTo>
                  <a:cubicBezTo>
                    <a:pt x="113" y="321"/>
                    <a:pt x="113" y="322"/>
                    <a:pt x="113" y="322"/>
                  </a:cubicBezTo>
                  <a:cubicBezTo>
                    <a:pt x="113" y="322"/>
                    <a:pt x="112" y="322"/>
                    <a:pt x="112" y="322"/>
                  </a:cubicBezTo>
                  <a:cubicBezTo>
                    <a:pt x="112" y="322"/>
                    <a:pt x="112" y="322"/>
                    <a:pt x="111" y="322"/>
                  </a:cubicBezTo>
                  <a:cubicBezTo>
                    <a:pt x="111" y="322"/>
                    <a:pt x="111" y="322"/>
                    <a:pt x="111" y="322"/>
                  </a:cubicBezTo>
                  <a:cubicBezTo>
                    <a:pt x="111" y="322"/>
                    <a:pt x="110" y="322"/>
                    <a:pt x="110" y="322"/>
                  </a:cubicBezTo>
                  <a:cubicBezTo>
                    <a:pt x="110" y="322"/>
                    <a:pt x="110" y="322"/>
                    <a:pt x="110" y="322"/>
                  </a:cubicBezTo>
                  <a:cubicBezTo>
                    <a:pt x="109" y="323"/>
                    <a:pt x="108" y="323"/>
                    <a:pt x="107" y="323"/>
                  </a:cubicBezTo>
                  <a:cubicBezTo>
                    <a:pt x="107" y="323"/>
                    <a:pt x="107" y="323"/>
                    <a:pt x="107" y="323"/>
                  </a:cubicBezTo>
                  <a:cubicBezTo>
                    <a:pt x="107" y="322"/>
                    <a:pt x="106" y="322"/>
                    <a:pt x="106" y="322"/>
                  </a:cubicBezTo>
                  <a:cubicBezTo>
                    <a:pt x="106" y="322"/>
                    <a:pt x="106" y="321"/>
                    <a:pt x="106" y="321"/>
                  </a:cubicBezTo>
                  <a:cubicBezTo>
                    <a:pt x="106" y="321"/>
                    <a:pt x="106" y="321"/>
                    <a:pt x="106" y="321"/>
                  </a:cubicBezTo>
                  <a:cubicBezTo>
                    <a:pt x="105" y="320"/>
                    <a:pt x="105" y="320"/>
                    <a:pt x="105" y="320"/>
                  </a:cubicBezTo>
                  <a:cubicBezTo>
                    <a:pt x="105" y="320"/>
                    <a:pt x="105" y="319"/>
                    <a:pt x="104" y="320"/>
                  </a:cubicBezTo>
                  <a:cubicBezTo>
                    <a:pt x="104" y="320"/>
                    <a:pt x="103" y="320"/>
                    <a:pt x="103" y="321"/>
                  </a:cubicBezTo>
                  <a:cubicBezTo>
                    <a:pt x="103" y="321"/>
                    <a:pt x="103" y="321"/>
                    <a:pt x="103" y="321"/>
                  </a:cubicBezTo>
                  <a:cubicBezTo>
                    <a:pt x="103" y="321"/>
                    <a:pt x="103" y="321"/>
                    <a:pt x="103" y="322"/>
                  </a:cubicBezTo>
                  <a:cubicBezTo>
                    <a:pt x="103" y="322"/>
                    <a:pt x="103" y="322"/>
                    <a:pt x="103" y="322"/>
                  </a:cubicBezTo>
                  <a:cubicBezTo>
                    <a:pt x="103" y="322"/>
                    <a:pt x="104" y="322"/>
                    <a:pt x="104" y="322"/>
                  </a:cubicBezTo>
                  <a:cubicBezTo>
                    <a:pt x="104" y="323"/>
                    <a:pt x="104" y="323"/>
                    <a:pt x="104" y="323"/>
                  </a:cubicBezTo>
                  <a:cubicBezTo>
                    <a:pt x="104" y="323"/>
                    <a:pt x="104" y="324"/>
                    <a:pt x="104" y="324"/>
                  </a:cubicBezTo>
                  <a:cubicBezTo>
                    <a:pt x="104" y="324"/>
                    <a:pt x="104" y="324"/>
                    <a:pt x="104" y="324"/>
                  </a:cubicBezTo>
                  <a:cubicBezTo>
                    <a:pt x="104" y="325"/>
                    <a:pt x="104" y="326"/>
                    <a:pt x="104" y="326"/>
                  </a:cubicBezTo>
                  <a:cubicBezTo>
                    <a:pt x="105" y="327"/>
                    <a:pt x="105" y="329"/>
                    <a:pt x="105" y="330"/>
                  </a:cubicBezTo>
                  <a:cubicBezTo>
                    <a:pt x="105" y="330"/>
                    <a:pt x="105" y="331"/>
                    <a:pt x="105" y="331"/>
                  </a:cubicBezTo>
                  <a:cubicBezTo>
                    <a:pt x="105" y="332"/>
                    <a:pt x="105" y="333"/>
                    <a:pt x="105" y="333"/>
                  </a:cubicBezTo>
                  <a:cubicBezTo>
                    <a:pt x="105" y="334"/>
                    <a:pt x="104" y="335"/>
                    <a:pt x="104" y="335"/>
                  </a:cubicBezTo>
                  <a:cubicBezTo>
                    <a:pt x="104" y="336"/>
                    <a:pt x="104" y="336"/>
                    <a:pt x="105" y="337"/>
                  </a:cubicBezTo>
                  <a:cubicBezTo>
                    <a:pt x="105" y="337"/>
                    <a:pt x="106" y="337"/>
                    <a:pt x="107" y="337"/>
                  </a:cubicBezTo>
                  <a:cubicBezTo>
                    <a:pt x="107" y="337"/>
                    <a:pt x="107" y="337"/>
                    <a:pt x="107" y="337"/>
                  </a:cubicBezTo>
                  <a:cubicBezTo>
                    <a:pt x="108" y="337"/>
                    <a:pt x="108" y="337"/>
                    <a:pt x="108" y="337"/>
                  </a:cubicBezTo>
                  <a:cubicBezTo>
                    <a:pt x="109" y="337"/>
                    <a:pt x="109" y="337"/>
                    <a:pt x="110" y="338"/>
                  </a:cubicBezTo>
                  <a:cubicBezTo>
                    <a:pt x="110" y="338"/>
                    <a:pt x="111" y="338"/>
                    <a:pt x="111" y="338"/>
                  </a:cubicBezTo>
                  <a:cubicBezTo>
                    <a:pt x="112" y="337"/>
                    <a:pt x="112" y="337"/>
                    <a:pt x="113" y="337"/>
                  </a:cubicBezTo>
                  <a:cubicBezTo>
                    <a:pt x="114" y="337"/>
                    <a:pt x="114" y="337"/>
                    <a:pt x="115" y="337"/>
                  </a:cubicBezTo>
                  <a:cubicBezTo>
                    <a:pt x="115" y="337"/>
                    <a:pt x="116" y="337"/>
                    <a:pt x="116" y="337"/>
                  </a:cubicBezTo>
                  <a:cubicBezTo>
                    <a:pt x="116" y="337"/>
                    <a:pt x="117" y="337"/>
                    <a:pt x="117" y="337"/>
                  </a:cubicBezTo>
                  <a:cubicBezTo>
                    <a:pt x="117" y="337"/>
                    <a:pt x="117" y="337"/>
                    <a:pt x="117" y="337"/>
                  </a:cubicBezTo>
                  <a:cubicBezTo>
                    <a:pt x="118" y="337"/>
                    <a:pt x="118" y="337"/>
                    <a:pt x="118" y="337"/>
                  </a:cubicBezTo>
                  <a:cubicBezTo>
                    <a:pt x="118" y="337"/>
                    <a:pt x="119" y="337"/>
                    <a:pt x="119" y="337"/>
                  </a:cubicBezTo>
                  <a:cubicBezTo>
                    <a:pt x="119" y="337"/>
                    <a:pt x="119" y="337"/>
                    <a:pt x="119" y="336"/>
                  </a:cubicBezTo>
                  <a:cubicBezTo>
                    <a:pt x="119" y="336"/>
                    <a:pt x="119" y="336"/>
                    <a:pt x="119" y="336"/>
                  </a:cubicBezTo>
                  <a:cubicBezTo>
                    <a:pt x="120" y="335"/>
                    <a:pt x="119" y="335"/>
                    <a:pt x="119" y="335"/>
                  </a:cubicBezTo>
                  <a:cubicBezTo>
                    <a:pt x="119" y="335"/>
                    <a:pt x="119" y="335"/>
                    <a:pt x="119" y="335"/>
                  </a:cubicBezTo>
                  <a:cubicBezTo>
                    <a:pt x="119" y="335"/>
                    <a:pt x="118" y="335"/>
                    <a:pt x="118" y="335"/>
                  </a:cubicBezTo>
                  <a:cubicBezTo>
                    <a:pt x="118" y="335"/>
                    <a:pt x="118" y="335"/>
                    <a:pt x="118" y="334"/>
                  </a:cubicBezTo>
                  <a:cubicBezTo>
                    <a:pt x="118" y="334"/>
                    <a:pt x="118" y="334"/>
                    <a:pt x="118" y="334"/>
                  </a:cubicBezTo>
                  <a:cubicBezTo>
                    <a:pt x="118" y="334"/>
                    <a:pt x="119" y="333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19" y="332"/>
                    <a:pt x="119" y="332"/>
                  </a:cubicBezTo>
                  <a:cubicBezTo>
                    <a:pt x="119" y="332"/>
                    <a:pt x="120" y="332"/>
                    <a:pt x="120" y="332"/>
                  </a:cubicBezTo>
                  <a:cubicBezTo>
                    <a:pt x="120" y="332"/>
                    <a:pt x="120" y="332"/>
                    <a:pt x="120" y="331"/>
                  </a:cubicBezTo>
                  <a:cubicBezTo>
                    <a:pt x="120" y="331"/>
                    <a:pt x="120" y="331"/>
                    <a:pt x="121" y="331"/>
                  </a:cubicBezTo>
                  <a:cubicBezTo>
                    <a:pt x="121" y="331"/>
                    <a:pt x="121" y="331"/>
                    <a:pt x="121" y="332"/>
                  </a:cubicBezTo>
                  <a:cubicBezTo>
                    <a:pt x="121" y="332"/>
                    <a:pt x="122" y="332"/>
                    <a:pt x="122" y="332"/>
                  </a:cubicBezTo>
                  <a:cubicBezTo>
                    <a:pt x="122" y="332"/>
                    <a:pt x="122" y="332"/>
                    <a:pt x="122" y="333"/>
                  </a:cubicBezTo>
                  <a:cubicBezTo>
                    <a:pt x="122" y="333"/>
                    <a:pt x="122" y="334"/>
                    <a:pt x="122" y="334"/>
                  </a:cubicBezTo>
                  <a:cubicBezTo>
                    <a:pt x="122" y="335"/>
                    <a:pt x="122" y="336"/>
                    <a:pt x="122" y="337"/>
                  </a:cubicBezTo>
                  <a:cubicBezTo>
                    <a:pt x="122" y="337"/>
                    <a:pt x="122" y="338"/>
                    <a:pt x="122" y="338"/>
                  </a:cubicBezTo>
                  <a:cubicBezTo>
                    <a:pt x="122" y="339"/>
                    <a:pt x="122" y="339"/>
                    <a:pt x="121" y="340"/>
                  </a:cubicBezTo>
                  <a:cubicBezTo>
                    <a:pt x="121" y="340"/>
                    <a:pt x="121" y="340"/>
                    <a:pt x="120" y="340"/>
                  </a:cubicBezTo>
                  <a:cubicBezTo>
                    <a:pt x="120" y="339"/>
                    <a:pt x="120" y="339"/>
                    <a:pt x="119" y="339"/>
                  </a:cubicBezTo>
                  <a:cubicBezTo>
                    <a:pt x="119" y="339"/>
                    <a:pt x="119" y="339"/>
                    <a:pt x="119" y="339"/>
                  </a:cubicBezTo>
                  <a:cubicBezTo>
                    <a:pt x="118" y="339"/>
                    <a:pt x="118" y="338"/>
                    <a:pt x="118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7" y="338"/>
                    <a:pt x="117" y="338"/>
                    <a:pt x="117" y="338"/>
                  </a:cubicBezTo>
                  <a:cubicBezTo>
                    <a:pt x="116" y="338"/>
                    <a:pt x="116" y="338"/>
                    <a:pt x="116" y="339"/>
                  </a:cubicBezTo>
                  <a:cubicBezTo>
                    <a:pt x="117" y="339"/>
                    <a:pt x="117" y="339"/>
                    <a:pt x="117" y="339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7" y="340"/>
                    <a:pt x="117" y="340"/>
                    <a:pt x="117" y="340"/>
                  </a:cubicBezTo>
                  <a:cubicBezTo>
                    <a:pt x="118" y="340"/>
                    <a:pt x="118" y="340"/>
                    <a:pt x="118" y="340"/>
                  </a:cubicBezTo>
                  <a:cubicBezTo>
                    <a:pt x="118" y="340"/>
                    <a:pt x="119" y="340"/>
                    <a:pt x="119" y="341"/>
                  </a:cubicBezTo>
                  <a:cubicBezTo>
                    <a:pt x="119" y="341"/>
                    <a:pt x="120" y="341"/>
                    <a:pt x="121" y="341"/>
                  </a:cubicBezTo>
                  <a:cubicBezTo>
                    <a:pt x="121" y="341"/>
                    <a:pt x="121" y="341"/>
                    <a:pt x="121" y="341"/>
                  </a:cubicBezTo>
                  <a:cubicBezTo>
                    <a:pt x="121" y="341"/>
                    <a:pt x="122" y="341"/>
                    <a:pt x="122" y="340"/>
                  </a:cubicBezTo>
                  <a:cubicBezTo>
                    <a:pt x="122" y="340"/>
                    <a:pt x="123" y="340"/>
                    <a:pt x="123" y="340"/>
                  </a:cubicBezTo>
                  <a:cubicBezTo>
                    <a:pt x="123" y="339"/>
                    <a:pt x="123" y="339"/>
                    <a:pt x="123" y="338"/>
                  </a:cubicBezTo>
                  <a:cubicBezTo>
                    <a:pt x="123" y="338"/>
                    <a:pt x="123" y="338"/>
                    <a:pt x="124" y="337"/>
                  </a:cubicBezTo>
                  <a:cubicBezTo>
                    <a:pt x="124" y="337"/>
                    <a:pt x="124" y="337"/>
                    <a:pt x="124" y="337"/>
                  </a:cubicBezTo>
                  <a:cubicBezTo>
                    <a:pt x="124" y="337"/>
                    <a:pt x="124" y="336"/>
                    <a:pt x="123" y="336"/>
                  </a:cubicBezTo>
                  <a:cubicBezTo>
                    <a:pt x="123" y="335"/>
                    <a:pt x="123" y="334"/>
                    <a:pt x="123" y="333"/>
                  </a:cubicBezTo>
                  <a:cubicBezTo>
                    <a:pt x="123" y="333"/>
                    <a:pt x="123" y="333"/>
                    <a:pt x="124" y="333"/>
                  </a:cubicBezTo>
                  <a:cubicBezTo>
                    <a:pt x="124" y="332"/>
                    <a:pt x="124" y="332"/>
                    <a:pt x="124" y="331"/>
                  </a:cubicBezTo>
                  <a:cubicBezTo>
                    <a:pt x="124" y="331"/>
                    <a:pt x="124" y="330"/>
                    <a:pt x="124" y="329"/>
                  </a:cubicBezTo>
                  <a:cubicBezTo>
                    <a:pt x="124" y="329"/>
                    <a:pt x="124" y="329"/>
                    <a:pt x="124" y="328"/>
                  </a:cubicBezTo>
                  <a:cubicBezTo>
                    <a:pt x="124" y="328"/>
                    <a:pt x="124" y="328"/>
                    <a:pt x="124" y="327"/>
                  </a:cubicBezTo>
                  <a:cubicBezTo>
                    <a:pt x="124" y="326"/>
                    <a:pt x="124" y="325"/>
                    <a:pt x="124" y="324"/>
                  </a:cubicBezTo>
                  <a:cubicBezTo>
                    <a:pt x="124" y="323"/>
                    <a:pt x="124" y="323"/>
                    <a:pt x="124" y="323"/>
                  </a:cubicBezTo>
                  <a:cubicBezTo>
                    <a:pt x="124" y="323"/>
                    <a:pt x="124" y="322"/>
                    <a:pt x="124" y="322"/>
                  </a:cubicBezTo>
                  <a:cubicBezTo>
                    <a:pt x="124" y="321"/>
                    <a:pt x="124" y="321"/>
                    <a:pt x="124" y="320"/>
                  </a:cubicBezTo>
                  <a:close/>
                  <a:moveTo>
                    <a:pt x="156" y="326"/>
                  </a:moveTo>
                  <a:cubicBezTo>
                    <a:pt x="156" y="325"/>
                    <a:pt x="156" y="325"/>
                    <a:pt x="155" y="325"/>
                  </a:cubicBezTo>
                  <a:cubicBezTo>
                    <a:pt x="155" y="325"/>
                    <a:pt x="154" y="325"/>
                    <a:pt x="154" y="325"/>
                  </a:cubicBezTo>
                  <a:cubicBezTo>
                    <a:pt x="153" y="325"/>
                    <a:pt x="152" y="325"/>
                    <a:pt x="152" y="325"/>
                  </a:cubicBezTo>
                  <a:cubicBezTo>
                    <a:pt x="152" y="325"/>
                    <a:pt x="151" y="325"/>
                    <a:pt x="151" y="325"/>
                  </a:cubicBezTo>
                  <a:cubicBezTo>
                    <a:pt x="151" y="325"/>
                    <a:pt x="151" y="325"/>
                    <a:pt x="151" y="325"/>
                  </a:cubicBezTo>
                  <a:cubicBezTo>
                    <a:pt x="151" y="324"/>
                    <a:pt x="151" y="324"/>
                    <a:pt x="151" y="324"/>
                  </a:cubicBezTo>
                  <a:cubicBezTo>
                    <a:pt x="151" y="323"/>
                    <a:pt x="151" y="323"/>
                    <a:pt x="151" y="323"/>
                  </a:cubicBezTo>
                  <a:cubicBezTo>
                    <a:pt x="151" y="323"/>
                    <a:pt x="152" y="323"/>
                    <a:pt x="152" y="323"/>
                  </a:cubicBezTo>
                  <a:cubicBezTo>
                    <a:pt x="152" y="323"/>
                    <a:pt x="152" y="323"/>
                    <a:pt x="152" y="323"/>
                  </a:cubicBezTo>
                  <a:cubicBezTo>
                    <a:pt x="153" y="323"/>
                    <a:pt x="153" y="323"/>
                    <a:pt x="153" y="323"/>
                  </a:cubicBezTo>
                  <a:cubicBezTo>
                    <a:pt x="153" y="323"/>
                    <a:pt x="154" y="323"/>
                    <a:pt x="154" y="323"/>
                  </a:cubicBezTo>
                  <a:cubicBezTo>
                    <a:pt x="154" y="323"/>
                    <a:pt x="154" y="323"/>
                    <a:pt x="155" y="323"/>
                  </a:cubicBezTo>
                  <a:cubicBezTo>
                    <a:pt x="155" y="323"/>
                    <a:pt x="155" y="322"/>
                    <a:pt x="155" y="322"/>
                  </a:cubicBezTo>
                  <a:cubicBezTo>
                    <a:pt x="155" y="322"/>
                    <a:pt x="155" y="322"/>
                    <a:pt x="155" y="321"/>
                  </a:cubicBezTo>
                  <a:cubicBezTo>
                    <a:pt x="155" y="321"/>
                    <a:pt x="155" y="321"/>
                    <a:pt x="154" y="321"/>
                  </a:cubicBezTo>
                  <a:cubicBezTo>
                    <a:pt x="154" y="321"/>
                    <a:pt x="154" y="321"/>
                    <a:pt x="153" y="321"/>
                  </a:cubicBezTo>
                  <a:cubicBezTo>
                    <a:pt x="153" y="321"/>
                    <a:pt x="153" y="321"/>
                    <a:pt x="153" y="321"/>
                  </a:cubicBezTo>
                  <a:cubicBezTo>
                    <a:pt x="153" y="321"/>
                    <a:pt x="152" y="321"/>
                    <a:pt x="152" y="321"/>
                  </a:cubicBezTo>
                  <a:cubicBezTo>
                    <a:pt x="152" y="321"/>
                    <a:pt x="151" y="321"/>
                    <a:pt x="151" y="320"/>
                  </a:cubicBezTo>
                  <a:cubicBezTo>
                    <a:pt x="151" y="320"/>
                    <a:pt x="151" y="320"/>
                    <a:pt x="151" y="319"/>
                  </a:cubicBezTo>
                  <a:cubicBezTo>
                    <a:pt x="152" y="319"/>
                    <a:pt x="152" y="318"/>
                    <a:pt x="152" y="318"/>
                  </a:cubicBezTo>
                  <a:cubicBezTo>
                    <a:pt x="152" y="317"/>
                    <a:pt x="151" y="317"/>
                    <a:pt x="151" y="317"/>
                  </a:cubicBezTo>
                  <a:cubicBezTo>
                    <a:pt x="152" y="316"/>
                    <a:pt x="152" y="316"/>
                    <a:pt x="152" y="315"/>
                  </a:cubicBezTo>
                  <a:cubicBezTo>
                    <a:pt x="152" y="315"/>
                    <a:pt x="152" y="314"/>
                    <a:pt x="151" y="314"/>
                  </a:cubicBezTo>
                  <a:cubicBezTo>
                    <a:pt x="151" y="314"/>
                    <a:pt x="151" y="314"/>
                    <a:pt x="151" y="314"/>
                  </a:cubicBezTo>
                  <a:cubicBezTo>
                    <a:pt x="151" y="314"/>
                    <a:pt x="150" y="313"/>
                    <a:pt x="150" y="314"/>
                  </a:cubicBezTo>
                  <a:cubicBezTo>
                    <a:pt x="150" y="314"/>
                    <a:pt x="150" y="314"/>
                    <a:pt x="150" y="314"/>
                  </a:cubicBezTo>
                  <a:cubicBezTo>
                    <a:pt x="149" y="314"/>
                    <a:pt x="149" y="315"/>
                    <a:pt x="149" y="315"/>
                  </a:cubicBezTo>
                  <a:cubicBezTo>
                    <a:pt x="149" y="316"/>
                    <a:pt x="149" y="316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50" y="317"/>
                    <a:pt x="150" y="317"/>
                    <a:pt x="150" y="317"/>
                  </a:cubicBezTo>
                  <a:cubicBezTo>
                    <a:pt x="149" y="317"/>
                    <a:pt x="149" y="318"/>
                    <a:pt x="149" y="318"/>
                  </a:cubicBezTo>
                  <a:cubicBezTo>
                    <a:pt x="149" y="318"/>
                    <a:pt x="149" y="319"/>
                    <a:pt x="149" y="319"/>
                  </a:cubicBezTo>
                  <a:cubicBezTo>
                    <a:pt x="149" y="319"/>
                    <a:pt x="149" y="319"/>
                    <a:pt x="149" y="320"/>
                  </a:cubicBezTo>
                  <a:cubicBezTo>
                    <a:pt x="149" y="320"/>
                    <a:pt x="149" y="320"/>
                    <a:pt x="149" y="321"/>
                  </a:cubicBezTo>
                  <a:cubicBezTo>
                    <a:pt x="149" y="321"/>
                    <a:pt x="149" y="321"/>
                    <a:pt x="148" y="321"/>
                  </a:cubicBezTo>
                  <a:cubicBezTo>
                    <a:pt x="148" y="321"/>
                    <a:pt x="148" y="321"/>
                    <a:pt x="147" y="321"/>
                  </a:cubicBezTo>
                  <a:cubicBezTo>
                    <a:pt x="147" y="321"/>
                    <a:pt x="147" y="321"/>
                    <a:pt x="147" y="321"/>
                  </a:cubicBezTo>
                  <a:cubicBezTo>
                    <a:pt x="147" y="321"/>
                    <a:pt x="146" y="321"/>
                    <a:pt x="146" y="321"/>
                  </a:cubicBezTo>
                  <a:cubicBezTo>
                    <a:pt x="145" y="321"/>
                    <a:pt x="145" y="321"/>
                    <a:pt x="145" y="322"/>
                  </a:cubicBezTo>
                  <a:cubicBezTo>
                    <a:pt x="144" y="322"/>
                    <a:pt x="144" y="322"/>
                    <a:pt x="144" y="323"/>
                  </a:cubicBezTo>
                  <a:cubicBezTo>
                    <a:pt x="144" y="323"/>
                    <a:pt x="144" y="323"/>
                    <a:pt x="144" y="323"/>
                  </a:cubicBezTo>
                  <a:cubicBezTo>
                    <a:pt x="144" y="324"/>
                    <a:pt x="144" y="324"/>
                    <a:pt x="145" y="324"/>
                  </a:cubicBezTo>
                  <a:cubicBezTo>
                    <a:pt x="145" y="324"/>
                    <a:pt x="145" y="324"/>
                    <a:pt x="145" y="324"/>
                  </a:cubicBezTo>
                  <a:cubicBezTo>
                    <a:pt x="146" y="324"/>
                    <a:pt x="146" y="324"/>
                    <a:pt x="146" y="324"/>
                  </a:cubicBezTo>
                  <a:cubicBezTo>
                    <a:pt x="146" y="323"/>
                    <a:pt x="147" y="323"/>
                    <a:pt x="148" y="324"/>
                  </a:cubicBezTo>
                  <a:cubicBezTo>
                    <a:pt x="148" y="324"/>
                    <a:pt x="148" y="324"/>
                    <a:pt x="148" y="325"/>
                  </a:cubicBezTo>
                  <a:cubicBezTo>
                    <a:pt x="148" y="325"/>
                    <a:pt x="148" y="326"/>
                    <a:pt x="148" y="326"/>
                  </a:cubicBezTo>
                  <a:cubicBezTo>
                    <a:pt x="147" y="326"/>
                    <a:pt x="147" y="326"/>
                    <a:pt x="147" y="326"/>
                  </a:cubicBezTo>
                  <a:cubicBezTo>
                    <a:pt x="147" y="326"/>
                    <a:pt x="147" y="326"/>
                    <a:pt x="146" y="326"/>
                  </a:cubicBezTo>
                  <a:cubicBezTo>
                    <a:pt x="146" y="326"/>
                    <a:pt x="145" y="326"/>
                    <a:pt x="144" y="326"/>
                  </a:cubicBezTo>
                  <a:cubicBezTo>
                    <a:pt x="144" y="326"/>
                    <a:pt x="144" y="326"/>
                    <a:pt x="144" y="326"/>
                  </a:cubicBezTo>
                  <a:cubicBezTo>
                    <a:pt x="144" y="326"/>
                    <a:pt x="144" y="326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7"/>
                    <a:pt x="144" y="327"/>
                    <a:pt x="144" y="327"/>
                  </a:cubicBezTo>
                  <a:cubicBezTo>
                    <a:pt x="144" y="328"/>
                    <a:pt x="144" y="328"/>
                    <a:pt x="144" y="328"/>
                  </a:cubicBezTo>
                  <a:cubicBezTo>
                    <a:pt x="143" y="328"/>
                    <a:pt x="143" y="328"/>
                    <a:pt x="143" y="329"/>
                  </a:cubicBezTo>
                  <a:cubicBezTo>
                    <a:pt x="143" y="329"/>
                    <a:pt x="143" y="329"/>
                    <a:pt x="143" y="329"/>
                  </a:cubicBezTo>
                  <a:cubicBezTo>
                    <a:pt x="143" y="329"/>
                    <a:pt x="142" y="329"/>
                    <a:pt x="142" y="329"/>
                  </a:cubicBezTo>
                  <a:cubicBezTo>
                    <a:pt x="142" y="330"/>
                    <a:pt x="142" y="330"/>
                    <a:pt x="142" y="330"/>
                  </a:cubicBezTo>
                  <a:cubicBezTo>
                    <a:pt x="142" y="330"/>
                    <a:pt x="142" y="330"/>
                    <a:pt x="141" y="330"/>
                  </a:cubicBezTo>
                  <a:cubicBezTo>
                    <a:pt x="141" y="330"/>
                    <a:pt x="141" y="330"/>
                    <a:pt x="141" y="329"/>
                  </a:cubicBezTo>
                  <a:cubicBezTo>
                    <a:pt x="141" y="329"/>
                    <a:pt x="141" y="329"/>
                    <a:pt x="141" y="329"/>
                  </a:cubicBezTo>
                  <a:cubicBezTo>
                    <a:pt x="141" y="328"/>
                    <a:pt x="141" y="328"/>
                    <a:pt x="141" y="328"/>
                  </a:cubicBezTo>
                  <a:cubicBezTo>
                    <a:pt x="142" y="328"/>
                    <a:pt x="142" y="327"/>
                    <a:pt x="143" y="326"/>
                  </a:cubicBezTo>
                  <a:cubicBezTo>
                    <a:pt x="143" y="326"/>
                    <a:pt x="143" y="325"/>
                    <a:pt x="143" y="325"/>
                  </a:cubicBezTo>
                  <a:cubicBezTo>
                    <a:pt x="143" y="325"/>
                    <a:pt x="142" y="325"/>
                    <a:pt x="142" y="325"/>
                  </a:cubicBezTo>
                  <a:cubicBezTo>
                    <a:pt x="142" y="324"/>
                    <a:pt x="142" y="324"/>
                    <a:pt x="141" y="324"/>
                  </a:cubicBezTo>
                  <a:cubicBezTo>
                    <a:pt x="141" y="323"/>
                    <a:pt x="141" y="323"/>
                    <a:pt x="141" y="323"/>
                  </a:cubicBezTo>
                  <a:cubicBezTo>
                    <a:pt x="141" y="323"/>
                    <a:pt x="141" y="323"/>
                    <a:pt x="141" y="322"/>
                  </a:cubicBezTo>
                  <a:cubicBezTo>
                    <a:pt x="141" y="322"/>
                    <a:pt x="141" y="322"/>
                    <a:pt x="141" y="322"/>
                  </a:cubicBezTo>
                  <a:cubicBezTo>
                    <a:pt x="141" y="322"/>
                    <a:pt x="142" y="322"/>
                    <a:pt x="142" y="321"/>
                  </a:cubicBezTo>
                  <a:cubicBezTo>
                    <a:pt x="142" y="321"/>
                    <a:pt x="142" y="321"/>
                    <a:pt x="142" y="320"/>
                  </a:cubicBezTo>
                  <a:cubicBezTo>
                    <a:pt x="142" y="320"/>
                    <a:pt x="143" y="320"/>
                    <a:pt x="143" y="320"/>
                  </a:cubicBezTo>
                  <a:cubicBezTo>
                    <a:pt x="143" y="319"/>
                    <a:pt x="143" y="319"/>
                    <a:pt x="143" y="319"/>
                  </a:cubicBezTo>
                  <a:cubicBezTo>
                    <a:pt x="144" y="319"/>
                    <a:pt x="144" y="319"/>
                    <a:pt x="144" y="319"/>
                  </a:cubicBezTo>
                  <a:cubicBezTo>
                    <a:pt x="144" y="318"/>
                    <a:pt x="144" y="318"/>
                    <a:pt x="144" y="318"/>
                  </a:cubicBezTo>
                  <a:cubicBezTo>
                    <a:pt x="145" y="318"/>
                    <a:pt x="145" y="318"/>
                    <a:pt x="145" y="318"/>
                  </a:cubicBezTo>
                  <a:cubicBezTo>
                    <a:pt x="145" y="317"/>
                    <a:pt x="145" y="317"/>
                    <a:pt x="145" y="317"/>
                  </a:cubicBezTo>
                  <a:cubicBezTo>
                    <a:pt x="145" y="316"/>
                    <a:pt x="145" y="316"/>
                    <a:pt x="144" y="315"/>
                  </a:cubicBezTo>
                  <a:cubicBezTo>
                    <a:pt x="144" y="315"/>
                    <a:pt x="144" y="315"/>
                    <a:pt x="144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3" y="315"/>
                    <a:pt x="143" y="315"/>
                    <a:pt x="143" y="315"/>
                  </a:cubicBezTo>
                  <a:cubicBezTo>
                    <a:pt x="142" y="315"/>
                    <a:pt x="142" y="315"/>
                    <a:pt x="142" y="315"/>
                  </a:cubicBezTo>
                  <a:cubicBezTo>
                    <a:pt x="142" y="316"/>
                    <a:pt x="142" y="316"/>
                    <a:pt x="142" y="316"/>
                  </a:cubicBezTo>
                  <a:cubicBezTo>
                    <a:pt x="141" y="316"/>
                    <a:pt x="141" y="316"/>
                    <a:pt x="141" y="317"/>
                  </a:cubicBezTo>
                  <a:cubicBezTo>
                    <a:pt x="141" y="317"/>
                    <a:pt x="140" y="317"/>
                    <a:pt x="140" y="318"/>
                  </a:cubicBezTo>
                  <a:cubicBezTo>
                    <a:pt x="139" y="318"/>
                    <a:pt x="139" y="319"/>
                    <a:pt x="138" y="319"/>
                  </a:cubicBezTo>
                  <a:cubicBezTo>
                    <a:pt x="138" y="319"/>
                    <a:pt x="138" y="319"/>
                    <a:pt x="138" y="320"/>
                  </a:cubicBezTo>
                  <a:cubicBezTo>
                    <a:pt x="138" y="320"/>
                    <a:pt x="138" y="320"/>
                    <a:pt x="138" y="320"/>
                  </a:cubicBezTo>
                  <a:cubicBezTo>
                    <a:pt x="137" y="321"/>
                    <a:pt x="137" y="321"/>
                    <a:pt x="136" y="322"/>
                  </a:cubicBezTo>
                  <a:cubicBezTo>
                    <a:pt x="136" y="322"/>
                    <a:pt x="136" y="322"/>
                    <a:pt x="136" y="323"/>
                  </a:cubicBezTo>
                  <a:cubicBezTo>
                    <a:pt x="136" y="323"/>
                    <a:pt x="136" y="323"/>
                    <a:pt x="136" y="323"/>
                  </a:cubicBezTo>
                  <a:cubicBezTo>
                    <a:pt x="136" y="324"/>
                    <a:pt x="136" y="325"/>
                    <a:pt x="137" y="325"/>
                  </a:cubicBezTo>
                  <a:cubicBezTo>
                    <a:pt x="137" y="325"/>
                    <a:pt x="138" y="325"/>
                    <a:pt x="138" y="325"/>
                  </a:cubicBezTo>
                  <a:cubicBezTo>
                    <a:pt x="138" y="326"/>
                    <a:pt x="138" y="326"/>
                    <a:pt x="138" y="326"/>
                  </a:cubicBezTo>
                  <a:cubicBezTo>
                    <a:pt x="139" y="326"/>
                    <a:pt x="139" y="326"/>
                    <a:pt x="138" y="327"/>
                  </a:cubicBezTo>
                  <a:cubicBezTo>
                    <a:pt x="138" y="327"/>
                    <a:pt x="138" y="327"/>
                    <a:pt x="138" y="327"/>
                  </a:cubicBezTo>
                  <a:cubicBezTo>
                    <a:pt x="138" y="327"/>
                    <a:pt x="138" y="327"/>
                    <a:pt x="137" y="327"/>
                  </a:cubicBezTo>
                  <a:cubicBezTo>
                    <a:pt x="137" y="328"/>
                    <a:pt x="137" y="328"/>
                    <a:pt x="137" y="328"/>
                  </a:cubicBezTo>
                  <a:cubicBezTo>
                    <a:pt x="137" y="328"/>
                    <a:pt x="137" y="329"/>
                    <a:pt x="137" y="329"/>
                  </a:cubicBezTo>
                  <a:cubicBezTo>
                    <a:pt x="137" y="329"/>
                    <a:pt x="137" y="329"/>
                    <a:pt x="137" y="330"/>
                  </a:cubicBezTo>
                  <a:cubicBezTo>
                    <a:pt x="137" y="330"/>
                    <a:pt x="137" y="330"/>
                    <a:pt x="137" y="330"/>
                  </a:cubicBezTo>
                  <a:cubicBezTo>
                    <a:pt x="137" y="330"/>
                    <a:pt x="137" y="331"/>
                    <a:pt x="138" y="331"/>
                  </a:cubicBezTo>
                  <a:cubicBezTo>
                    <a:pt x="138" y="331"/>
                    <a:pt x="139" y="331"/>
                    <a:pt x="139" y="331"/>
                  </a:cubicBezTo>
                  <a:cubicBezTo>
                    <a:pt x="139" y="331"/>
                    <a:pt x="139" y="331"/>
                    <a:pt x="139" y="331"/>
                  </a:cubicBezTo>
                  <a:cubicBezTo>
                    <a:pt x="139" y="331"/>
                    <a:pt x="139" y="332"/>
                    <a:pt x="139" y="332"/>
                  </a:cubicBezTo>
                  <a:cubicBezTo>
                    <a:pt x="139" y="332"/>
                    <a:pt x="139" y="332"/>
                    <a:pt x="139" y="333"/>
                  </a:cubicBezTo>
                  <a:cubicBezTo>
                    <a:pt x="139" y="333"/>
                    <a:pt x="138" y="334"/>
                    <a:pt x="138" y="335"/>
                  </a:cubicBezTo>
                  <a:cubicBezTo>
                    <a:pt x="138" y="335"/>
                    <a:pt x="138" y="335"/>
                    <a:pt x="138" y="335"/>
                  </a:cubicBezTo>
                  <a:cubicBezTo>
                    <a:pt x="138" y="335"/>
                    <a:pt x="138" y="335"/>
                    <a:pt x="137" y="336"/>
                  </a:cubicBezTo>
                  <a:cubicBezTo>
                    <a:pt x="137" y="336"/>
                    <a:pt x="137" y="336"/>
                    <a:pt x="137" y="336"/>
                  </a:cubicBezTo>
                  <a:cubicBezTo>
                    <a:pt x="137" y="337"/>
                    <a:pt x="136" y="337"/>
                    <a:pt x="137" y="337"/>
                  </a:cubicBezTo>
                  <a:cubicBezTo>
                    <a:pt x="137" y="337"/>
                    <a:pt x="137" y="337"/>
                    <a:pt x="137" y="338"/>
                  </a:cubicBezTo>
                  <a:cubicBezTo>
                    <a:pt x="137" y="338"/>
                    <a:pt x="137" y="338"/>
                    <a:pt x="137" y="338"/>
                  </a:cubicBezTo>
                  <a:cubicBezTo>
                    <a:pt x="136" y="338"/>
                    <a:pt x="137" y="338"/>
                    <a:pt x="137" y="338"/>
                  </a:cubicBezTo>
                  <a:cubicBezTo>
                    <a:pt x="137" y="338"/>
                    <a:pt x="138" y="338"/>
                    <a:pt x="138" y="338"/>
                  </a:cubicBezTo>
                  <a:cubicBezTo>
                    <a:pt x="138" y="338"/>
                    <a:pt x="139" y="338"/>
                    <a:pt x="139" y="338"/>
                  </a:cubicBezTo>
                  <a:cubicBezTo>
                    <a:pt x="139" y="338"/>
                    <a:pt x="139" y="337"/>
                    <a:pt x="139" y="337"/>
                  </a:cubicBezTo>
                  <a:cubicBezTo>
                    <a:pt x="140" y="337"/>
                    <a:pt x="140" y="337"/>
                    <a:pt x="140" y="337"/>
                  </a:cubicBezTo>
                  <a:cubicBezTo>
                    <a:pt x="141" y="336"/>
                    <a:pt x="141" y="336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5"/>
                    <a:pt x="141" y="335"/>
                    <a:pt x="141" y="335"/>
                  </a:cubicBezTo>
                  <a:cubicBezTo>
                    <a:pt x="141" y="334"/>
                    <a:pt x="142" y="334"/>
                    <a:pt x="142" y="333"/>
                  </a:cubicBezTo>
                  <a:cubicBezTo>
                    <a:pt x="142" y="333"/>
                    <a:pt x="142" y="333"/>
                    <a:pt x="143" y="333"/>
                  </a:cubicBezTo>
                  <a:cubicBezTo>
                    <a:pt x="143" y="333"/>
                    <a:pt x="143" y="333"/>
                    <a:pt x="144" y="333"/>
                  </a:cubicBezTo>
                  <a:cubicBezTo>
                    <a:pt x="144" y="333"/>
                    <a:pt x="144" y="334"/>
                    <a:pt x="144" y="334"/>
                  </a:cubicBezTo>
                  <a:cubicBezTo>
                    <a:pt x="144" y="334"/>
                    <a:pt x="144" y="334"/>
                    <a:pt x="144" y="335"/>
                  </a:cubicBezTo>
                  <a:cubicBezTo>
                    <a:pt x="144" y="335"/>
                    <a:pt x="144" y="335"/>
                    <a:pt x="144" y="335"/>
                  </a:cubicBezTo>
                  <a:cubicBezTo>
                    <a:pt x="144" y="335"/>
                    <a:pt x="144" y="336"/>
                    <a:pt x="144" y="336"/>
                  </a:cubicBezTo>
                  <a:cubicBezTo>
                    <a:pt x="144" y="336"/>
                    <a:pt x="144" y="337"/>
                    <a:pt x="144" y="337"/>
                  </a:cubicBezTo>
                  <a:cubicBezTo>
                    <a:pt x="144" y="337"/>
                    <a:pt x="145" y="337"/>
                    <a:pt x="145" y="337"/>
                  </a:cubicBezTo>
                  <a:cubicBezTo>
                    <a:pt x="145" y="337"/>
                    <a:pt x="145" y="337"/>
                    <a:pt x="146" y="337"/>
                  </a:cubicBezTo>
                  <a:cubicBezTo>
                    <a:pt x="146" y="337"/>
                    <a:pt x="146" y="337"/>
                    <a:pt x="146" y="337"/>
                  </a:cubicBezTo>
                  <a:cubicBezTo>
                    <a:pt x="146" y="337"/>
                    <a:pt x="146" y="336"/>
                    <a:pt x="147" y="337"/>
                  </a:cubicBezTo>
                  <a:cubicBezTo>
                    <a:pt x="147" y="337"/>
                    <a:pt x="147" y="337"/>
                    <a:pt x="148" y="337"/>
                  </a:cubicBezTo>
                  <a:cubicBezTo>
                    <a:pt x="148" y="337"/>
                    <a:pt x="148" y="337"/>
                    <a:pt x="148" y="337"/>
                  </a:cubicBezTo>
                  <a:cubicBezTo>
                    <a:pt x="148" y="337"/>
                    <a:pt x="149" y="337"/>
                    <a:pt x="149" y="337"/>
                  </a:cubicBezTo>
                  <a:cubicBezTo>
                    <a:pt x="149" y="337"/>
                    <a:pt x="150" y="337"/>
                    <a:pt x="150" y="337"/>
                  </a:cubicBezTo>
                  <a:cubicBezTo>
                    <a:pt x="151" y="337"/>
                    <a:pt x="151" y="337"/>
                    <a:pt x="151" y="337"/>
                  </a:cubicBezTo>
                  <a:cubicBezTo>
                    <a:pt x="152" y="337"/>
                    <a:pt x="152" y="337"/>
                    <a:pt x="152" y="337"/>
                  </a:cubicBezTo>
                  <a:cubicBezTo>
                    <a:pt x="152" y="337"/>
                    <a:pt x="153" y="337"/>
                    <a:pt x="153" y="337"/>
                  </a:cubicBezTo>
                  <a:cubicBezTo>
                    <a:pt x="154" y="337"/>
                    <a:pt x="154" y="337"/>
                    <a:pt x="154" y="337"/>
                  </a:cubicBezTo>
                  <a:cubicBezTo>
                    <a:pt x="154" y="336"/>
                    <a:pt x="154" y="336"/>
                    <a:pt x="155" y="336"/>
                  </a:cubicBezTo>
                  <a:cubicBezTo>
                    <a:pt x="155" y="336"/>
                    <a:pt x="155" y="336"/>
                    <a:pt x="155" y="335"/>
                  </a:cubicBezTo>
                  <a:cubicBezTo>
                    <a:pt x="155" y="335"/>
                    <a:pt x="155" y="335"/>
                    <a:pt x="155" y="335"/>
                  </a:cubicBezTo>
                  <a:cubicBezTo>
                    <a:pt x="155" y="334"/>
                    <a:pt x="155" y="332"/>
                    <a:pt x="155" y="331"/>
                  </a:cubicBezTo>
                  <a:cubicBezTo>
                    <a:pt x="155" y="331"/>
                    <a:pt x="155" y="331"/>
                    <a:pt x="155" y="331"/>
                  </a:cubicBezTo>
                  <a:cubicBezTo>
                    <a:pt x="156" y="331"/>
                    <a:pt x="155" y="330"/>
                    <a:pt x="155" y="330"/>
                  </a:cubicBezTo>
                  <a:cubicBezTo>
                    <a:pt x="155" y="330"/>
                    <a:pt x="154" y="330"/>
                    <a:pt x="154" y="330"/>
                  </a:cubicBezTo>
                  <a:cubicBezTo>
                    <a:pt x="153" y="330"/>
                    <a:pt x="152" y="330"/>
                    <a:pt x="152" y="330"/>
                  </a:cubicBezTo>
                  <a:cubicBezTo>
                    <a:pt x="151" y="330"/>
                    <a:pt x="151" y="330"/>
                    <a:pt x="151" y="330"/>
                  </a:cubicBezTo>
                  <a:cubicBezTo>
                    <a:pt x="151" y="330"/>
                    <a:pt x="150" y="329"/>
                    <a:pt x="151" y="329"/>
                  </a:cubicBezTo>
                  <a:cubicBezTo>
                    <a:pt x="151" y="329"/>
                    <a:pt x="151" y="329"/>
                    <a:pt x="151" y="328"/>
                  </a:cubicBezTo>
                  <a:cubicBezTo>
                    <a:pt x="151" y="328"/>
                    <a:pt x="151" y="328"/>
                    <a:pt x="152" y="328"/>
                  </a:cubicBezTo>
                  <a:cubicBezTo>
                    <a:pt x="152" y="328"/>
                    <a:pt x="152" y="328"/>
                    <a:pt x="152" y="328"/>
                  </a:cubicBezTo>
                  <a:cubicBezTo>
                    <a:pt x="153" y="327"/>
                    <a:pt x="153" y="327"/>
                    <a:pt x="154" y="327"/>
                  </a:cubicBezTo>
                  <a:cubicBezTo>
                    <a:pt x="154" y="327"/>
                    <a:pt x="154" y="327"/>
                    <a:pt x="155" y="327"/>
                  </a:cubicBezTo>
                  <a:cubicBezTo>
                    <a:pt x="155" y="327"/>
                    <a:pt x="155" y="327"/>
                    <a:pt x="155" y="327"/>
                  </a:cubicBezTo>
                  <a:cubicBezTo>
                    <a:pt x="155" y="327"/>
                    <a:pt x="156" y="327"/>
                    <a:pt x="156" y="327"/>
                  </a:cubicBezTo>
                  <a:cubicBezTo>
                    <a:pt x="156" y="326"/>
                    <a:pt x="156" y="326"/>
                    <a:pt x="156" y="326"/>
                  </a:cubicBezTo>
                  <a:close/>
                  <a:moveTo>
                    <a:pt x="205" y="335"/>
                  </a:moveTo>
                  <a:cubicBezTo>
                    <a:pt x="205" y="335"/>
                    <a:pt x="204" y="334"/>
                    <a:pt x="204" y="334"/>
                  </a:cubicBezTo>
                  <a:cubicBezTo>
                    <a:pt x="203" y="334"/>
                    <a:pt x="203" y="333"/>
                    <a:pt x="202" y="333"/>
                  </a:cubicBezTo>
                  <a:cubicBezTo>
                    <a:pt x="202" y="333"/>
                    <a:pt x="202" y="332"/>
                    <a:pt x="201" y="332"/>
                  </a:cubicBezTo>
                  <a:cubicBezTo>
                    <a:pt x="201" y="332"/>
                    <a:pt x="201" y="331"/>
                    <a:pt x="200" y="331"/>
                  </a:cubicBezTo>
                  <a:cubicBezTo>
                    <a:pt x="200" y="331"/>
                    <a:pt x="200" y="331"/>
                    <a:pt x="200" y="331"/>
                  </a:cubicBezTo>
                  <a:cubicBezTo>
                    <a:pt x="200" y="331"/>
                    <a:pt x="200" y="331"/>
                    <a:pt x="200" y="330"/>
                  </a:cubicBezTo>
                  <a:cubicBezTo>
                    <a:pt x="200" y="330"/>
                    <a:pt x="200" y="330"/>
                    <a:pt x="200" y="329"/>
                  </a:cubicBezTo>
                  <a:cubicBezTo>
                    <a:pt x="200" y="329"/>
                    <a:pt x="200" y="329"/>
                    <a:pt x="201" y="328"/>
                  </a:cubicBezTo>
                  <a:cubicBezTo>
                    <a:pt x="201" y="328"/>
                    <a:pt x="201" y="328"/>
                    <a:pt x="201" y="328"/>
                  </a:cubicBezTo>
                  <a:cubicBezTo>
                    <a:pt x="201" y="327"/>
                    <a:pt x="201" y="327"/>
                    <a:pt x="201" y="327"/>
                  </a:cubicBezTo>
                  <a:cubicBezTo>
                    <a:pt x="201" y="327"/>
                    <a:pt x="201" y="326"/>
                    <a:pt x="201" y="326"/>
                  </a:cubicBezTo>
                  <a:cubicBezTo>
                    <a:pt x="201" y="326"/>
                    <a:pt x="201" y="326"/>
                    <a:pt x="201" y="326"/>
                  </a:cubicBezTo>
                  <a:cubicBezTo>
                    <a:pt x="202" y="325"/>
                    <a:pt x="203" y="324"/>
                    <a:pt x="203" y="324"/>
                  </a:cubicBezTo>
                  <a:cubicBezTo>
                    <a:pt x="204" y="324"/>
                    <a:pt x="204" y="324"/>
                    <a:pt x="204" y="323"/>
                  </a:cubicBezTo>
                  <a:cubicBezTo>
                    <a:pt x="203" y="323"/>
                    <a:pt x="203" y="323"/>
                    <a:pt x="203" y="322"/>
                  </a:cubicBezTo>
                  <a:cubicBezTo>
                    <a:pt x="203" y="322"/>
                    <a:pt x="202" y="322"/>
                    <a:pt x="202" y="322"/>
                  </a:cubicBezTo>
                  <a:cubicBezTo>
                    <a:pt x="202" y="322"/>
                    <a:pt x="202" y="322"/>
                    <a:pt x="202" y="322"/>
                  </a:cubicBezTo>
                  <a:cubicBezTo>
                    <a:pt x="201" y="322"/>
                    <a:pt x="201" y="322"/>
                    <a:pt x="201" y="322"/>
                  </a:cubicBezTo>
                  <a:cubicBezTo>
                    <a:pt x="201" y="321"/>
                    <a:pt x="201" y="321"/>
                    <a:pt x="201" y="320"/>
                  </a:cubicBezTo>
                  <a:cubicBezTo>
                    <a:pt x="201" y="320"/>
                    <a:pt x="201" y="320"/>
                    <a:pt x="201" y="319"/>
                  </a:cubicBezTo>
                  <a:cubicBezTo>
                    <a:pt x="201" y="319"/>
                    <a:pt x="201" y="318"/>
                    <a:pt x="201" y="318"/>
                  </a:cubicBezTo>
                  <a:cubicBezTo>
                    <a:pt x="201" y="318"/>
                    <a:pt x="201" y="317"/>
                    <a:pt x="201" y="317"/>
                  </a:cubicBezTo>
                  <a:cubicBezTo>
                    <a:pt x="201" y="316"/>
                    <a:pt x="201" y="316"/>
                    <a:pt x="201" y="315"/>
                  </a:cubicBezTo>
                  <a:cubicBezTo>
                    <a:pt x="201" y="315"/>
                    <a:pt x="201" y="315"/>
                    <a:pt x="201" y="314"/>
                  </a:cubicBezTo>
                  <a:cubicBezTo>
                    <a:pt x="201" y="314"/>
                    <a:pt x="201" y="314"/>
                    <a:pt x="201" y="314"/>
                  </a:cubicBezTo>
                  <a:cubicBezTo>
                    <a:pt x="201" y="314"/>
                    <a:pt x="201" y="314"/>
                    <a:pt x="200" y="314"/>
                  </a:cubicBezTo>
                  <a:cubicBezTo>
                    <a:pt x="200" y="314"/>
                    <a:pt x="200" y="314"/>
                    <a:pt x="200" y="314"/>
                  </a:cubicBezTo>
                  <a:cubicBezTo>
                    <a:pt x="200" y="314"/>
                    <a:pt x="199" y="314"/>
                    <a:pt x="199" y="315"/>
                  </a:cubicBezTo>
                  <a:cubicBezTo>
                    <a:pt x="199" y="315"/>
                    <a:pt x="199" y="315"/>
                    <a:pt x="199" y="315"/>
                  </a:cubicBezTo>
                  <a:cubicBezTo>
                    <a:pt x="199" y="315"/>
                    <a:pt x="199" y="315"/>
                    <a:pt x="199" y="316"/>
                  </a:cubicBezTo>
                  <a:cubicBezTo>
                    <a:pt x="199" y="316"/>
                    <a:pt x="199" y="316"/>
                    <a:pt x="199" y="316"/>
                  </a:cubicBezTo>
                  <a:cubicBezTo>
                    <a:pt x="199" y="317"/>
                    <a:pt x="199" y="317"/>
                    <a:pt x="199" y="317"/>
                  </a:cubicBezTo>
                  <a:cubicBezTo>
                    <a:pt x="199" y="317"/>
                    <a:pt x="199" y="317"/>
                    <a:pt x="199" y="318"/>
                  </a:cubicBezTo>
                  <a:cubicBezTo>
                    <a:pt x="199" y="318"/>
                    <a:pt x="199" y="318"/>
                    <a:pt x="199" y="319"/>
                  </a:cubicBezTo>
                  <a:cubicBezTo>
                    <a:pt x="199" y="319"/>
                    <a:pt x="199" y="319"/>
                    <a:pt x="199" y="319"/>
                  </a:cubicBezTo>
                  <a:cubicBezTo>
                    <a:pt x="199" y="320"/>
                    <a:pt x="199" y="320"/>
                    <a:pt x="199" y="321"/>
                  </a:cubicBezTo>
                  <a:cubicBezTo>
                    <a:pt x="199" y="321"/>
                    <a:pt x="199" y="322"/>
                    <a:pt x="199" y="322"/>
                  </a:cubicBezTo>
                  <a:cubicBezTo>
                    <a:pt x="199" y="323"/>
                    <a:pt x="199" y="323"/>
                    <a:pt x="198" y="324"/>
                  </a:cubicBezTo>
                  <a:cubicBezTo>
                    <a:pt x="198" y="324"/>
                    <a:pt x="198" y="324"/>
                    <a:pt x="198" y="324"/>
                  </a:cubicBezTo>
                  <a:cubicBezTo>
                    <a:pt x="197" y="325"/>
                    <a:pt x="197" y="325"/>
                    <a:pt x="196" y="325"/>
                  </a:cubicBezTo>
                  <a:cubicBezTo>
                    <a:pt x="196" y="325"/>
                    <a:pt x="196" y="325"/>
                    <a:pt x="196" y="325"/>
                  </a:cubicBezTo>
                  <a:cubicBezTo>
                    <a:pt x="196" y="325"/>
                    <a:pt x="195" y="325"/>
                    <a:pt x="195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5"/>
                    <a:pt x="194" y="325"/>
                    <a:pt x="194" y="325"/>
                  </a:cubicBezTo>
                  <a:cubicBezTo>
                    <a:pt x="194" y="326"/>
                    <a:pt x="194" y="326"/>
                    <a:pt x="194" y="326"/>
                  </a:cubicBezTo>
                  <a:cubicBezTo>
                    <a:pt x="194" y="326"/>
                    <a:pt x="194" y="327"/>
                    <a:pt x="194" y="327"/>
                  </a:cubicBezTo>
                  <a:cubicBezTo>
                    <a:pt x="195" y="327"/>
                    <a:pt x="195" y="327"/>
                    <a:pt x="195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6" y="327"/>
                    <a:pt x="196" y="327"/>
                    <a:pt x="196" y="327"/>
                  </a:cubicBezTo>
                  <a:cubicBezTo>
                    <a:pt x="197" y="327"/>
                    <a:pt x="197" y="327"/>
                    <a:pt x="197" y="327"/>
                  </a:cubicBezTo>
                  <a:cubicBezTo>
                    <a:pt x="198" y="328"/>
                    <a:pt x="198" y="328"/>
                    <a:pt x="198" y="328"/>
                  </a:cubicBezTo>
                  <a:cubicBezTo>
                    <a:pt x="198" y="328"/>
                    <a:pt x="198" y="329"/>
                    <a:pt x="198" y="329"/>
                  </a:cubicBezTo>
                  <a:cubicBezTo>
                    <a:pt x="198" y="329"/>
                    <a:pt x="198" y="329"/>
                    <a:pt x="198" y="329"/>
                  </a:cubicBezTo>
                  <a:cubicBezTo>
                    <a:pt x="198" y="330"/>
                    <a:pt x="198" y="330"/>
                    <a:pt x="197" y="330"/>
                  </a:cubicBezTo>
                  <a:cubicBezTo>
                    <a:pt x="197" y="330"/>
                    <a:pt x="197" y="330"/>
                    <a:pt x="197" y="330"/>
                  </a:cubicBezTo>
                  <a:cubicBezTo>
                    <a:pt x="197" y="330"/>
                    <a:pt x="196" y="329"/>
                    <a:pt x="196" y="329"/>
                  </a:cubicBezTo>
                  <a:cubicBezTo>
                    <a:pt x="196" y="329"/>
                    <a:pt x="196" y="329"/>
                    <a:pt x="195" y="329"/>
                  </a:cubicBezTo>
                  <a:cubicBezTo>
                    <a:pt x="195" y="328"/>
                    <a:pt x="195" y="328"/>
                    <a:pt x="194" y="328"/>
                  </a:cubicBezTo>
                  <a:cubicBezTo>
                    <a:pt x="194" y="328"/>
                    <a:pt x="194" y="328"/>
                    <a:pt x="194" y="328"/>
                  </a:cubicBezTo>
                  <a:cubicBezTo>
                    <a:pt x="193" y="328"/>
                    <a:pt x="193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2" y="328"/>
                    <a:pt x="192" y="328"/>
                    <a:pt x="192" y="328"/>
                  </a:cubicBezTo>
                  <a:cubicBezTo>
                    <a:pt x="191" y="328"/>
                    <a:pt x="191" y="328"/>
                    <a:pt x="191" y="328"/>
                  </a:cubicBezTo>
                  <a:cubicBezTo>
                    <a:pt x="190" y="329"/>
                    <a:pt x="190" y="329"/>
                    <a:pt x="189" y="329"/>
                  </a:cubicBezTo>
                  <a:cubicBezTo>
                    <a:pt x="189" y="329"/>
                    <a:pt x="189" y="329"/>
                    <a:pt x="189" y="329"/>
                  </a:cubicBezTo>
                  <a:cubicBezTo>
                    <a:pt x="189" y="329"/>
                    <a:pt x="188" y="329"/>
                    <a:pt x="188" y="329"/>
                  </a:cubicBezTo>
                  <a:cubicBezTo>
                    <a:pt x="188" y="329"/>
                    <a:pt x="187" y="329"/>
                    <a:pt x="187" y="329"/>
                  </a:cubicBezTo>
                  <a:cubicBezTo>
                    <a:pt x="187" y="329"/>
                    <a:pt x="187" y="329"/>
                    <a:pt x="188" y="329"/>
                  </a:cubicBezTo>
                  <a:cubicBezTo>
                    <a:pt x="188" y="329"/>
                    <a:pt x="188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89" y="328"/>
                    <a:pt x="189" y="328"/>
                  </a:cubicBezTo>
                  <a:cubicBezTo>
                    <a:pt x="189" y="328"/>
                    <a:pt x="190" y="328"/>
                    <a:pt x="190" y="328"/>
                  </a:cubicBezTo>
                  <a:cubicBezTo>
                    <a:pt x="191" y="328"/>
                    <a:pt x="191" y="327"/>
                    <a:pt x="191" y="327"/>
                  </a:cubicBezTo>
                  <a:cubicBezTo>
                    <a:pt x="191" y="327"/>
                    <a:pt x="192" y="327"/>
                    <a:pt x="192" y="327"/>
                  </a:cubicBezTo>
                  <a:cubicBezTo>
                    <a:pt x="192" y="327"/>
                    <a:pt x="192" y="327"/>
                    <a:pt x="193" y="326"/>
                  </a:cubicBezTo>
                  <a:cubicBezTo>
                    <a:pt x="193" y="326"/>
                    <a:pt x="193" y="326"/>
                    <a:pt x="193" y="326"/>
                  </a:cubicBezTo>
                  <a:cubicBezTo>
                    <a:pt x="193" y="326"/>
                    <a:pt x="193" y="325"/>
                    <a:pt x="193" y="325"/>
                  </a:cubicBezTo>
                  <a:cubicBezTo>
                    <a:pt x="192" y="325"/>
                    <a:pt x="192" y="325"/>
                    <a:pt x="192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5"/>
                    <a:pt x="191" y="325"/>
                    <a:pt x="191" y="325"/>
                  </a:cubicBezTo>
                  <a:cubicBezTo>
                    <a:pt x="191" y="324"/>
                    <a:pt x="191" y="324"/>
                    <a:pt x="192" y="324"/>
                  </a:cubicBezTo>
                  <a:cubicBezTo>
                    <a:pt x="192" y="324"/>
                    <a:pt x="192" y="324"/>
                    <a:pt x="192" y="324"/>
                  </a:cubicBezTo>
                  <a:cubicBezTo>
                    <a:pt x="192" y="324"/>
                    <a:pt x="192" y="324"/>
                    <a:pt x="192" y="323"/>
                  </a:cubicBezTo>
                  <a:cubicBezTo>
                    <a:pt x="192" y="323"/>
                    <a:pt x="192" y="323"/>
                    <a:pt x="192" y="323"/>
                  </a:cubicBezTo>
                  <a:cubicBezTo>
                    <a:pt x="192" y="323"/>
                    <a:pt x="192" y="322"/>
                    <a:pt x="192" y="322"/>
                  </a:cubicBezTo>
                  <a:cubicBezTo>
                    <a:pt x="192" y="322"/>
                    <a:pt x="192" y="322"/>
                    <a:pt x="191" y="322"/>
                  </a:cubicBezTo>
                  <a:cubicBezTo>
                    <a:pt x="191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2"/>
                    <a:pt x="190" y="322"/>
                  </a:cubicBezTo>
                  <a:cubicBezTo>
                    <a:pt x="190" y="322"/>
                    <a:pt x="190" y="321"/>
                    <a:pt x="190" y="321"/>
                  </a:cubicBezTo>
                  <a:cubicBezTo>
                    <a:pt x="190" y="321"/>
                    <a:pt x="190" y="321"/>
                    <a:pt x="190" y="321"/>
                  </a:cubicBezTo>
                  <a:cubicBezTo>
                    <a:pt x="190" y="321"/>
                    <a:pt x="191" y="321"/>
                    <a:pt x="191" y="321"/>
                  </a:cubicBezTo>
                  <a:cubicBezTo>
                    <a:pt x="191" y="321"/>
                    <a:pt x="191" y="321"/>
                    <a:pt x="192" y="321"/>
                  </a:cubicBezTo>
                  <a:cubicBezTo>
                    <a:pt x="192" y="321"/>
                    <a:pt x="192" y="320"/>
                    <a:pt x="193" y="320"/>
                  </a:cubicBezTo>
                  <a:cubicBezTo>
                    <a:pt x="193" y="320"/>
                    <a:pt x="193" y="320"/>
                    <a:pt x="194" y="320"/>
                  </a:cubicBezTo>
                  <a:cubicBezTo>
                    <a:pt x="194" y="320"/>
                    <a:pt x="194" y="320"/>
                    <a:pt x="194" y="320"/>
                  </a:cubicBezTo>
                  <a:cubicBezTo>
                    <a:pt x="195" y="320"/>
                    <a:pt x="195" y="320"/>
                    <a:pt x="196" y="320"/>
                  </a:cubicBezTo>
                  <a:cubicBezTo>
                    <a:pt x="196" y="320"/>
                    <a:pt x="196" y="320"/>
                    <a:pt x="196" y="321"/>
                  </a:cubicBezTo>
                  <a:cubicBezTo>
                    <a:pt x="197" y="321"/>
                    <a:pt x="197" y="321"/>
                    <a:pt x="196" y="321"/>
                  </a:cubicBezTo>
                  <a:cubicBezTo>
                    <a:pt x="196" y="322"/>
                    <a:pt x="196" y="322"/>
                    <a:pt x="196" y="322"/>
                  </a:cubicBezTo>
                  <a:cubicBezTo>
                    <a:pt x="195" y="322"/>
                    <a:pt x="195" y="322"/>
                    <a:pt x="195" y="322"/>
                  </a:cubicBezTo>
                  <a:cubicBezTo>
                    <a:pt x="194" y="322"/>
                    <a:pt x="194" y="323"/>
                    <a:pt x="193" y="323"/>
                  </a:cubicBezTo>
                  <a:cubicBezTo>
                    <a:pt x="193" y="323"/>
                    <a:pt x="193" y="323"/>
                    <a:pt x="193" y="323"/>
                  </a:cubicBezTo>
                  <a:cubicBezTo>
                    <a:pt x="193" y="324"/>
                    <a:pt x="193" y="324"/>
                    <a:pt x="193" y="324"/>
                  </a:cubicBezTo>
                  <a:cubicBezTo>
                    <a:pt x="193" y="324"/>
                    <a:pt x="194" y="324"/>
                    <a:pt x="194" y="324"/>
                  </a:cubicBezTo>
                  <a:cubicBezTo>
                    <a:pt x="194" y="324"/>
                    <a:pt x="194" y="324"/>
                    <a:pt x="194" y="324"/>
                  </a:cubicBezTo>
                  <a:cubicBezTo>
                    <a:pt x="195" y="324"/>
                    <a:pt x="195" y="323"/>
                    <a:pt x="195" y="323"/>
                  </a:cubicBezTo>
                  <a:cubicBezTo>
                    <a:pt x="196" y="323"/>
                    <a:pt x="196" y="323"/>
                    <a:pt x="196" y="323"/>
                  </a:cubicBezTo>
                  <a:cubicBezTo>
                    <a:pt x="197" y="323"/>
                    <a:pt x="197" y="322"/>
                    <a:pt x="197" y="322"/>
                  </a:cubicBezTo>
                  <a:cubicBezTo>
                    <a:pt x="197" y="322"/>
                    <a:pt x="198" y="321"/>
                    <a:pt x="197" y="320"/>
                  </a:cubicBezTo>
                  <a:cubicBezTo>
                    <a:pt x="197" y="320"/>
                    <a:pt x="197" y="320"/>
                    <a:pt x="197" y="319"/>
                  </a:cubicBezTo>
                  <a:cubicBezTo>
                    <a:pt x="197" y="319"/>
                    <a:pt x="196" y="319"/>
                    <a:pt x="196" y="319"/>
                  </a:cubicBezTo>
                  <a:cubicBezTo>
                    <a:pt x="195" y="319"/>
                    <a:pt x="195" y="319"/>
                    <a:pt x="195" y="318"/>
                  </a:cubicBezTo>
                  <a:cubicBezTo>
                    <a:pt x="195" y="318"/>
                    <a:pt x="195" y="318"/>
                    <a:pt x="194" y="318"/>
                  </a:cubicBezTo>
                  <a:cubicBezTo>
                    <a:pt x="194" y="318"/>
                    <a:pt x="194" y="318"/>
                    <a:pt x="194" y="318"/>
                  </a:cubicBezTo>
                  <a:cubicBezTo>
                    <a:pt x="194" y="318"/>
                    <a:pt x="193" y="318"/>
                    <a:pt x="193" y="318"/>
                  </a:cubicBezTo>
                  <a:cubicBezTo>
                    <a:pt x="193" y="318"/>
                    <a:pt x="193" y="318"/>
                    <a:pt x="193" y="319"/>
                  </a:cubicBezTo>
                  <a:cubicBezTo>
                    <a:pt x="192" y="319"/>
                    <a:pt x="192" y="319"/>
                    <a:pt x="192" y="319"/>
                  </a:cubicBezTo>
                  <a:cubicBezTo>
                    <a:pt x="191" y="319"/>
                    <a:pt x="191" y="319"/>
                    <a:pt x="191" y="318"/>
                  </a:cubicBezTo>
                  <a:cubicBezTo>
                    <a:pt x="191" y="318"/>
                    <a:pt x="191" y="318"/>
                    <a:pt x="191" y="318"/>
                  </a:cubicBezTo>
                  <a:cubicBezTo>
                    <a:pt x="192" y="318"/>
                    <a:pt x="192" y="318"/>
                    <a:pt x="192" y="318"/>
                  </a:cubicBezTo>
                  <a:cubicBezTo>
                    <a:pt x="192" y="318"/>
                    <a:pt x="192" y="318"/>
                    <a:pt x="192" y="317"/>
                  </a:cubicBezTo>
                  <a:cubicBezTo>
                    <a:pt x="192" y="317"/>
                    <a:pt x="193" y="317"/>
                    <a:pt x="193" y="317"/>
                  </a:cubicBezTo>
                  <a:cubicBezTo>
                    <a:pt x="193" y="317"/>
                    <a:pt x="193" y="317"/>
                    <a:pt x="193" y="316"/>
                  </a:cubicBezTo>
                  <a:cubicBezTo>
                    <a:pt x="193" y="316"/>
                    <a:pt x="193" y="316"/>
                    <a:pt x="193" y="316"/>
                  </a:cubicBezTo>
                  <a:cubicBezTo>
                    <a:pt x="193" y="316"/>
                    <a:pt x="193" y="316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5"/>
                    <a:pt x="193" y="315"/>
                    <a:pt x="193" y="315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3" y="314"/>
                    <a:pt x="193" y="314"/>
                  </a:cubicBezTo>
                  <a:cubicBezTo>
                    <a:pt x="193" y="314"/>
                    <a:pt x="192" y="314"/>
                    <a:pt x="192" y="314"/>
                  </a:cubicBezTo>
                  <a:cubicBezTo>
                    <a:pt x="192" y="314"/>
                    <a:pt x="192" y="314"/>
                    <a:pt x="192" y="314"/>
                  </a:cubicBezTo>
                  <a:cubicBezTo>
                    <a:pt x="191" y="314"/>
                    <a:pt x="190" y="314"/>
                    <a:pt x="190" y="315"/>
                  </a:cubicBezTo>
                  <a:cubicBezTo>
                    <a:pt x="190" y="315"/>
                    <a:pt x="190" y="315"/>
                    <a:pt x="190" y="315"/>
                  </a:cubicBezTo>
                  <a:cubicBezTo>
                    <a:pt x="190" y="315"/>
                    <a:pt x="189" y="314"/>
                    <a:pt x="189" y="314"/>
                  </a:cubicBezTo>
                  <a:cubicBezTo>
                    <a:pt x="189" y="314"/>
                    <a:pt x="189" y="314"/>
                    <a:pt x="189" y="314"/>
                  </a:cubicBezTo>
                  <a:cubicBezTo>
                    <a:pt x="188" y="314"/>
                    <a:pt x="188" y="314"/>
                    <a:pt x="187" y="314"/>
                  </a:cubicBezTo>
                  <a:cubicBezTo>
                    <a:pt x="187" y="314"/>
                    <a:pt x="187" y="314"/>
                    <a:pt x="187" y="314"/>
                  </a:cubicBezTo>
                  <a:cubicBezTo>
                    <a:pt x="186" y="314"/>
                    <a:pt x="186" y="315"/>
                    <a:pt x="186" y="315"/>
                  </a:cubicBezTo>
                  <a:cubicBezTo>
                    <a:pt x="186" y="316"/>
                    <a:pt x="187" y="316"/>
                    <a:pt x="187" y="316"/>
                  </a:cubicBezTo>
                  <a:cubicBezTo>
                    <a:pt x="187" y="316"/>
                    <a:pt x="188" y="317"/>
                    <a:pt x="188" y="317"/>
                  </a:cubicBezTo>
                  <a:cubicBezTo>
                    <a:pt x="188" y="317"/>
                    <a:pt x="188" y="318"/>
                    <a:pt x="189" y="318"/>
                  </a:cubicBezTo>
                  <a:cubicBezTo>
                    <a:pt x="189" y="318"/>
                    <a:pt x="189" y="318"/>
                    <a:pt x="190" y="318"/>
                  </a:cubicBezTo>
                  <a:cubicBezTo>
                    <a:pt x="190" y="318"/>
                    <a:pt x="190" y="318"/>
                    <a:pt x="190" y="318"/>
                  </a:cubicBezTo>
                  <a:cubicBezTo>
                    <a:pt x="190" y="319"/>
                    <a:pt x="190" y="319"/>
                    <a:pt x="190" y="319"/>
                  </a:cubicBezTo>
                  <a:cubicBezTo>
                    <a:pt x="190" y="319"/>
                    <a:pt x="190" y="319"/>
                    <a:pt x="189" y="319"/>
                  </a:cubicBezTo>
                  <a:cubicBezTo>
                    <a:pt x="189" y="319"/>
                    <a:pt x="189" y="320"/>
                    <a:pt x="188" y="320"/>
                  </a:cubicBezTo>
                  <a:cubicBezTo>
                    <a:pt x="188" y="320"/>
                    <a:pt x="188" y="320"/>
                    <a:pt x="188" y="320"/>
                  </a:cubicBezTo>
                  <a:cubicBezTo>
                    <a:pt x="187" y="320"/>
                    <a:pt x="187" y="320"/>
                    <a:pt x="187" y="320"/>
                  </a:cubicBezTo>
                  <a:cubicBezTo>
                    <a:pt x="187" y="320"/>
                    <a:pt x="186" y="320"/>
                    <a:pt x="186" y="320"/>
                  </a:cubicBezTo>
                  <a:cubicBezTo>
                    <a:pt x="186" y="321"/>
                    <a:pt x="185" y="321"/>
                    <a:pt x="185" y="321"/>
                  </a:cubicBezTo>
                  <a:cubicBezTo>
                    <a:pt x="185" y="321"/>
                    <a:pt x="185" y="321"/>
                    <a:pt x="184" y="321"/>
                  </a:cubicBezTo>
                  <a:cubicBezTo>
                    <a:pt x="184" y="321"/>
                    <a:pt x="183" y="321"/>
                    <a:pt x="183" y="322"/>
                  </a:cubicBezTo>
                  <a:cubicBezTo>
                    <a:pt x="182" y="322"/>
                    <a:pt x="182" y="322"/>
                    <a:pt x="182" y="322"/>
                  </a:cubicBezTo>
                  <a:cubicBezTo>
                    <a:pt x="183" y="322"/>
                    <a:pt x="183" y="323"/>
                    <a:pt x="183" y="323"/>
                  </a:cubicBezTo>
                  <a:cubicBezTo>
                    <a:pt x="183" y="323"/>
                    <a:pt x="184" y="323"/>
                    <a:pt x="184" y="323"/>
                  </a:cubicBezTo>
                  <a:cubicBezTo>
                    <a:pt x="184" y="323"/>
                    <a:pt x="185" y="323"/>
                    <a:pt x="185" y="323"/>
                  </a:cubicBezTo>
                  <a:cubicBezTo>
                    <a:pt x="185" y="323"/>
                    <a:pt x="185" y="323"/>
                    <a:pt x="185" y="324"/>
                  </a:cubicBezTo>
                  <a:cubicBezTo>
                    <a:pt x="185" y="324"/>
                    <a:pt x="185" y="324"/>
                    <a:pt x="185" y="324"/>
                  </a:cubicBezTo>
                  <a:cubicBezTo>
                    <a:pt x="185" y="325"/>
                    <a:pt x="185" y="325"/>
                    <a:pt x="185" y="325"/>
                  </a:cubicBezTo>
                  <a:cubicBezTo>
                    <a:pt x="185" y="326"/>
                    <a:pt x="185" y="326"/>
                    <a:pt x="185" y="326"/>
                  </a:cubicBezTo>
                  <a:cubicBezTo>
                    <a:pt x="185" y="327"/>
                    <a:pt x="184" y="327"/>
                    <a:pt x="184" y="328"/>
                  </a:cubicBezTo>
                  <a:cubicBezTo>
                    <a:pt x="184" y="328"/>
                    <a:pt x="184" y="328"/>
                    <a:pt x="184" y="328"/>
                  </a:cubicBezTo>
                  <a:cubicBezTo>
                    <a:pt x="184" y="329"/>
                    <a:pt x="184" y="329"/>
                    <a:pt x="184" y="329"/>
                  </a:cubicBezTo>
                  <a:cubicBezTo>
                    <a:pt x="184" y="330"/>
                    <a:pt x="184" y="330"/>
                    <a:pt x="184" y="331"/>
                  </a:cubicBezTo>
                  <a:cubicBezTo>
                    <a:pt x="184" y="331"/>
                    <a:pt x="183" y="332"/>
                    <a:pt x="183" y="332"/>
                  </a:cubicBezTo>
                  <a:cubicBezTo>
                    <a:pt x="183" y="332"/>
                    <a:pt x="183" y="332"/>
                    <a:pt x="183" y="332"/>
                  </a:cubicBezTo>
                  <a:cubicBezTo>
                    <a:pt x="183" y="333"/>
                    <a:pt x="182" y="334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2" y="335"/>
                    <a:pt x="182" y="335"/>
                    <a:pt x="182" y="335"/>
                  </a:cubicBezTo>
                  <a:cubicBezTo>
                    <a:pt x="181" y="336"/>
                    <a:pt x="181" y="336"/>
                    <a:pt x="181" y="336"/>
                  </a:cubicBezTo>
                  <a:cubicBezTo>
                    <a:pt x="182" y="336"/>
                    <a:pt x="182" y="337"/>
                    <a:pt x="182" y="337"/>
                  </a:cubicBezTo>
                  <a:cubicBezTo>
                    <a:pt x="182" y="337"/>
                    <a:pt x="182" y="337"/>
                    <a:pt x="183" y="337"/>
                  </a:cubicBezTo>
                  <a:cubicBezTo>
                    <a:pt x="183" y="337"/>
                    <a:pt x="183" y="336"/>
                    <a:pt x="184" y="336"/>
                  </a:cubicBezTo>
                  <a:cubicBezTo>
                    <a:pt x="184" y="336"/>
                    <a:pt x="184" y="335"/>
                    <a:pt x="184" y="335"/>
                  </a:cubicBezTo>
                  <a:cubicBezTo>
                    <a:pt x="184" y="334"/>
                    <a:pt x="184" y="334"/>
                    <a:pt x="184" y="333"/>
                  </a:cubicBezTo>
                  <a:cubicBezTo>
                    <a:pt x="185" y="333"/>
                    <a:pt x="185" y="333"/>
                    <a:pt x="185" y="332"/>
                  </a:cubicBezTo>
                  <a:cubicBezTo>
                    <a:pt x="185" y="332"/>
                    <a:pt x="185" y="332"/>
                    <a:pt x="185" y="332"/>
                  </a:cubicBezTo>
                  <a:cubicBezTo>
                    <a:pt x="186" y="333"/>
                    <a:pt x="186" y="333"/>
                    <a:pt x="186" y="333"/>
                  </a:cubicBezTo>
                  <a:cubicBezTo>
                    <a:pt x="186" y="334"/>
                    <a:pt x="186" y="334"/>
                    <a:pt x="186" y="334"/>
                  </a:cubicBezTo>
                  <a:cubicBezTo>
                    <a:pt x="186" y="335"/>
                    <a:pt x="186" y="335"/>
                    <a:pt x="186" y="336"/>
                  </a:cubicBezTo>
                  <a:cubicBezTo>
                    <a:pt x="186" y="336"/>
                    <a:pt x="186" y="336"/>
                    <a:pt x="186" y="336"/>
                  </a:cubicBezTo>
                  <a:cubicBezTo>
                    <a:pt x="185" y="336"/>
                    <a:pt x="186" y="337"/>
                    <a:pt x="186" y="337"/>
                  </a:cubicBezTo>
                  <a:cubicBezTo>
                    <a:pt x="186" y="337"/>
                    <a:pt x="186" y="337"/>
                    <a:pt x="186" y="337"/>
                  </a:cubicBezTo>
                  <a:cubicBezTo>
                    <a:pt x="186" y="337"/>
                    <a:pt x="187" y="337"/>
                    <a:pt x="187" y="337"/>
                  </a:cubicBezTo>
                  <a:cubicBezTo>
                    <a:pt x="187" y="336"/>
                    <a:pt x="187" y="336"/>
                    <a:pt x="188" y="336"/>
                  </a:cubicBezTo>
                  <a:cubicBezTo>
                    <a:pt x="188" y="336"/>
                    <a:pt x="188" y="336"/>
                    <a:pt x="188" y="336"/>
                  </a:cubicBezTo>
                  <a:cubicBezTo>
                    <a:pt x="189" y="336"/>
                    <a:pt x="189" y="336"/>
                    <a:pt x="190" y="336"/>
                  </a:cubicBezTo>
                  <a:cubicBezTo>
                    <a:pt x="190" y="336"/>
                    <a:pt x="190" y="336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0" y="337"/>
                  </a:cubicBezTo>
                  <a:cubicBezTo>
                    <a:pt x="190" y="337"/>
                    <a:pt x="190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1" y="337"/>
                    <a:pt x="191" y="337"/>
                  </a:cubicBezTo>
                  <a:cubicBezTo>
                    <a:pt x="191" y="337"/>
                    <a:pt x="192" y="336"/>
                    <a:pt x="191" y="336"/>
                  </a:cubicBezTo>
                  <a:cubicBezTo>
                    <a:pt x="191" y="336"/>
                    <a:pt x="192" y="335"/>
                    <a:pt x="192" y="335"/>
                  </a:cubicBezTo>
                  <a:cubicBezTo>
                    <a:pt x="192" y="335"/>
                    <a:pt x="193" y="335"/>
                    <a:pt x="193" y="335"/>
                  </a:cubicBezTo>
                  <a:cubicBezTo>
                    <a:pt x="194" y="335"/>
                    <a:pt x="194" y="335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6"/>
                    <a:pt x="194" y="336"/>
                    <a:pt x="194" y="336"/>
                  </a:cubicBezTo>
                  <a:cubicBezTo>
                    <a:pt x="194" y="337"/>
                    <a:pt x="194" y="337"/>
                    <a:pt x="194" y="337"/>
                  </a:cubicBezTo>
                  <a:cubicBezTo>
                    <a:pt x="194" y="338"/>
                    <a:pt x="194" y="338"/>
                    <a:pt x="195" y="338"/>
                  </a:cubicBezTo>
                  <a:cubicBezTo>
                    <a:pt x="195" y="337"/>
                    <a:pt x="195" y="337"/>
                    <a:pt x="195" y="337"/>
                  </a:cubicBezTo>
                  <a:cubicBezTo>
                    <a:pt x="195" y="337"/>
                    <a:pt x="195" y="337"/>
                    <a:pt x="195" y="336"/>
                  </a:cubicBezTo>
                  <a:cubicBezTo>
                    <a:pt x="195" y="336"/>
                    <a:pt x="195" y="335"/>
                    <a:pt x="195" y="335"/>
                  </a:cubicBezTo>
                  <a:cubicBezTo>
                    <a:pt x="195" y="335"/>
                    <a:pt x="195" y="335"/>
                    <a:pt x="195" y="335"/>
                  </a:cubicBezTo>
                  <a:cubicBezTo>
                    <a:pt x="195" y="334"/>
                    <a:pt x="196" y="334"/>
                    <a:pt x="196" y="334"/>
                  </a:cubicBezTo>
                  <a:cubicBezTo>
                    <a:pt x="196" y="334"/>
                    <a:pt x="196" y="334"/>
                    <a:pt x="197" y="334"/>
                  </a:cubicBezTo>
                  <a:cubicBezTo>
                    <a:pt x="197" y="334"/>
                    <a:pt x="197" y="334"/>
                    <a:pt x="197" y="334"/>
                  </a:cubicBezTo>
                  <a:cubicBezTo>
                    <a:pt x="198" y="334"/>
                    <a:pt x="198" y="334"/>
                    <a:pt x="199" y="333"/>
                  </a:cubicBezTo>
                  <a:cubicBezTo>
                    <a:pt x="199" y="333"/>
                    <a:pt x="199" y="334"/>
                    <a:pt x="199" y="334"/>
                  </a:cubicBezTo>
                  <a:cubicBezTo>
                    <a:pt x="200" y="334"/>
                    <a:pt x="200" y="334"/>
                    <a:pt x="201" y="334"/>
                  </a:cubicBezTo>
                  <a:cubicBezTo>
                    <a:pt x="201" y="335"/>
                    <a:pt x="201" y="335"/>
                    <a:pt x="201" y="335"/>
                  </a:cubicBezTo>
                  <a:cubicBezTo>
                    <a:pt x="201" y="335"/>
                    <a:pt x="201" y="335"/>
                    <a:pt x="202" y="335"/>
                  </a:cubicBezTo>
                  <a:cubicBezTo>
                    <a:pt x="202" y="335"/>
                    <a:pt x="202" y="336"/>
                    <a:pt x="202" y="336"/>
                  </a:cubicBezTo>
                  <a:cubicBezTo>
                    <a:pt x="203" y="336"/>
                    <a:pt x="203" y="337"/>
                    <a:pt x="203" y="337"/>
                  </a:cubicBezTo>
                  <a:cubicBezTo>
                    <a:pt x="203" y="337"/>
                    <a:pt x="203" y="337"/>
                    <a:pt x="203" y="337"/>
                  </a:cubicBezTo>
                  <a:cubicBezTo>
                    <a:pt x="203" y="337"/>
                    <a:pt x="204" y="338"/>
                    <a:pt x="204" y="338"/>
                  </a:cubicBezTo>
                  <a:cubicBezTo>
                    <a:pt x="204" y="338"/>
                    <a:pt x="204" y="338"/>
                    <a:pt x="204" y="338"/>
                  </a:cubicBezTo>
                  <a:cubicBezTo>
                    <a:pt x="205" y="338"/>
                    <a:pt x="205" y="337"/>
                    <a:pt x="205" y="337"/>
                  </a:cubicBezTo>
                  <a:cubicBezTo>
                    <a:pt x="205" y="337"/>
                    <a:pt x="205" y="336"/>
                    <a:pt x="205" y="335"/>
                  </a:cubicBezTo>
                  <a:close/>
                  <a:moveTo>
                    <a:pt x="235" y="321"/>
                  </a:moveTo>
                  <a:cubicBezTo>
                    <a:pt x="235" y="321"/>
                    <a:pt x="235" y="321"/>
                    <a:pt x="235" y="321"/>
                  </a:cubicBezTo>
                  <a:cubicBezTo>
                    <a:pt x="235" y="320"/>
                    <a:pt x="234" y="320"/>
                    <a:pt x="234" y="320"/>
                  </a:cubicBezTo>
                  <a:cubicBezTo>
                    <a:pt x="234" y="320"/>
                    <a:pt x="234" y="321"/>
                    <a:pt x="233" y="321"/>
                  </a:cubicBezTo>
                  <a:cubicBezTo>
                    <a:pt x="233" y="321"/>
                    <a:pt x="233" y="321"/>
                    <a:pt x="233" y="321"/>
                  </a:cubicBezTo>
                  <a:cubicBezTo>
                    <a:pt x="233" y="322"/>
                    <a:pt x="232" y="322"/>
                    <a:pt x="232" y="323"/>
                  </a:cubicBezTo>
                  <a:cubicBezTo>
                    <a:pt x="231" y="323"/>
                    <a:pt x="231" y="324"/>
                    <a:pt x="230" y="324"/>
                  </a:cubicBezTo>
                  <a:cubicBezTo>
                    <a:pt x="230" y="324"/>
                    <a:pt x="230" y="324"/>
                    <a:pt x="230" y="324"/>
                  </a:cubicBezTo>
                  <a:cubicBezTo>
                    <a:pt x="229" y="324"/>
                    <a:pt x="229" y="323"/>
                    <a:pt x="229" y="323"/>
                  </a:cubicBezTo>
                  <a:cubicBezTo>
                    <a:pt x="229" y="323"/>
                    <a:pt x="229" y="323"/>
                    <a:pt x="229" y="322"/>
                  </a:cubicBezTo>
                  <a:cubicBezTo>
                    <a:pt x="229" y="322"/>
                    <a:pt x="229" y="322"/>
                    <a:pt x="229" y="321"/>
                  </a:cubicBezTo>
                  <a:cubicBezTo>
                    <a:pt x="229" y="321"/>
                    <a:pt x="229" y="320"/>
                    <a:pt x="229" y="320"/>
                  </a:cubicBezTo>
                  <a:cubicBezTo>
                    <a:pt x="229" y="319"/>
                    <a:pt x="230" y="319"/>
                    <a:pt x="230" y="318"/>
                  </a:cubicBezTo>
                  <a:cubicBezTo>
                    <a:pt x="230" y="318"/>
                    <a:pt x="230" y="318"/>
                    <a:pt x="230" y="318"/>
                  </a:cubicBezTo>
                  <a:cubicBezTo>
                    <a:pt x="230" y="318"/>
                    <a:pt x="230" y="317"/>
                    <a:pt x="230" y="317"/>
                  </a:cubicBezTo>
                  <a:cubicBezTo>
                    <a:pt x="230" y="317"/>
                    <a:pt x="230" y="317"/>
                    <a:pt x="229" y="317"/>
                  </a:cubicBezTo>
                  <a:cubicBezTo>
                    <a:pt x="229" y="317"/>
                    <a:pt x="228" y="316"/>
                    <a:pt x="228" y="316"/>
                  </a:cubicBezTo>
                  <a:cubicBezTo>
                    <a:pt x="227" y="316"/>
                    <a:pt x="227" y="316"/>
                    <a:pt x="227" y="316"/>
                  </a:cubicBezTo>
                  <a:cubicBezTo>
                    <a:pt x="227" y="316"/>
                    <a:pt x="227" y="316"/>
                    <a:pt x="226" y="316"/>
                  </a:cubicBezTo>
                  <a:cubicBezTo>
                    <a:pt x="226" y="317"/>
                    <a:pt x="226" y="317"/>
                    <a:pt x="226" y="316"/>
                  </a:cubicBezTo>
                  <a:cubicBezTo>
                    <a:pt x="225" y="316"/>
                    <a:pt x="225" y="316"/>
                    <a:pt x="224" y="316"/>
                  </a:cubicBezTo>
                  <a:cubicBezTo>
                    <a:pt x="223" y="317"/>
                    <a:pt x="223" y="317"/>
                    <a:pt x="222" y="317"/>
                  </a:cubicBezTo>
                  <a:cubicBezTo>
                    <a:pt x="222" y="317"/>
                    <a:pt x="222" y="317"/>
                    <a:pt x="222" y="317"/>
                  </a:cubicBezTo>
                  <a:cubicBezTo>
                    <a:pt x="222" y="316"/>
                    <a:pt x="222" y="317"/>
                    <a:pt x="221" y="317"/>
                  </a:cubicBezTo>
                  <a:cubicBezTo>
                    <a:pt x="221" y="317"/>
                    <a:pt x="221" y="317"/>
                    <a:pt x="220" y="318"/>
                  </a:cubicBezTo>
                  <a:cubicBezTo>
                    <a:pt x="220" y="318"/>
                    <a:pt x="220" y="318"/>
                    <a:pt x="220" y="318"/>
                  </a:cubicBezTo>
                  <a:cubicBezTo>
                    <a:pt x="220" y="318"/>
                    <a:pt x="220" y="318"/>
                    <a:pt x="219" y="318"/>
                  </a:cubicBezTo>
                  <a:cubicBezTo>
                    <a:pt x="219" y="318"/>
                    <a:pt x="219" y="319"/>
                    <a:pt x="219" y="319"/>
                  </a:cubicBezTo>
                  <a:cubicBezTo>
                    <a:pt x="219" y="319"/>
                    <a:pt x="219" y="319"/>
                    <a:pt x="219" y="320"/>
                  </a:cubicBezTo>
                  <a:cubicBezTo>
                    <a:pt x="219" y="320"/>
                    <a:pt x="218" y="320"/>
                    <a:pt x="218" y="320"/>
                  </a:cubicBezTo>
                  <a:cubicBezTo>
                    <a:pt x="218" y="320"/>
                    <a:pt x="218" y="321"/>
                    <a:pt x="219" y="321"/>
                  </a:cubicBezTo>
                  <a:cubicBezTo>
                    <a:pt x="219" y="321"/>
                    <a:pt x="219" y="321"/>
                    <a:pt x="219" y="321"/>
                  </a:cubicBezTo>
                  <a:cubicBezTo>
                    <a:pt x="219" y="321"/>
                    <a:pt x="219" y="321"/>
                    <a:pt x="219" y="322"/>
                  </a:cubicBezTo>
                  <a:cubicBezTo>
                    <a:pt x="219" y="322"/>
                    <a:pt x="219" y="322"/>
                    <a:pt x="219" y="322"/>
                  </a:cubicBezTo>
                  <a:cubicBezTo>
                    <a:pt x="219" y="323"/>
                    <a:pt x="219" y="324"/>
                    <a:pt x="219" y="325"/>
                  </a:cubicBezTo>
                  <a:cubicBezTo>
                    <a:pt x="219" y="325"/>
                    <a:pt x="219" y="325"/>
                    <a:pt x="219" y="325"/>
                  </a:cubicBezTo>
                  <a:cubicBezTo>
                    <a:pt x="219" y="326"/>
                    <a:pt x="219" y="326"/>
                    <a:pt x="219" y="327"/>
                  </a:cubicBezTo>
                  <a:cubicBezTo>
                    <a:pt x="219" y="327"/>
                    <a:pt x="218" y="327"/>
                    <a:pt x="218" y="327"/>
                  </a:cubicBezTo>
                  <a:cubicBezTo>
                    <a:pt x="218" y="327"/>
                    <a:pt x="218" y="328"/>
                    <a:pt x="218" y="328"/>
                  </a:cubicBezTo>
                  <a:cubicBezTo>
                    <a:pt x="218" y="328"/>
                    <a:pt x="218" y="329"/>
                    <a:pt x="218" y="329"/>
                  </a:cubicBezTo>
                  <a:cubicBezTo>
                    <a:pt x="218" y="329"/>
                    <a:pt x="218" y="330"/>
                    <a:pt x="219" y="330"/>
                  </a:cubicBezTo>
                  <a:cubicBezTo>
                    <a:pt x="219" y="330"/>
                    <a:pt x="219" y="330"/>
                    <a:pt x="219" y="330"/>
                  </a:cubicBezTo>
                  <a:cubicBezTo>
                    <a:pt x="219" y="330"/>
                    <a:pt x="220" y="329"/>
                    <a:pt x="220" y="329"/>
                  </a:cubicBezTo>
                  <a:cubicBezTo>
                    <a:pt x="220" y="329"/>
                    <a:pt x="221" y="329"/>
                    <a:pt x="221" y="329"/>
                  </a:cubicBezTo>
                  <a:cubicBezTo>
                    <a:pt x="222" y="329"/>
                    <a:pt x="222" y="328"/>
                    <a:pt x="223" y="328"/>
                  </a:cubicBezTo>
                  <a:cubicBezTo>
                    <a:pt x="223" y="328"/>
                    <a:pt x="223" y="328"/>
                    <a:pt x="223" y="328"/>
                  </a:cubicBezTo>
                  <a:cubicBezTo>
                    <a:pt x="223" y="328"/>
                    <a:pt x="224" y="328"/>
                    <a:pt x="224" y="328"/>
                  </a:cubicBezTo>
                  <a:cubicBezTo>
                    <a:pt x="224" y="328"/>
                    <a:pt x="224" y="328"/>
                    <a:pt x="225" y="328"/>
                  </a:cubicBezTo>
                  <a:cubicBezTo>
                    <a:pt x="225" y="328"/>
                    <a:pt x="225" y="328"/>
                    <a:pt x="225" y="329"/>
                  </a:cubicBezTo>
                  <a:cubicBezTo>
                    <a:pt x="225" y="329"/>
                    <a:pt x="224" y="329"/>
                    <a:pt x="224" y="330"/>
                  </a:cubicBezTo>
                  <a:cubicBezTo>
                    <a:pt x="224" y="330"/>
                    <a:pt x="223" y="330"/>
                    <a:pt x="223" y="330"/>
                  </a:cubicBezTo>
                  <a:cubicBezTo>
                    <a:pt x="223" y="331"/>
                    <a:pt x="222" y="331"/>
                    <a:pt x="222" y="331"/>
                  </a:cubicBezTo>
                  <a:cubicBezTo>
                    <a:pt x="222" y="331"/>
                    <a:pt x="222" y="331"/>
                    <a:pt x="222" y="331"/>
                  </a:cubicBezTo>
                  <a:cubicBezTo>
                    <a:pt x="222" y="331"/>
                    <a:pt x="221" y="332"/>
                    <a:pt x="221" y="332"/>
                  </a:cubicBezTo>
                  <a:cubicBezTo>
                    <a:pt x="221" y="332"/>
                    <a:pt x="221" y="332"/>
                    <a:pt x="221" y="332"/>
                  </a:cubicBezTo>
                  <a:cubicBezTo>
                    <a:pt x="220" y="333"/>
                    <a:pt x="220" y="333"/>
                    <a:pt x="220" y="333"/>
                  </a:cubicBezTo>
                  <a:cubicBezTo>
                    <a:pt x="220" y="333"/>
                    <a:pt x="219" y="333"/>
                    <a:pt x="219" y="334"/>
                  </a:cubicBezTo>
                  <a:cubicBezTo>
                    <a:pt x="218" y="334"/>
                    <a:pt x="218" y="335"/>
                    <a:pt x="218" y="335"/>
                  </a:cubicBezTo>
                  <a:cubicBezTo>
                    <a:pt x="217" y="335"/>
                    <a:pt x="217" y="335"/>
                    <a:pt x="217" y="335"/>
                  </a:cubicBezTo>
                  <a:cubicBezTo>
                    <a:pt x="217" y="335"/>
                    <a:pt x="216" y="336"/>
                    <a:pt x="216" y="336"/>
                  </a:cubicBezTo>
                  <a:cubicBezTo>
                    <a:pt x="215" y="336"/>
                    <a:pt x="215" y="337"/>
                    <a:pt x="215" y="337"/>
                  </a:cubicBezTo>
                  <a:cubicBezTo>
                    <a:pt x="215" y="337"/>
                    <a:pt x="215" y="338"/>
                    <a:pt x="215" y="338"/>
                  </a:cubicBezTo>
                  <a:cubicBezTo>
                    <a:pt x="216" y="338"/>
                    <a:pt x="216" y="338"/>
                    <a:pt x="216" y="338"/>
                  </a:cubicBezTo>
                  <a:cubicBezTo>
                    <a:pt x="217" y="338"/>
                    <a:pt x="217" y="338"/>
                    <a:pt x="218" y="338"/>
                  </a:cubicBezTo>
                  <a:cubicBezTo>
                    <a:pt x="218" y="338"/>
                    <a:pt x="218" y="338"/>
                    <a:pt x="218" y="337"/>
                  </a:cubicBezTo>
                  <a:cubicBezTo>
                    <a:pt x="218" y="337"/>
                    <a:pt x="218" y="337"/>
                    <a:pt x="219" y="337"/>
                  </a:cubicBezTo>
                  <a:cubicBezTo>
                    <a:pt x="219" y="337"/>
                    <a:pt x="219" y="337"/>
                    <a:pt x="219" y="336"/>
                  </a:cubicBezTo>
                  <a:cubicBezTo>
                    <a:pt x="220" y="336"/>
                    <a:pt x="220" y="336"/>
                    <a:pt x="220" y="336"/>
                  </a:cubicBezTo>
                  <a:cubicBezTo>
                    <a:pt x="220" y="336"/>
                    <a:pt x="220" y="336"/>
                    <a:pt x="220" y="335"/>
                  </a:cubicBezTo>
                  <a:cubicBezTo>
                    <a:pt x="221" y="335"/>
                    <a:pt x="222" y="335"/>
                    <a:pt x="222" y="334"/>
                  </a:cubicBezTo>
                  <a:cubicBezTo>
                    <a:pt x="223" y="334"/>
                    <a:pt x="223" y="333"/>
                    <a:pt x="224" y="333"/>
                  </a:cubicBezTo>
                  <a:cubicBezTo>
                    <a:pt x="224" y="333"/>
                    <a:pt x="224" y="333"/>
                    <a:pt x="224" y="333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5" y="332"/>
                    <a:pt x="225" y="332"/>
                    <a:pt x="225" y="332"/>
                  </a:cubicBezTo>
                  <a:cubicBezTo>
                    <a:pt x="226" y="332"/>
                    <a:pt x="226" y="332"/>
                    <a:pt x="226" y="331"/>
                  </a:cubicBezTo>
                  <a:cubicBezTo>
                    <a:pt x="226" y="331"/>
                    <a:pt x="226" y="332"/>
                    <a:pt x="227" y="332"/>
                  </a:cubicBezTo>
                  <a:cubicBezTo>
                    <a:pt x="227" y="332"/>
                    <a:pt x="227" y="332"/>
                    <a:pt x="227" y="332"/>
                  </a:cubicBezTo>
                  <a:cubicBezTo>
                    <a:pt x="227" y="333"/>
                    <a:pt x="227" y="333"/>
                    <a:pt x="227" y="333"/>
                  </a:cubicBezTo>
                  <a:cubicBezTo>
                    <a:pt x="227" y="333"/>
                    <a:pt x="227" y="334"/>
                    <a:pt x="227" y="335"/>
                  </a:cubicBezTo>
                  <a:cubicBezTo>
                    <a:pt x="227" y="335"/>
                    <a:pt x="227" y="335"/>
                    <a:pt x="227" y="335"/>
                  </a:cubicBezTo>
                  <a:cubicBezTo>
                    <a:pt x="227" y="336"/>
                    <a:pt x="227" y="336"/>
                    <a:pt x="227" y="336"/>
                  </a:cubicBezTo>
                  <a:cubicBezTo>
                    <a:pt x="227" y="337"/>
                    <a:pt x="227" y="337"/>
                    <a:pt x="227" y="337"/>
                  </a:cubicBezTo>
                  <a:cubicBezTo>
                    <a:pt x="227" y="337"/>
                    <a:pt x="227" y="338"/>
                    <a:pt x="227" y="338"/>
                  </a:cubicBezTo>
                  <a:cubicBezTo>
                    <a:pt x="227" y="338"/>
                    <a:pt x="226" y="338"/>
                    <a:pt x="226" y="338"/>
                  </a:cubicBezTo>
                  <a:cubicBezTo>
                    <a:pt x="226" y="338"/>
                    <a:pt x="226" y="338"/>
                    <a:pt x="226" y="338"/>
                  </a:cubicBezTo>
                  <a:cubicBezTo>
                    <a:pt x="225" y="338"/>
                    <a:pt x="225" y="338"/>
                    <a:pt x="225" y="337"/>
                  </a:cubicBezTo>
                  <a:cubicBezTo>
                    <a:pt x="225" y="337"/>
                    <a:pt x="224" y="337"/>
                    <a:pt x="224" y="337"/>
                  </a:cubicBezTo>
                  <a:cubicBezTo>
                    <a:pt x="224" y="336"/>
                    <a:pt x="224" y="336"/>
                    <a:pt x="224" y="337"/>
                  </a:cubicBezTo>
                  <a:cubicBezTo>
                    <a:pt x="223" y="337"/>
                    <a:pt x="223" y="337"/>
                    <a:pt x="223" y="338"/>
                  </a:cubicBezTo>
                  <a:cubicBezTo>
                    <a:pt x="223" y="338"/>
                    <a:pt x="223" y="338"/>
                    <a:pt x="224" y="338"/>
                  </a:cubicBezTo>
                  <a:cubicBezTo>
                    <a:pt x="224" y="338"/>
                    <a:pt x="224" y="338"/>
                    <a:pt x="224" y="338"/>
                  </a:cubicBezTo>
                  <a:cubicBezTo>
                    <a:pt x="224" y="339"/>
                    <a:pt x="224" y="339"/>
                    <a:pt x="224" y="339"/>
                  </a:cubicBezTo>
                  <a:cubicBezTo>
                    <a:pt x="225" y="339"/>
                    <a:pt x="225" y="340"/>
                    <a:pt x="226" y="340"/>
                  </a:cubicBezTo>
                  <a:cubicBezTo>
                    <a:pt x="226" y="340"/>
                    <a:pt x="226" y="340"/>
                    <a:pt x="226" y="340"/>
                  </a:cubicBezTo>
                  <a:cubicBezTo>
                    <a:pt x="226" y="341"/>
                    <a:pt x="226" y="341"/>
                    <a:pt x="227" y="341"/>
                  </a:cubicBezTo>
                  <a:cubicBezTo>
                    <a:pt x="227" y="341"/>
                    <a:pt x="227" y="341"/>
                    <a:pt x="227" y="341"/>
                  </a:cubicBezTo>
                  <a:cubicBezTo>
                    <a:pt x="227" y="341"/>
                    <a:pt x="228" y="341"/>
                    <a:pt x="228" y="340"/>
                  </a:cubicBezTo>
                  <a:cubicBezTo>
                    <a:pt x="228" y="340"/>
                    <a:pt x="228" y="340"/>
                    <a:pt x="228" y="340"/>
                  </a:cubicBezTo>
                  <a:cubicBezTo>
                    <a:pt x="228" y="339"/>
                    <a:pt x="228" y="339"/>
                    <a:pt x="228" y="338"/>
                  </a:cubicBezTo>
                  <a:cubicBezTo>
                    <a:pt x="228" y="338"/>
                    <a:pt x="228" y="337"/>
                    <a:pt x="228" y="337"/>
                  </a:cubicBezTo>
                  <a:cubicBezTo>
                    <a:pt x="229" y="337"/>
                    <a:pt x="229" y="336"/>
                    <a:pt x="229" y="336"/>
                  </a:cubicBezTo>
                  <a:cubicBezTo>
                    <a:pt x="229" y="336"/>
                    <a:pt x="229" y="336"/>
                    <a:pt x="229" y="335"/>
                  </a:cubicBezTo>
                  <a:cubicBezTo>
                    <a:pt x="229" y="335"/>
                    <a:pt x="229" y="334"/>
                    <a:pt x="229" y="333"/>
                  </a:cubicBezTo>
                  <a:cubicBezTo>
                    <a:pt x="229" y="333"/>
                    <a:pt x="229" y="333"/>
                    <a:pt x="229" y="333"/>
                  </a:cubicBezTo>
                  <a:cubicBezTo>
                    <a:pt x="229" y="332"/>
                    <a:pt x="229" y="332"/>
                    <a:pt x="229" y="332"/>
                  </a:cubicBezTo>
                  <a:cubicBezTo>
                    <a:pt x="229" y="332"/>
                    <a:pt x="229" y="332"/>
                    <a:pt x="229" y="331"/>
                  </a:cubicBezTo>
                  <a:cubicBezTo>
                    <a:pt x="229" y="331"/>
                    <a:pt x="229" y="330"/>
                    <a:pt x="229" y="329"/>
                  </a:cubicBezTo>
                  <a:cubicBezTo>
                    <a:pt x="229" y="329"/>
                    <a:pt x="229" y="329"/>
                    <a:pt x="229" y="329"/>
                  </a:cubicBezTo>
                  <a:cubicBezTo>
                    <a:pt x="229" y="328"/>
                    <a:pt x="229" y="328"/>
                    <a:pt x="229" y="328"/>
                  </a:cubicBezTo>
                  <a:cubicBezTo>
                    <a:pt x="230" y="327"/>
                    <a:pt x="230" y="327"/>
                    <a:pt x="231" y="326"/>
                  </a:cubicBezTo>
                  <a:cubicBezTo>
                    <a:pt x="231" y="326"/>
                    <a:pt x="231" y="326"/>
                    <a:pt x="231" y="326"/>
                  </a:cubicBezTo>
                  <a:cubicBezTo>
                    <a:pt x="232" y="325"/>
                    <a:pt x="233" y="324"/>
                    <a:pt x="234" y="323"/>
                  </a:cubicBezTo>
                  <a:cubicBezTo>
                    <a:pt x="234" y="323"/>
                    <a:pt x="234" y="323"/>
                    <a:pt x="234" y="323"/>
                  </a:cubicBezTo>
                  <a:cubicBezTo>
                    <a:pt x="234" y="323"/>
                    <a:pt x="234" y="322"/>
                    <a:pt x="234" y="322"/>
                  </a:cubicBezTo>
                  <a:cubicBezTo>
                    <a:pt x="235" y="322"/>
                    <a:pt x="235" y="322"/>
                    <a:pt x="235" y="322"/>
                  </a:cubicBezTo>
                  <a:cubicBezTo>
                    <a:pt x="235" y="322"/>
                    <a:pt x="235" y="321"/>
                    <a:pt x="235" y="321"/>
                  </a:cubicBezTo>
                  <a:close/>
                  <a:moveTo>
                    <a:pt x="278" y="332"/>
                  </a:moveTo>
                  <a:cubicBezTo>
                    <a:pt x="278" y="332"/>
                    <a:pt x="278" y="332"/>
                    <a:pt x="278" y="332"/>
                  </a:cubicBezTo>
                  <a:cubicBezTo>
                    <a:pt x="278" y="332"/>
                    <a:pt x="278" y="332"/>
                    <a:pt x="278" y="331"/>
                  </a:cubicBezTo>
                  <a:cubicBezTo>
                    <a:pt x="277" y="331"/>
                    <a:pt x="277" y="331"/>
                    <a:pt x="277" y="331"/>
                  </a:cubicBezTo>
                  <a:cubicBezTo>
                    <a:pt x="277" y="331"/>
                    <a:pt x="277" y="331"/>
                    <a:pt x="276" y="331"/>
                  </a:cubicBezTo>
                  <a:cubicBezTo>
                    <a:pt x="276" y="331"/>
                    <a:pt x="275" y="331"/>
                    <a:pt x="275" y="330"/>
                  </a:cubicBezTo>
                  <a:cubicBezTo>
                    <a:pt x="274" y="330"/>
                    <a:pt x="274" y="329"/>
                    <a:pt x="273" y="329"/>
                  </a:cubicBezTo>
                  <a:cubicBezTo>
                    <a:pt x="272" y="330"/>
                    <a:pt x="272" y="329"/>
                    <a:pt x="272" y="329"/>
                  </a:cubicBezTo>
                  <a:cubicBezTo>
                    <a:pt x="272" y="328"/>
                    <a:pt x="271" y="328"/>
                    <a:pt x="271" y="328"/>
                  </a:cubicBezTo>
                  <a:cubicBezTo>
                    <a:pt x="271" y="328"/>
                    <a:pt x="271" y="328"/>
                    <a:pt x="271" y="328"/>
                  </a:cubicBezTo>
                  <a:cubicBezTo>
                    <a:pt x="270" y="328"/>
                    <a:pt x="270" y="327"/>
                    <a:pt x="270" y="327"/>
                  </a:cubicBezTo>
                  <a:cubicBezTo>
                    <a:pt x="270" y="326"/>
                    <a:pt x="270" y="325"/>
                    <a:pt x="270" y="325"/>
                  </a:cubicBezTo>
                  <a:cubicBezTo>
                    <a:pt x="270" y="325"/>
                    <a:pt x="270" y="325"/>
                    <a:pt x="270" y="325"/>
                  </a:cubicBezTo>
                  <a:cubicBezTo>
                    <a:pt x="270" y="324"/>
                    <a:pt x="270" y="324"/>
                    <a:pt x="270" y="324"/>
                  </a:cubicBezTo>
                  <a:cubicBezTo>
                    <a:pt x="270" y="323"/>
                    <a:pt x="270" y="323"/>
                    <a:pt x="270" y="323"/>
                  </a:cubicBezTo>
                  <a:cubicBezTo>
                    <a:pt x="270" y="323"/>
                    <a:pt x="270" y="322"/>
                    <a:pt x="270" y="322"/>
                  </a:cubicBezTo>
                  <a:cubicBezTo>
                    <a:pt x="270" y="322"/>
                    <a:pt x="270" y="322"/>
                    <a:pt x="271" y="321"/>
                  </a:cubicBezTo>
                  <a:cubicBezTo>
                    <a:pt x="271" y="321"/>
                    <a:pt x="271" y="321"/>
                    <a:pt x="271" y="321"/>
                  </a:cubicBezTo>
                  <a:cubicBezTo>
                    <a:pt x="272" y="321"/>
                    <a:pt x="272" y="320"/>
                    <a:pt x="273" y="320"/>
                  </a:cubicBezTo>
                  <a:cubicBezTo>
                    <a:pt x="273" y="320"/>
                    <a:pt x="273" y="319"/>
                    <a:pt x="274" y="319"/>
                  </a:cubicBezTo>
                  <a:cubicBezTo>
                    <a:pt x="274" y="319"/>
                    <a:pt x="274" y="319"/>
                    <a:pt x="274" y="318"/>
                  </a:cubicBezTo>
                  <a:cubicBezTo>
                    <a:pt x="274" y="318"/>
                    <a:pt x="275" y="318"/>
                    <a:pt x="275" y="317"/>
                  </a:cubicBezTo>
                  <a:cubicBezTo>
                    <a:pt x="274" y="317"/>
                    <a:pt x="274" y="316"/>
                    <a:pt x="274" y="316"/>
                  </a:cubicBezTo>
                  <a:cubicBezTo>
                    <a:pt x="274" y="316"/>
                    <a:pt x="274" y="316"/>
                    <a:pt x="273" y="316"/>
                  </a:cubicBezTo>
                  <a:cubicBezTo>
                    <a:pt x="273" y="316"/>
                    <a:pt x="273" y="316"/>
                    <a:pt x="273" y="316"/>
                  </a:cubicBezTo>
                  <a:cubicBezTo>
                    <a:pt x="272" y="316"/>
                    <a:pt x="272" y="316"/>
                    <a:pt x="272" y="316"/>
                  </a:cubicBezTo>
                  <a:cubicBezTo>
                    <a:pt x="272" y="316"/>
                    <a:pt x="271" y="316"/>
                    <a:pt x="271" y="316"/>
                  </a:cubicBezTo>
                  <a:cubicBezTo>
                    <a:pt x="271" y="317"/>
                    <a:pt x="270" y="317"/>
                    <a:pt x="270" y="317"/>
                  </a:cubicBezTo>
                  <a:cubicBezTo>
                    <a:pt x="270" y="317"/>
                    <a:pt x="270" y="316"/>
                    <a:pt x="270" y="316"/>
                  </a:cubicBezTo>
                  <a:cubicBezTo>
                    <a:pt x="270" y="316"/>
                    <a:pt x="270" y="316"/>
                    <a:pt x="270" y="316"/>
                  </a:cubicBezTo>
                  <a:cubicBezTo>
                    <a:pt x="270" y="316"/>
                    <a:pt x="270" y="315"/>
                    <a:pt x="269" y="315"/>
                  </a:cubicBezTo>
                  <a:cubicBezTo>
                    <a:pt x="269" y="315"/>
                    <a:pt x="269" y="315"/>
                    <a:pt x="269" y="315"/>
                  </a:cubicBezTo>
                  <a:cubicBezTo>
                    <a:pt x="269" y="315"/>
                    <a:pt x="269" y="315"/>
                    <a:pt x="269" y="314"/>
                  </a:cubicBezTo>
                  <a:cubicBezTo>
                    <a:pt x="269" y="314"/>
                    <a:pt x="269" y="314"/>
                    <a:pt x="269" y="313"/>
                  </a:cubicBezTo>
                  <a:cubicBezTo>
                    <a:pt x="268" y="313"/>
                    <a:pt x="268" y="313"/>
                    <a:pt x="268" y="312"/>
                  </a:cubicBezTo>
                  <a:cubicBezTo>
                    <a:pt x="268" y="312"/>
                    <a:pt x="267" y="312"/>
                    <a:pt x="267" y="312"/>
                  </a:cubicBezTo>
                  <a:cubicBezTo>
                    <a:pt x="267" y="311"/>
                    <a:pt x="267" y="311"/>
                    <a:pt x="267" y="311"/>
                  </a:cubicBezTo>
                  <a:cubicBezTo>
                    <a:pt x="266" y="311"/>
                    <a:pt x="266" y="311"/>
                    <a:pt x="266" y="311"/>
                  </a:cubicBezTo>
                  <a:cubicBezTo>
                    <a:pt x="265" y="311"/>
                    <a:pt x="265" y="312"/>
                    <a:pt x="265" y="312"/>
                  </a:cubicBezTo>
                  <a:cubicBezTo>
                    <a:pt x="265" y="312"/>
                    <a:pt x="265" y="312"/>
                    <a:pt x="265" y="312"/>
                  </a:cubicBezTo>
                  <a:cubicBezTo>
                    <a:pt x="266" y="312"/>
                    <a:pt x="266" y="313"/>
                    <a:pt x="266" y="313"/>
                  </a:cubicBezTo>
                  <a:cubicBezTo>
                    <a:pt x="266" y="313"/>
                    <a:pt x="266" y="313"/>
                    <a:pt x="266" y="314"/>
                  </a:cubicBezTo>
                  <a:cubicBezTo>
                    <a:pt x="266" y="314"/>
                    <a:pt x="266" y="314"/>
                    <a:pt x="266" y="315"/>
                  </a:cubicBezTo>
                  <a:cubicBezTo>
                    <a:pt x="267" y="315"/>
                    <a:pt x="267" y="316"/>
                    <a:pt x="266" y="317"/>
                  </a:cubicBezTo>
                  <a:cubicBezTo>
                    <a:pt x="266" y="317"/>
                    <a:pt x="266" y="317"/>
                    <a:pt x="266" y="317"/>
                  </a:cubicBezTo>
                  <a:cubicBezTo>
                    <a:pt x="266" y="317"/>
                    <a:pt x="266" y="318"/>
                    <a:pt x="266" y="318"/>
                  </a:cubicBezTo>
                  <a:cubicBezTo>
                    <a:pt x="266" y="318"/>
                    <a:pt x="266" y="317"/>
                    <a:pt x="266" y="317"/>
                  </a:cubicBezTo>
                  <a:cubicBezTo>
                    <a:pt x="266" y="317"/>
                    <a:pt x="265" y="317"/>
                    <a:pt x="265" y="317"/>
                  </a:cubicBezTo>
                  <a:cubicBezTo>
                    <a:pt x="265" y="317"/>
                    <a:pt x="265" y="317"/>
                    <a:pt x="264" y="317"/>
                  </a:cubicBezTo>
                  <a:cubicBezTo>
                    <a:pt x="264" y="317"/>
                    <a:pt x="264" y="317"/>
                    <a:pt x="263" y="317"/>
                  </a:cubicBezTo>
                  <a:cubicBezTo>
                    <a:pt x="263" y="317"/>
                    <a:pt x="262" y="317"/>
                    <a:pt x="262" y="317"/>
                  </a:cubicBezTo>
                  <a:cubicBezTo>
                    <a:pt x="261" y="317"/>
                    <a:pt x="261" y="317"/>
                    <a:pt x="261" y="317"/>
                  </a:cubicBezTo>
                  <a:cubicBezTo>
                    <a:pt x="260" y="317"/>
                    <a:pt x="260" y="317"/>
                    <a:pt x="260" y="318"/>
                  </a:cubicBezTo>
                  <a:cubicBezTo>
                    <a:pt x="260" y="318"/>
                    <a:pt x="260" y="318"/>
                    <a:pt x="259" y="318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59" y="319"/>
                    <a:pt x="259" y="319"/>
                  </a:cubicBezTo>
                  <a:cubicBezTo>
                    <a:pt x="259" y="319"/>
                    <a:pt x="260" y="320"/>
                    <a:pt x="260" y="319"/>
                  </a:cubicBezTo>
                  <a:cubicBezTo>
                    <a:pt x="260" y="319"/>
                    <a:pt x="261" y="320"/>
                    <a:pt x="261" y="320"/>
                  </a:cubicBezTo>
                  <a:cubicBezTo>
                    <a:pt x="262" y="320"/>
                    <a:pt x="262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3" y="321"/>
                    <a:pt x="263" y="321"/>
                    <a:pt x="263" y="321"/>
                  </a:cubicBezTo>
                  <a:cubicBezTo>
                    <a:pt x="264" y="321"/>
                    <a:pt x="264" y="321"/>
                    <a:pt x="265" y="321"/>
                  </a:cubicBezTo>
                  <a:cubicBezTo>
                    <a:pt x="265" y="322"/>
                    <a:pt x="265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2"/>
                    <a:pt x="266" y="322"/>
                    <a:pt x="266" y="322"/>
                  </a:cubicBezTo>
                  <a:cubicBezTo>
                    <a:pt x="266" y="323"/>
                    <a:pt x="266" y="323"/>
                    <a:pt x="266" y="324"/>
                  </a:cubicBezTo>
                  <a:cubicBezTo>
                    <a:pt x="266" y="324"/>
                    <a:pt x="266" y="325"/>
                    <a:pt x="267" y="325"/>
                  </a:cubicBezTo>
                  <a:cubicBezTo>
                    <a:pt x="267" y="325"/>
                    <a:pt x="267" y="325"/>
                    <a:pt x="267" y="325"/>
                  </a:cubicBezTo>
                  <a:cubicBezTo>
                    <a:pt x="267" y="325"/>
                    <a:pt x="266" y="326"/>
                    <a:pt x="266" y="326"/>
                  </a:cubicBezTo>
                  <a:cubicBezTo>
                    <a:pt x="266" y="326"/>
                    <a:pt x="266" y="326"/>
                    <a:pt x="266" y="326"/>
                  </a:cubicBezTo>
                  <a:cubicBezTo>
                    <a:pt x="266" y="326"/>
                    <a:pt x="266" y="327"/>
                    <a:pt x="266" y="327"/>
                  </a:cubicBezTo>
                  <a:cubicBezTo>
                    <a:pt x="266" y="327"/>
                    <a:pt x="266" y="327"/>
                    <a:pt x="265" y="327"/>
                  </a:cubicBezTo>
                  <a:cubicBezTo>
                    <a:pt x="265" y="328"/>
                    <a:pt x="264" y="329"/>
                    <a:pt x="264" y="330"/>
                  </a:cubicBezTo>
                  <a:cubicBezTo>
                    <a:pt x="264" y="330"/>
                    <a:pt x="264" y="330"/>
                    <a:pt x="264" y="330"/>
                  </a:cubicBezTo>
                  <a:cubicBezTo>
                    <a:pt x="263" y="330"/>
                    <a:pt x="263" y="331"/>
                    <a:pt x="263" y="331"/>
                  </a:cubicBezTo>
                  <a:cubicBezTo>
                    <a:pt x="263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1"/>
                    <a:pt x="262" y="331"/>
                    <a:pt x="262" y="331"/>
                  </a:cubicBezTo>
                  <a:cubicBezTo>
                    <a:pt x="262" y="330"/>
                    <a:pt x="263" y="329"/>
                    <a:pt x="263" y="329"/>
                  </a:cubicBezTo>
                  <a:cubicBezTo>
                    <a:pt x="263" y="328"/>
                    <a:pt x="263" y="328"/>
                    <a:pt x="263" y="328"/>
                  </a:cubicBezTo>
                  <a:cubicBezTo>
                    <a:pt x="263" y="328"/>
                    <a:pt x="263" y="327"/>
                    <a:pt x="263" y="327"/>
                  </a:cubicBezTo>
                  <a:cubicBezTo>
                    <a:pt x="263" y="327"/>
                    <a:pt x="263" y="327"/>
                    <a:pt x="264" y="327"/>
                  </a:cubicBezTo>
                  <a:cubicBezTo>
                    <a:pt x="264" y="327"/>
                    <a:pt x="264" y="326"/>
                    <a:pt x="264" y="326"/>
                  </a:cubicBezTo>
                  <a:cubicBezTo>
                    <a:pt x="264" y="326"/>
                    <a:pt x="264" y="325"/>
                    <a:pt x="263" y="325"/>
                  </a:cubicBezTo>
                  <a:cubicBezTo>
                    <a:pt x="263" y="325"/>
                    <a:pt x="263" y="325"/>
                    <a:pt x="263" y="325"/>
                  </a:cubicBezTo>
                  <a:cubicBezTo>
                    <a:pt x="263" y="325"/>
                    <a:pt x="262" y="325"/>
                    <a:pt x="262" y="325"/>
                  </a:cubicBezTo>
                  <a:cubicBezTo>
                    <a:pt x="262" y="325"/>
                    <a:pt x="262" y="324"/>
                    <a:pt x="261" y="324"/>
                  </a:cubicBezTo>
                  <a:cubicBezTo>
                    <a:pt x="261" y="324"/>
                    <a:pt x="261" y="324"/>
                    <a:pt x="261" y="324"/>
                  </a:cubicBezTo>
                  <a:cubicBezTo>
                    <a:pt x="261" y="324"/>
                    <a:pt x="261" y="324"/>
                    <a:pt x="260" y="324"/>
                  </a:cubicBezTo>
                  <a:cubicBezTo>
                    <a:pt x="260" y="324"/>
                    <a:pt x="260" y="324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60" y="323"/>
                  </a:cubicBezTo>
                  <a:cubicBezTo>
                    <a:pt x="260" y="323"/>
                    <a:pt x="260" y="323"/>
                    <a:pt x="259" y="323"/>
                  </a:cubicBezTo>
                  <a:cubicBezTo>
                    <a:pt x="259" y="323"/>
                    <a:pt x="259" y="324"/>
                    <a:pt x="259" y="324"/>
                  </a:cubicBezTo>
                  <a:cubicBezTo>
                    <a:pt x="259" y="324"/>
                    <a:pt x="259" y="324"/>
                    <a:pt x="259" y="324"/>
                  </a:cubicBezTo>
                  <a:cubicBezTo>
                    <a:pt x="260" y="325"/>
                    <a:pt x="260" y="325"/>
                    <a:pt x="260" y="325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1" y="326"/>
                    <a:pt x="261" y="326"/>
                    <a:pt x="261" y="326"/>
                  </a:cubicBezTo>
                  <a:cubicBezTo>
                    <a:pt x="262" y="326"/>
                    <a:pt x="262" y="326"/>
                    <a:pt x="262" y="327"/>
                  </a:cubicBezTo>
                  <a:cubicBezTo>
                    <a:pt x="262" y="327"/>
                    <a:pt x="262" y="327"/>
                    <a:pt x="262" y="327"/>
                  </a:cubicBezTo>
                  <a:cubicBezTo>
                    <a:pt x="262" y="327"/>
                    <a:pt x="262" y="328"/>
                    <a:pt x="262" y="328"/>
                  </a:cubicBezTo>
                  <a:cubicBezTo>
                    <a:pt x="262" y="328"/>
                    <a:pt x="262" y="329"/>
                    <a:pt x="262" y="330"/>
                  </a:cubicBezTo>
                  <a:cubicBezTo>
                    <a:pt x="261" y="330"/>
                    <a:pt x="261" y="331"/>
                    <a:pt x="261" y="331"/>
                  </a:cubicBezTo>
                  <a:cubicBezTo>
                    <a:pt x="261" y="331"/>
                    <a:pt x="260" y="331"/>
                    <a:pt x="260" y="331"/>
                  </a:cubicBezTo>
                  <a:cubicBezTo>
                    <a:pt x="260" y="332"/>
                    <a:pt x="260" y="332"/>
                    <a:pt x="260" y="332"/>
                  </a:cubicBezTo>
                  <a:cubicBezTo>
                    <a:pt x="260" y="332"/>
                    <a:pt x="260" y="333"/>
                    <a:pt x="260" y="333"/>
                  </a:cubicBezTo>
                  <a:cubicBezTo>
                    <a:pt x="260" y="333"/>
                    <a:pt x="260" y="334"/>
                    <a:pt x="260" y="334"/>
                  </a:cubicBezTo>
                  <a:cubicBezTo>
                    <a:pt x="260" y="334"/>
                    <a:pt x="260" y="334"/>
                    <a:pt x="261" y="334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1" y="335"/>
                    <a:pt x="261" y="335"/>
                    <a:pt x="261" y="335"/>
                  </a:cubicBezTo>
                  <a:cubicBezTo>
                    <a:pt x="262" y="335"/>
                    <a:pt x="262" y="335"/>
                    <a:pt x="262" y="335"/>
                  </a:cubicBezTo>
                  <a:cubicBezTo>
                    <a:pt x="262" y="335"/>
                    <a:pt x="263" y="335"/>
                    <a:pt x="263" y="334"/>
                  </a:cubicBezTo>
                  <a:cubicBezTo>
                    <a:pt x="263" y="334"/>
                    <a:pt x="264" y="333"/>
                    <a:pt x="264" y="333"/>
                  </a:cubicBezTo>
                  <a:cubicBezTo>
                    <a:pt x="265" y="332"/>
                    <a:pt x="265" y="332"/>
                    <a:pt x="265" y="331"/>
                  </a:cubicBezTo>
                  <a:cubicBezTo>
                    <a:pt x="266" y="331"/>
                    <a:pt x="266" y="331"/>
                    <a:pt x="267" y="331"/>
                  </a:cubicBezTo>
                  <a:cubicBezTo>
                    <a:pt x="267" y="331"/>
                    <a:pt x="267" y="331"/>
                    <a:pt x="267" y="331"/>
                  </a:cubicBezTo>
                  <a:cubicBezTo>
                    <a:pt x="267" y="331"/>
                    <a:pt x="267" y="332"/>
                    <a:pt x="267" y="332"/>
                  </a:cubicBezTo>
                  <a:cubicBezTo>
                    <a:pt x="267" y="332"/>
                    <a:pt x="267" y="332"/>
                    <a:pt x="267" y="332"/>
                  </a:cubicBezTo>
                  <a:cubicBezTo>
                    <a:pt x="267" y="332"/>
                    <a:pt x="267" y="333"/>
                    <a:pt x="267" y="333"/>
                  </a:cubicBezTo>
                  <a:cubicBezTo>
                    <a:pt x="267" y="333"/>
                    <a:pt x="267" y="334"/>
                    <a:pt x="267" y="334"/>
                  </a:cubicBezTo>
                  <a:cubicBezTo>
                    <a:pt x="267" y="335"/>
                    <a:pt x="267" y="335"/>
                    <a:pt x="267" y="336"/>
                  </a:cubicBezTo>
                  <a:cubicBezTo>
                    <a:pt x="267" y="336"/>
                    <a:pt x="267" y="336"/>
                    <a:pt x="267" y="336"/>
                  </a:cubicBezTo>
                  <a:cubicBezTo>
                    <a:pt x="266" y="336"/>
                    <a:pt x="266" y="337"/>
                    <a:pt x="266" y="337"/>
                  </a:cubicBezTo>
                  <a:cubicBezTo>
                    <a:pt x="266" y="337"/>
                    <a:pt x="266" y="337"/>
                    <a:pt x="266" y="337"/>
                  </a:cubicBezTo>
                  <a:cubicBezTo>
                    <a:pt x="267" y="337"/>
                    <a:pt x="267" y="337"/>
                    <a:pt x="266" y="338"/>
                  </a:cubicBezTo>
                  <a:cubicBezTo>
                    <a:pt x="266" y="338"/>
                    <a:pt x="266" y="338"/>
                    <a:pt x="266" y="338"/>
                  </a:cubicBezTo>
                  <a:cubicBezTo>
                    <a:pt x="267" y="338"/>
                    <a:pt x="267" y="338"/>
                    <a:pt x="267" y="338"/>
                  </a:cubicBezTo>
                  <a:cubicBezTo>
                    <a:pt x="267" y="339"/>
                    <a:pt x="267" y="339"/>
                    <a:pt x="268" y="339"/>
                  </a:cubicBezTo>
                  <a:cubicBezTo>
                    <a:pt x="268" y="339"/>
                    <a:pt x="269" y="339"/>
                    <a:pt x="269" y="338"/>
                  </a:cubicBezTo>
                  <a:cubicBezTo>
                    <a:pt x="269" y="338"/>
                    <a:pt x="269" y="338"/>
                    <a:pt x="270" y="338"/>
                  </a:cubicBezTo>
                  <a:cubicBezTo>
                    <a:pt x="270" y="337"/>
                    <a:pt x="270" y="337"/>
                    <a:pt x="270" y="337"/>
                  </a:cubicBezTo>
                  <a:cubicBezTo>
                    <a:pt x="270" y="336"/>
                    <a:pt x="270" y="336"/>
                    <a:pt x="270" y="335"/>
                  </a:cubicBezTo>
                  <a:cubicBezTo>
                    <a:pt x="270" y="335"/>
                    <a:pt x="270" y="335"/>
                    <a:pt x="270" y="335"/>
                  </a:cubicBezTo>
                  <a:cubicBezTo>
                    <a:pt x="270" y="335"/>
                    <a:pt x="270" y="334"/>
                    <a:pt x="270" y="334"/>
                  </a:cubicBezTo>
                  <a:cubicBezTo>
                    <a:pt x="270" y="334"/>
                    <a:pt x="270" y="333"/>
                    <a:pt x="270" y="333"/>
                  </a:cubicBezTo>
                  <a:cubicBezTo>
                    <a:pt x="270" y="333"/>
                    <a:pt x="270" y="332"/>
                    <a:pt x="270" y="332"/>
                  </a:cubicBezTo>
                  <a:cubicBezTo>
                    <a:pt x="270" y="332"/>
                    <a:pt x="270" y="332"/>
                    <a:pt x="270" y="332"/>
                  </a:cubicBezTo>
                  <a:cubicBezTo>
                    <a:pt x="271" y="332"/>
                    <a:pt x="271" y="332"/>
                    <a:pt x="271" y="332"/>
                  </a:cubicBezTo>
                  <a:cubicBezTo>
                    <a:pt x="272" y="332"/>
                    <a:pt x="273" y="333"/>
                    <a:pt x="273" y="333"/>
                  </a:cubicBezTo>
                  <a:cubicBezTo>
                    <a:pt x="274" y="333"/>
                    <a:pt x="274" y="333"/>
                    <a:pt x="274" y="333"/>
                  </a:cubicBezTo>
                  <a:cubicBezTo>
                    <a:pt x="274" y="333"/>
                    <a:pt x="275" y="333"/>
                    <a:pt x="275" y="333"/>
                  </a:cubicBezTo>
                  <a:cubicBezTo>
                    <a:pt x="275" y="334"/>
                    <a:pt x="276" y="334"/>
                    <a:pt x="276" y="334"/>
                  </a:cubicBezTo>
                  <a:cubicBezTo>
                    <a:pt x="277" y="334"/>
                    <a:pt x="277" y="334"/>
                    <a:pt x="277" y="334"/>
                  </a:cubicBezTo>
                  <a:cubicBezTo>
                    <a:pt x="277" y="334"/>
                    <a:pt x="278" y="334"/>
                    <a:pt x="278" y="334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3"/>
                    <a:pt x="278" y="333"/>
                    <a:pt x="278" y="333"/>
                  </a:cubicBezTo>
                  <a:cubicBezTo>
                    <a:pt x="278" y="332"/>
                    <a:pt x="278" y="332"/>
                    <a:pt x="278" y="332"/>
                  </a:cubicBezTo>
                  <a:close/>
                  <a:moveTo>
                    <a:pt x="313" y="335"/>
                  </a:moveTo>
                  <a:cubicBezTo>
                    <a:pt x="313" y="334"/>
                    <a:pt x="312" y="334"/>
                    <a:pt x="312" y="334"/>
                  </a:cubicBezTo>
                  <a:cubicBezTo>
                    <a:pt x="311" y="334"/>
                    <a:pt x="311" y="334"/>
                    <a:pt x="311" y="334"/>
                  </a:cubicBezTo>
                  <a:cubicBezTo>
                    <a:pt x="311" y="334"/>
                    <a:pt x="310" y="334"/>
                    <a:pt x="310" y="334"/>
                  </a:cubicBezTo>
                  <a:cubicBezTo>
                    <a:pt x="309" y="334"/>
                    <a:pt x="309" y="334"/>
                    <a:pt x="308" y="334"/>
                  </a:cubicBezTo>
                  <a:cubicBezTo>
                    <a:pt x="308" y="334"/>
                    <a:pt x="308" y="334"/>
                    <a:pt x="307" y="333"/>
                  </a:cubicBezTo>
                  <a:cubicBezTo>
                    <a:pt x="307" y="333"/>
                    <a:pt x="307" y="333"/>
                    <a:pt x="306" y="333"/>
                  </a:cubicBezTo>
                  <a:cubicBezTo>
                    <a:pt x="305" y="332"/>
                    <a:pt x="305" y="332"/>
                    <a:pt x="304" y="332"/>
                  </a:cubicBezTo>
                  <a:cubicBezTo>
                    <a:pt x="304" y="332"/>
                    <a:pt x="304" y="332"/>
                    <a:pt x="304" y="331"/>
                  </a:cubicBezTo>
                  <a:cubicBezTo>
                    <a:pt x="304" y="331"/>
                    <a:pt x="303" y="331"/>
                    <a:pt x="303" y="331"/>
                  </a:cubicBezTo>
                  <a:cubicBezTo>
                    <a:pt x="303" y="330"/>
                    <a:pt x="303" y="330"/>
                    <a:pt x="303" y="329"/>
                  </a:cubicBezTo>
                  <a:cubicBezTo>
                    <a:pt x="303" y="329"/>
                    <a:pt x="303" y="328"/>
                    <a:pt x="304" y="328"/>
                  </a:cubicBezTo>
                  <a:cubicBezTo>
                    <a:pt x="304" y="327"/>
                    <a:pt x="304" y="327"/>
                    <a:pt x="304" y="327"/>
                  </a:cubicBezTo>
                  <a:cubicBezTo>
                    <a:pt x="304" y="327"/>
                    <a:pt x="304" y="326"/>
                    <a:pt x="304" y="326"/>
                  </a:cubicBezTo>
                  <a:cubicBezTo>
                    <a:pt x="305" y="326"/>
                    <a:pt x="305" y="326"/>
                    <a:pt x="305" y="326"/>
                  </a:cubicBezTo>
                  <a:cubicBezTo>
                    <a:pt x="305" y="326"/>
                    <a:pt x="306" y="325"/>
                    <a:pt x="306" y="325"/>
                  </a:cubicBezTo>
                  <a:cubicBezTo>
                    <a:pt x="306" y="325"/>
                    <a:pt x="306" y="324"/>
                    <a:pt x="306" y="324"/>
                  </a:cubicBezTo>
                  <a:cubicBezTo>
                    <a:pt x="307" y="324"/>
                    <a:pt x="307" y="324"/>
                    <a:pt x="307" y="324"/>
                  </a:cubicBezTo>
                  <a:cubicBezTo>
                    <a:pt x="307" y="323"/>
                    <a:pt x="307" y="323"/>
                    <a:pt x="307" y="323"/>
                  </a:cubicBezTo>
                  <a:cubicBezTo>
                    <a:pt x="306" y="323"/>
                    <a:pt x="306" y="323"/>
                    <a:pt x="306" y="322"/>
                  </a:cubicBezTo>
                  <a:cubicBezTo>
                    <a:pt x="305" y="322"/>
                    <a:pt x="305" y="322"/>
                    <a:pt x="304" y="322"/>
                  </a:cubicBezTo>
                  <a:cubicBezTo>
                    <a:pt x="304" y="323"/>
                    <a:pt x="303" y="323"/>
                    <a:pt x="303" y="323"/>
                  </a:cubicBezTo>
                  <a:cubicBezTo>
                    <a:pt x="302" y="323"/>
                    <a:pt x="302" y="323"/>
                    <a:pt x="301" y="323"/>
                  </a:cubicBezTo>
                  <a:cubicBezTo>
                    <a:pt x="301" y="323"/>
                    <a:pt x="301" y="323"/>
                    <a:pt x="301" y="323"/>
                  </a:cubicBezTo>
                  <a:cubicBezTo>
                    <a:pt x="301" y="324"/>
                    <a:pt x="300" y="324"/>
                    <a:pt x="300" y="324"/>
                  </a:cubicBezTo>
                  <a:cubicBezTo>
                    <a:pt x="300" y="324"/>
                    <a:pt x="300" y="324"/>
                    <a:pt x="299" y="324"/>
                  </a:cubicBezTo>
                  <a:cubicBezTo>
                    <a:pt x="299" y="324"/>
                    <a:pt x="298" y="324"/>
                    <a:pt x="298" y="324"/>
                  </a:cubicBezTo>
                  <a:cubicBezTo>
                    <a:pt x="298" y="324"/>
                    <a:pt x="297" y="324"/>
                    <a:pt x="297" y="324"/>
                  </a:cubicBezTo>
                  <a:cubicBezTo>
                    <a:pt x="297" y="324"/>
                    <a:pt x="297" y="324"/>
                    <a:pt x="297" y="324"/>
                  </a:cubicBezTo>
                  <a:cubicBezTo>
                    <a:pt x="296" y="324"/>
                    <a:pt x="296" y="324"/>
                    <a:pt x="296" y="324"/>
                  </a:cubicBezTo>
                  <a:cubicBezTo>
                    <a:pt x="295" y="324"/>
                    <a:pt x="295" y="324"/>
                    <a:pt x="294" y="324"/>
                  </a:cubicBezTo>
                  <a:cubicBezTo>
                    <a:pt x="294" y="324"/>
                    <a:pt x="294" y="324"/>
                    <a:pt x="294" y="324"/>
                  </a:cubicBezTo>
                  <a:cubicBezTo>
                    <a:pt x="294" y="324"/>
                    <a:pt x="294" y="325"/>
                    <a:pt x="294" y="325"/>
                  </a:cubicBezTo>
                  <a:cubicBezTo>
                    <a:pt x="293" y="325"/>
                    <a:pt x="293" y="325"/>
                    <a:pt x="293" y="325"/>
                  </a:cubicBezTo>
                  <a:cubicBezTo>
                    <a:pt x="292" y="325"/>
                    <a:pt x="292" y="325"/>
                    <a:pt x="292" y="325"/>
                  </a:cubicBezTo>
                  <a:cubicBezTo>
                    <a:pt x="291" y="326"/>
                    <a:pt x="291" y="326"/>
                    <a:pt x="290" y="326"/>
                  </a:cubicBezTo>
                  <a:cubicBezTo>
                    <a:pt x="290" y="326"/>
                    <a:pt x="290" y="326"/>
                    <a:pt x="290" y="327"/>
                  </a:cubicBezTo>
                  <a:cubicBezTo>
                    <a:pt x="290" y="327"/>
                    <a:pt x="290" y="327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8"/>
                    <a:pt x="290" y="328"/>
                    <a:pt x="290" y="328"/>
                  </a:cubicBezTo>
                  <a:cubicBezTo>
                    <a:pt x="290" y="329"/>
                    <a:pt x="290" y="329"/>
                    <a:pt x="290" y="329"/>
                  </a:cubicBezTo>
                  <a:cubicBezTo>
                    <a:pt x="291" y="329"/>
                    <a:pt x="291" y="329"/>
                    <a:pt x="291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9"/>
                    <a:pt x="292" y="329"/>
                    <a:pt x="292" y="329"/>
                  </a:cubicBezTo>
                  <a:cubicBezTo>
                    <a:pt x="292" y="328"/>
                    <a:pt x="292" y="328"/>
                    <a:pt x="293" y="328"/>
                  </a:cubicBezTo>
                  <a:cubicBezTo>
                    <a:pt x="293" y="328"/>
                    <a:pt x="293" y="327"/>
                    <a:pt x="294" y="327"/>
                  </a:cubicBezTo>
                  <a:cubicBezTo>
                    <a:pt x="294" y="327"/>
                    <a:pt x="294" y="327"/>
                    <a:pt x="294" y="327"/>
                  </a:cubicBezTo>
                  <a:cubicBezTo>
                    <a:pt x="295" y="327"/>
                    <a:pt x="295" y="328"/>
                    <a:pt x="295" y="328"/>
                  </a:cubicBezTo>
                  <a:cubicBezTo>
                    <a:pt x="295" y="328"/>
                    <a:pt x="295" y="328"/>
                    <a:pt x="295" y="328"/>
                  </a:cubicBezTo>
                  <a:cubicBezTo>
                    <a:pt x="295" y="328"/>
                    <a:pt x="295" y="329"/>
                    <a:pt x="295" y="329"/>
                  </a:cubicBezTo>
                  <a:cubicBezTo>
                    <a:pt x="294" y="329"/>
                    <a:pt x="294" y="329"/>
                    <a:pt x="294" y="329"/>
                  </a:cubicBezTo>
                  <a:cubicBezTo>
                    <a:pt x="294" y="329"/>
                    <a:pt x="293" y="329"/>
                    <a:pt x="293" y="329"/>
                  </a:cubicBezTo>
                  <a:cubicBezTo>
                    <a:pt x="293" y="329"/>
                    <a:pt x="293" y="329"/>
                    <a:pt x="292" y="330"/>
                  </a:cubicBezTo>
                  <a:cubicBezTo>
                    <a:pt x="292" y="330"/>
                    <a:pt x="292" y="330"/>
                    <a:pt x="292" y="330"/>
                  </a:cubicBezTo>
                  <a:cubicBezTo>
                    <a:pt x="293" y="330"/>
                    <a:pt x="293" y="330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1"/>
                    <a:pt x="293" y="331"/>
                    <a:pt x="293" y="331"/>
                  </a:cubicBezTo>
                  <a:cubicBezTo>
                    <a:pt x="293" y="332"/>
                    <a:pt x="293" y="332"/>
                    <a:pt x="293" y="332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3" y="333"/>
                    <a:pt x="293" y="333"/>
                  </a:cubicBezTo>
                  <a:cubicBezTo>
                    <a:pt x="293" y="333"/>
                    <a:pt x="292" y="334"/>
                    <a:pt x="292" y="334"/>
                  </a:cubicBezTo>
                  <a:cubicBezTo>
                    <a:pt x="292" y="334"/>
                    <a:pt x="291" y="334"/>
                    <a:pt x="291" y="334"/>
                  </a:cubicBezTo>
                  <a:cubicBezTo>
                    <a:pt x="291" y="334"/>
                    <a:pt x="291" y="334"/>
                    <a:pt x="291" y="334"/>
                  </a:cubicBezTo>
                  <a:cubicBezTo>
                    <a:pt x="291" y="334"/>
                    <a:pt x="290" y="335"/>
                    <a:pt x="290" y="335"/>
                  </a:cubicBezTo>
                  <a:cubicBezTo>
                    <a:pt x="290" y="335"/>
                    <a:pt x="290" y="335"/>
                    <a:pt x="290" y="336"/>
                  </a:cubicBezTo>
                  <a:cubicBezTo>
                    <a:pt x="290" y="336"/>
                    <a:pt x="290" y="336"/>
                    <a:pt x="291" y="336"/>
                  </a:cubicBezTo>
                  <a:cubicBezTo>
                    <a:pt x="291" y="336"/>
                    <a:pt x="291" y="336"/>
                    <a:pt x="291" y="336"/>
                  </a:cubicBezTo>
                  <a:cubicBezTo>
                    <a:pt x="292" y="336"/>
                    <a:pt x="292" y="336"/>
                    <a:pt x="293" y="336"/>
                  </a:cubicBezTo>
                  <a:cubicBezTo>
                    <a:pt x="293" y="336"/>
                    <a:pt x="293" y="336"/>
                    <a:pt x="293" y="336"/>
                  </a:cubicBezTo>
                  <a:cubicBezTo>
                    <a:pt x="293" y="336"/>
                    <a:pt x="293" y="336"/>
                    <a:pt x="294" y="336"/>
                  </a:cubicBezTo>
                  <a:cubicBezTo>
                    <a:pt x="294" y="335"/>
                    <a:pt x="295" y="335"/>
                    <a:pt x="295" y="334"/>
                  </a:cubicBezTo>
                  <a:cubicBezTo>
                    <a:pt x="296" y="334"/>
                    <a:pt x="296" y="333"/>
                    <a:pt x="296" y="333"/>
                  </a:cubicBezTo>
                  <a:cubicBezTo>
                    <a:pt x="297" y="332"/>
                    <a:pt x="297" y="332"/>
                    <a:pt x="297" y="332"/>
                  </a:cubicBezTo>
                  <a:cubicBezTo>
                    <a:pt x="298" y="332"/>
                    <a:pt x="298" y="333"/>
                    <a:pt x="299" y="333"/>
                  </a:cubicBezTo>
                  <a:cubicBezTo>
                    <a:pt x="299" y="333"/>
                    <a:pt x="299" y="333"/>
                    <a:pt x="299" y="333"/>
                  </a:cubicBezTo>
                  <a:cubicBezTo>
                    <a:pt x="299" y="333"/>
                    <a:pt x="300" y="333"/>
                    <a:pt x="300" y="333"/>
                  </a:cubicBezTo>
                  <a:cubicBezTo>
                    <a:pt x="300" y="333"/>
                    <a:pt x="300" y="333"/>
                    <a:pt x="300" y="334"/>
                  </a:cubicBezTo>
                  <a:cubicBezTo>
                    <a:pt x="301" y="334"/>
                    <a:pt x="301" y="334"/>
                    <a:pt x="301" y="334"/>
                  </a:cubicBezTo>
                  <a:cubicBezTo>
                    <a:pt x="301" y="334"/>
                    <a:pt x="302" y="334"/>
                    <a:pt x="302" y="334"/>
                  </a:cubicBezTo>
                  <a:cubicBezTo>
                    <a:pt x="302" y="334"/>
                    <a:pt x="302" y="334"/>
                    <a:pt x="303" y="334"/>
                  </a:cubicBezTo>
                  <a:cubicBezTo>
                    <a:pt x="303" y="334"/>
                    <a:pt x="303" y="335"/>
                    <a:pt x="304" y="335"/>
                  </a:cubicBezTo>
                  <a:cubicBezTo>
                    <a:pt x="304" y="335"/>
                    <a:pt x="305" y="335"/>
                    <a:pt x="305" y="335"/>
                  </a:cubicBezTo>
                  <a:cubicBezTo>
                    <a:pt x="305" y="335"/>
                    <a:pt x="306" y="335"/>
                    <a:pt x="306" y="336"/>
                  </a:cubicBezTo>
                  <a:cubicBezTo>
                    <a:pt x="306" y="336"/>
                    <a:pt x="306" y="336"/>
                    <a:pt x="307" y="336"/>
                  </a:cubicBezTo>
                  <a:cubicBezTo>
                    <a:pt x="307" y="336"/>
                    <a:pt x="307" y="336"/>
                    <a:pt x="308" y="336"/>
                  </a:cubicBezTo>
                  <a:cubicBezTo>
                    <a:pt x="308" y="336"/>
                    <a:pt x="308" y="336"/>
                    <a:pt x="308" y="336"/>
                  </a:cubicBezTo>
                  <a:cubicBezTo>
                    <a:pt x="309" y="336"/>
                    <a:pt x="309" y="336"/>
                    <a:pt x="309" y="336"/>
                  </a:cubicBezTo>
                  <a:cubicBezTo>
                    <a:pt x="310" y="336"/>
                    <a:pt x="311" y="336"/>
                    <a:pt x="311" y="336"/>
                  </a:cubicBezTo>
                  <a:cubicBezTo>
                    <a:pt x="311" y="336"/>
                    <a:pt x="311" y="336"/>
                    <a:pt x="311" y="336"/>
                  </a:cubicBezTo>
                  <a:cubicBezTo>
                    <a:pt x="312" y="336"/>
                    <a:pt x="312" y="336"/>
                    <a:pt x="312" y="336"/>
                  </a:cubicBezTo>
                  <a:cubicBezTo>
                    <a:pt x="313" y="335"/>
                    <a:pt x="313" y="335"/>
                    <a:pt x="313" y="335"/>
                  </a:cubicBezTo>
                  <a:cubicBezTo>
                    <a:pt x="313" y="335"/>
                    <a:pt x="313" y="335"/>
                    <a:pt x="313" y="335"/>
                  </a:cubicBezTo>
                  <a:close/>
                  <a:moveTo>
                    <a:pt x="354" y="327"/>
                  </a:moveTo>
                  <a:cubicBezTo>
                    <a:pt x="354" y="327"/>
                    <a:pt x="354" y="327"/>
                    <a:pt x="354" y="327"/>
                  </a:cubicBezTo>
                  <a:cubicBezTo>
                    <a:pt x="354" y="326"/>
                    <a:pt x="353" y="326"/>
                    <a:pt x="354" y="326"/>
                  </a:cubicBezTo>
                  <a:cubicBezTo>
                    <a:pt x="354" y="326"/>
                    <a:pt x="354" y="325"/>
                    <a:pt x="354" y="325"/>
                  </a:cubicBezTo>
                  <a:cubicBezTo>
                    <a:pt x="354" y="325"/>
                    <a:pt x="354" y="325"/>
                    <a:pt x="354" y="325"/>
                  </a:cubicBezTo>
                  <a:cubicBezTo>
                    <a:pt x="354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3" y="325"/>
                    <a:pt x="353" y="325"/>
                    <a:pt x="353" y="325"/>
                  </a:cubicBezTo>
                  <a:cubicBezTo>
                    <a:pt x="352" y="326"/>
                    <a:pt x="352" y="326"/>
                    <a:pt x="352" y="326"/>
                  </a:cubicBezTo>
                  <a:cubicBezTo>
                    <a:pt x="352" y="326"/>
                    <a:pt x="351" y="326"/>
                    <a:pt x="351" y="326"/>
                  </a:cubicBezTo>
                  <a:cubicBezTo>
                    <a:pt x="351" y="326"/>
                    <a:pt x="350" y="326"/>
                    <a:pt x="350" y="325"/>
                  </a:cubicBezTo>
                  <a:cubicBezTo>
                    <a:pt x="350" y="325"/>
                    <a:pt x="350" y="325"/>
                    <a:pt x="350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1" y="325"/>
                    <a:pt x="351" y="325"/>
                  </a:cubicBezTo>
                  <a:cubicBezTo>
                    <a:pt x="351" y="325"/>
                    <a:pt x="352" y="324"/>
                    <a:pt x="352" y="324"/>
                  </a:cubicBezTo>
                  <a:cubicBezTo>
                    <a:pt x="352" y="324"/>
                    <a:pt x="353" y="323"/>
                    <a:pt x="353" y="323"/>
                  </a:cubicBezTo>
                  <a:cubicBezTo>
                    <a:pt x="353" y="323"/>
                    <a:pt x="353" y="322"/>
                    <a:pt x="353" y="322"/>
                  </a:cubicBezTo>
                  <a:cubicBezTo>
                    <a:pt x="353" y="322"/>
                    <a:pt x="353" y="322"/>
                    <a:pt x="353" y="322"/>
                  </a:cubicBezTo>
                  <a:cubicBezTo>
                    <a:pt x="353" y="322"/>
                    <a:pt x="353" y="322"/>
                    <a:pt x="352" y="321"/>
                  </a:cubicBezTo>
                  <a:cubicBezTo>
                    <a:pt x="352" y="321"/>
                    <a:pt x="352" y="320"/>
                    <a:pt x="352" y="320"/>
                  </a:cubicBezTo>
                  <a:cubicBezTo>
                    <a:pt x="352" y="320"/>
                    <a:pt x="351" y="320"/>
                    <a:pt x="351" y="320"/>
                  </a:cubicBezTo>
                  <a:cubicBezTo>
                    <a:pt x="351" y="320"/>
                    <a:pt x="350" y="320"/>
                    <a:pt x="350" y="320"/>
                  </a:cubicBezTo>
                  <a:cubicBezTo>
                    <a:pt x="350" y="320"/>
                    <a:pt x="350" y="320"/>
                    <a:pt x="350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20"/>
                    <a:pt x="349" y="320"/>
                  </a:cubicBezTo>
                  <a:cubicBezTo>
                    <a:pt x="349" y="320"/>
                    <a:pt x="349" y="319"/>
                    <a:pt x="349" y="319"/>
                  </a:cubicBezTo>
                  <a:cubicBezTo>
                    <a:pt x="349" y="319"/>
                    <a:pt x="349" y="319"/>
                    <a:pt x="349" y="319"/>
                  </a:cubicBezTo>
                  <a:cubicBezTo>
                    <a:pt x="349" y="319"/>
                    <a:pt x="349" y="318"/>
                    <a:pt x="348" y="318"/>
                  </a:cubicBezTo>
                  <a:cubicBezTo>
                    <a:pt x="348" y="318"/>
                    <a:pt x="348" y="318"/>
                    <a:pt x="347" y="318"/>
                  </a:cubicBezTo>
                  <a:cubicBezTo>
                    <a:pt x="347" y="318"/>
                    <a:pt x="347" y="317"/>
                    <a:pt x="346" y="317"/>
                  </a:cubicBezTo>
                  <a:cubicBezTo>
                    <a:pt x="346" y="317"/>
                    <a:pt x="347" y="317"/>
                    <a:pt x="347" y="317"/>
                  </a:cubicBezTo>
                  <a:cubicBezTo>
                    <a:pt x="347" y="316"/>
                    <a:pt x="348" y="316"/>
                    <a:pt x="348" y="316"/>
                  </a:cubicBezTo>
                  <a:cubicBezTo>
                    <a:pt x="348" y="315"/>
                    <a:pt x="348" y="315"/>
                    <a:pt x="348" y="315"/>
                  </a:cubicBezTo>
                  <a:cubicBezTo>
                    <a:pt x="348" y="314"/>
                    <a:pt x="348" y="314"/>
                    <a:pt x="348" y="314"/>
                  </a:cubicBezTo>
                  <a:cubicBezTo>
                    <a:pt x="348" y="314"/>
                    <a:pt x="348" y="314"/>
                    <a:pt x="348" y="313"/>
                  </a:cubicBezTo>
                  <a:cubicBezTo>
                    <a:pt x="348" y="313"/>
                    <a:pt x="348" y="313"/>
                    <a:pt x="348" y="313"/>
                  </a:cubicBezTo>
                  <a:cubicBezTo>
                    <a:pt x="348" y="313"/>
                    <a:pt x="347" y="313"/>
                    <a:pt x="347" y="313"/>
                  </a:cubicBezTo>
                  <a:cubicBezTo>
                    <a:pt x="347" y="313"/>
                    <a:pt x="346" y="312"/>
                    <a:pt x="346" y="312"/>
                  </a:cubicBezTo>
                  <a:cubicBezTo>
                    <a:pt x="346" y="312"/>
                    <a:pt x="346" y="312"/>
                    <a:pt x="346" y="312"/>
                  </a:cubicBezTo>
                  <a:cubicBezTo>
                    <a:pt x="346" y="313"/>
                    <a:pt x="345" y="313"/>
                    <a:pt x="345" y="313"/>
                  </a:cubicBezTo>
                  <a:cubicBezTo>
                    <a:pt x="345" y="313"/>
                    <a:pt x="345" y="313"/>
                    <a:pt x="345" y="314"/>
                  </a:cubicBezTo>
                  <a:cubicBezTo>
                    <a:pt x="345" y="314"/>
                    <a:pt x="345" y="314"/>
                    <a:pt x="345" y="314"/>
                  </a:cubicBezTo>
                  <a:cubicBezTo>
                    <a:pt x="345" y="314"/>
                    <a:pt x="344" y="314"/>
                    <a:pt x="344" y="315"/>
                  </a:cubicBezTo>
                  <a:cubicBezTo>
                    <a:pt x="344" y="315"/>
                    <a:pt x="344" y="315"/>
                    <a:pt x="344" y="316"/>
                  </a:cubicBezTo>
                  <a:cubicBezTo>
                    <a:pt x="344" y="316"/>
                    <a:pt x="344" y="316"/>
                    <a:pt x="344" y="316"/>
                  </a:cubicBezTo>
                  <a:cubicBezTo>
                    <a:pt x="343" y="317"/>
                    <a:pt x="343" y="317"/>
                    <a:pt x="343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8"/>
                    <a:pt x="342" y="318"/>
                    <a:pt x="342" y="318"/>
                  </a:cubicBezTo>
                  <a:cubicBezTo>
                    <a:pt x="342" y="319"/>
                    <a:pt x="341" y="319"/>
                    <a:pt x="341" y="319"/>
                  </a:cubicBezTo>
                  <a:cubicBezTo>
                    <a:pt x="341" y="319"/>
                    <a:pt x="341" y="319"/>
                    <a:pt x="341" y="320"/>
                  </a:cubicBezTo>
                  <a:cubicBezTo>
                    <a:pt x="341" y="320"/>
                    <a:pt x="341" y="320"/>
                    <a:pt x="342" y="320"/>
                  </a:cubicBezTo>
                  <a:cubicBezTo>
                    <a:pt x="342" y="321"/>
                    <a:pt x="342" y="321"/>
                    <a:pt x="342" y="321"/>
                  </a:cubicBezTo>
                  <a:cubicBezTo>
                    <a:pt x="343" y="321"/>
                    <a:pt x="343" y="321"/>
                    <a:pt x="343" y="321"/>
                  </a:cubicBezTo>
                  <a:cubicBezTo>
                    <a:pt x="344" y="321"/>
                    <a:pt x="344" y="321"/>
                    <a:pt x="344" y="321"/>
                  </a:cubicBezTo>
                  <a:cubicBezTo>
                    <a:pt x="344" y="320"/>
                    <a:pt x="344" y="320"/>
                    <a:pt x="345" y="320"/>
                  </a:cubicBezTo>
                  <a:cubicBezTo>
                    <a:pt x="345" y="320"/>
                    <a:pt x="345" y="319"/>
                    <a:pt x="345" y="319"/>
                  </a:cubicBezTo>
                  <a:cubicBezTo>
                    <a:pt x="345" y="319"/>
                    <a:pt x="345" y="319"/>
                    <a:pt x="346" y="319"/>
                  </a:cubicBezTo>
                  <a:cubicBezTo>
                    <a:pt x="346" y="319"/>
                    <a:pt x="347" y="319"/>
                    <a:pt x="347" y="320"/>
                  </a:cubicBezTo>
                  <a:cubicBezTo>
                    <a:pt x="347" y="320"/>
                    <a:pt x="347" y="320"/>
                    <a:pt x="347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0"/>
                    <a:pt x="348" y="320"/>
                  </a:cubicBezTo>
                  <a:cubicBezTo>
                    <a:pt x="348" y="320"/>
                    <a:pt x="348" y="321"/>
                    <a:pt x="348" y="321"/>
                  </a:cubicBezTo>
                  <a:cubicBezTo>
                    <a:pt x="347" y="321"/>
                    <a:pt x="347" y="321"/>
                    <a:pt x="346" y="321"/>
                  </a:cubicBezTo>
                  <a:cubicBezTo>
                    <a:pt x="346" y="321"/>
                    <a:pt x="345" y="321"/>
                    <a:pt x="345" y="321"/>
                  </a:cubicBezTo>
                  <a:cubicBezTo>
                    <a:pt x="344" y="321"/>
                    <a:pt x="344" y="321"/>
                    <a:pt x="344" y="322"/>
                  </a:cubicBezTo>
                  <a:cubicBezTo>
                    <a:pt x="343" y="322"/>
                    <a:pt x="343" y="322"/>
                    <a:pt x="343" y="322"/>
                  </a:cubicBezTo>
                  <a:cubicBezTo>
                    <a:pt x="342" y="323"/>
                    <a:pt x="342" y="323"/>
                    <a:pt x="342" y="323"/>
                  </a:cubicBezTo>
                  <a:cubicBezTo>
                    <a:pt x="342" y="323"/>
                    <a:pt x="341" y="323"/>
                    <a:pt x="341" y="323"/>
                  </a:cubicBezTo>
                  <a:cubicBezTo>
                    <a:pt x="341" y="323"/>
                    <a:pt x="341" y="323"/>
                    <a:pt x="341" y="323"/>
                  </a:cubicBezTo>
                  <a:cubicBezTo>
                    <a:pt x="341" y="324"/>
                    <a:pt x="341" y="324"/>
                    <a:pt x="341" y="325"/>
                  </a:cubicBezTo>
                  <a:cubicBezTo>
                    <a:pt x="341" y="325"/>
                    <a:pt x="341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2" y="325"/>
                    <a:pt x="342" y="325"/>
                    <a:pt x="342" y="325"/>
                  </a:cubicBezTo>
                  <a:cubicBezTo>
                    <a:pt x="343" y="325"/>
                    <a:pt x="343" y="325"/>
                    <a:pt x="343" y="325"/>
                  </a:cubicBezTo>
                  <a:cubicBezTo>
                    <a:pt x="343" y="326"/>
                    <a:pt x="343" y="326"/>
                    <a:pt x="343" y="326"/>
                  </a:cubicBezTo>
                  <a:cubicBezTo>
                    <a:pt x="342" y="326"/>
                    <a:pt x="342" y="326"/>
                    <a:pt x="342" y="326"/>
                  </a:cubicBezTo>
                  <a:cubicBezTo>
                    <a:pt x="342" y="326"/>
                    <a:pt x="341" y="326"/>
                    <a:pt x="341" y="326"/>
                  </a:cubicBezTo>
                  <a:cubicBezTo>
                    <a:pt x="341" y="326"/>
                    <a:pt x="341" y="326"/>
                    <a:pt x="341" y="327"/>
                  </a:cubicBezTo>
                  <a:cubicBezTo>
                    <a:pt x="341" y="327"/>
                    <a:pt x="341" y="327"/>
                    <a:pt x="341" y="327"/>
                  </a:cubicBezTo>
                  <a:cubicBezTo>
                    <a:pt x="341" y="328"/>
                    <a:pt x="341" y="328"/>
                    <a:pt x="342" y="328"/>
                  </a:cubicBezTo>
                  <a:cubicBezTo>
                    <a:pt x="342" y="328"/>
                    <a:pt x="342" y="328"/>
                    <a:pt x="342" y="328"/>
                  </a:cubicBezTo>
                  <a:cubicBezTo>
                    <a:pt x="343" y="328"/>
                    <a:pt x="343" y="328"/>
                    <a:pt x="343" y="328"/>
                  </a:cubicBezTo>
                  <a:cubicBezTo>
                    <a:pt x="343" y="329"/>
                    <a:pt x="343" y="329"/>
                    <a:pt x="342" y="329"/>
                  </a:cubicBezTo>
                  <a:cubicBezTo>
                    <a:pt x="342" y="329"/>
                    <a:pt x="342" y="329"/>
                    <a:pt x="341" y="329"/>
                  </a:cubicBezTo>
                  <a:cubicBezTo>
                    <a:pt x="341" y="330"/>
                    <a:pt x="340" y="330"/>
                    <a:pt x="340" y="330"/>
                  </a:cubicBezTo>
                  <a:cubicBezTo>
                    <a:pt x="339" y="330"/>
                    <a:pt x="339" y="330"/>
                    <a:pt x="339" y="330"/>
                  </a:cubicBezTo>
                  <a:cubicBezTo>
                    <a:pt x="339" y="330"/>
                    <a:pt x="339" y="331"/>
                    <a:pt x="339" y="331"/>
                  </a:cubicBezTo>
                  <a:cubicBezTo>
                    <a:pt x="339" y="331"/>
                    <a:pt x="339" y="332"/>
                    <a:pt x="340" y="332"/>
                  </a:cubicBezTo>
                  <a:cubicBezTo>
                    <a:pt x="340" y="332"/>
                    <a:pt x="340" y="332"/>
                    <a:pt x="341" y="332"/>
                  </a:cubicBezTo>
                  <a:cubicBezTo>
                    <a:pt x="341" y="332"/>
                    <a:pt x="341" y="332"/>
                    <a:pt x="341" y="332"/>
                  </a:cubicBezTo>
                  <a:cubicBezTo>
                    <a:pt x="341" y="332"/>
                    <a:pt x="341" y="333"/>
                    <a:pt x="341" y="333"/>
                  </a:cubicBezTo>
                  <a:cubicBezTo>
                    <a:pt x="341" y="333"/>
                    <a:pt x="340" y="333"/>
                    <a:pt x="340" y="333"/>
                  </a:cubicBezTo>
                  <a:cubicBezTo>
                    <a:pt x="340" y="334"/>
                    <a:pt x="340" y="334"/>
                    <a:pt x="339" y="335"/>
                  </a:cubicBezTo>
                  <a:cubicBezTo>
                    <a:pt x="339" y="335"/>
                    <a:pt x="339" y="335"/>
                    <a:pt x="339" y="335"/>
                  </a:cubicBezTo>
                  <a:cubicBezTo>
                    <a:pt x="339" y="335"/>
                    <a:pt x="338" y="335"/>
                    <a:pt x="338" y="335"/>
                  </a:cubicBezTo>
                  <a:cubicBezTo>
                    <a:pt x="338" y="335"/>
                    <a:pt x="338" y="335"/>
                    <a:pt x="338" y="335"/>
                  </a:cubicBezTo>
                  <a:cubicBezTo>
                    <a:pt x="337" y="336"/>
                    <a:pt x="337" y="336"/>
                    <a:pt x="337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6"/>
                    <a:pt x="336" y="336"/>
                    <a:pt x="336" y="336"/>
                  </a:cubicBezTo>
                  <a:cubicBezTo>
                    <a:pt x="336" y="337"/>
                    <a:pt x="337" y="337"/>
                    <a:pt x="337" y="337"/>
                  </a:cubicBezTo>
                  <a:cubicBezTo>
                    <a:pt x="337" y="337"/>
                    <a:pt x="337" y="337"/>
                    <a:pt x="338" y="337"/>
                  </a:cubicBezTo>
                  <a:cubicBezTo>
                    <a:pt x="338" y="337"/>
                    <a:pt x="338" y="337"/>
                    <a:pt x="338" y="337"/>
                  </a:cubicBezTo>
                  <a:cubicBezTo>
                    <a:pt x="339" y="337"/>
                    <a:pt x="339" y="337"/>
                    <a:pt x="340" y="336"/>
                  </a:cubicBezTo>
                  <a:cubicBezTo>
                    <a:pt x="340" y="336"/>
                    <a:pt x="340" y="336"/>
                    <a:pt x="340" y="336"/>
                  </a:cubicBezTo>
                  <a:cubicBezTo>
                    <a:pt x="341" y="336"/>
                    <a:pt x="341" y="336"/>
                    <a:pt x="341" y="335"/>
                  </a:cubicBezTo>
                  <a:cubicBezTo>
                    <a:pt x="341" y="335"/>
                    <a:pt x="341" y="335"/>
                    <a:pt x="342" y="335"/>
                  </a:cubicBezTo>
                  <a:cubicBezTo>
                    <a:pt x="342" y="335"/>
                    <a:pt x="342" y="335"/>
                    <a:pt x="342" y="335"/>
                  </a:cubicBezTo>
                  <a:cubicBezTo>
                    <a:pt x="343" y="334"/>
                    <a:pt x="343" y="335"/>
                    <a:pt x="343" y="335"/>
                  </a:cubicBezTo>
                  <a:cubicBezTo>
                    <a:pt x="343" y="335"/>
                    <a:pt x="343" y="335"/>
                    <a:pt x="343" y="335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3" y="336"/>
                    <a:pt x="343" y="336"/>
                    <a:pt x="343" y="336"/>
                  </a:cubicBezTo>
                  <a:cubicBezTo>
                    <a:pt x="344" y="336"/>
                    <a:pt x="344" y="336"/>
                    <a:pt x="344" y="336"/>
                  </a:cubicBezTo>
                  <a:cubicBezTo>
                    <a:pt x="344" y="336"/>
                    <a:pt x="344" y="336"/>
                    <a:pt x="345" y="336"/>
                  </a:cubicBezTo>
                  <a:cubicBezTo>
                    <a:pt x="345" y="336"/>
                    <a:pt x="345" y="336"/>
                    <a:pt x="346" y="336"/>
                  </a:cubicBezTo>
                  <a:cubicBezTo>
                    <a:pt x="346" y="336"/>
                    <a:pt x="347" y="336"/>
                    <a:pt x="347" y="336"/>
                  </a:cubicBezTo>
                  <a:cubicBezTo>
                    <a:pt x="347" y="336"/>
                    <a:pt x="347" y="336"/>
                    <a:pt x="348" y="336"/>
                  </a:cubicBezTo>
                  <a:cubicBezTo>
                    <a:pt x="348" y="336"/>
                    <a:pt x="348" y="336"/>
                    <a:pt x="348" y="336"/>
                  </a:cubicBezTo>
                  <a:cubicBezTo>
                    <a:pt x="349" y="336"/>
                    <a:pt x="349" y="336"/>
                    <a:pt x="350" y="336"/>
                  </a:cubicBezTo>
                  <a:cubicBezTo>
                    <a:pt x="350" y="336"/>
                    <a:pt x="351" y="335"/>
                    <a:pt x="351" y="335"/>
                  </a:cubicBezTo>
                  <a:cubicBezTo>
                    <a:pt x="351" y="334"/>
                    <a:pt x="351" y="334"/>
                    <a:pt x="351" y="334"/>
                  </a:cubicBezTo>
                  <a:cubicBezTo>
                    <a:pt x="351" y="334"/>
                    <a:pt x="351" y="334"/>
                    <a:pt x="351" y="333"/>
                  </a:cubicBezTo>
                  <a:cubicBezTo>
                    <a:pt x="351" y="333"/>
                    <a:pt x="351" y="333"/>
                    <a:pt x="351" y="333"/>
                  </a:cubicBezTo>
                  <a:cubicBezTo>
                    <a:pt x="351" y="333"/>
                    <a:pt x="351" y="332"/>
                    <a:pt x="351" y="332"/>
                  </a:cubicBezTo>
                  <a:cubicBezTo>
                    <a:pt x="351" y="332"/>
                    <a:pt x="351" y="332"/>
                    <a:pt x="352" y="331"/>
                  </a:cubicBezTo>
                  <a:cubicBezTo>
                    <a:pt x="352" y="331"/>
                    <a:pt x="352" y="331"/>
                    <a:pt x="352" y="331"/>
                  </a:cubicBezTo>
                  <a:cubicBezTo>
                    <a:pt x="352" y="331"/>
                    <a:pt x="351" y="330"/>
                    <a:pt x="351" y="330"/>
                  </a:cubicBezTo>
                  <a:cubicBezTo>
                    <a:pt x="351" y="330"/>
                    <a:pt x="351" y="330"/>
                    <a:pt x="350" y="330"/>
                  </a:cubicBezTo>
                  <a:cubicBezTo>
                    <a:pt x="350" y="330"/>
                    <a:pt x="350" y="330"/>
                    <a:pt x="349" y="330"/>
                  </a:cubicBezTo>
                  <a:cubicBezTo>
                    <a:pt x="349" y="330"/>
                    <a:pt x="348" y="331"/>
                    <a:pt x="347" y="331"/>
                  </a:cubicBezTo>
                  <a:cubicBezTo>
                    <a:pt x="347" y="331"/>
                    <a:pt x="346" y="331"/>
                    <a:pt x="346" y="331"/>
                  </a:cubicBezTo>
                  <a:cubicBezTo>
                    <a:pt x="345" y="331"/>
                    <a:pt x="345" y="331"/>
                    <a:pt x="344" y="331"/>
                  </a:cubicBezTo>
                  <a:cubicBezTo>
                    <a:pt x="344" y="332"/>
                    <a:pt x="344" y="332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1"/>
                    <a:pt x="344" y="331"/>
                    <a:pt x="344" y="331"/>
                  </a:cubicBezTo>
                  <a:cubicBezTo>
                    <a:pt x="344" y="330"/>
                    <a:pt x="344" y="330"/>
                    <a:pt x="344" y="330"/>
                  </a:cubicBezTo>
                  <a:cubicBezTo>
                    <a:pt x="345" y="330"/>
                    <a:pt x="345" y="330"/>
                    <a:pt x="345" y="330"/>
                  </a:cubicBezTo>
                  <a:cubicBezTo>
                    <a:pt x="346" y="330"/>
                    <a:pt x="346" y="330"/>
                    <a:pt x="347" y="330"/>
                  </a:cubicBezTo>
                  <a:cubicBezTo>
                    <a:pt x="347" y="330"/>
                    <a:pt x="348" y="330"/>
                    <a:pt x="348" y="330"/>
                  </a:cubicBezTo>
                  <a:cubicBezTo>
                    <a:pt x="348" y="329"/>
                    <a:pt x="349" y="329"/>
                    <a:pt x="349" y="329"/>
                  </a:cubicBezTo>
                  <a:cubicBezTo>
                    <a:pt x="349" y="329"/>
                    <a:pt x="349" y="329"/>
                    <a:pt x="349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8"/>
                    <a:pt x="350" y="328"/>
                    <a:pt x="350" y="328"/>
                  </a:cubicBezTo>
                  <a:cubicBezTo>
                    <a:pt x="350" y="327"/>
                    <a:pt x="350" y="327"/>
                    <a:pt x="351" y="327"/>
                  </a:cubicBezTo>
                  <a:cubicBezTo>
                    <a:pt x="351" y="327"/>
                    <a:pt x="351" y="327"/>
                    <a:pt x="351" y="327"/>
                  </a:cubicBezTo>
                  <a:cubicBezTo>
                    <a:pt x="351" y="328"/>
                    <a:pt x="352" y="328"/>
                    <a:pt x="352" y="328"/>
                  </a:cubicBezTo>
                  <a:cubicBezTo>
                    <a:pt x="352" y="328"/>
                    <a:pt x="352" y="328"/>
                    <a:pt x="353" y="328"/>
                  </a:cubicBezTo>
                  <a:cubicBezTo>
                    <a:pt x="353" y="328"/>
                    <a:pt x="353" y="328"/>
                    <a:pt x="353" y="328"/>
                  </a:cubicBezTo>
                  <a:cubicBezTo>
                    <a:pt x="353" y="328"/>
                    <a:pt x="354" y="327"/>
                    <a:pt x="354" y="327"/>
                  </a:cubicBezTo>
                  <a:cubicBezTo>
                    <a:pt x="354" y="327"/>
                    <a:pt x="354" y="327"/>
                    <a:pt x="354" y="327"/>
                  </a:cubicBezTo>
                  <a:close/>
                  <a:moveTo>
                    <a:pt x="357" y="318"/>
                  </a:moveTo>
                  <a:cubicBezTo>
                    <a:pt x="357" y="317"/>
                    <a:pt x="357" y="315"/>
                    <a:pt x="356" y="314"/>
                  </a:cubicBezTo>
                  <a:cubicBezTo>
                    <a:pt x="356" y="314"/>
                    <a:pt x="356" y="313"/>
                    <a:pt x="356" y="313"/>
                  </a:cubicBezTo>
                  <a:cubicBezTo>
                    <a:pt x="356" y="313"/>
                    <a:pt x="356" y="313"/>
                    <a:pt x="355" y="313"/>
                  </a:cubicBezTo>
                  <a:cubicBezTo>
                    <a:pt x="355" y="313"/>
                    <a:pt x="355" y="313"/>
                    <a:pt x="355" y="313"/>
                  </a:cubicBezTo>
                  <a:cubicBezTo>
                    <a:pt x="355" y="313"/>
                    <a:pt x="355" y="314"/>
                    <a:pt x="355" y="314"/>
                  </a:cubicBezTo>
                  <a:cubicBezTo>
                    <a:pt x="355" y="314"/>
                    <a:pt x="355" y="315"/>
                    <a:pt x="355" y="316"/>
                  </a:cubicBezTo>
                  <a:cubicBezTo>
                    <a:pt x="355" y="316"/>
                    <a:pt x="355" y="316"/>
                    <a:pt x="355" y="316"/>
                  </a:cubicBezTo>
                  <a:cubicBezTo>
                    <a:pt x="355" y="317"/>
                    <a:pt x="355" y="317"/>
                    <a:pt x="355" y="318"/>
                  </a:cubicBezTo>
                  <a:cubicBezTo>
                    <a:pt x="355" y="318"/>
                    <a:pt x="355" y="319"/>
                    <a:pt x="355" y="320"/>
                  </a:cubicBezTo>
                  <a:cubicBezTo>
                    <a:pt x="355" y="320"/>
                    <a:pt x="355" y="320"/>
                    <a:pt x="355" y="320"/>
                  </a:cubicBezTo>
                  <a:cubicBezTo>
                    <a:pt x="355" y="321"/>
                    <a:pt x="354" y="321"/>
                    <a:pt x="355" y="322"/>
                  </a:cubicBezTo>
                  <a:cubicBezTo>
                    <a:pt x="355" y="322"/>
                    <a:pt x="355" y="323"/>
                    <a:pt x="355" y="323"/>
                  </a:cubicBezTo>
                  <a:cubicBezTo>
                    <a:pt x="355" y="324"/>
                    <a:pt x="355" y="325"/>
                    <a:pt x="355" y="325"/>
                  </a:cubicBezTo>
                  <a:cubicBezTo>
                    <a:pt x="355" y="325"/>
                    <a:pt x="355" y="326"/>
                    <a:pt x="355" y="326"/>
                  </a:cubicBezTo>
                  <a:cubicBezTo>
                    <a:pt x="355" y="327"/>
                    <a:pt x="355" y="328"/>
                    <a:pt x="355" y="328"/>
                  </a:cubicBezTo>
                  <a:cubicBezTo>
                    <a:pt x="355" y="329"/>
                    <a:pt x="355" y="329"/>
                    <a:pt x="355" y="329"/>
                  </a:cubicBezTo>
                  <a:cubicBezTo>
                    <a:pt x="355" y="329"/>
                    <a:pt x="355" y="329"/>
                    <a:pt x="355" y="330"/>
                  </a:cubicBezTo>
                  <a:cubicBezTo>
                    <a:pt x="355" y="330"/>
                    <a:pt x="355" y="330"/>
                    <a:pt x="355" y="331"/>
                  </a:cubicBezTo>
                  <a:cubicBezTo>
                    <a:pt x="355" y="331"/>
                    <a:pt x="355" y="332"/>
                    <a:pt x="355" y="332"/>
                  </a:cubicBezTo>
                  <a:cubicBezTo>
                    <a:pt x="355" y="332"/>
                    <a:pt x="355" y="332"/>
                    <a:pt x="355" y="332"/>
                  </a:cubicBezTo>
                  <a:cubicBezTo>
                    <a:pt x="355" y="333"/>
                    <a:pt x="355" y="333"/>
                    <a:pt x="355" y="333"/>
                  </a:cubicBezTo>
                  <a:cubicBezTo>
                    <a:pt x="355" y="334"/>
                    <a:pt x="355" y="334"/>
                    <a:pt x="355" y="335"/>
                  </a:cubicBezTo>
                  <a:cubicBezTo>
                    <a:pt x="355" y="335"/>
                    <a:pt x="355" y="335"/>
                    <a:pt x="355" y="335"/>
                  </a:cubicBezTo>
                  <a:cubicBezTo>
                    <a:pt x="355" y="335"/>
                    <a:pt x="356" y="335"/>
                    <a:pt x="356" y="335"/>
                  </a:cubicBezTo>
                  <a:cubicBezTo>
                    <a:pt x="356" y="334"/>
                    <a:pt x="356" y="334"/>
                    <a:pt x="356" y="334"/>
                  </a:cubicBezTo>
                  <a:cubicBezTo>
                    <a:pt x="356" y="333"/>
                    <a:pt x="356" y="332"/>
                    <a:pt x="356" y="332"/>
                  </a:cubicBezTo>
                  <a:cubicBezTo>
                    <a:pt x="356" y="332"/>
                    <a:pt x="356" y="332"/>
                    <a:pt x="356" y="332"/>
                  </a:cubicBezTo>
                  <a:cubicBezTo>
                    <a:pt x="356" y="331"/>
                    <a:pt x="356" y="330"/>
                    <a:pt x="356" y="330"/>
                  </a:cubicBezTo>
                  <a:cubicBezTo>
                    <a:pt x="356" y="330"/>
                    <a:pt x="356" y="329"/>
                    <a:pt x="356" y="329"/>
                  </a:cubicBezTo>
                  <a:cubicBezTo>
                    <a:pt x="356" y="329"/>
                    <a:pt x="356" y="329"/>
                    <a:pt x="356" y="328"/>
                  </a:cubicBezTo>
                  <a:cubicBezTo>
                    <a:pt x="356" y="328"/>
                    <a:pt x="356" y="328"/>
                    <a:pt x="356" y="327"/>
                  </a:cubicBezTo>
                  <a:cubicBezTo>
                    <a:pt x="356" y="327"/>
                    <a:pt x="356" y="326"/>
                    <a:pt x="356" y="326"/>
                  </a:cubicBezTo>
                  <a:cubicBezTo>
                    <a:pt x="356" y="326"/>
                    <a:pt x="356" y="326"/>
                    <a:pt x="356" y="326"/>
                  </a:cubicBezTo>
                  <a:cubicBezTo>
                    <a:pt x="356" y="325"/>
                    <a:pt x="356" y="325"/>
                    <a:pt x="356" y="325"/>
                  </a:cubicBezTo>
                  <a:cubicBezTo>
                    <a:pt x="356" y="324"/>
                    <a:pt x="356" y="324"/>
                    <a:pt x="357" y="324"/>
                  </a:cubicBezTo>
                  <a:cubicBezTo>
                    <a:pt x="357" y="323"/>
                    <a:pt x="357" y="323"/>
                    <a:pt x="356" y="323"/>
                  </a:cubicBezTo>
                  <a:cubicBezTo>
                    <a:pt x="356" y="322"/>
                    <a:pt x="356" y="322"/>
                    <a:pt x="356" y="321"/>
                  </a:cubicBezTo>
                  <a:cubicBezTo>
                    <a:pt x="356" y="321"/>
                    <a:pt x="356" y="320"/>
                    <a:pt x="357" y="320"/>
                  </a:cubicBezTo>
                  <a:cubicBezTo>
                    <a:pt x="357" y="320"/>
                    <a:pt x="357" y="320"/>
                    <a:pt x="357" y="320"/>
                  </a:cubicBezTo>
                  <a:cubicBezTo>
                    <a:pt x="357" y="319"/>
                    <a:pt x="357" y="319"/>
                    <a:pt x="357" y="319"/>
                  </a:cubicBezTo>
                  <a:cubicBezTo>
                    <a:pt x="357" y="319"/>
                    <a:pt x="357" y="318"/>
                    <a:pt x="357" y="318"/>
                  </a:cubicBezTo>
                  <a:close/>
                  <a:moveTo>
                    <a:pt x="380" y="332"/>
                  </a:moveTo>
                  <a:cubicBezTo>
                    <a:pt x="380" y="332"/>
                    <a:pt x="380" y="332"/>
                    <a:pt x="380" y="332"/>
                  </a:cubicBezTo>
                  <a:cubicBezTo>
                    <a:pt x="379" y="332"/>
                    <a:pt x="379" y="331"/>
                    <a:pt x="379" y="331"/>
                  </a:cubicBezTo>
                  <a:cubicBezTo>
                    <a:pt x="379" y="330"/>
                    <a:pt x="378" y="330"/>
                    <a:pt x="378" y="330"/>
                  </a:cubicBezTo>
                  <a:cubicBezTo>
                    <a:pt x="378" y="330"/>
                    <a:pt x="377" y="331"/>
                    <a:pt x="378" y="331"/>
                  </a:cubicBezTo>
                  <a:cubicBezTo>
                    <a:pt x="378" y="331"/>
                    <a:pt x="378" y="332"/>
                    <a:pt x="378" y="332"/>
                  </a:cubicBezTo>
                  <a:cubicBezTo>
                    <a:pt x="378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79" y="333"/>
                  </a:cubicBezTo>
                  <a:cubicBezTo>
                    <a:pt x="379" y="333"/>
                    <a:pt x="379" y="333"/>
                    <a:pt x="380" y="333"/>
                  </a:cubicBezTo>
                  <a:cubicBezTo>
                    <a:pt x="380" y="333"/>
                    <a:pt x="380" y="333"/>
                    <a:pt x="380" y="332"/>
                  </a:cubicBezTo>
                  <a:close/>
                  <a:moveTo>
                    <a:pt x="388" y="321"/>
                  </a:moveTo>
                  <a:cubicBezTo>
                    <a:pt x="388" y="321"/>
                    <a:pt x="388" y="321"/>
                    <a:pt x="387" y="321"/>
                  </a:cubicBezTo>
                  <a:cubicBezTo>
                    <a:pt x="387" y="321"/>
                    <a:pt x="387" y="321"/>
                    <a:pt x="386" y="321"/>
                  </a:cubicBezTo>
                  <a:cubicBezTo>
                    <a:pt x="386" y="321"/>
                    <a:pt x="386" y="321"/>
                    <a:pt x="386" y="321"/>
                  </a:cubicBezTo>
                  <a:cubicBezTo>
                    <a:pt x="386" y="320"/>
                    <a:pt x="386" y="320"/>
                    <a:pt x="386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5" y="320"/>
                    <a:pt x="385" y="320"/>
                    <a:pt x="385" y="320"/>
                  </a:cubicBezTo>
                  <a:cubicBezTo>
                    <a:pt x="384" y="320"/>
                    <a:pt x="384" y="320"/>
                    <a:pt x="384" y="321"/>
                  </a:cubicBezTo>
                  <a:cubicBezTo>
                    <a:pt x="384" y="321"/>
                    <a:pt x="383" y="322"/>
                    <a:pt x="383" y="322"/>
                  </a:cubicBezTo>
                  <a:cubicBezTo>
                    <a:pt x="383" y="322"/>
                    <a:pt x="383" y="322"/>
                    <a:pt x="383" y="322"/>
                  </a:cubicBezTo>
                  <a:cubicBezTo>
                    <a:pt x="382" y="322"/>
                    <a:pt x="382" y="322"/>
                    <a:pt x="382" y="321"/>
                  </a:cubicBezTo>
                  <a:cubicBezTo>
                    <a:pt x="382" y="321"/>
                    <a:pt x="382" y="321"/>
                    <a:pt x="382" y="321"/>
                  </a:cubicBezTo>
                  <a:cubicBezTo>
                    <a:pt x="381" y="321"/>
                    <a:pt x="381" y="321"/>
                    <a:pt x="381" y="322"/>
                  </a:cubicBezTo>
                  <a:cubicBezTo>
                    <a:pt x="381" y="322"/>
                    <a:pt x="381" y="323"/>
                    <a:pt x="381" y="323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1" y="324"/>
                    <a:pt x="381" y="324"/>
                    <a:pt x="381" y="324"/>
                  </a:cubicBezTo>
                  <a:cubicBezTo>
                    <a:pt x="380" y="325"/>
                    <a:pt x="380" y="325"/>
                    <a:pt x="380" y="325"/>
                  </a:cubicBezTo>
                  <a:cubicBezTo>
                    <a:pt x="380" y="325"/>
                    <a:pt x="380" y="324"/>
                    <a:pt x="380" y="324"/>
                  </a:cubicBezTo>
                  <a:cubicBezTo>
                    <a:pt x="380" y="324"/>
                    <a:pt x="379" y="324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79" y="323"/>
                    <a:pt x="379" y="323"/>
                  </a:cubicBezTo>
                  <a:cubicBezTo>
                    <a:pt x="379" y="323"/>
                    <a:pt x="380" y="322"/>
                    <a:pt x="380" y="322"/>
                  </a:cubicBezTo>
                  <a:cubicBezTo>
                    <a:pt x="380" y="321"/>
                    <a:pt x="380" y="321"/>
                    <a:pt x="380" y="320"/>
                  </a:cubicBezTo>
                  <a:cubicBezTo>
                    <a:pt x="380" y="320"/>
                    <a:pt x="380" y="320"/>
                    <a:pt x="379" y="320"/>
                  </a:cubicBezTo>
                  <a:cubicBezTo>
                    <a:pt x="379" y="319"/>
                    <a:pt x="379" y="319"/>
                    <a:pt x="379" y="319"/>
                  </a:cubicBezTo>
                  <a:cubicBezTo>
                    <a:pt x="379" y="319"/>
                    <a:pt x="378" y="319"/>
                    <a:pt x="378" y="319"/>
                  </a:cubicBezTo>
                  <a:cubicBezTo>
                    <a:pt x="378" y="320"/>
                    <a:pt x="378" y="319"/>
                    <a:pt x="377" y="319"/>
                  </a:cubicBezTo>
                  <a:cubicBezTo>
                    <a:pt x="377" y="319"/>
                    <a:pt x="377" y="319"/>
                    <a:pt x="377" y="319"/>
                  </a:cubicBezTo>
                  <a:cubicBezTo>
                    <a:pt x="378" y="319"/>
                    <a:pt x="378" y="319"/>
                    <a:pt x="378" y="319"/>
                  </a:cubicBezTo>
                  <a:cubicBezTo>
                    <a:pt x="379" y="319"/>
                    <a:pt x="379" y="318"/>
                    <a:pt x="379" y="318"/>
                  </a:cubicBezTo>
                  <a:cubicBezTo>
                    <a:pt x="379" y="318"/>
                    <a:pt x="380" y="318"/>
                    <a:pt x="380" y="318"/>
                  </a:cubicBezTo>
                  <a:cubicBezTo>
                    <a:pt x="380" y="318"/>
                    <a:pt x="380" y="318"/>
                    <a:pt x="381" y="318"/>
                  </a:cubicBezTo>
                  <a:cubicBezTo>
                    <a:pt x="381" y="317"/>
                    <a:pt x="381" y="317"/>
                    <a:pt x="381" y="316"/>
                  </a:cubicBezTo>
                  <a:cubicBezTo>
                    <a:pt x="381" y="316"/>
                    <a:pt x="381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79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5"/>
                    <a:pt x="380" y="315"/>
                  </a:cubicBezTo>
                  <a:cubicBezTo>
                    <a:pt x="380" y="315"/>
                    <a:pt x="380" y="316"/>
                    <a:pt x="379" y="316"/>
                  </a:cubicBezTo>
                  <a:cubicBezTo>
                    <a:pt x="379" y="316"/>
                    <a:pt x="379" y="316"/>
                    <a:pt x="378" y="316"/>
                  </a:cubicBezTo>
                  <a:cubicBezTo>
                    <a:pt x="377" y="317"/>
                    <a:pt x="377" y="317"/>
                    <a:pt x="376" y="317"/>
                  </a:cubicBezTo>
                  <a:cubicBezTo>
                    <a:pt x="376" y="317"/>
                    <a:pt x="375" y="317"/>
                    <a:pt x="375" y="318"/>
                  </a:cubicBezTo>
                  <a:cubicBezTo>
                    <a:pt x="375" y="318"/>
                    <a:pt x="375" y="318"/>
                    <a:pt x="375" y="318"/>
                  </a:cubicBezTo>
                  <a:cubicBezTo>
                    <a:pt x="375" y="318"/>
                    <a:pt x="374" y="318"/>
                    <a:pt x="374" y="318"/>
                  </a:cubicBezTo>
                  <a:cubicBezTo>
                    <a:pt x="374" y="318"/>
                    <a:pt x="374" y="318"/>
                    <a:pt x="374" y="318"/>
                  </a:cubicBezTo>
                  <a:cubicBezTo>
                    <a:pt x="374" y="318"/>
                    <a:pt x="373" y="318"/>
                    <a:pt x="373" y="318"/>
                  </a:cubicBezTo>
                  <a:cubicBezTo>
                    <a:pt x="373" y="318"/>
                    <a:pt x="373" y="318"/>
                    <a:pt x="373" y="318"/>
                  </a:cubicBezTo>
                  <a:cubicBezTo>
                    <a:pt x="373" y="318"/>
                    <a:pt x="372" y="318"/>
                    <a:pt x="372" y="317"/>
                  </a:cubicBezTo>
                  <a:cubicBezTo>
                    <a:pt x="371" y="317"/>
                    <a:pt x="371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7"/>
                    <a:pt x="370" y="317"/>
                    <a:pt x="370" y="317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8"/>
                    <a:pt x="370" y="318"/>
                    <a:pt x="370" y="318"/>
                  </a:cubicBezTo>
                  <a:cubicBezTo>
                    <a:pt x="370" y="319"/>
                    <a:pt x="370" y="319"/>
                    <a:pt x="371" y="319"/>
                  </a:cubicBezTo>
                  <a:cubicBezTo>
                    <a:pt x="371" y="319"/>
                    <a:pt x="371" y="319"/>
                    <a:pt x="371" y="319"/>
                  </a:cubicBezTo>
                  <a:cubicBezTo>
                    <a:pt x="371" y="320"/>
                    <a:pt x="371" y="320"/>
                    <a:pt x="372" y="320"/>
                  </a:cubicBezTo>
                  <a:cubicBezTo>
                    <a:pt x="372" y="320"/>
                    <a:pt x="372" y="320"/>
                    <a:pt x="373" y="320"/>
                  </a:cubicBezTo>
                  <a:cubicBezTo>
                    <a:pt x="373" y="320"/>
                    <a:pt x="373" y="321"/>
                    <a:pt x="373" y="321"/>
                  </a:cubicBezTo>
                  <a:cubicBezTo>
                    <a:pt x="373" y="321"/>
                    <a:pt x="373" y="321"/>
                    <a:pt x="373" y="321"/>
                  </a:cubicBezTo>
                  <a:cubicBezTo>
                    <a:pt x="372" y="322"/>
                    <a:pt x="372" y="322"/>
                    <a:pt x="372" y="322"/>
                  </a:cubicBezTo>
                  <a:cubicBezTo>
                    <a:pt x="372" y="322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2" y="323"/>
                    <a:pt x="372" y="323"/>
                    <a:pt x="372" y="323"/>
                  </a:cubicBezTo>
                  <a:cubicBezTo>
                    <a:pt x="373" y="324"/>
                    <a:pt x="373" y="324"/>
                    <a:pt x="373" y="323"/>
                  </a:cubicBezTo>
                  <a:cubicBezTo>
                    <a:pt x="374" y="323"/>
                    <a:pt x="374" y="323"/>
                    <a:pt x="374" y="323"/>
                  </a:cubicBezTo>
                  <a:cubicBezTo>
                    <a:pt x="374" y="323"/>
                    <a:pt x="375" y="323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5" y="324"/>
                    <a:pt x="375" y="324"/>
                  </a:cubicBezTo>
                  <a:cubicBezTo>
                    <a:pt x="375" y="324"/>
                    <a:pt x="374" y="324"/>
                    <a:pt x="374" y="325"/>
                  </a:cubicBezTo>
                  <a:cubicBezTo>
                    <a:pt x="374" y="325"/>
                    <a:pt x="374" y="325"/>
                    <a:pt x="374" y="325"/>
                  </a:cubicBezTo>
                  <a:cubicBezTo>
                    <a:pt x="374" y="325"/>
                    <a:pt x="373" y="326"/>
                    <a:pt x="373" y="326"/>
                  </a:cubicBezTo>
                  <a:cubicBezTo>
                    <a:pt x="372" y="326"/>
                    <a:pt x="372" y="326"/>
                    <a:pt x="372" y="326"/>
                  </a:cubicBezTo>
                  <a:cubicBezTo>
                    <a:pt x="371" y="327"/>
                    <a:pt x="370" y="327"/>
                    <a:pt x="370" y="327"/>
                  </a:cubicBezTo>
                  <a:cubicBezTo>
                    <a:pt x="369" y="327"/>
                    <a:pt x="368" y="327"/>
                    <a:pt x="368" y="327"/>
                  </a:cubicBezTo>
                  <a:cubicBezTo>
                    <a:pt x="368" y="327"/>
                    <a:pt x="368" y="327"/>
                    <a:pt x="368" y="327"/>
                  </a:cubicBezTo>
                  <a:cubicBezTo>
                    <a:pt x="368" y="327"/>
                    <a:pt x="368" y="328"/>
                    <a:pt x="368" y="328"/>
                  </a:cubicBezTo>
                  <a:cubicBezTo>
                    <a:pt x="368" y="328"/>
                    <a:pt x="368" y="328"/>
                    <a:pt x="368" y="328"/>
                  </a:cubicBezTo>
                  <a:cubicBezTo>
                    <a:pt x="368" y="328"/>
                    <a:pt x="369" y="328"/>
                    <a:pt x="369" y="328"/>
                  </a:cubicBezTo>
                  <a:cubicBezTo>
                    <a:pt x="369" y="328"/>
                    <a:pt x="370" y="328"/>
                    <a:pt x="370" y="328"/>
                  </a:cubicBezTo>
                  <a:cubicBezTo>
                    <a:pt x="370" y="328"/>
                    <a:pt x="371" y="328"/>
                    <a:pt x="371" y="328"/>
                  </a:cubicBezTo>
                  <a:cubicBezTo>
                    <a:pt x="372" y="328"/>
                    <a:pt x="372" y="328"/>
                    <a:pt x="373" y="328"/>
                  </a:cubicBezTo>
                  <a:cubicBezTo>
                    <a:pt x="373" y="328"/>
                    <a:pt x="373" y="328"/>
                    <a:pt x="374" y="328"/>
                  </a:cubicBezTo>
                  <a:cubicBezTo>
                    <a:pt x="374" y="328"/>
                    <a:pt x="374" y="328"/>
                    <a:pt x="374" y="329"/>
                  </a:cubicBezTo>
                  <a:cubicBezTo>
                    <a:pt x="374" y="329"/>
                    <a:pt x="373" y="329"/>
                    <a:pt x="373" y="329"/>
                  </a:cubicBezTo>
                  <a:cubicBezTo>
                    <a:pt x="372" y="330"/>
                    <a:pt x="371" y="330"/>
                    <a:pt x="370" y="331"/>
                  </a:cubicBezTo>
                  <a:cubicBezTo>
                    <a:pt x="369" y="331"/>
                    <a:pt x="368" y="331"/>
                    <a:pt x="367" y="331"/>
                  </a:cubicBezTo>
                  <a:cubicBezTo>
                    <a:pt x="367" y="331"/>
                    <a:pt x="367" y="331"/>
                    <a:pt x="367" y="332"/>
                  </a:cubicBezTo>
                  <a:cubicBezTo>
                    <a:pt x="367" y="332"/>
                    <a:pt x="367" y="332"/>
                    <a:pt x="367" y="332"/>
                  </a:cubicBezTo>
                  <a:cubicBezTo>
                    <a:pt x="367" y="333"/>
                    <a:pt x="367" y="333"/>
                    <a:pt x="368" y="333"/>
                  </a:cubicBezTo>
                  <a:cubicBezTo>
                    <a:pt x="368" y="333"/>
                    <a:pt x="368" y="333"/>
                    <a:pt x="368" y="333"/>
                  </a:cubicBezTo>
                  <a:cubicBezTo>
                    <a:pt x="369" y="333"/>
                    <a:pt x="369" y="333"/>
                    <a:pt x="369" y="332"/>
                  </a:cubicBezTo>
                  <a:cubicBezTo>
                    <a:pt x="370" y="332"/>
                    <a:pt x="370" y="332"/>
                    <a:pt x="370" y="332"/>
                  </a:cubicBezTo>
                  <a:cubicBezTo>
                    <a:pt x="371" y="332"/>
                    <a:pt x="371" y="333"/>
                    <a:pt x="371" y="333"/>
                  </a:cubicBezTo>
                  <a:cubicBezTo>
                    <a:pt x="371" y="333"/>
                    <a:pt x="371" y="333"/>
                    <a:pt x="371" y="333"/>
                  </a:cubicBezTo>
                  <a:cubicBezTo>
                    <a:pt x="371" y="334"/>
                    <a:pt x="371" y="334"/>
                    <a:pt x="371" y="334"/>
                  </a:cubicBezTo>
                  <a:cubicBezTo>
                    <a:pt x="371" y="335"/>
                    <a:pt x="371" y="335"/>
                    <a:pt x="371" y="335"/>
                  </a:cubicBezTo>
                  <a:cubicBezTo>
                    <a:pt x="371" y="335"/>
                    <a:pt x="372" y="335"/>
                    <a:pt x="372" y="334"/>
                  </a:cubicBezTo>
                  <a:cubicBezTo>
                    <a:pt x="372" y="334"/>
                    <a:pt x="372" y="334"/>
                    <a:pt x="372" y="334"/>
                  </a:cubicBezTo>
                  <a:cubicBezTo>
                    <a:pt x="372" y="334"/>
                    <a:pt x="372" y="334"/>
                    <a:pt x="372" y="333"/>
                  </a:cubicBezTo>
                  <a:cubicBezTo>
                    <a:pt x="372" y="333"/>
                    <a:pt x="372" y="333"/>
                    <a:pt x="372" y="333"/>
                  </a:cubicBezTo>
                  <a:cubicBezTo>
                    <a:pt x="372" y="333"/>
                    <a:pt x="372" y="332"/>
                    <a:pt x="372" y="332"/>
                  </a:cubicBezTo>
                  <a:cubicBezTo>
                    <a:pt x="372" y="332"/>
                    <a:pt x="372" y="332"/>
                    <a:pt x="372" y="332"/>
                  </a:cubicBezTo>
                  <a:cubicBezTo>
                    <a:pt x="373" y="331"/>
                    <a:pt x="373" y="331"/>
                    <a:pt x="374" y="331"/>
                  </a:cubicBezTo>
                  <a:cubicBezTo>
                    <a:pt x="374" y="331"/>
                    <a:pt x="374" y="332"/>
                    <a:pt x="374" y="332"/>
                  </a:cubicBezTo>
                  <a:cubicBezTo>
                    <a:pt x="374" y="332"/>
                    <a:pt x="374" y="332"/>
                    <a:pt x="374" y="332"/>
                  </a:cubicBezTo>
                  <a:cubicBezTo>
                    <a:pt x="374" y="333"/>
                    <a:pt x="374" y="333"/>
                    <a:pt x="374" y="333"/>
                  </a:cubicBezTo>
                  <a:cubicBezTo>
                    <a:pt x="374" y="334"/>
                    <a:pt x="374" y="334"/>
                    <a:pt x="374" y="334"/>
                  </a:cubicBezTo>
                  <a:cubicBezTo>
                    <a:pt x="373" y="334"/>
                    <a:pt x="373" y="335"/>
                    <a:pt x="374" y="335"/>
                  </a:cubicBezTo>
                  <a:cubicBezTo>
                    <a:pt x="374" y="335"/>
                    <a:pt x="374" y="335"/>
                    <a:pt x="374" y="336"/>
                  </a:cubicBezTo>
                  <a:cubicBezTo>
                    <a:pt x="374" y="336"/>
                    <a:pt x="374" y="336"/>
                    <a:pt x="374" y="336"/>
                  </a:cubicBezTo>
                  <a:cubicBezTo>
                    <a:pt x="375" y="336"/>
                    <a:pt x="375" y="335"/>
                    <a:pt x="375" y="335"/>
                  </a:cubicBezTo>
                  <a:cubicBezTo>
                    <a:pt x="375" y="335"/>
                    <a:pt x="375" y="334"/>
                    <a:pt x="376" y="334"/>
                  </a:cubicBezTo>
                  <a:cubicBezTo>
                    <a:pt x="376" y="333"/>
                    <a:pt x="376" y="333"/>
                    <a:pt x="376" y="332"/>
                  </a:cubicBezTo>
                  <a:cubicBezTo>
                    <a:pt x="376" y="332"/>
                    <a:pt x="376" y="332"/>
                    <a:pt x="376" y="332"/>
                  </a:cubicBezTo>
                  <a:cubicBezTo>
                    <a:pt x="376" y="332"/>
                    <a:pt x="376" y="331"/>
                    <a:pt x="376" y="331"/>
                  </a:cubicBezTo>
                  <a:cubicBezTo>
                    <a:pt x="376" y="331"/>
                    <a:pt x="376" y="330"/>
                    <a:pt x="376" y="330"/>
                  </a:cubicBezTo>
                  <a:cubicBezTo>
                    <a:pt x="377" y="330"/>
                    <a:pt x="377" y="330"/>
                    <a:pt x="377" y="330"/>
                  </a:cubicBezTo>
                  <a:cubicBezTo>
                    <a:pt x="377" y="330"/>
                    <a:pt x="377" y="330"/>
                    <a:pt x="378" y="329"/>
                  </a:cubicBezTo>
                  <a:cubicBezTo>
                    <a:pt x="378" y="329"/>
                    <a:pt x="379" y="329"/>
                    <a:pt x="379" y="329"/>
                  </a:cubicBezTo>
                  <a:cubicBezTo>
                    <a:pt x="380" y="329"/>
                    <a:pt x="380" y="329"/>
                    <a:pt x="380" y="329"/>
                  </a:cubicBezTo>
                  <a:cubicBezTo>
                    <a:pt x="380" y="328"/>
                    <a:pt x="380" y="328"/>
                    <a:pt x="380" y="328"/>
                  </a:cubicBezTo>
                  <a:cubicBezTo>
                    <a:pt x="380" y="328"/>
                    <a:pt x="379" y="328"/>
                    <a:pt x="379" y="327"/>
                  </a:cubicBezTo>
                  <a:cubicBezTo>
                    <a:pt x="379" y="327"/>
                    <a:pt x="379" y="327"/>
                    <a:pt x="378" y="327"/>
                  </a:cubicBezTo>
                  <a:cubicBezTo>
                    <a:pt x="378" y="327"/>
                    <a:pt x="378" y="327"/>
                    <a:pt x="377" y="327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7" y="328"/>
                    <a:pt x="377" y="328"/>
                    <a:pt x="377" y="328"/>
                  </a:cubicBezTo>
                  <a:cubicBezTo>
                    <a:pt x="376" y="327"/>
                    <a:pt x="376" y="327"/>
                    <a:pt x="376" y="326"/>
                  </a:cubicBezTo>
                  <a:cubicBezTo>
                    <a:pt x="376" y="326"/>
                    <a:pt x="376" y="326"/>
                    <a:pt x="376" y="326"/>
                  </a:cubicBezTo>
                  <a:cubicBezTo>
                    <a:pt x="376" y="326"/>
                    <a:pt x="377" y="326"/>
                    <a:pt x="377" y="326"/>
                  </a:cubicBezTo>
                  <a:cubicBezTo>
                    <a:pt x="377" y="326"/>
                    <a:pt x="377" y="326"/>
                    <a:pt x="377" y="326"/>
                  </a:cubicBezTo>
                  <a:cubicBezTo>
                    <a:pt x="378" y="326"/>
                    <a:pt x="378" y="326"/>
                    <a:pt x="379" y="326"/>
                  </a:cubicBezTo>
                  <a:cubicBezTo>
                    <a:pt x="379" y="325"/>
                    <a:pt x="379" y="325"/>
                    <a:pt x="380" y="325"/>
                  </a:cubicBezTo>
                  <a:cubicBezTo>
                    <a:pt x="380" y="325"/>
                    <a:pt x="380" y="325"/>
                    <a:pt x="380" y="326"/>
                  </a:cubicBezTo>
                  <a:cubicBezTo>
                    <a:pt x="380" y="326"/>
                    <a:pt x="380" y="326"/>
                    <a:pt x="380" y="327"/>
                  </a:cubicBezTo>
                  <a:cubicBezTo>
                    <a:pt x="380" y="327"/>
                    <a:pt x="381" y="328"/>
                    <a:pt x="380" y="328"/>
                  </a:cubicBezTo>
                  <a:cubicBezTo>
                    <a:pt x="380" y="329"/>
                    <a:pt x="380" y="329"/>
                    <a:pt x="380" y="330"/>
                  </a:cubicBezTo>
                  <a:cubicBezTo>
                    <a:pt x="380" y="330"/>
                    <a:pt x="380" y="330"/>
                    <a:pt x="381" y="330"/>
                  </a:cubicBezTo>
                  <a:cubicBezTo>
                    <a:pt x="381" y="330"/>
                    <a:pt x="381" y="330"/>
                    <a:pt x="381" y="330"/>
                  </a:cubicBezTo>
                  <a:cubicBezTo>
                    <a:pt x="382" y="330"/>
                    <a:pt x="382" y="330"/>
                    <a:pt x="382" y="330"/>
                  </a:cubicBezTo>
                  <a:cubicBezTo>
                    <a:pt x="382" y="329"/>
                    <a:pt x="382" y="329"/>
                    <a:pt x="382" y="328"/>
                  </a:cubicBezTo>
                  <a:cubicBezTo>
                    <a:pt x="382" y="328"/>
                    <a:pt x="382" y="327"/>
                    <a:pt x="382" y="327"/>
                  </a:cubicBezTo>
                  <a:cubicBezTo>
                    <a:pt x="382" y="326"/>
                    <a:pt x="383" y="326"/>
                    <a:pt x="383" y="325"/>
                  </a:cubicBezTo>
                  <a:cubicBezTo>
                    <a:pt x="383" y="325"/>
                    <a:pt x="383" y="325"/>
                    <a:pt x="384" y="325"/>
                  </a:cubicBezTo>
                  <a:cubicBezTo>
                    <a:pt x="384" y="325"/>
                    <a:pt x="384" y="325"/>
                    <a:pt x="384" y="325"/>
                  </a:cubicBezTo>
                  <a:cubicBezTo>
                    <a:pt x="384" y="325"/>
                    <a:pt x="384" y="325"/>
                    <a:pt x="384" y="326"/>
                  </a:cubicBezTo>
                  <a:cubicBezTo>
                    <a:pt x="384" y="326"/>
                    <a:pt x="384" y="326"/>
                    <a:pt x="384" y="326"/>
                  </a:cubicBezTo>
                  <a:cubicBezTo>
                    <a:pt x="384" y="327"/>
                    <a:pt x="384" y="327"/>
                    <a:pt x="384" y="327"/>
                  </a:cubicBezTo>
                  <a:cubicBezTo>
                    <a:pt x="384" y="328"/>
                    <a:pt x="384" y="328"/>
                    <a:pt x="384" y="328"/>
                  </a:cubicBezTo>
                  <a:cubicBezTo>
                    <a:pt x="384" y="329"/>
                    <a:pt x="384" y="329"/>
                    <a:pt x="384" y="330"/>
                  </a:cubicBezTo>
                  <a:cubicBezTo>
                    <a:pt x="384" y="330"/>
                    <a:pt x="384" y="330"/>
                    <a:pt x="384" y="330"/>
                  </a:cubicBezTo>
                  <a:cubicBezTo>
                    <a:pt x="385" y="330"/>
                    <a:pt x="385" y="331"/>
                    <a:pt x="385" y="331"/>
                  </a:cubicBezTo>
                  <a:cubicBezTo>
                    <a:pt x="384" y="332"/>
                    <a:pt x="384" y="332"/>
                    <a:pt x="384" y="333"/>
                  </a:cubicBezTo>
                  <a:cubicBezTo>
                    <a:pt x="385" y="333"/>
                    <a:pt x="385" y="333"/>
                    <a:pt x="384" y="333"/>
                  </a:cubicBezTo>
                  <a:cubicBezTo>
                    <a:pt x="384" y="334"/>
                    <a:pt x="384" y="335"/>
                    <a:pt x="384" y="335"/>
                  </a:cubicBezTo>
                  <a:cubicBezTo>
                    <a:pt x="384" y="335"/>
                    <a:pt x="384" y="335"/>
                    <a:pt x="384" y="335"/>
                  </a:cubicBezTo>
                  <a:cubicBezTo>
                    <a:pt x="384" y="336"/>
                    <a:pt x="384" y="336"/>
                    <a:pt x="384" y="336"/>
                  </a:cubicBezTo>
                  <a:cubicBezTo>
                    <a:pt x="384" y="337"/>
                    <a:pt x="384" y="337"/>
                    <a:pt x="384" y="338"/>
                  </a:cubicBezTo>
                  <a:cubicBezTo>
                    <a:pt x="384" y="338"/>
                    <a:pt x="384" y="339"/>
                    <a:pt x="384" y="339"/>
                  </a:cubicBezTo>
                  <a:cubicBezTo>
                    <a:pt x="384" y="339"/>
                    <a:pt x="384" y="340"/>
                    <a:pt x="385" y="340"/>
                  </a:cubicBezTo>
                  <a:cubicBezTo>
                    <a:pt x="385" y="340"/>
                    <a:pt x="385" y="339"/>
                    <a:pt x="385" y="339"/>
                  </a:cubicBezTo>
                  <a:cubicBezTo>
                    <a:pt x="385" y="339"/>
                    <a:pt x="385" y="339"/>
                    <a:pt x="385" y="339"/>
                  </a:cubicBezTo>
                  <a:cubicBezTo>
                    <a:pt x="385" y="339"/>
                    <a:pt x="386" y="338"/>
                    <a:pt x="386" y="338"/>
                  </a:cubicBezTo>
                  <a:cubicBezTo>
                    <a:pt x="386" y="338"/>
                    <a:pt x="386" y="338"/>
                    <a:pt x="386" y="338"/>
                  </a:cubicBezTo>
                  <a:cubicBezTo>
                    <a:pt x="386" y="337"/>
                    <a:pt x="386" y="337"/>
                    <a:pt x="386" y="337"/>
                  </a:cubicBezTo>
                  <a:cubicBezTo>
                    <a:pt x="386" y="336"/>
                    <a:pt x="386" y="336"/>
                    <a:pt x="386" y="336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5"/>
                    <a:pt x="386" y="335"/>
                    <a:pt x="386" y="335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4"/>
                    <a:pt x="386" y="334"/>
                    <a:pt x="386" y="334"/>
                  </a:cubicBezTo>
                  <a:cubicBezTo>
                    <a:pt x="386" y="333"/>
                    <a:pt x="386" y="333"/>
                    <a:pt x="386" y="333"/>
                  </a:cubicBezTo>
                  <a:cubicBezTo>
                    <a:pt x="386" y="332"/>
                    <a:pt x="386" y="331"/>
                    <a:pt x="386" y="330"/>
                  </a:cubicBezTo>
                  <a:cubicBezTo>
                    <a:pt x="386" y="329"/>
                    <a:pt x="386" y="328"/>
                    <a:pt x="386" y="327"/>
                  </a:cubicBezTo>
                  <a:cubicBezTo>
                    <a:pt x="386" y="327"/>
                    <a:pt x="386" y="327"/>
                    <a:pt x="386" y="326"/>
                  </a:cubicBezTo>
                  <a:cubicBezTo>
                    <a:pt x="386" y="326"/>
                    <a:pt x="386" y="325"/>
                    <a:pt x="386" y="324"/>
                  </a:cubicBezTo>
                  <a:cubicBezTo>
                    <a:pt x="386" y="323"/>
                    <a:pt x="387" y="323"/>
                    <a:pt x="387" y="323"/>
                  </a:cubicBezTo>
                  <a:cubicBezTo>
                    <a:pt x="387" y="323"/>
                    <a:pt x="388" y="323"/>
                    <a:pt x="388" y="323"/>
                  </a:cubicBezTo>
                  <a:cubicBezTo>
                    <a:pt x="388" y="322"/>
                    <a:pt x="388" y="322"/>
                    <a:pt x="388" y="321"/>
                  </a:cubicBezTo>
                  <a:close/>
                  <a:moveTo>
                    <a:pt x="377" y="323"/>
                  </a:moveTo>
                  <a:cubicBezTo>
                    <a:pt x="377" y="323"/>
                    <a:pt x="377" y="324"/>
                    <a:pt x="377" y="324"/>
                  </a:cubicBezTo>
                  <a:cubicBezTo>
                    <a:pt x="377" y="324"/>
                    <a:pt x="377" y="324"/>
                    <a:pt x="378" y="324"/>
                  </a:cubicBezTo>
                  <a:cubicBezTo>
                    <a:pt x="378" y="324"/>
                    <a:pt x="378" y="324"/>
                    <a:pt x="378" y="324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8" y="323"/>
                    <a:pt x="378" y="323"/>
                  </a:cubicBezTo>
                  <a:cubicBezTo>
                    <a:pt x="378" y="323"/>
                    <a:pt x="377" y="323"/>
                    <a:pt x="377" y="323"/>
                  </a:cubicBezTo>
                  <a:close/>
                  <a:moveTo>
                    <a:pt x="300" y="327"/>
                  </a:moveTo>
                  <a:cubicBezTo>
                    <a:pt x="300" y="327"/>
                    <a:pt x="300" y="327"/>
                    <a:pt x="300" y="327"/>
                  </a:cubicBezTo>
                  <a:cubicBezTo>
                    <a:pt x="300" y="327"/>
                    <a:pt x="300" y="328"/>
                    <a:pt x="300" y="328"/>
                  </a:cubicBezTo>
                  <a:cubicBezTo>
                    <a:pt x="299" y="328"/>
                    <a:pt x="299" y="329"/>
                    <a:pt x="299" y="330"/>
                  </a:cubicBezTo>
                  <a:cubicBezTo>
                    <a:pt x="299" y="330"/>
                    <a:pt x="298" y="330"/>
                    <a:pt x="298" y="330"/>
                  </a:cubicBezTo>
                  <a:cubicBezTo>
                    <a:pt x="298" y="330"/>
                    <a:pt x="298" y="330"/>
                    <a:pt x="299" y="330"/>
                  </a:cubicBezTo>
                  <a:cubicBezTo>
                    <a:pt x="299" y="330"/>
                    <a:pt x="299" y="330"/>
                    <a:pt x="299" y="331"/>
                  </a:cubicBezTo>
                  <a:cubicBezTo>
                    <a:pt x="299" y="331"/>
                    <a:pt x="300" y="331"/>
                    <a:pt x="300" y="331"/>
                  </a:cubicBezTo>
                  <a:cubicBezTo>
                    <a:pt x="300" y="331"/>
                    <a:pt x="301" y="331"/>
                    <a:pt x="301" y="330"/>
                  </a:cubicBezTo>
                  <a:cubicBezTo>
                    <a:pt x="301" y="330"/>
                    <a:pt x="301" y="330"/>
                    <a:pt x="301" y="329"/>
                  </a:cubicBezTo>
                  <a:cubicBezTo>
                    <a:pt x="301" y="329"/>
                    <a:pt x="301" y="328"/>
                    <a:pt x="301" y="328"/>
                  </a:cubicBezTo>
                  <a:cubicBezTo>
                    <a:pt x="301" y="328"/>
                    <a:pt x="301" y="327"/>
                    <a:pt x="301" y="327"/>
                  </a:cubicBezTo>
                  <a:cubicBezTo>
                    <a:pt x="301" y="327"/>
                    <a:pt x="301" y="326"/>
                    <a:pt x="301" y="327"/>
                  </a:cubicBezTo>
                  <a:cubicBezTo>
                    <a:pt x="301" y="327"/>
                    <a:pt x="300" y="327"/>
                    <a:pt x="300" y="327"/>
                  </a:cubicBezTo>
                  <a:close/>
                  <a:moveTo>
                    <a:pt x="226" y="319"/>
                  </a:moveTo>
                  <a:cubicBezTo>
                    <a:pt x="225" y="319"/>
                    <a:pt x="224" y="319"/>
                    <a:pt x="223" y="319"/>
                  </a:cubicBezTo>
                  <a:cubicBezTo>
                    <a:pt x="223" y="319"/>
                    <a:pt x="223" y="319"/>
                    <a:pt x="223" y="320"/>
                  </a:cubicBezTo>
                  <a:cubicBezTo>
                    <a:pt x="223" y="320"/>
                    <a:pt x="223" y="320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3" y="321"/>
                    <a:pt x="223" y="321"/>
                    <a:pt x="223" y="321"/>
                  </a:cubicBezTo>
                  <a:cubicBezTo>
                    <a:pt x="224" y="321"/>
                    <a:pt x="224" y="320"/>
                    <a:pt x="225" y="321"/>
                  </a:cubicBezTo>
                  <a:cubicBezTo>
                    <a:pt x="225" y="321"/>
                    <a:pt x="225" y="321"/>
                    <a:pt x="225" y="321"/>
                  </a:cubicBezTo>
                  <a:cubicBezTo>
                    <a:pt x="225" y="322"/>
                    <a:pt x="225" y="322"/>
                    <a:pt x="225" y="322"/>
                  </a:cubicBezTo>
                  <a:cubicBezTo>
                    <a:pt x="224" y="322"/>
                    <a:pt x="224" y="322"/>
                    <a:pt x="224" y="322"/>
                  </a:cubicBezTo>
                  <a:cubicBezTo>
                    <a:pt x="224" y="322"/>
                    <a:pt x="223" y="322"/>
                    <a:pt x="223" y="323"/>
                  </a:cubicBezTo>
                  <a:cubicBezTo>
                    <a:pt x="223" y="323"/>
                    <a:pt x="223" y="323"/>
                    <a:pt x="222" y="323"/>
                  </a:cubicBezTo>
                  <a:cubicBezTo>
                    <a:pt x="222" y="323"/>
                    <a:pt x="222" y="323"/>
                    <a:pt x="222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3" y="323"/>
                    <a:pt x="223" y="323"/>
                    <a:pt x="223" y="323"/>
                  </a:cubicBezTo>
                  <a:cubicBezTo>
                    <a:pt x="224" y="323"/>
                    <a:pt x="224" y="323"/>
                    <a:pt x="225" y="323"/>
                  </a:cubicBezTo>
                  <a:cubicBezTo>
                    <a:pt x="225" y="323"/>
                    <a:pt x="225" y="323"/>
                    <a:pt x="225" y="323"/>
                  </a:cubicBezTo>
                  <a:cubicBezTo>
                    <a:pt x="225" y="324"/>
                    <a:pt x="225" y="324"/>
                    <a:pt x="225" y="324"/>
                  </a:cubicBezTo>
                  <a:cubicBezTo>
                    <a:pt x="225" y="325"/>
                    <a:pt x="225" y="325"/>
                    <a:pt x="225" y="325"/>
                  </a:cubicBezTo>
                  <a:cubicBezTo>
                    <a:pt x="224" y="325"/>
                    <a:pt x="223" y="325"/>
                    <a:pt x="223" y="325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2" y="326"/>
                    <a:pt x="222" y="326"/>
                    <a:pt x="222" y="326"/>
                  </a:cubicBezTo>
                  <a:cubicBezTo>
                    <a:pt x="223" y="327"/>
                    <a:pt x="224" y="326"/>
                    <a:pt x="224" y="326"/>
                  </a:cubicBezTo>
                  <a:cubicBezTo>
                    <a:pt x="225" y="326"/>
                    <a:pt x="225" y="326"/>
                    <a:pt x="225" y="326"/>
                  </a:cubicBezTo>
                  <a:cubicBezTo>
                    <a:pt x="226" y="326"/>
                    <a:pt x="226" y="326"/>
                    <a:pt x="226" y="325"/>
                  </a:cubicBezTo>
                  <a:cubicBezTo>
                    <a:pt x="227" y="325"/>
                    <a:pt x="227" y="324"/>
                    <a:pt x="227" y="324"/>
                  </a:cubicBezTo>
                  <a:cubicBezTo>
                    <a:pt x="227" y="323"/>
                    <a:pt x="227" y="321"/>
                    <a:pt x="227" y="320"/>
                  </a:cubicBezTo>
                  <a:cubicBezTo>
                    <a:pt x="227" y="320"/>
                    <a:pt x="226" y="319"/>
                    <a:pt x="226" y="319"/>
                  </a:cubicBezTo>
                  <a:cubicBezTo>
                    <a:pt x="226" y="319"/>
                    <a:pt x="226" y="319"/>
                    <a:pt x="226" y="319"/>
                  </a:cubicBezTo>
                  <a:close/>
                  <a:moveTo>
                    <a:pt x="0" y="1"/>
                  </a:moveTo>
                  <a:cubicBezTo>
                    <a:pt x="111" y="1"/>
                    <a:pt x="201" y="0"/>
                    <a:pt x="248" y="47"/>
                  </a:cubicBezTo>
                  <a:cubicBezTo>
                    <a:pt x="295" y="0"/>
                    <a:pt x="385" y="1"/>
                    <a:pt x="496" y="1"/>
                  </a:cubicBezTo>
                  <a:cubicBezTo>
                    <a:pt x="496" y="15"/>
                    <a:pt x="496" y="15"/>
                    <a:pt x="496" y="15"/>
                  </a:cubicBezTo>
                  <a:cubicBezTo>
                    <a:pt x="496" y="45"/>
                    <a:pt x="496" y="45"/>
                    <a:pt x="496" y="45"/>
                  </a:cubicBezTo>
                  <a:cubicBezTo>
                    <a:pt x="496" y="64"/>
                    <a:pt x="496" y="64"/>
                    <a:pt x="496" y="64"/>
                  </a:cubicBezTo>
                  <a:cubicBezTo>
                    <a:pt x="496" y="89"/>
                    <a:pt x="496" y="89"/>
                    <a:pt x="496" y="89"/>
                  </a:cubicBezTo>
                  <a:cubicBezTo>
                    <a:pt x="496" y="113"/>
                    <a:pt x="496" y="113"/>
                    <a:pt x="496" y="113"/>
                  </a:cubicBezTo>
                  <a:cubicBezTo>
                    <a:pt x="496" y="133"/>
                    <a:pt x="496" y="133"/>
                    <a:pt x="496" y="133"/>
                  </a:cubicBezTo>
                  <a:cubicBezTo>
                    <a:pt x="496" y="162"/>
                    <a:pt x="496" y="162"/>
                    <a:pt x="496" y="162"/>
                  </a:cubicBezTo>
                  <a:cubicBezTo>
                    <a:pt x="496" y="391"/>
                    <a:pt x="496" y="391"/>
                    <a:pt x="496" y="391"/>
                  </a:cubicBezTo>
                  <a:cubicBezTo>
                    <a:pt x="496" y="407"/>
                    <a:pt x="495" y="424"/>
                    <a:pt x="490" y="446"/>
                  </a:cubicBezTo>
                  <a:cubicBezTo>
                    <a:pt x="487" y="461"/>
                    <a:pt x="481" y="478"/>
                    <a:pt x="472" y="496"/>
                  </a:cubicBezTo>
                  <a:cubicBezTo>
                    <a:pt x="472" y="496"/>
                    <a:pt x="471" y="497"/>
                    <a:pt x="471" y="497"/>
                  </a:cubicBezTo>
                  <a:cubicBezTo>
                    <a:pt x="470" y="500"/>
                    <a:pt x="468" y="504"/>
                    <a:pt x="466" y="507"/>
                  </a:cubicBezTo>
                  <a:cubicBezTo>
                    <a:pt x="466" y="507"/>
                    <a:pt x="466" y="508"/>
                    <a:pt x="466" y="508"/>
                  </a:cubicBezTo>
                  <a:cubicBezTo>
                    <a:pt x="464" y="512"/>
                    <a:pt x="462" y="515"/>
                    <a:pt x="460" y="519"/>
                  </a:cubicBezTo>
                  <a:cubicBezTo>
                    <a:pt x="459" y="519"/>
                    <a:pt x="459" y="520"/>
                    <a:pt x="459" y="520"/>
                  </a:cubicBezTo>
                  <a:cubicBezTo>
                    <a:pt x="457" y="523"/>
                    <a:pt x="455" y="526"/>
                    <a:pt x="453" y="529"/>
                  </a:cubicBezTo>
                  <a:cubicBezTo>
                    <a:pt x="453" y="530"/>
                    <a:pt x="452" y="531"/>
                    <a:pt x="452" y="531"/>
                  </a:cubicBezTo>
                  <a:cubicBezTo>
                    <a:pt x="450" y="534"/>
                    <a:pt x="448" y="537"/>
                    <a:pt x="446" y="540"/>
                  </a:cubicBezTo>
                  <a:cubicBezTo>
                    <a:pt x="445" y="541"/>
                    <a:pt x="445" y="541"/>
                    <a:pt x="445" y="541"/>
                  </a:cubicBezTo>
                  <a:cubicBezTo>
                    <a:pt x="443" y="545"/>
                    <a:pt x="441" y="548"/>
                    <a:pt x="438" y="551"/>
                  </a:cubicBezTo>
                  <a:cubicBezTo>
                    <a:pt x="438" y="552"/>
                    <a:pt x="437" y="552"/>
                    <a:pt x="436" y="553"/>
                  </a:cubicBezTo>
                  <a:cubicBezTo>
                    <a:pt x="435" y="555"/>
                    <a:pt x="433" y="558"/>
                    <a:pt x="431" y="560"/>
                  </a:cubicBezTo>
                  <a:cubicBezTo>
                    <a:pt x="430" y="561"/>
                    <a:pt x="429" y="562"/>
                    <a:pt x="429" y="563"/>
                  </a:cubicBezTo>
                  <a:cubicBezTo>
                    <a:pt x="426" y="566"/>
                    <a:pt x="424" y="568"/>
                    <a:pt x="421" y="571"/>
                  </a:cubicBezTo>
                  <a:cubicBezTo>
                    <a:pt x="370" y="626"/>
                    <a:pt x="297" y="652"/>
                    <a:pt x="248" y="667"/>
                  </a:cubicBezTo>
                  <a:cubicBezTo>
                    <a:pt x="199" y="652"/>
                    <a:pt x="126" y="626"/>
                    <a:pt x="74" y="571"/>
                  </a:cubicBezTo>
                  <a:cubicBezTo>
                    <a:pt x="72" y="568"/>
                    <a:pt x="69" y="566"/>
                    <a:pt x="67" y="563"/>
                  </a:cubicBezTo>
                  <a:cubicBezTo>
                    <a:pt x="66" y="562"/>
                    <a:pt x="65" y="561"/>
                    <a:pt x="64" y="560"/>
                  </a:cubicBezTo>
                  <a:cubicBezTo>
                    <a:pt x="63" y="558"/>
                    <a:pt x="61" y="556"/>
                    <a:pt x="59" y="553"/>
                  </a:cubicBezTo>
                  <a:cubicBezTo>
                    <a:pt x="58" y="552"/>
                    <a:pt x="58" y="552"/>
                    <a:pt x="57" y="551"/>
                  </a:cubicBezTo>
                  <a:cubicBezTo>
                    <a:pt x="55" y="548"/>
                    <a:pt x="52" y="545"/>
                    <a:pt x="50" y="541"/>
                  </a:cubicBezTo>
                  <a:cubicBezTo>
                    <a:pt x="50" y="541"/>
                    <a:pt x="50" y="541"/>
                    <a:pt x="49" y="540"/>
                  </a:cubicBezTo>
                  <a:cubicBezTo>
                    <a:pt x="47" y="537"/>
                    <a:pt x="45" y="534"/>
                    <a:pt x="43" y="531"/>
                  </a:cubicBezTo>
                  <a:cubicBezTo>
                    <a:pt x="43" y="531"/>
                    <a:pt x="42" y="530"/>
                    <a:pt x="42" y="529"/>
                  </a:cubicBezTo>
                  <a:cubicBezTo>
                    <a:pt x="40" y="526"/>
                    <a:pt x="38" y="523"/>
                    <a:pt x="37" y="520"/>
                  </a:cubicBezTo>
                  <a:cubicBezTo>
                    <a:pt x="36" y="520"/>
                    <a:pt x="36" y="519"/>
                    <a:pt x="36" y="519"/>
                  </a:cubicBezTo>
                  <a:cubicBezTo>
                    <a:pt x="34" y="515"/>
                    <a:pt x="32" y="512"/>
                    <a:pt x="30" y="508"/>
                  </a:cubicBezTo>
                  <a:cubicBezTo>
                    <a:pt x="29" y="508"/>
                    <a:pt x="29" y="507"/>
                    <a:pt x="29" y="507"/>
                  </a:cubicBezTo>
                  <a:cubicBezTo>
                    <a:pt x="27" y="504"/>
                    <a:pt x="26" y="500"/>
                    <a:pt x="24" y="498"/>
                  </a:cubicBezTo>
                  <a:cubicBezTo>
                    <a:pt x="24" y="497"/>
                    <a:pt x="24" y="496"/>
                    <a:pt x="23" y="495"/>
                  </a:cubicBezTo>
                  <a:cubicBezTo>
                    <a:pt x="22" y="492"/>
                    <a:pt x="20" y="489"/>
                    <a:pt x="19" y="485"/>
                  </a:cubicBezTo>
                  <a:cubicBezTo>
                    <a:pt x="19" y="485"/>
                    <a:pt x="18" y="485"/>
                    <a:pt x="18" y="485"/>
                  </a:cubicBezTo>
                  <a:cubicBezTo>
                    <a:pt x="12" y="471"/>
                    <a:pt x="8" y="458"/>
                    <a:pt x="5" y="446"/>
                  </a:cubicBezTo>
                  <a:cubicBezTo>
                    <a:pt x="1" y="424"/>
                    <a:pt x="0" y="407"/>
                    <a:pt x="0" y="391"/>
                  </a:cubicBezTo>
                  <a:cubicBezTo>
                    <a:pt x="0" y="384"/>
                    <a:pt x="0" y="266"/>
                    <a:pt x="0" y="162"/>
                  </a:cubicBezTo>
                  <a:cubicBezTo>
                    <a:pt x="0" y="152"/>
                    <a:pt x="0" y="143"/>
                    <a:pt x="0" y="133"/>
                  </a:cubicBezTo>
                  <a:cubicBezTo>
                    <a:pt x="0" y="126"/>
                    <a:pt x="0" y="120"/>
                    <a:pt x="0" y="113"/>
                  </a:cubicBezTo>
                  <a:cubicBezTo>
                    <a:pt x="0" y="105"/>
                    <a:pt x="0" y="97"/>
                    <a:pt x="0" y="89"/>
                  </a:cubicBezTo>
                  <a:cubicBezTo>
                    <a:pt x="0" y="80"/>
                    <a:pt x="0" y="72"/>
                    <a:pt x="0" y="64"/>
                  </a:cubicBezTo>
                  <a:cubicBezTo>
                    <a:pt x="0" y="57"/>
                    <a:pt x="0" y="51"/>
                    <a:pt x="0" y="45"/>
                  </a:cubicBezTo>
                  <a:cubicBezTo>
                    <a:pt x="0" y="33"/>
                    <a:pt x="0" y="22"/>
                    <a:pt x="0" y="15"/>
                  </a:cubicBezTo>
                  <a:cubicBezTo>
                    <a:pt x="0" y="6"/>
                    <a:pt x="0" y="1"/>
                    <a:pt x="0" y="1"/>
                  </a:cubicBezTo>
                  <a:close/>
                  <a:moveTo>
                    <a:pt x="167" y="524"/>
                  </a:moveTo>
                  <a:cubicBezTo>
                    <a:pt x="158" y="524"/>
                    <a:pt x="158" y="524"/>
                    <a:pt x="158" y="524"/>
                  </a:cubicBezTo>
                  <a:cubicBezTo>
                    <a:pt x="144" y="531"/>
                    <a:pt x="144" y="531"/>
                    <a:pt x="144" y="531"/>
                  </a:cubicBezTo>
                  <a:cubicBezTo>
                    <a:pt x="146" y="538"/>
                    <a:pt x="146" y="538"/>
                    <a:pt x="146" y="538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33"/>
                    <a:pt x="156" y="533"/>
                    <a:pt x="156" y="533"/>
                  </a:cubicBezTo>
                  <a:cubicBezTo>
                    <a:pt x="156" y="575"/>
                    <a:pt x="156" y="575"/>
                    <a:pt x="156" y="575"/>
                  </a:cubicBezTo>
                  <a:cubicBezTo>
                    <a:pt x="167" y="575"/>
                    <a:pt x="167" y="575"/>
                    <a:pt x="167" y="575"/>
                  </a:cubicBezTo>
                  <a:lnTo>
                    <a:pt x="167" y="524"/>
                  </a:lnTo>
                  <a:close/>
                  <a:moveTo>
                    <a:pt x="235" y="545"/>
                  </a:moveTo>
                  <a:cubicBezTo>
                    <a:pt x="235" y="533"/>
                    <a:pt x="229" y="524"/>
                    <a:pt x="217" y="524"/>
                  </a:cubicBezTo>
                  <a:cubicBezTo>
                    <a:pt x="205" y="524"/>
                    <a:pt x="198" y="532"/>
                    <a:pt x="198" y="541"/>
                  </a:cubicBezTo>
                  <a:cubicBezTo>
                    <a:pt x="198" y="551"/>
                    <a:pt x="205" y="557"/>
                    <a:pt x="213" y="557"/>
                  </a:cubicBezTo>
                  <a:cubicBezTo>
                    <a:pt x="218" y="557"/>
                    <a:pt x="221" y="555"/>
                    <a:pt x="224" y="553"/>
                  </a:cubicBezTo>
                  <a:cubicBezTo>
                    <a:pt x="224" y="553"/>
                    <a:pt x="224" y="553"/>
                    <a:pt x="224" y="553"/>
                  </a:cubicBezTo>
                  <a:cubicBezTo>
                    <a:pt x="222" y="560"/>
                    <a:pt x="217" y="567"/>
                    <a:pt x="208" y="567"/>
                  </a:cubicBezTo>
                  <a:cubicBezTo>
                    <a:pt x="205" y="568"/>
                    <a:pt x="204" y="568"/>
                    <a:pt x="203" y="568"/>
                  </a:cubicBezTo>
                  <a:cubicBezTo>
                    <a:pt x="203" y="575"/>
                    <a:pt x="203" y="575"/>
                    <a:pt x="203" y="575"/>
                  </a:cubicBezTo>
                  <a:cubicBezTo>
                    <a:pt x="225" y="576"/>
                    <a:pt x="235" y="562"/>
                    <a:pt x="235" y="545"/>
                  </a:cubicBezTo>
                  <a:close/>
                  <a:moveTo>
                    <a:pt x="294" y="558"/>
                  </a:moveTo>
                  <a:cubicBezTo>
                    <a:pt x="294" y="547"/>
                    <a:pt x="285" y="542"/>
                    <a:pt x="275" y="542"/>
                  </a:cubicBezTo>
                  <a:cubicBezTo>
                    <a:pt x="274" y="542"/>
                    <a:pt x="273" y="542"/>
                    <a:pt x="272" y="542"/>
                  </a:cubicBezTo>
                  <a:cubicBezTo>
                    <a:pt x="274" y="532"/>
                    <a:pt x="274" y="532"/>
                    <a:pt x="274" y="532"/>
                  </a:cubicBezTo>
                  <a:cubicBezTo>
                    <a:pt x="292" y="532"/>
                    <a:pt x="292" y="532"/>
                    <a:pt x="292" y="532"/>
                  </a:cubicBezTo>
                  <a:cubicBezTo>
                    <a:pt x="292" y="524"/>
                    <a:pt x="292" y="524"/>
                    <a:pt x="292" y="524"/>
                  </a:cubicBezTo>
                  <a:cubicBezTo>
                    <a:pt x="266" y="524"/>
                    <a:pt x="266" y="524"/>
                    <a:pt x="266" y="524"/>
                  </a:cubicBezTo>
                  <a:cubicBezTo>
                    <a:pt x="262" y="549"/>
                    <a:pt x="262" y="549"/>
                    <a:pt x="262" y="549"/>
                  </a:cubicBezTo>
                  <a:cubicBezTo>
                    <a:pt x="264" y="549"/>
                    <a:pt x="266" y="549"/>
                    <a:pt x="269" y="549"/>
                  </a:cubicBezTo>
                  <a:cubicBezTo>
                    <a:pt x="278" y="549"/>
                    <a:pt x="283" y="553"/>
                    <a:pt x="283" y="559"/>
                  </a:cubicBezTo>
                  <a:cubicBezTo>
                    <a:pt x="283" y="564"/>
                    <a:pt x="278" y="568"/>
                    <a:pt x="272" y="568"/>
                  </a:cubicBezTo>
                  <a:cubicBezTo>
                    <a:pt x="268" y="568"/>
                    <a:pt x="264" y="566"/>
                    <a:pt x="262" y="565"/>
                  </a:cubicBezTo>
                  <a:cubicBezTo>
                    <a:pt x="260" y="573"/>
                    <a:pt x="260" y="573"/>
                    <a:pt x="260" y="573"/>
                  </a:cubicBezTo>
                  <a:cubicBezTo>
                    <a:pt x="262" y="574"/>
                    <a:pt x="267" y="576"/>
                    <a:pt x="273" y="576"/>
                  </a:cubicBezTo>
                  <a:cubicBezTo>
                    <a:pt x="286" y="576"/>
                    <a:pt x="294" y="568"/>
                    <a:pt x="294" y="558"/>
                  </a:cubicBezTo>
                  <a:close/>
                  <a:moveTo>
                    <a:pt x="351" y="560"/>
                  </a:moveTo>
                  <a:cubicBezTo>
                    <a:pt x="351" y="553"/>
                    <a:pt x="346" y="549"/>
                    <a:pt x="340" y="548"/>
                  </a:cubicBezTo>
                  <a:cubicBezTo>
                    <a:pt x="340" y="547"/>
                    <a:pt x="340" y="547"/>
                    <a:pt x="340" y="547"/>
                  </a:cubicBezTo>
                  <a:cubicBezTo>
                    <a:pt x="346" y="545"/>
                    <a:pt x="349" y="541"/>
                    <a:pt x="349" y="536"/>
                  </a:cubicBezTo>
                  <a:cubicBezTo>
                    <a:pt x="349" y="529"/>
                    <a:pt x="344" y="524"/>
                    <a:pt x="333" y="524"/>
                  </a:cubicBezTo>
                  <a:cubicBezTo>
                    <a:pt x="327" y="524"/>
                    <a:pt x="322" y="525"/>
                    <a:pt x="319" y="527"/>
                  </a:cubicBezTo>
                  <a:cubicBezTo>
                    <a:pt x="321" y="534"/>
                    <a:pt x="321" y="534"/>
                    <a:pt x="321" y="534"/>
                  </a:cubicBezTo>
                  <a:cubicBezTo>
                    <a:pt x="323" y="533"/>
                    <a:pt x="327" y="531"/>
                    <a:pt x="331" y="531"/>
                  </a:cubicBezTo>
                  <a:cubicBezTo>
                    <a:pt x="336" y="531"/>
                    <a:pt x="338" y="534"/>
                    <a:pt x="338" y="537"/>
                  </a:cubicBezTo>
                  <a:cubicBezTo>
                    <a:pt x="338" y="542"/>
                    <a:pt x="333" y="545"/>
                    <a:pt x="328" y="545"/>
                  </a:cubicBezTo>
                  <a:cubicBezTo>
                    <a:pt x="325" y="545"/>
                    <a:pt x="325" y="545"/>
                    <a:pt x="325" y="545"/>
                  </a:cubicBezTo>
                  <a:cubicBezTo>
                    <a:pt x="325" y="551"/>
                    <a:pt x="325" y="551"/>
                    <a:pt x="325" y="551"/>
                  </a:cubicBezTo>
                  <a:cubicBezTo>
                    <a:pt x="329" y="551"/>
                    <a:pt x="329" y="551"/>
                    <a:pt x="329" y="551"/>
                  </a:cubicBezTo>
                  <a:cubicBezTo>
                    <a:pt x="335" y="551"/>
                    <a:pt x="340" y="554"/>
                    <a:pt x="340" y="560"/>
                  </a:cubicBezTo>
                  <a:cubicBezTo>
                    <a:pt x="340" y="564"/>
                    <a:pt x="337" y="568"/>
                    <a:pt x="330" y="568"/>
                  </a:cubicBezTo>
                  <a:cubicBezTo>
                    <a:pt x="326" y="568"/>
                    <a:pt x="321" y="566"/>
                    <a:pt x="319" y="565"/>
                  </a:cubicBezTo>
                  <a:cubicBezTo>
                    <a:pt x="317" y="572"/>
                    <a:pt x="317" y="572"/>
                    <a:pt x="317" y="572"/>
                  </a:cubicBezTo>
                  <a:cubicBezTo>
                    <a:pt x="320" y="574"/>
                    <a:pt x="325" y="576"/>
                    <a:pt x="331" y="576"/>
                  </a:cubicBezTo>
                  <a:cubicBezTo>
                    <a:pt x="344" y="576"/>
                    <a:pt x="351" y="569"/>
                    <a:pt x="351" y="560"/>
                  </a:cubicBezTo>
                  <a:close/>
                  <a:moveTo>
                    <a:pt x="18" y="45"/>
                  </a:moveTo>
                  <a:cubicBezTo>
                    <a:pt x="121" y="45"/>
                    <a:pt x="203" y="47"/>
                    <a:pt x="248" y="92"/>
                  </a:cubicBezTo>
                  <a:cubicBezTo>
                    <a:pt x="292" y="47"/>
                    <a:pt x="375" y="45"/>
                    <a:pt x="477" y="45"/>
                  </a:cubicBezTo>
                  <a:cubicBezTo>
                    <a:pt x="477" y="34"/>
                    <a:pt x="477" y="24"/>
                    <a:pt x="477" y="15"/>
                  </a:cubicBezTo>
                  <a:cubicBezTo>
                    <a:pt x="375" y="15"/>
                    <a:pt x="292" y="17"/>
                    <a:pt x="248" y="62"/>
                  </a:cubicBezTo>
                  <a:cubicBezTo>
                    <a:pt x="203" y="17"/>
                    <a:pt x="121" y="15"/>
                    <a:pt x="18" y="15"/>
                  </a:cubicBezTo>
                  <a:cubicBezTo>
                    <a:pt x="18" y="24"/>
                    <a:pt x="18" y="34"/>
                    <a:pt x="18" y="45"/>
                  </a:cubicBezTo>
                  <a:close/>
                  <a:moveTo>
                    <a:pt x="18" y="89"/>
                  </a:moveTo>
                  <a:cubicBezTo>
                    <a:pt x="121" y="89"/>
                    <a:pt x="203" y="91"/>
                    <a:pt x="248" y="136"/>
                  </a:cubicBezTo>
                  <a:cubicBezTo>
                    <a:pt x="292" y="91"/>
                    <a:pt x="375" y="89"/>
                    <a:pt x="477" y="89"/>
                  </a:cubicBezTo>
                  <a:cubicBezTo>
                    <a:pt x="477" y="80"/>
                    <a:pt x="477" y="72"/>
                    <a:pt x="477" y="64"/>
                  </a:cubicBezTo>
                  <a:cubicBezTo>
                    <a:pt x="375" y="64"/>
                    <a:pt x="292" y="66"/>
                    <a:pt x="248" y="111"/>
                  </a:cubicBezTo>
                  <a:cubicBezTo>
                    <a:pt x="203" y="66"/>
                    <a:pt x="121" y="64"/>
                    <a:pt x="18" y="64"/>
                  </a:cubicBezTo>
                  <a:cubicBezTo>
                    <a:pt x="18" y="72"/>
                    <a:pt x="18" y="80"/>
                    <a:pt x="18" y="89"/>
                  </a:cubicBezTo>
                  <a:close/>
                  <a:moveTo>
                    <a:pt x="18" y="133"/>
                  </a:moveTo>
                  <a:cubicBezTo>
                    <a:pt x="121" y="133"/>
                    <a:pt x="203" y="135"/>
                    <a:pt x="248" y="180"/>
                  </a:cubicBezTo>
                  <a:cubicBezTo>
                    <a:pt x="292" y="135"/>
                    <a:pt x="375" y="133"/>
                    <a:pt x="477" y="133"/>
                  </a:cubicBezTo>
                  <a:cubicBezTo>
                    <a:pt x="477" y="126"/>
                    <a:pt x="477" y="120"/>
                    <a:pt x="477" y="113"/>
                  </a:cubicBezTo>
                  <a:cubicBezTo>
                    <a:pt x="375" y="113"/>
                    <a:pt x="292" y="115"/>
                    <a:pt x="248" y="160"/>
                  </a:cubicBezTo>
                  <a:cubicBezTo>
                    <a:pt x="203" y="115"/>
                    <a:pt x="121" y="113"/>
                    <a:pt x="18" y="113"/>
                  </a:cubicBezTo>
                  <a:cubicBezTo>
                    <a:pt x="18" y="120"/>
                    <a:pt x="18" y="126"/>
                    <a:pt x="18" y="133"/>
                  </a:cubicBezTo>
                  <a:close/>
                  <a:moveTo>
                    <a:pt x="19" y="395"/>
                  </a:moveTo>
                  <a:cubicBezTo>
                    <a:pt x="20" y="408"/>
                    <a:pt x="20" y="427"/>
                    <a:pt x="28" y="455"/>
                  </a:cubicBezTo>
                  <a:cubicBezTo>
                    <a:pt x="31" y="465"/>
                    <a:pt x="35" y="475"/>
                    <a:pt x="40" y="485"/>
                  </a:cubicBezTo>
                  <a:cubicBezTo>
                    <a:pt x="455" y="485"/>
                    <a:pt x="455" y="485"/>
                    <a:pt x="455" y="485"/>
                  </a:cubicBezTo>
                  <a:cubicBezTo>
                    <a:pt x="460" y="475"/>
                    <a:pt x="464" y="465"/>
                    <a:pt x="467" y="455"/>
                  </a:cubicBezTo>
                  <a:cubicBezTo>
                    <a:pt x="475" y="427"/>
                    <a:pt x="475" y="408"/>
                    <a:pt x="477" y="395"/>
                  </a:cubicBezTo>
                  <a:cubicBezTo>
                    <a:pt x="477" y="391"/>
                    <a:pt x="477" y="273"/>
                    <a:pt x="477" y="162"/>
                  </a:cubicBezTo>
                  <a:cubicBezTo>
                    <a:pt x="375" y="162"/>
                    <a:pt x="292" y="163"/>
                    <a:pt x="248" y="209"/>
                  </a:cubicBezTo>
                  <a:cubicBezTo>
                    <a:pt x="203" y="163"/>
                    <a:pt x="121" y="162"/>
                    <a:pt x="18" y="162"/>
                  </a:cubicBezTo>
                  <a:cubicBezTo>
                    <a:pt x="18" y="273"/>
                    <a:pt x="18" y="391"/>
                    <a:pt x="19" y="39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4" name="Freeform 58"/>
            <p:cNvSpPr>
              <a:spLocks noEditPoints="1"/>
            </p:cNvSpPr>
            <p:nvPr/>
          </p:nvSpPr>
          <p:spPr bwMode="auto">
            <a:xfrm>
              <a:off x="-1106488" y="-771525"/>
              <a:ext cx="171450" cy="127000"/>
            </a:xfrm>
            <a:custGeom>
              <a:avLst/>
              <a:gdLst>
                <a:gd name="T0" fmla="*/ 3 w 224"/>
                <a:gd name="T1" fmla="*/ 112 h 165"/>
                <a:gd name="T2" fmla="*/ 17 w 224"/>
                <a:gd name="T3" fmla="*/ 96 h 165"/>
                <a:gd name="T4" fmla="*/ 22 w 224"/>
                <a:gd name="T5" fmla="*/ 124 h 165"/>
                <a:gd name="T6" fmla="*/ 56 w 224"/>
                <a:gd name="T7" fmla="*/ 103 h 165"/>
                <a:gd name="T8" fmla="*/ 21 w 224"/>
                <a:gd name="T9" fmla="*/ 59 h 165"/>
                <a:gd name="T10" fmla="*/ 39 w 224"/>
                <a:gd name="T11" fmla="*/ 64 h 165"/>
                <a:gd name="T12" fmla="*/ 79 w 224"/>
                <a:gd name="T13" fmla="*/ 91 h 165"/>
                <a:gd name="T14" fmla="*/ 104 w 224"/>
                <a:gd name="T15" fmla="*/ 87 h 165"/>
                <a:gd name="T16" fmla="*/ 108 w 224"/>
                <a:gd name="T17" fmla="*/ 69 h 165"/>
                <a:gd name="T18" fmla="*/ 127 w 224"/>
                <a:gd name="T19" fmla="*/ 97 h 165"/>
                <a:gd name="T20" fmla="*/ 109 w 224"/>
                <a:gd name="T21" fmla="*/ 102 h 165"/>
                <a:gd name="T22" fmla="*/ 90 w 224"/>
                <a:gd name="T23" fmla="*/ 102 h 165"/>
                <a:gd name="T24" fmla="*/ 115 w 224"/>
                <a:gd name="T25" fmla="*/ 130 h 165"/>
                <a:gd name="T26" fmla="*/ 110 w 224"/>
                <a:gd name="T27" fmla="*/ 164 h 165"/>
                <a:gd name="T28" fmla="*/ 86 w 224"/>
                <a:gd name="T29" fmla="*/ 136 h 165"/>
                <a:gd name="T30" fmla="*/ 47 w 224"/>
                <a:gd name="T31" fmla="*/ 139 h 165"/>
                <a:gd name="T32" fmla="*/ 126 w 224"/>
                <a:gd name="T33" fmla="*/ 40 h 165"/>
                <a:gd name="T34" fmla="*/ 151 w 224"/>
                <a:gd name="T35" fmla="*/ 26 h 165"/>
                <a:gd name="T36" fmla="*/ 150 w 224"/>
                <a:gd name="T37" fmla="*/ 44 h 165"/>
                <a:gd name="T38" fmla="*/ 133 w 224"/>
                <a:gd name="T39" fmla="*/ 45 h 165"/>
                <a:gd name="T40" fmla="*/ 190 w 224"/>
                <a:gd name="T41" fmla="*/ 74 h 165"/>
                <a:gd name="T42" fmla="*/ 204 w 224"/>
                <a:gd name="T43" fmla="*/ 83 h 165"/>
                <a:gd name="T44" fmla="*/ 220 w 224"/>
                <a:gd name="T45" fmla="*/ 79 h 165"/>
                <a:gd name="T46" fmla="*/ 220 w 224"/>
                <a:gd name="T47" fmla="*/ 60 h 165"/>
                <a:gd name="T48" fmla="*/ 209 w 224"/>
                <a:gd name="T49" fmla="*/ 53 h 165"/>
                <a:gd name="T50" fmla="*/ 195 w 224"/>
                <a:gd name="T51" fmla="*/ 58 h 165"/>
                <a:gd name="T52" fmla="*/ 183 w 224"/>
                <a:gd name="T53" fmla="*/ 36 h 165"/>
                <a:gd name="T54" fmla="*/ 179 w 224"/>
                <a:gd name="T55" fmla="*/ 25 h 165"/>
                <a:gd name="T56" fmla="*/ 149 w 224"/>
                <a:gd name="T57" fmla="*/ 22 h 165"/>
                <a:gd name="T58" fmla="*/ 157 w 224"/>
                <a:gd name="T59" fmla="*/ 4 h 165"/>
                <a:gd name="T60" fmla="*/ 119 w 224"/>
                <a:gd name="T61" fmla="*/ 13 h 165"/>
                <a:gd name="T62" fmla="*/ 119 w 224"/>
                <a:gd name="T63" fmla="*/ 39 h 165"/>
                <a:gd name="T64" fmla="*/ 122 w 224"/>
                <a:gd name="T65" fmla="*/ 61 h 165"/>
                <a:gd name="T66" fmla="*/ 175 w 224"/>
                <a:gd name="T67" fmla="*/ 114 h 165"/>
                <a:gd name="T68" fmla="*/ 129 w 224"/>
                <a:gd name="T69" fmla="*/ 102 h 165"/>
                <a:gd name="T70" fmla="*/ 128 w 224"/>
                <a:gd name="T71" fmla="*/ 103 h 165"/>
                <a:gd name="T72" fmla="*/ 157 w 224"/>
                <a:gd name="T73" fmla="*/ 130 h 165"/>
                <a:gd name="T74" fmla="*/ 184 w 224"/>
                <a:gd name="T75" fmla="*/ 108 h 165"/>
                <a:gd name="T76" fmla="*/ 115 w 224"/>
                <a:gd name="T77" fmla="*/ 46 h 165"/>
                <a:gd name="T78" fmla="*/ 98 w 224"/>
                <a:gd name="T79" fmla="*/ 44 h 165"/>
                <a:gd name="T80" fmla="*/ 60 w 224"/>
                <a:gd name="T81" fmla="*/ 40 h 165"/>
                <a:gd name="T82" fmla="*/ 82 w 224"/>
                <a:gd name="T83" fmla="*/ 25 h 165"/>
                <a:gd name="T84" fmla="*/ 66 w 224"/>
                <a:gd name="T85" fmla="*/ 15 h 165"/>
                <a:gd name="T86" fmla="*/ 45 w 224"/>
                <a:gd name="T87" fmla="*/ 42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224" h="165">
                  <a:moveTo>
                    <a:pt x="7" y="136"/>
                  </a:moveTo>
                  <a:cubicBezTo>
                    <a:pt x="2" y="133"/>
                    <a:pt x="0" y="128"/>
                    <a:pt x="0" y="123"/>
                  </a:cubicBezTo>
                  <a:cubicBezTo>
                    <a:pt x="0" y="122"/>
                    <a:pt x="1" y="117"/>
                    <a:pt x="3" y="112"/>
                  </a:cubicBezTo>
                  <a:cubicBezTo>
                    <a:pt x="4" y="110"/>
                    <a:pt x="7" y="112"/>
                    <a:pt x="8" y="108"/>
                  </a:cubicBezTo>
                  <a:cubicBezTo>
                    <a:pt x="9" y="103"/>
                    <a:pt x="13" y="97"/>
                    <a:pt x="14" y="96"/>
                  </a:cubicBezTo>
                  <a:cubicBezTo>
                    <a:pt x="15" y="96"/>
                    <a:pt x="16" y="96"/>
                    <a:pt x="17" y="96"/>
                  </a:cubicBezTo>
                  <a:cubicBezTo>
                    <a:pt x="18" y="96"/>
                    <a:pt x="16" y="100"/>
                    <a:pt x="16" y="102"/>
                  </a:cubicBezTo>
                  <a:cubicBezTo>
                    <a:pt x="16" y="103"/>
                    <a:pt x="13" y="111"/>
                    <a:pt x="15" y="117"/>
                  </a:cubicBezTo>
                  <a:cubicBezTo>
                    <a:pt x="17" y="123"/>
                    <a:pt x="20" y="123"/>
                    <a:pt x="22" y="124"/>
                  </a:cubicBezTo>
                  <a:cubicBezTo>
                    <a:pt x="24" y="125"/>
                    <a:pt x="33" y="126"/>
                    <a:pt x="41" y="124"/>
                  </a:cubicBezTo>
                  <a:cubicBezTo>
                    <a:pt x="50" y="123"/>
                    <a:pt x="69" y="116"/>
                    <a:pt x="64" y="111"/>
                  </a:cubicBezTo>
                  <a:cubicBezTo>
                    <a:pt x="61" y="109"/>
                    <a:pt x="59" y="106"/>
                    <a:pt x="56" y="103"/>
                  </a:cubicBezTo>
                  <a:cubicBezTo>
                    <a:pt x="46" y="95"/>
                    <a:pt x="34" y="89"/>
                    <a:pt x="24" y="81"/>
                  </a:cubicBezTo>
                  <a:cubicBezTo>
                    <a:pt x="23" y="80"/>
                    <a:pt x="22" y="79"/>
                    <a:pt x="21" y="77"/>
                  </a:cubicBezTo>
                  <a:cubicBezTo>
                    <a:pt x="17" y="72"/>
                    <a:pt x="17" y="64"/>
                    <a:pt x="21" y="59"/>
                  </a:cubicBezTo>
                  <a:cubicBezTo>
                    <a:pt x="22" y="58"/>
                    <a:pt x="22" y="57"/>
                    <a:pt x="23" y="56"/>
                  </a:cubicBezTo>
                  <a:cubicBezTo>
                    <a:pt x="24" y="54"/>
                    <a:pt x="26" y="53"/>
                    <a:pt x="28" y="56"/>
                  </a:cubicBezTo>
                  <a:cubicBezTo>
                    <a:pt x="30" y="59"/>
                    <a:pt x="35" y="61"/>
                    <a:pt x="39" y="64"/>
                  </a:cubicBezTo>
                  <a:cubicBezTo>
                    <a:pt x="44" y="68"/>
                    <a:pt x="50" y="71"/>
                    <a:pt x="56" y="75"/>
                  </a:cubicBezTo>
                  <a:cubicBezTo>
                    <a:pt x="62" y="80"/>
                    <a:pt x="69" y="85"/>
                    <a:pt x="75" y="90"/>
                  </a:cubicBezTo>
                  <a:cubicBezTo>
                    <a:pt x="77" y="92"/>
                    <a:pt x="77" y="92"/>
                    <a:pt x="79" y="91"/>
                  </a:cubicBezTo>
                  <a:cubicBezTo>
                    <a:pt x="82" y="89"/>
                    <a:pt x="84" y="88"/>
                    <a:pt x="87" y="88"/>
                  </a:cubicBezTo>
                  <a:cubicBezTo>
                    <a:pt x="90" y="87"/>
                    <a:pt x="92" y="88"/>
                    <a:pt x="95" y="88"/>
                  </a:cubicBezTo>
                  <a:cubicBezTo>
                    <a:pt x="98" y="88"/>
                    <a:pt x="101" y="87"/>
                    <a:pt x="104" y="87"/>
                  </a:cubicBezTo>
                  <a:cubicBezTo>
                    <a:pt x="106" y="86"/>
                    <a:pt x="106" y="85"/>
                    <a:pt x="106" y="84"/>
                  </a:cubicBezTo>
                  <a:cubicBezTo>
                    <a:pt x="104" y="81"/>
                    <a:pt x="104" y="77"/>
                    <a:pt x="105" y="74"/>
                  </a:cubicBezTo>
                  <a:cubicBezTo>
                    <a:pt x="105" y="73"/>
                    <a:pt x="106" y="71"/>
                    <a:pt x="108" y="69"/>
                  </a:cubicBezTo>
                  <a:cubicBezTo>
                    <a:pt x="109" y="68"/>
                    <a:pt x="111" y="69"/>
                    <a:pt x="113" y="70"/>
                  </a:cubicBezTo>
                  <a:cubicBezTo>
                    <a:pt x="117" y="73"/>
                    <a:pt x="121" y="76"/>
                    <a:pt x="124" y="79"/>
                  </a:cubicBezTo>
                  <a:cubicBezTo>
                    <a:pt x="129" y="84"/>
                    <a:pt x="130" y="91"/>
                    <a:pt x="127" y="97"/>
                  </a:cubicBezTo>
                  <a:cubicBezTo>
                    <a:pt x="127" y="97"/>
                    <a:pt x="127" y="98"/>
                    <a:pt x="127" y="99"/>
                  </a:cubicBezTo>
                  <a:cubicBezTo>
                    <a:pt x="126" y="102"/>
                    <a:pt x="125" y="103"/>
                    <a:pt x="121" y="103"/>
                  </a:cubicBezTo>
                  <a:cubicBezTo>
                    <a:pt x="117" y="103"/>
                    <a:pt x="113" y="102"/>
                    <a:pt x="109" y="102"/>
                  </a:cubicBezTo>
                  <a:cubicBezTo>
                    <a:pt x="107" y="102"/>
                    <a:pt x="104" y="102"/>
                    <a:pt x="101" y="101"/>
                  </a:cubicBezTo>
                  <a:cubicBezTo>
                    <a:pt x="98" y="101"/>
                    <a:pt x="95" y="101"/>
                    <a:pt x="93" y="101"/>
                  </a:cubicBezTo>
                  <a:cubicBezTo>
                    <a:pt x="92" y="101"/>
                    <a:pt x="91" y="101"/>
                    <a:pt x="90" y="102"/>
                  </a:cubicBezTo>
                  <a:cubicBezTo>
                    <a:pt x="89" y="103"/>
                    <a:pt x="90" y="104"/>
                    <a:pt x="91" y="104"/>
                  </a:cubicBezTo>
                  <a:cubicBezTo>
                    <a:pt x="92" y="106"/>
                    <a:pt x="95" y="109"/>
                    <a:pt x="97" y="111"/>
                  </a:cubicBezTo>
                  <a:cubicBezTo>
                    <a:pt x="104" y="118"/>
                    <a:pt x="110" y="125"/>
                    <a:pt x="115" y="130"/>
                  </a:cubicBezTo>
                  <a:cubicBezTo>
                    <a:pt x="120" y="137"/>
                    <a:pt x="122" y="140"/>
                    <a:pt x="122" y="143"/>
                  </a:cubicBezTo>
                  <a:cubicBezTo>
                    <a:pt x="124" y="149"/>
                    <a:pt x="123" y="152"/>
                    <a:pt x="121" y="155"/>
                  </a:cubicBezTo>
                  <a:cubicBezTo>
                    <a:pt x="120" y="159"/>
                    <a:pt x="117" y="164"/>
                    <a:pt x="110" y="164"/>
                  </a:cubicBezTo>
                  <a:cubicBezTo>
                    <a:pt x="104" y="165"/>
                    <a:pt x="101" y="164"/>
                    <a:pt x="99" y="162"/>
                  </a:cubicBezTo>
                  <a:cubicBezTo>
                    <a:pt x="97" y="159"/>
                    <a:pt x="96" y="154"/>
                    <a:pt x="96" y="152"/>
                  </a:cubicBezTo>
                  <a:cubicBezTo>
                    <a:pt x="94" y="145"/>
                    <a:pt x="90" y="141"/>
                    <a:pt x="86" y="136"/>
                  </a:cubicBezTo>
                  <a:cubicBezTo>
                    <a:pt x="84" y="133"/>
                    <a:pt x="82" y="131"/>
                    <a:pt x="79" y="127"/>
                  </a:cubicBezTo>
                  <a:cubicBezTo>
                    <a:pt x="78" y="127"/>
                    <a:pt x="77" y="126"/>
                    <a:pt x="76" y="126"/>
                  </a:cubicBezTo>
                  <a:cubicBezTo>
                    <a:pt x="70" y="129"/>
                    <a:pt x="58" y="137"/>
                    <a:pt x="47" y="139"/>
                  </a:cubicBezTo>
                  <a:cubicBezTo>
                    <a:pt x="29" y="144"/>
                    <a:pt x="13" y="141"/>
                    <a:pt x="7" y="136"/>
                  </a:cubicBezTo>
                  <a:close/>
                  <a:moveTo>
                    <a:pt x="119" y="39"/>
                  </a:moveTo>
                  <a:cubicBezTo>
                    <a:pt x="121" y="41"/>
                    <a:pt x="123" y="41"/>
                    <a:pt x="126" y="40"/>
                  </a:cubicBezTo>
                  <a:cubicBezTo>
                    <a:pt x="128" y="39"/>
                    <a:pt x="130" y="38"/>
                    <a:pt x="133" y="37"/>
                  </a:cubicBezTo>
                  <a:cubicBezTo>
                    <a:pt x="135" y="35"/>
                    <a:pt x="137" y="34"/>
                    <a:pt x="139" y="32"/>
                  </a:cubicBezTo>
                  <a:cubicBezTo>
                    <a:pt x="142" y="28"/>
                    <a:pt x="146" y="26"/>
                    <a:pt x="151" y="26"/>
                  </a:cubicBezTo>
                  <a:cubicBezTo>
                    <a:pt x="151" y="26"/>
                    <a:pt x="152" y="26"/>
                    <a:pt x="153" y="27"/>
                  </a:cubicBezTo>
                  <a:cubicBezTo>
                    <a:pt x="153" y="27"/>
                    <a:pt x="153" y="28"/>
                    <a:pt x="152" y="29"/>
                  </a:cubicBezTo>
                  <a:cubicBezTo>
                    <a:pt x="150" y="34"/>
                    <a:pt x="149" y="39"/>
                    <a:pt x="150" y="44"/>
                  </a:cubicBezTo>
                  <a:cubicBezTo>
                    <a:pt x="151" y="49"/>
                    <a:pt x="146" y="47"/>
                    <a:pt x="146" y="47"/>
                  </a:cubicBezTo>
                  <a:cubicBezTo>
                    <a:pt x="146" y="47"/>
                    <a:pt x="140" y="46"/>
                    <a:pt x="139" y="46"/>
                  </a:cubicBezTo>
                  <a:cubicBezTo>
                    <a:pt x="138" y="45"/>
                    <a:pt x="134" y="45"/>
                    <a:pt x="133" y="45"/>
                  </a:cubicBezTo>
                  <a:cubicBezTo>
                    <a:pt x="133" y="46"/>
                    <a:pt x="128" y="48"/>
                    <a:pt x="128" y="49"/>
                  </a:cubicBezTo>
                  <a:cubicBezTo>
                    <a:pt x="128" y="50"/>
                    <a:pt x="133" y="53"/>
                    <a:pt x="133" y="53"/>
                  </a:cubicBezTo>
                  <a:cubicBezTo>
                    <a:pt x="133" y="53"/>
                    <a:pt x="182" y="72"/>
                    <a:pt x="190" y="74"/>
                  </a:cubicBezTo>
                  <a:cubicBezTo>
                    <a:pt x="191" y="75"/>
                    <a:pt x="195" y="78"/>
                    <a:pt x="196" y="78"/>
                  </a:cubicBezTo>
                  <a:cubicBezTo>
                    <a:pt x="197" y="79"/>
                    <a:pt x="198" y="79"/>
                    <a:pt x="198" y="80"/>
                  </a:cubicBezTo>
                  <a:cubicBezTo>
                    <a:pt x="200" y="81"/>
                    <a:pt x="202" y="82"/>
                    <a:pt x="204" y="83"/>
                  </a:cubicBezTo>
                  <a:cubicBezTo>
                    <a:pt x="205" y="84"/>
                    <a:pt x="209" y="84"/>
                    <a:pt x="209" y="84"/>
                  </a:cubicBezTo>
                  <a:cubicBezTo>
                    <a:pt x="213" y="84"/>
                    <a:pt x="215" y="82"/>
                    <a:pt x="216" y="81"/>
                  </a:cubicBezTo>
                  <a:cubicBezTo>
                    <a:pt x="217" y="81"/>
                    <a:pt x="219" y="79"/>
                    <a:pt x="220" y="79"/>
                  </a:cubicBezTo>
                  <a:cubicBezTo>
                    <a:pt x="221" y="77"/>
                    <a:pt x="222" y="75"/>
                    <a:pt x="222" y="75"/>
                  </a:cubicBezTo>
                  <a:cubicBezTo>
                    <a:pt x="223" y="73"/>
                    <a:pt x="224" y="69"/>
                    <a:pt x="223" y="67"/>
                  </a:cubicBezTo>
                  <a:cubicBezTo>
                    <a:pt x="223" y="66"/>
                    <a:pt x="222" y="62"/>
                    <a:pt x="220" y="60"/>
                  </a:cubicBezTo>
                  <a:cubicBezTo>
                    <a:pt x="218" y="57"/>
                    <a:pt x="216" y="56"/>
                    <a:pt x="214" y="55"/>
                  </a:cubicBezTo>
                  <a:cubicBezTo>
                    <a:pt x="212" y="53"/>
                    <a:pt x="211" y="53"/>
                    <a:pt x="211" y="53"/>
                  </a:cubicBezTo>
                  <a:cubicBezTo>
                    <a:pt x="210" y="53"/>
                    <a:pt x="209" y="52"/>
                    <a:pt x="209" y="53"/>
                  </a:cubicBezTo>
                  <a:cubicBezTo>
                    <a:pt x="209" y="53"/>
                    <a:pt x="210" y="56"/>
                    <a:pt x="209" y="56"/>
                  </a:cubicBezTo>
                  <a:cubicBezTo>
                    <a:pt x="208" y="57"/>
                    <a:pt x="208" y="58"/>
                    <a:pt x="205" y="58"/>
                  </a:cubicBezTo>
                  <a:cubicBezTo>
                    <a:pt x="203" y="58"/>
                    <a:pt x="200" y="59"/>
                    <a:pt x="195" y="58"/>
                  </a:cubicBezTo>
                  <a:cubicBezTo>
                    <a:pt x="190" y="57"/>
                    <a:pt x="166" y="53"/>
                    <a:pt x="162" y="52"/>
                  </a:cubicBezTo>
                  <a:cubicBezTo>
                    <a:pt x="163" y="51"/>
                    <a:pt x="167" y="49"/>
                    <a:pt x="170" y="48"/>
                  </a:cubicBezTo>
                  <a:cubicBezTo>
                    <a:pt x="175" y="45"/>
                    <a:pt x="181" y="42"/>
                    <a:pt x="183" y="36"/>
                  </a:cubicBezTo>
                  <a:cubicBezTo>
                    <a:pt x="184" y="34"/>
                    <a:pt x="185" y="31"/>
                    <a:pt x="184" y="28"/>
                  </a:cubicBezTo>
                  <a:cubicBezTo>
                    <a:pt x="184" y="27"/>
                    <a:pt x="182" y="26"/>
                    <a:pt x="180" y="25"/>
                  </a:cubicBezTo>
                  <a:cubicBezTo>
                    <a:pt x="180" y="25"/>
                    <a:pt x="180" y="25"/>
                    <a:pt x="179" y="25"/>
                  </a:cubicBezTo>
                  <a:cubicBezTo>
                    <a:pt x="175" y="22"/>
                    <a:pt x="171" y="21"/>
                    <a:pt x="166" y="23"/>
                  </a:cubicBezTo>
                  <a:cubicBezTo>
                    <a:pt x="161" y="24"/>
                    <a:pt x="156" y="25"/>
                    <a:pt x="151" y="23"/>
                  </a:cubicBezTo>
                  <a:cubicBezTo>
                    <a:pt x="150" y="23"/>
                    <a:pt x="150" y="23"/>
                    <a:pt x="149" y="22"/>
                  </a:cubicBezTo>
                  <a:cubicBezTo>
                    <a:pt x="150" y="21"/>
                    <a:pt x="150" y="21"/>
                    <a:pt x="151" y="20"/>
                  </a:cubicBezTo>
                  <a:cubicBezTo>
                    <a:pt x="153" y="17"/>
                    <a:pt x="156" y="15"/>
                    <a:pt x="158" y="12"/>
                  </a:cubicBezTo>
                  <a:cubicBezTo>
                    <a:pt x="160" y="9"/>
                    <a:pt x="160" y="6"/>
                    <a:pt x="157" y="4"/>
                  </a:cubicBezTo>
                  <a:cubicBezTo>
                    <a:pt x="154" y="2"/>
                    <a:pt x="150" y="0"/>
                    <a:pt x="145" y="1"/>
                  </a:cubicBezTo>
                  <a:cubicBezTo>
                    <a:pt x="138" y="2"/>
                    <a:pt x="132" y="5"/>
                    <a:pt x="126" y="8"/>
                  </a:cubicBezTo>
                  <a:cubicBezTo>
                    <a:pt x="124" y="10"/>
                    <a:pt x="121" y="11"/>
                    <a:pt x="119" y="13"/>
                  </a:cubicBezTo>
                  <a:cubicBezTo>
                    <a:pt x="116" y="16"/>
                    <a:pt x="113" y="19"/>
                    <a:pt x="114" y="24"/>
                  </a:cubicBezTo>
                  <a:cubicBezTo>
                    <a:pt x="114" y="26"/>
                    <a:pt x="115" y="27"/>
                    <a:pt x="115" y="29"/>
                  </a:cubicBezTo>
                  <a:cubicBezTo>
                    <a:pt x="115" y="33"/>
                    <a:pt x="116" y="36"/>
                    <a:pt x="119" y="39"/>
                  </a:cubicBezTo>
                  <a:close/>
                  <a:moveTo>
                    <a:pt x="98" y="44"/>
                  </a:moveTo>
                  <a:cubicBezTo>
                    <a:pt x="101" y="49"/>
                    <a:pt x="106" y="53"/>
                    <a:pt x="111" y="56"/>
                  </a:cubicBezTo>
                  <a:cubicBezTo>
                    <a:pt x="115" y="58"/>
                    <a:pt x="118" y="60"/>
                    <a:pt x="122" y="61"/>
                  </a:cubicBezTo>
                  <a:cubicBezTo>
                    <a:pt x="132" y="65"/>
                    <a:pt x="146" y="74"/>
                    <a:pt x="150" y="77"/>
                  </a:cubicBezTo>
                  <a:cubicBezTo>
                    <a:pt x="161" y="85"/>
                    <a:pt x="172" y="97"/>
                    <a:pt x="176" y="104"/>
                  </a:cubicBezTo>
                  <a:cubicBezTo>
                    <a:pt x="178" y="107"/>
                    <a:pt x="178" y="111"/>
                    <a:pt x="175" y="114"/>
                  </a:cubicBezTo>
                  <a:cubicBezTo>
                    <a:pt x="173" y="116"/>
                    <a:pt x="164" y="116"/>
                    <a:pt x="162" y="115"/>
                  </a:cubicBezTo>
                  <a:cubicBezTo>
                    <a:pt x="159" y="115"/>
                    <a:pt x="152" y="113"/>
                    <a:pt x="146" y="110"/>
                  </a:cubicBezTo>
                  <a:cubicBezTo>
                    <a:pt x="139" y="107"/>
                    <a:pt x="129" y="102"/>
                    <a:pt x="129" y="102"/>
                  </a:cubicBezTo>
                  <a:cubicBezTo>
                    <a:pt x="129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2"/>
                  </a:cubicBezTo>
                  <a:cubicBezTo>
                    <a:pt x="128" y="102"/>
                    <a:pt x="128" y="102"/>
                    <a:pt x="128" y="103"/>
                  </a:cubicBezTo>
                  <a:cubicBezTo>
                    <a:pt x="128" y="103"/>
                    <a:pt x="128" y="104"/>
                    <a:pt x="129" y="105"/>
                  </a:cubicBezTo>
                  <a:cubicBezTo>
                    <a:pt x="129" y="106"/>
                    <a:pt x="134" y="113"/>
                    <a:pt x="134" y="113"/>
                  </a:cubicBezTo>
                  <a:cubicBezTo>
                    <a:pt x="137" y="118"/>
                    <a:pt x="145" y="126"/>
                    <a:pt x="157" y="130"/>
                  </a:cubicBezTo>
                  <a:cubicBezTo>
                    <a:pt x="163" y="132"/>
                    <a:pt x="169" y="133"/>
                    <a:pt x="175" y="130"/>
                  </a:cubicBezTo>
                  <a:cubicBezTo>
                    <a:pt x="177" y="129"/>
                    <a:pt x="180" y="127"/>
                    <a:pt x="183" y="123"/>
                  </a:cubicBezTo>
                  <a:cubicBezTo>
                    <a:pt x="186" y="118"/>
                    <a:pt x="185" y="112"/>
                    <a:pt x="184" y="108"/>
                  </a:cubicBezTo>
                  <a:cubicBezTo>
                    <a:pt x="182" y="100"/>
                    <a:pt x="176" y="90"/>
                    <a:pt x="168" y="83"/>
                  </a:cubicBezTo>
                  <a:cubicBezTo>
                    <a:pt x="162" y="76"/>
                    <a:pt x="160" y="73"/>
                    <a:pt x="147" y="64"/>
                  </a:cubicBezTo>
                  <a:cubicBezTo>
                    <a:pt x="135" y="55"/>
                    <a:pt x="120" y="48"/>
                    <a:pt x="115" y="46"/>
                  </a:cubicBezTo>
                  <a:cubicBezTo>
                    <a:pt x="110" y="43"/>
                    <a:pt x="93" y="35"/>
                    <a:pt x="92" y="35"/>
                  </a:cubicBezTo>
                  <a:cubicBezTo>
                    <a:pt x="91" y="35"/>
                    <a:pt x="91" y="35"/>
                    <a:pt x="91" y="36"/>
                  </a:cubicBezTo>
                  <a:cubicBezTo>
                    <a:pt x="92" y="37"/>
                    <a:pt x="98" y="43"/>
                    <a:pt x="98" y="44"/>
                  </a:cubicBezTo>
                  <a:close/>
                  <a:moveTo>
                    <a:pt x="45" y="42"/>
                  </a:moveTo>
                  <a:cubicBezTo>
                    <a:pt x="46" y="46"/>
                    <a:pt x="49" y="47"/>
                    <a:pt x="51" y="45"/>
                  </a:cubicBezTo>
                  <a:cubicBezTo>
                    <a:pt x="54" y="43"/>
                    <a:pt x="57" y="42"/>
                    <a:pt x="60" y="40"/>
                  </a:cubicBezTo>
                  <a:cubicBezTo>
                    <a:pt x="66" y="37"/>
                    <a:pt x="73" y="34"/>
                    <a:pt x="80" y="31"/>
                  </a:cubicBezTo>
                  <a:cubicBezTo>
                    <a:pt x="82" y="30"/>
                    <a:pt x="83" y="29"/>
                    <a:pt x="82" y="26"/>
                  </a:cubicBezTo>
                  <a:cubicBezTo>
                    <a:pt x="82" y="26"/>
                    <a:pt x="82" y="25"/>
                    <a:pt x="82" y="25"/>
                  </a:cubicBezTo>
                  <a:cubicBezTo>
                    <a:pt x="81" y="23"/>
                    <a:pt x="80" y="20"/>
                    <a:pt x="79" y="17"/>
                  </a:cubicBezTo>
                  <a:cubicBezTo>
                    <a:pt x="78" y="17"/>
                    <a:pt x="77" y="16"/>
                    <a:pt x="75" y="15"/>
                  </a:cubicBezTo>
                  <a:cubicBezTo>
                    <a:pt x="72" y="15"/>
                    <a:pt x="69" y="15"/>
                    <a:pt x="66" y="15"/>
                  </a:cubicBezTo>
                  <a:cubicBezTo>
                    <a:pt x="60" y="17"/>
                    <a:pt x="53" y="20"/>
                    <a:pt x="47" y="23"/>
                  </a:cubicBezTo>
                  <a:cubicBezTo>
                    <a:pt x="41" y="25"/>
                    <a:pt x="39" y="30"/>
                    <a:pt x="42" y="37"/>
                  </a:cubicBezTo>
                  <a:cubicBezTo>
                    <a:pt x="42" y="39"/>
                    <a:pt x="44" y="40"/>
                    <a:pt x="4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5" name="Freeform 59"/>
            <p:cNvSpPr>
              <a:spLocks/>
            </p:cNvSpPr>
            <p:nvPr/>
          </p:nvSpPr>
          <p:spPr bwMode="auto">
            <a:xfrm>
              <a:off x="-2065338" y="-779463"/>
              <a:ext cx="160338" cy="142875"/>
            </a:xfrm>
            <a:custGeom>
              <a:avLst/>
              <a:gdLst>
                <a:gd name="T0" fmla="*/ 27 w 210"/>
                <a:gd name="T1" fmla="*/ 9 h 187"/>
                <a:gd name="T2" fmla="*/ 42 w 210"/>
                <a:gd name="T3" fmla="*/ 17 h 187"/>
                <a:gd name="T4" fmla="*/ 47 w 210"/>
                <a:gd name="T5" fmla="*/ 7 h 187"/>
                <a:gd name="T6" fmla="*/ 59 w 210"/>
                <a:gd name="T7" fmla="*/ 7 h 187"/>
                <a:gd name="T8" fmla="*/ 64 w 210"/>
                <a:gd name="T9" fmla="*/ 25 h 187"/>
                <a:gd name="T10" fmla="*/ 59 w 210"/>
                <a:gd name="T11" fmla="*/ 42 h 187"/>
                <a:gd name="T12" fmla="*/ 72 w 210"/>
                <a:gd name="T13" fmla="*/ 67 h 187"/>
                <a:gd name="T14" fmla="*/ 79 w 210"/>
                <a:gd name="T15" fmla="*/ 51 h 187"/>
                <a:gd name="T16" fmla="*/ 127 w 210"/>
                <a:gd name="T17" fmla="*/ 1 h 187"/>
                <a:gd name="T18" fmla="*/ 154 w 210"/>
                <a:gd name="T19" fmla="*/ 16 h 187"/>
                <a:gd name="T20" fmla="*/ 178 w 210"/>
                <a:gd name="T21" fmla="*/ 40 h 187"/>
                <a:gd name="T22" fmla="*/ 202 w 210"/>
                <a:gd name="T23" fmla="*/ 77 h 187"/>
                <a:gd name="T24" fmla="*/ 200 w 210"/>
                <a:gd name="T25" fmla="*/ 105 h 187"/>
                <a:gd name="T26" fmla="*/ 185 w 210"/>
                <a:gd name="T27" fmla="*/ 108 h 187"/>
                <a:gd name="T28" fmla="*/ 181 w 210"/>
                <a:gd name="T29" fmla="*/ 105 h 187"/>
                <a:gd name="T30" fmla="*/ 174 w 210"/>
                <a:gd name="T31" fmla="*/ 107 h 187"/>
                <a:gd name="T32" fmla="*/ 180 w 210"/>
                <a:gd name="T33" fmla="*/ 116 h 187"/>
                <a:gd name="T34" fmla="*/ 207 w 210"/>
                <a:gd name="T35" fmla="*/ 137 h 187"/>
                <a:gd name="T36" fmla="*/ 210 w 210"/>
                <a:gd name="T37" fmla="*/ 144 h 187"/>
                <a:gd name="T38" fmla="*/ 201 w 210"/>
                <a:gd name="T39" fmla="*/ 141 h 187"/>
                <a:gd name="T40" fmla="*/ 160 w 210"/>
                <a:gd name="T41" fmla="*/ 114 h 187"/>
                <a:gd name="T42" fmla="*/ 153 w 210"/>
                <a:gd name="T43" fmla="*/ 129 h 187"/>
                <a:gd name="T44" fmla="*/ 146 w 210"/>
                <a:gd name="T45" fmla="*/ 137 h 187"/>
                <a:gd name="T46" fmla="*/ 139 w 210"/>
                <a:gd name="T47" fmla="*/ 134 h 187"/>
                <a:gd name="T48" fmla="*/ 132 w 210"/>
                <a:gd name="T49" fmla="*/ 115 h 187"/>
                <a:gd name="T50" fmla="*/ 123 w 210"/>
                <a:gd name="T51" fmla="*/ 122 h 187"/>
                <a:gd name="T52" fmla="*/ 110 w 210"/>
                <a:gd name="T53" fmla="*/ 100 h 187"/>
                <a:gd name="T54" fmla="*/ 98 w 210"/>
                <a:gd name="T55" fmla="*/ 97 h 187"/>
                <a:gd name="T56" fmla="*/ 91 w 210"/>
                <a:gd name="T57" fmla="*/ 87 h 187"/>
                <a:gd name="T58" fmla="*/ 91 w 210"/>
                <a:gd name="T59" fmla="*/ 86 h 187"/>
                <a:gd name="T60" fmla="*/ 97 w 210"/>
                <a:gd name="T61" fmla="*/ 81 h 187"/>
                <a:gd name="T62" fmla="*/ 103 w 210"/>
                <a:gd name="T63" fmla="*/ 81 h 187"/>
                <a:gd name="T64" fmla="*/ 96 w 210"/>
                <a:gd name="T65" fmla="*/ 64 h 187"/>
                <a:gd name="T66" fmla="*/ 95 w 210"/>
                <a:gd name="T67" fmla="*/ 54 h 187"/>
                <a:gd name="T68" fmla="*/ 118 w 210"/>
                <a:gd name="T69" fmla="*/ 66 h 187"/>
                <a:gd name="T70" fmla="*/ 132 w 210"/>
                <a:gd name="T71" fmla="*/ 68 h 187"/>
                <a:gd name="T72" fmla="*/ 139 w 210"/>
                <a:gd name="T73" fmla="*/ 97 h 187"/>
                <a:gd name="T74" fmla="*/ 141 w 210"/>
                <a:gd name="T75" fmla="*/ 97 h 187"/>
                <a:gd name="T76" fmla="*/ 146 w 210"/>
                <a:gd name="T77" fmla="*/ 86 h 187"/>
                <a:gd name="T78" fmla="*/ 158 w 210"/>
                <a:gd name="T79" fmla="*/ 91 h 187"/>
                <a:gd name="T80" fmla="*/ 167 w 210"/>
                <a:gd name="T81" fmla="*/ 105 h 187"/>
                <a:gd name="T82" fmla="*/ 187 w 210"/>
                <a:gd name="T83" fmla="*/ 92 h 187"/>
                <a:gd name="T84" fmla="*/ 179 w 210"/>
                <a:gd name="T85" fmla="*/ 66 h 187"/>
                <a:gd name="T86" fmla="*/ 152 w 210"/>
                <a:gd name="T87" fmla="*/ 33 h 187"/>
                <a:gd name="T88" fmla="*/ 110 w 210"/>
                <a:gd name="T89" fmla="*/ 21 h 187"/>
                <a:gd name="T90" fmla="*/ 89 w 210"/>
                <a:gd name="T91" fmla="*/ 74 h 187"/>
                <a:gd name="T92" fmla="*/ 91 w 210"/>
                <a:gd name="T93" fmla="*/ 86 h 187"/>
                <a:gd name="T94" fmla="*/ 91 w 210"/>
                <a:gd name="T95" fmla="*/ 87 h 187"/>
                <a:gd name="T96" fmla="*/ 95 w 210"/>
                <a:gd name="T97" fmla="*/ 113 h 187"/>
                <a:gd name="T98" fmla="*/ 92 w 210"/>
                <a:gd name="T99" fmla="*/ 127 h 187"/>
                <a:gd name="T100" fmla="*/ 106 w 210"/>
                <a:gd name="T101" fmla="*/ 144 h 187"/>
                <a:gd name="T102" fmla="*/ 141 w 210"/>
                <a:gd name="T103" fmla="*/ 161 h 187"/>
                <a:gd name="T104" fmla="*/ 157 w 210"/>
                <a:gd name="T105" fmla="*/ 177 h 187"/>
                <a:gd name="T106" fmla="*/ 150 w 210"/>
                <a:gd name="T107" fmla="*/ 185 h 187"/>
                <a:gd name="T108" fmla="*/ 134 w 210"/>
                <a:gd name="T109" fmla="*/ 186 h 187"/>
                <a:gd name="T110" fmla="*/ 87 w 210"/>
                <a:gd name="T111" fmla="*/ 159 h 187"/>
                <a:gd name="T112" fmla="*/ 70 w 210"/>
                <a:gd name="T113" fmla="*/ 128 h 187"/>
                <a:gd name="T114" fmla="*/ 72 w 210"/>
                <a:gd name="T115" fmla="*/ 121 h 187"/>
                <a:gd name="T116" fmla="*/ 56 w 210"/>
                <a:gd name="T117" fmla="*/ 84 h 187"/>
                <a:gd name="T118" fmla="*/ 33 w 210"/>
                <a:gd name="T119" fmla="*/ 82 h 187"/>
                <a:gd name="T120" fmla="*/ 34 w 210"/>
                <a:gd name="T121" fmla="*/ 60 h 187"/>
                <a:gd name="T122" fmla="*/ 30 w 210"/>
                <a:gd name="T123" fmla="*/ 50 h 187"/>
                <a:gd name="T124" fmla="*/ 8 w 210"/>
                <a:gd name="T125" fmla="*/ 32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10" h="187">
                  <a:moveTo>
                    <a:pt x="3" y="19"/>
                  </a:moveTo>
                  <a:cubicBezTo>
                    <a:pt x="9" y="11"/>
                    <a:pt x="17" y="9"/>
                    <a:pt x="27" y="9"/>
                  </a:cubicBezTo>
                  <a:cubicBezTo>
                    <a:pt x="31" y="9"/>
                    <a:pt x="34" y="11"/>
                    <a:pt x="37" y="13"/>
                  </a:cubicBezTo>
                  <a:cubicBezTo>
                    <a:pt x="39" y="15"/>
                    <a:pt x="40" y="19"/>
                    <a:pt x="42" y="17"/>
                  </a:cubicBezTo>
                  <a:cubicBezTo>
                    <a:pt x="43" y="16"/>
                    <a:pt x="44" y="14"/>
                    <a:pt x="44" y="13"/>
                  </a:cubicBezTo>
                  <a:cubicBezTo>
                    <a:pt x="45" y="10"/>
                    <a:pt x="45" y="9"/>
                    <a:pt x="47" y="7"/>
                  </a:cubicBezTo>
                  <a:cubicBezTo>
                    <a:pt x="49" y="6"/>
                    <a:pt x="51" y="6"/>
                    <a:pt x="53" y="6"/>
                  </a:cubicBezTo>
                  <a:cubicBezTo>
                    <a:pt x="55" y="5"/>
                    <a:pt x="57" y="6"/>
                    <a:pt x="59" y="7"/>
                  </a:cubicBezTo>
                  <a:cubicBezTo>
                    <a:pt x="62" y="9"/>
                    <a:pt x="63" y="11"/>
                    <a:pt x="65" y="13"/>
                  </a:cubicBezTo>
                  <a:cubicBezTo>
                    <a:pt x="67" y="18"/>
                    <a:pt x="65" y="21"/>
                    <a:pt x="64" y="25"/>
                  </a:cubicBezTo>
                  <a:cubicBezTo>
                    <a:pt x="64" y="28"/>
                    <a:pt x="62" y="30"/>
                    <a:pt x="61" y="33"/>
                  </a:cubicBezTo>
                  <a:cubicBezTo>
                    <a:pt x="60" y="36"/>
                    <a:pt x="59" y="39"/>
                    <a:pt x="59" y="42"/>
                  </a:cubicBezTo>
                  <a:cubicBezTo>
                    <a:pt x="61" y="49"/>
                    <a:pt x="63" y="56"/>
                    <a:pt x="68" y="62"/>
                  </a:cubicBezTo>
                  <a:cubicBezTo>
                    <a:pt x="70" y="63"/>
                    <a:pt x="71" y="65"/>
                    <a:pt x="72" y="67"/>
                  </a:cubicBezTo>
                  <a:cubicBezTo>
                    <a:pt x="74" y="69"/>
                    <a:pt x="75" y="68"/>
                    <a:pt x="76" y="66"/>
                  </a:cubicBezTo>
                  <a:cubicBezTo>
                    <a:pt x="77" y="61"/>
                    <a:pt x="78" y="56"/>
                    <a:pt x="79" y="51"/>
                  </a:cubicBezTo>
                  <a:cubicBezTo>
                    <a:pt x="83" y="34"/>
                    <a:pt x="90" y="19"/>
                    <a:pt x="103" y="8"/>
                  </a:cubicBezTo>
                  <a:cubicBezTo>
                    <a:pt x="110" y="2"/>
                    <a:pt x="118" y="0"/>
                    <a:pt x="127" y="1"/>
                  </a:cubicBezTo>
                  <a:cubicBezTo>
                    <a:pt x="135" y="2"/>
                    <a:pt x="141" y="6"/>
                    <a:pt x="147" y="11"/>
                  </a:cubicBezTo>
                  <a:cubicBezTo>
                    <a:pt x="149" y="13"/>
                    <a:pt x="152" y="14"/>
                    <a:pt x="154" y="16"/>
                  </a:cubicBezTo>
                  <a:cubicBezTo>
                    <a:pt x="158" y="20"/>
                    <a:pt x="163" y="24"/>
                    <a:pt x="167" y="28"/>
                  </a:cubicBezTo>
                  <a:cubicBezTo>
                    <a:pt x="171" y="32"/>
                    <a:pt x="175" y="36"/>
                    <a:pt x="178" y="40"/>
                  </a:cubicBezTo>
                  <a:cubicBezTo>
                    <a:pt x="183" y="47"/>
                    <a:pt x="190" y="54"/>
                    <a:pt x="194" y="62"/>
                  </a:cubicBezTo>
                  <a:cubicBezTo>
                    <a:pt x="197" y="67"/>
                    <a:pt x="200" y="72"/>
                    <a:pt x="202" y="77"/>
                  </a:cubicBezTo>
                  <a:cubicBezTo>
                    <a:pt x="204" y="81"/>
                    <a:pt x="205" y="86"/>
                    <a:pt x="205" y="91"/>
                  </a:cubicBezTo>
                  <a:cubicBezTo>
                    <a:pt x="206" y="96"/>
                    <a:pt x="205" y="102"/>
                    <a:pt x="200" y="105"/>
                  </a:cubicBezTo>
                  <a:cubicBezTo>
                    <a:pt x="196" y="108"/>
                    <a:pt x="192" y="110"/>
                    <a:pt x="187" y="111"/>
                  </a:cubicBezTo>
                  <a:cubicBezTo>
                    <a:pt x="185" y="111"/>
                    <a:pt x="184" y="110"/>
                    <a:pt x="185" y="108"/>
                  </a:cubicBezTo>
                  <a:cubicBezTo>
                    <a:pt x="185" y="108"/>
                    <a:pt x="181" y="107"/>
                    <a:pt x="181" y="107"/>
                  </a:cubicBezTo>
                  <a:cubicBezTo>
                    <a:pt x="181" y="106"/>
                    <a:pt x="182" y="106"/>
                    <a:pt x="181" y="105"/>
                  </a:cubicBezTo>
                  <a:cubicBezTo>
                    <a:pt x="180" y="104"/>
                    <a:pt x="180" y="104"/>
                    <a:pt x="179" y="105"/>
                  </a:cubicBezTo>
                  <a:cubicBezTo>
                    <a:pt x="177" y="106"/>
                    <a:pt x="176" y="106"/>
                    <a:pt x="174" y="107"/>
                  </a:cubicBezTo>
                  <a:cubicBezTo>
                    <a:pt x="172" y="108"/>
                    <a:pt x="172" y="109"/>
                    <a:pt x="173" y="110"/>
                  </a:cubicBezTo>
                  <a:cubicBezTo>
                    <a:pt x="175" y="112"/>
                    <a:pt x="178" y="114"/>
                    <a:pt x="180" y="116"/>
                  </a:cubicBezTo>
                  <a:cubicBezTo>
                    <a:pt x="182" y="118"/>
                    <a:pt x="183" y="119"/>
                    <a:pt x="184" y="120"/>
                  </a:cubicBezTo>
                  <a:cubicBezTo>
                    <a:pt x="187" y="123"/>
                    <a:pt x="203" y="134"/>
                    <a:pt x="207" y="137"/>
                  </a:cubicBezTo>
                  <a:cubicBezTo>
                    <a:pt x="208" y="138"/>
                    <a:pt x="209" y="140"/>
                    <a:pt x="210" y="141"/>
                  </a:cubicBezTo>
                  <a:cubicBezTo>
                    <a:pt x="210" y="142"/>
                    <a:pt x="210" y="143"/>
                    <a:pt x="210" y="144"/>
                  </a:cubicBezTo>
                  <a:cubicBezTo>
                    <a:pt x="209" y="144"/>
                    <a:pt x="208" y="144"/>
                    <a:pt x="208" y="144"/>
                  </a:cubicBezTo>
                  <a:cubicBezTo>
                    <a:pt x="205" y="143"/>
                    <a:pt x="203" y="142"/>
                    <a:pt x="201" y="141"/>
                  </a:cubicBezTo>
                  <a:cubicBezTo>
                    <a:pt x="192" y="135"/>
                    <a:pt x="183" y="130"/>
                    <a:pt x="174" y="124"/>
                  </a:cubicBezTo>
                  <a:cubicBezTo>
                    <a:pt x="169" y="121"/>
                    <a:pt x="165" y="118"/>
                    <a:pt x="160" y="114"/>
                  </a:cubicBezTo>
                  <a:cubicBezTo>
                    <a:pt x="158" y="112"/>
                    <a:pt x="157" y="113"/>
                    <a:pt x="156" y="116"/>
                  </a:cubicBezTo>
                  <a:cubicBezTo>
                    <a:pt x="155" y="121"/>
                    <a:pt x="154" y="123"/>
                    <a:pt x="153" y="129"/>
                  </a:cubicBezTo>
                  <a:cubicBezTo>
                    <a:pt x="152" y="131"/>
                    <a:pt x="151" y="133"/>
                    <a:pt x="150" y="135"/>
                  </a:cubicBezTo>
                  <a:cubicBezTo>
                    <a:pt x="149" y="136"/>
                    <a:pt x="147" y="137"/>
                    <a:pt x="146" y="137"/>
                  </a:cubicBezTo>
                  <a:cubicBezTo>
                    <a:pt x="145" y="137"/>
                    <a:pt x="143" y="137"/>
                    <a:pt x="142" y="137"/>
                  </a:cubicBezTo>
                  <a:cubicBezTo>
                    <a:pt x="141" y="136"/>
                    <a:pt x="140" y="135"/>
                    <a:pt x="139" y="134"/>
                  </a:cubicBezTo>
                  <a:cubicBezTo>
                    <a:pt x="137" y="129"/>
                    <a:pt x="135" y="124"/>
                    <a:pt x="133" y="118"/>
                  </a:cubicBezTo>
                  <a:cubicBezTo>
                    <a:pt x="133" y="117"/>
                    <a:pt x="132" y="116"/>
                    <a:pt x="132" y="115"/>
                  </a:cubicBezTo>
                  <a:cubicBezTo>
                    <a:pt x="131" y="116"/>
                    <a:pt x="131" y="116"/>
                    <a:pt x="130" y="117"/>
                  </a:cubicBezTo>
                  <a:cubicBezTo>
                    <a:pt x="129" y="120"/>
                    <a:pt x="126" y="121"/>
                    <a:pt x="123" y="122"/>
                  </a:cubicBezTo>
                  <a:cubicBezTo>
                    <a:pt x="120" y="122"/>
                    <a:pt x="118" y="121"/>
                    <a:pt x="117" y="118"/>
                  </a:cubicBezTo>
                  <a:cubicBezTo>
                    <a:pt x="115" y="112"/>
                    <a:pt x="112" y="106"/>
                    <a:pt x="110" y="100"/>
                  </a:cubicBezTo>
                  <a:cubicBezTo>
                    <a:pt x="109" y="98"/>
                    <a:pt x="108" y="97"/>
                    <a:pt x="106" y="97"/>
                  </a:cubicBezTo>
                  <a:cubicBezTo>
                    <a:pt x="103" y="98"/>
                    <a:pt x="101" y="98"/>
                    <a:pt x="98" y="97"/>
                  </a:cubicBezTo>
                  <a:cubicBezTo>
                    <a:pt x="97" y="97"/>
                    <a:pt x="95" y="95"/>
                    <a:pt x="94" y="94"/>
                  </a:cubicBezTo>
                  <a:cubicBezTo>
                    <a:pt x="93" y="92"/>
                    <a:pt x="92" y="89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6"/>
                  </a:cubicBezTo>
                  <a:cubicBezTo>
                    <a:pt x="91" y="85"/>
                    <a:pt x="91" y="84"/>
                    <a:pt x="92" y="83"/>
                  </a:cubicBezTo>
                  <a:cubicBezTo>
                    <a:pt x="92" y="81"/>
                    <a:pt x="94" y="80"/>
                    <a:pt x="97" y="81"/>
                  </a:cubicBezTo>
                  <a:cubicBezTo>
                    <a:pt x="97" y="81"/>
                    <a:pt x="97" y="81"/>
                    <a:pt x="97" y="81"/>
                  </a:cubicBezTo>
                  <a:cubicBezTo>
                    <a:pt x="99" y="81"/>
                    <a:pt x="101" y="81"/>
                    <a:pt x="103" y="81"/>
                  </a:cubicBezTo>
                  <a:cubicBezTo>
                    <a:pt x="104" y="81"/>
                    <a:pt x="103" y="78"/>
                    <a:pt x="103" y="77"/>
                  </a:cubicBezTo>
                  <a:cubicBezTo>
                    <a:pt x="102" y="72"/>
                    <a:pt x="99" y="67"/>
                    <a:pt x="96" y="64"/>
                  </a:cubicBezTo>
                  <a:cubicBezTo>
                    <a:pt x="95" y="62"/>
                    <a:pt x="95" y="59"/>
                    <a:pt x="94" y="57"/>
                  </a:cubicBezTo>
                  <a:cubicBezTo>
                    <a:pt x="94" y="56"/>
                    <a:pt x="94" y="55"/>
                    <a:pt x="95" y="54"/>
                  </a:cubicBezTo>
                  <a:cubicBezTo>
                    <a:pt x="98" y="51"/>
                    <a:pt x="107" y="51"/>
                    <a:pt x="111" y="54"/>
                  </a:cubicBezTo>
                  <a:cubicBezTo>
                    <a:pt x="114" y="57"/>
                    <a:pt x="116" y="61"/>
                    <a:pt x="118" y="66"/>
                  </a:cubicBezTo>
                  <a:cubicBezTo>
                    <a:pt x="119" y="67"/>
                    <a:pt x="119" y="68"/>
                    <a:pt x="121" y="67"/>
                  </a:cubicBezTo>
                  <a:cubicBezTo>
                    <a:pt x="125" y="64"/>
                    <a:pt x="128" y="66"/>
                    <a:pt x="132" y="68"/>
                  </a:cubicBezTo>
                  <a:cubicBezTo>
                    <a:pt x="134" y="70"/>
                    <a:pt x="135" y="73"/>
                    <a:pt x="135" y="76"/>
                  </a:cubicBezTo>
                  <a:cubicBezTo>
                    <a:pt x="135" y="83"/>
                    <a:pt x="137" y="90"/>
                    <a:pt x="139" y="97"/>
                  </a:cubicBezTo>
                  <a:cubicBezTo>
                    <a:pt x="139" y="98"/>
                    <a:pt x="140" y="98"/>
                    <a:pt x="140" y="99"/>
                  </a:cubicBezTo>
                  <a:cubicBezTo>
                    <a:pt x="140" y="98"/>
                    <a:pt x="141" y="97"/>
                    <a:pt x="141" y="97"/>
                  </a:cubicBezTo>
                  <a:cubicBezTo>
                    <a:pt x="141" y="95"/>
                    <a:pt x="140" y="94"/>
                    <a:pt x="140" y="92"/>
                  </a:cubicBezTo>
                  <a:cubicBezTo>
                    <a:pt x="139" y="90"/>
                    <a:pt x="143" y="85"/>
                    <a:pt x="146" y="86"/>
                  </a:cubicBezTo>
                  <a:cubicBezTo>
                    <a:pt x="148" y="86"/>
                    <a:pt x="151" y="87"/>
                    <a:pt x="153" y="87"/>
                  </a:cubicBezTo>
                  <a:cubicBezTo>
                    <a:pt x="155" y="88"/>
                    <a:pt x="157" y="89"/>
                    <a:pt x="158" y="91"/>
                  </a:cubicBezTo>
                  <a:cubicBezTo>
                    <a:pt x="159" y="93"/>
                    <a:pt x="160" y="95"/>
                    <a:pt x="161" y="97"/>
                  </a:cubicBezTo>
                  <a:cubicBezTo>
                    <a:pt x="163" y="100"/>
                    <a:pt x="164" y="103"/>
                    <a:pt x="167" y="105"/>
                  </a:cubicBezTo>
                  <a:cubicBezTo>
                    <a:pt x="168" y="106"/>
                    <a:pt x="169" y="107"/>
                    <a:pt x="171" y="106"/>
                  </a:cubicBezTo>
                  <a:cubicBezTo>
                    <a:pt x="177" y="102"/>
                    <a:pt x="182" y="98"/>
                    <a:pt x="187" y="92"/>
                  </a:cubicBezTo>
                  <a:cubicBezTo>
                    <a:pt x="188" y="89"/>
                    <a:pt x="188" y="88"/>
                    <a:pt x="188" y="85"/>
                  </a:cubicBezTo>
                  <a:cubicBezTo>
                    <a:pt x="186" y="79"/>
                    <a:pt x="182" y="72"/>
                    <a:pt x="179" y="66"/>
                  </a:cubicBezTo>
                  <a:cubicBezTo>
                    <a:pt x="173" y="57"/>
                    <a:pt x="166" y="49"/>
                    <a:pt x="159" y="41"/>
                  </a:cubicBezTo>
                  <a:cubicBezTo>
                    <a:pt x="156" y="38"/>
                    <a:pt x="154" y="35"/>
                    <a:pt x="152" y="33"/>
                  </a:cubicBezTo>
                  <a:cubicBezTo>
                    <a:pt x="147" y="29"/>
                    <a:pt x="143" y="25"/>
                    <a:pt x="138" y="21"/>
                  </a:cubicBezTo>
                  <a:cubicBezTo>
                    <a:pt x="128" y="15"/>
                    <a:pt x="119" y="14"/>
                    <a:pt x="110" y="21"/>
                  </a:cubicBezTo>
                  <a:cubicBezTo>
                    <a:pt x="99" y="31"/>
                    <a:pt x="95" y="43"/>
                    <a:pt x="92" y="56"/>
                  </a:cubicBezTo>
                  <a:cubicBezTo>
                    <a:pt x="90" y="62"/>
                    <a:pt x="90" y="68"/>
                    <a:pt x="89" y="74"/>
                  </a:cubicBezTo>
                  <a:cubicBezTo>
                    <a:pt x="89" y="76"/>
                    <a:pt x="89" y="78"/>
                    <a:pt x="89" y="80"/>
                  </a:cubicBezTo>
                  <a:cubicBezTo>
                    <a:pt x="90" y="82"/>
                    <a:pt x="90" y="84"/>
                    <a:pt x="91" y="86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0"/>
                    <a:pt x="91" y="94"/>
                    <a:pt x="92" y="97"/>
                  </a:cubicBezTo>
                  <a:cubicBezTo>
                    <a:pt x="93" y="103"/>
                    <a:pt x="94" y="108"/>
                    <a:pt x="95" y="113"/>
                  </a:cubicBezTo>
                  <a:cubicBezTo>
                    <a:pt x="95" y="117"/>
                    <a:pt x="95" y="120"/>
                    <a:pt x="94" y="124"/>
                  </a:cubicBezTo>
                  <a:cubicBezTo>
                    <a:pt x="94" y="125"/>
                    <a:pt x="93" y="126"/>
                    <a:pt x="92" y="127"/>
                  </a:cubicBezTo>
                  <a:cubicBezTo>
                    <a:pt x="89" y="130"/>
                    <a:pt x="88" y="133"/>
                    <a:pt x="92" y="136"/>
                  </a:cubicBezTo>
                  <a:cubicBezTo>
                    <a:pt x="97" y="139"/>
                    <a:pt x="102" y="142"/>
                    <a:pt x="106" y="144"/>
                  </a:cubicBezTo>
                  <a:cubicBezTo>
                    <a:pt x="114" y="149"/>
                    <a:pt x="122" y="153"/>
                    <a:pt x="130" y="157"/>
                  </a:cubicBezTo>
                  <a:cubicBezTo>
                    <a:pt x="133" y="159"/>
                    <a:pt x="137" y="160"/>
                    <a:pt x="141" y="161"/>
                  </a:cubicBezTo>
                  <a:cubicBezTo>
                    <a:pt x="148" y="163"/>
                    <a:pt x="152" y="167"/>
                    <a:pt x="157" y="171"/>
                  </a:cubicBezTo>
                  <a:cubicBezTo>
                    <a:pt x="159" y="173"/>
                    <a:pt x="158" y="175"/>
                    <a:pt x="157" y="177"/>
                  </a:cubicBezTo>
                  <a:cubicBezTo>
                    <a:pt x="155" y="179"/>
                    <a:pt x="153" y="182"/>
                    <a:pt x="151" y="184"/>
                  </a:cubicBezTo>
                  <a:cubicBezTo>
                    <a:pt x="151" y="184"/>
                    <a:pt x="150" y="185"/>
                    <a:pt x="150" y="185"/>
                  </a:cubicBezTo>
                  <a:cubicBezTo>
                    <a:pt x="145" y="186"/>
                    <a:pt x="141" y="186"/>
                    <a:pt x="137" y="187"/>
                  </a:cubicBezTo>
                  <a:cubicBezTo>
                    <a:pt x="136" y="187"/>
                    <a:pt x="135" y="187"/>
                    <a:pt x="134" y="186"/>
                  </a:cubicBezTo>
                  <a:cubicBezTo>
                    <a:pt x="126" y="182"/>
                    <a:pt x="118" y="179"/>
                    <a:pt x="111" y="174"/>
                  </a:cubicBezTo>
                  <a:cubicBezTo>
                    <a:pt x="103" y="170"/>
                    <a:pt x="95" y="164"/>
                    <a:pt x="87" y="159"/>
                  </a:cubicBezTo>
                  <a:cubicBezTo>
                    <a:pt x="83" y="156"/>
                    <a:pt x="78" y="152"/>
                    <a:pt x="75" y="147"/>
                  </a:cubicBezTo>
                  <a:cubicBezTo>
                    <a:pt x="71" y="141"/>
                    <a:pt x="69" y="135"/>
                    <a:pt x="70" y="128"/>
                  </a:cubicBezTo>
                  <a:cubicBezTo>
                    <a:pt x="70" y="126"/>
                    <a:pt x="69" y="124"/>
                    <a:pt x="71" y="123"/>
                  </a:cubicBezTo>
                  <a:cubicBezTo>
                    <a:pt x="72" y="122"/>
                    <a:pt x="72" y="121"/>
                    <a:pt x="72" y="121"/>
                  </a:cubicBezTo>
                  <a:cubicBezTo>
                    <a:pt x="70" y="114"/>
                    <a:pt x="70" y="107"/>
                    <a:pt x="66" y="101"/>
                  </a:cubicBezTo>
                  <a:cubicBezTo>
                    <a:pt x="63" y="96"/>
                    <a:pt x="59" y="90"/>
                    <a:pt x="56" y="84"/>
                  </a:cubicBezTo>
                  <a:cubicBezTo>
                    <a:pt x="55" y="83"/>
                    <a:pt x="54" y="83"/>
                    <a:pt x="52" y="84"/>
                  </a:cubicBezTo>
                  <a:cubicBezTo>
                    <a:pt x="47" y="88"/>
                    <a:pt x="37" y="86"/>
                    <a:pt x="33" y="82"/>
                  </a:cubicBezTo>
                  <a:cubicBezTo>
                    <a:pt x="31" y="79"/>
                    <a:pt x="31" y="75"/>
                    <a:pt x="32" y="72"/>
                  </a:cubicBezTo>
                  <a:cubicBezTo>
                    <a:pt x="34" y="68"/>
                    <a:pt x="34" y="64"/>
                    <a:pt x="34" y="60"/>
                  </a:cubicBezTo>
                  <a:cubicBezTo>
                    <a:pt x="34" y="59"/>
                    <a:pt x="34" y="58"/>
                    <a:pt x="34" y="57"/>
                  </a:cubicBezTo>
                  <a:cubicBezTo>
                    <a:pt x="34" y="54"/>
                    <a:pt x="32" y="52"/>
                    <a:pt x="30" y="50"/>
                  </a:cubicBezTo>
                  <a:cubicBezTo>
                    <a:pt x="26" y="46"/>
                    <a:pt x="22" y="41"/>
                    <a:pt x="18" y="37"/>
                  </a:cubicBezTo>
                  <a:cubicBezTo>
                    <a:pt x="15" y="35"/>
                    <a:pt x="12" y="33"/>
                    <a:pt x="8" y="32"/>
                  </a:cubicBezTo>
                  <a:cubicBezTo>
                    <a:pt x="4" y="31"/>
                    <a:pt x="0" y="24"/>
                    <a:pt x="3" y="1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6" name="Freeform 60"/>
            <p:cNvSpPr>
              <a:spLocks noEditPoints="1"/>
            </p:cNvSpPr>
            <p:nvPr/>
          </p:nvSpPr>
          <p:spPr bwMode="auto">
            <a:xfrm>
              <a:off x="-1889125" y="-954088"/>
              <a:ext cx="114300" cy="150813"/>
            </a:xfrm>
            <a:custGeom>
              <a:avLst/>
              <a:gdLst>
                <a:gd name="T0" fmla="*/ 0 w 151"/>
                <a:gd name="T1" fmla="*/ 139 h 197"/>
                <a:gd name="T2" fmla="*/ 13 w 151"/>
                <a:gd name="T3" fmla="*/ 110 h 197"/>
                <a:gd name="T4" fmla="*/ 55 w 151"/>
                <a:gd name="T5" fmla="*/ 43 h 197"/>
                <a:gd name="T6" fmla="*/ 83 w 151"/>
                <a:gd name="T7" fmla="*/ 8 h 197"/>
                <a:gd name="T8" fmla="*/ 102 w 151"/>
                <a:gd name="T9" fmla="*/ 4 h 197"/>
                <a:gd name="T10" fmla="*/ 108 w 151"/>
                <a:gd name="T11" fmla="*/ 19 h 197"/>
                <a:gd name="T12" fmla="*/ 89 w 151"/>
                <a:gd name="T13" fmla="*/ 38 h 197"/>
                <a:gd name="T14" fmla="*/ 68 w 151"/>
                <a:gd name="T15" fmla="*/ 60 h 197"/>
                <a:gd name="T16" fmla="*/ 56 w 151"/>
                <a:gd name="T17" fmla="*/ 91 h 197"/>
                <a:gd name="T18" fmla="*/ 57 w 151"/>
                <a:gd name="T19" fmla="*/ 113 h 197"/>
                <a:gd name="T20" fmla="*/ 59 w 151"/>
                <a:gd name="T21" fmla="*/ 112 h 197"/>
                <a:gd name="T22" fmla="*/ 64 w 151"/>
                <a:gd name="T23" fmla="*/ 96 h 197"/>
                <a:gd name="T24" fmla="*/ 79 w 151"/>
                <a:gd name="T25" fmla="*/ 70 h 197"/>
                <a:gd name="T26" fmla="*/ 95 w 151"/>
                <a:gd name="T27" fmla="*/ 74 h 197"/>
                <a:gd name="T28" fmla="*/ 97 w 151"/>
                <a:gd name="T29" fmla="*/ 94 h 197"/>
                <a:gd name="T30" fmla="*/ 107 w 151"/>
                <a:gd name="T31" fmla="*/ 110 h 197"/>
                <a:gd name="T32" fmla="*/ 103 w 151"/>
                <a:gd name="T33" fmla="*/ 124 h 197"/>
                <a:gd name="T34" fmla="*/ 113 w 151"/>
                <a:gd name="T35" fmla="*/ 138 h 197"/>
                <a:gd name="T36" fmla="*/ 138 w 151"/>
                <a:gd name="T37" fmla="*/ 121 h 197"/>
                <a:gd name="T38" fmla="*/ 143 w 151"/>
                <a:gd name="T39" fmla="*/ 146 h 197"/>
                <a:gd name="T40" fmla="*/ 136 w 151"/>
                <a:gd name="T41" fmla="*/ 152 h 197"/>
                <a:gd name="T42" fmla="*/ 135 w 151"/>
                <a:gd name="T43" fmla="*/ 152 h 197"/>
                <a:gd name="T44" fmla="*/ 138 w 151"/>
                <a:gd name="T45" fmla="*/ 138 h 197"/>
                <a:gd name="T46" fmla="*/ 122 w 151"/>
                <a:gd name="T47" fmla="*/ 150 h 197"/>
                <a:gd name="T48" fmla="*/ 133 w 151"/>
                <a:gd name="T49" fmla="*/ 169 h 197"/>
                <a:gd name="T50" fmla="*/ 134 w 151"/>
                <a:gd name="T51" fmla="*/ 178 h 197"/>
                <a:gd name="T52" fmla="*/ 130 w 151"/>
                <a:gd name="T53" fmla="*/ 184 h 197"/>
                <a:gd name="T54" fmla="*/ 119 w 151"/>
                <a:gd name="T55" fmla="*/ 184 h 197"/>
                <a:gd name="T56" fmla="*/ 112 w 151"/>
                <a:gd name="T57" fmla="*/ 176 h 197"/>
                <a:gd name="T58" fmla="*/ 107 w 151"/>
                <a:gd name="T59" fmla="*/ 175 h 197"/>
                <a:gd name="T60" fmla="*/ 93 w 151"/>
                <a:gd name="T61" fmla="*/ 197 h 197"/>
                <a:gd name="T62" fmla="*/ 83 w 151"/>
                <a:gd name="T63" fmla="*/ 185 h 197"/>
                <a:gd name="T64" fmla="*/ 86 w 151"/>
                <a:gd name="T65" fmla="*/ 177 h 197"/>
                <a:gd name="T66" fmla="*/ 101 w 151"/>
                <a:gd name="T67" fmla="*/ 155 h 197"/>
                <a:gd name="T68" fmla="*/ 93 w 151"/>
                <a:gd name="T69" fmla="*/ 136 h 197"/>
                <a:gd name="T70" fmla="*/ 89 w 151"/>
                <a:gd name="T71" fmla="*/ 138 h 197"/>
                <a:gd name="T72" fmla="*/ 78 w 151"/>
                <a:gd name="T73" fmla="*/ 120 h 197"/>
                <a:gd name="T74" fmla="*/ 91 w 151"/>
                <a:gd name="T75" fmla="*/ 79 h 197"/>
                <a:gd name="T76" fmla="*/ 88 w 151"/>
                <a:gd name="T77" fmla="*/ 78 h 197"/>
                <a:gd name="T78" fmla="*/ 72 w 151"/>
                <a:gd name="T79" fmla="*/ 115 h 197"/>
                <a:gd name="T80" fmla="*/ 74 w 151"/>
                <a:gd name="T81" fmla="*/ 127 h 197"/>
                <a:gd name="T82" fmla="*/ 75 w 151"/>
                <a:gd name="T83" fmla="*/ 135 h 197"/>
                <a:gd name="T84" fmla="*/ 73 w 151"/>
                <a:gd name="T85" fmla="*/ 150 h 197"/>
                <a:gd name="T86" fmla="*/ 57 w 151"/>
                <a:gd name="T87" fmla="*/ 138 h 197"/>
                <a:gd name="T88" fmla="*/ 57 w 151"/>
                <a:gd name="T89" fmla="*/ 76 h 197"/>
                <a:gd name="T90" fmla="*/ 55 w 151"/>
                <a:gd name="T91" fmla="*/ 72 h 197"/>
                <a:gd name="T92" fmla="*/ 40 w 151"/>
                <a:gd name="T93" fmla="*/ 97 h 197"/>
                <a:gd name="T94" fmla="*/ 16 w 151"/>
                <a:gd name="T95" fmla="*/ 143 h 197"/>
                <a:gd name="T96" fmla="*/ 0 w 151"/>
                <a:gd name="T97" fmla="*/ 142 h 197"/>
                <a:gd name="T98" fmla="*/ 19 w 151"/>
                <a:gd name="T99" fmla="*/ 36 h 197"/>
                <a:gd name="T100" fmla="*/ 26 w 151"/>
                <a:gd name="T101" fmla="*/ 40 h 197"/>
                <a:gd name="T102" fmla="*/ 26 w 151"/>
                <a:gd name="T103" fmla="*/ 55 h 197"/>
                <a:gd name="T104" fmla="*/ 35 w 151"/>
                <a:gd name="T105" fmla="*/ 41 h 197"/>
                <a:gd name="T106" fmla="*/ 51 w 151"/>
                <a:gd name="T107" fmla="*/ 23 h 197"/>
                <a:gd name="T108" fmla="*/ 29 w 151"/>
                <a:gd name="T109" fmla="*/ 7 h 197"/>
                <a:gd name="T110" fmla="*/ 10 w 151"/>
                <a:gd name="T111" fmla="*/ 12 h 197"/>
                <a:gd name="T112" fmla="*/ 14 w 151"/>
                <a:gd name="T113" fmla="*/ 34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197">
                  <a:moveTo>
                    <a:pt x="0" y="142"/>
                  </a:moveTo>
                  <a:cubicBezTo>
                    <a:pt x="0" y="141"/>
                    <a:pt x="0" y="140"/>
                    <a:pt x="0" y="139"/>
                  </a:cubicBezTo>
                  <a:cubicBezTo>
                    <a:pt x="1" y="133"/>
                    <a:pt x="3" y="128"/>
                    <a:pt x="6" y="123"/>
                  </a:cubicBezTo>
                  <a:cubicBezTo>
                    <a:pt x="9" y="119"/>
                    <a:pt x="11" y="115"/>
                    <a:pt x="13" y="110"/>
                  </a:cubicBezTo>
                  <a:cubicBezTo>
                    <a:pt x="17" y="104"/>
                    <a:pt x="20" y="98"/>
                    <a:pt x="23" y="92"/>
                  </a:cubicBezTo>
                  <a:cubicBezTo>
                    <a:pt x="24" y="90"/>
                    <a:pt x="50" y="49"/>
                    <a:pt x="55" y="43"/>
                  </a:cubicBezTo>
                  <a:cubicBezTo>
                    <a:pt x="59" y="37"/>
                    <a:pt x="63" y="31"/>
                    <a:pt x="68" y="25"/>
                  </a:cubicBezTo>
                  <a:cubicBezTo>
                    <a:pt x="73" y="20"/>
                    <a:pt x="78" y="14"/>
                    <a:pt x="83" y="8"/>
                  </a:cubicBezTo>
                  <a:cubicBezTo>
                    <a:pt x="84" y="7"/>
                    <a:pt x="85" y="6"/>
                    <a:pt x="86" y="4"/>
                  </a:cubicBezTo>
                  <a:cubicBezTo>
                    <a:pt x="90" y="1"/>
                    <a:pt x="97" y="0"/>
                    <a:pt x="102" y="4"/>
                  </a:cubicBezTo>
                  <a:cubicBezTo>
                    <a:pt x="105" y="6"/>
                    <a:pt x="107" y="10"/>
                    <a:pt x="108" y="14"/>
                  </a:cubicBezTo>
                  <a:cubicBezTo>
                    <a:pt x="109" y="16"/>
                    <a:pt x="108" y="17"/>
                    <a:pt x="108" y="19"/>
                  </a:cubicBezTo>
                  <a:cubicBezTo>
                    <a:pt x="106" y="23"/>
                    <a:pt x="103" y="25"/>
                    <a:pt x="100" y="27"/>
                  </a:cubicBezTo>
                  <a:cubicBezTo>
                    <a:pt x="96" y="30"/>
                    <a:pt x="92" y="34"/>
                    <a:pt x="89" y="38"/>
                  </a:cubicBezTo>
                  <a:cubicBezTo>
                    <a:pt x="84" y="42"/>
                    <a:pt x="79" y="47"/>
                    <a:pt x="74" y="52"/>
                  </a:cubicBezTo>
                  <a:cubicBezTo>
                    <a:pt x="71" y="54"/>
                    <a:pt x="70" y="57"/>
                    <a:pt x="68" y="60"/>
                  </a:cubicBezTo>
                  <a:cubicBezTo>
                    <a:pt x="65" y="65"/>
                    <a:pt x="62" y="69"/>
                    <a:pt x="60" y="73"/>
                  </a:cubicBezTo>
                  <a:cubicBezTo>
                    <a:pt x="58" y="79"/>
                    <a:pt x="57" y="85"/>
                    <a:pt x="56" y="91"/>
                  </a:cubicBezTo>
                  <a:cubicBezTo>
                    <a:pt x="55" y="96"/>
                    <a:pt x="55" y="101"/>
                    <a:pt x="56" y="106"/>
                  </a:cubicBezTo>
                  <a:cubicBezTo>
                    <a:pt x="56" y="108"/>
                    <a:pt x="57" y="110"/>
                    <a:pt x="57" y="113"/>
                  </a:cubicBezTo>
                  <a:cubicBezTo>
                    <a:pt x="57" y="113"/>
                    <a:pt x="58" y="114"/>
                    <a:pt x="58" y="114"/>
                  </a:cubicBezTo>
                  <a:cubicBezTo>
                    <a:pt x="59" y="113"/>
                    <a:pt x="59" y="113"/>
                    <a:pt x="59" y="112"/>
                  </a:cubicBezTo>
                  <a:cubicBezTo>
                    <a:pt x="60" y="110"/>
                    <a:pt x="60" y="107"/>
                    <a:pt x="61" y="104"/>
                  </a:cubicBezTo>
                  <a:cubicBezTo>
                    <a:pt x="61" y="101"/>
                    <a:pt x="63" y="98"/>
                    <a:pt x="64" y="96"/>
                  </a:cubicBezTo>
                  <a:cubicBezTo>
                    <a:pt x="66" y="91"/>
                    <a:pt x="68" y="87"/>
                    <a:pt x="70" y="83"/>
                  </a:cubicBezTo>
                  <a:cubicBezTo>
                    <a:pt x="72" y="78"/>
                    <a:pt x="74" y="72"/>
                    <a:pt x="79" y="70"/>
                  </a:cubicBezTo>
                  <a:cubicBezTo>
                    <a:pt x="82" y="69"/>
                    <a:pt x="85" y="68"/>
                    <a:pt x="88" y="67"/>
                  </a:cubicBezTo>
                  <a:cubicBezTo>
                    <a:pt x="91" y="66"/>
                    <a:pt x="95" y="69"/>
                    <a:pt x="95" y="74"/>
                  </a:cubicBezTo>
                  <a:cubicBezTo>
                    <a:pt x="96" y="77"/>
                    <a:pt x="97" y="80"/>
                    <a:pt x="97" y="84"/>
                  </a:cubicBezTo>
                  <a:cubicBezTo>
                    <a:pt x="97" y="87"/>
                    <a:pt x="97" y="90"/>
                    <a:pt x="97" y="94"/>
                  </a:cubicBezTo>
                  <a:cubicBezTo>
                    <a:pt x="97" y="97"/>
                    <a:pt x="100" y="100"/>
                    <a:pt x="102" y="101"/>
                  </a:cubicBezTo>
                  <a:cubicBezTo>
                    <a:pt x="105" y="103"/>
                    <a:pt x="107" y="106"/>
                    <a:pt x="107" y="110"/>
                  </a:cubicBezTo>
                  <a:cubicBezTo>
                    <a:pt x="107" y="114"/>
                    <a:pt x="106" y="118"/>
                    <a:pt x="104" y="121"/>
                  </a:cubicBezTo>
                  <a:cubicBezTo>
                    <a:pt x="103" y="122"/>
                    <a:pt x="103" y="123"/>
                    <a:pt x="103" y="124"/>
                  </a:cubicBezTo>
                  <a:cubicBezTo>
                    <a:pt x="105" y="128"/>
                    <a:pt x="107" y="133"/>
                    <a:pt x="109" y="138"/>
                  </a:cubicBezTo>
                  <a:cubicBezTo>
                    <a:pt x="110" y="140"/>
                    <a:pt x="111" y="140"/>
                    <a:pt x="113" y="138"/>
                  </a:cubicBezTo>
                  <a:cubicBezTo>
                    <a:pt x="116" y="135"/>
                    <a:pt x="119" y="131"/>
                    <a:pt x="123" y="128"/>
                  </a:cubicBezTo>
                  <a:cubicBezTo>
                    <a:pt x="127" y="124"/>
                    <a:pt x="132" y="121"/>
                    <a:pt x="138" y="121"/>
                  </a:cubicBezTo>
                  <a:cubicBezTo>
                    <a:pt x="145" y="120"/>
                    <a:pt x="151" y="124"/>
                    <a:pt x="149" y="132"/>
                  </a:cubicBezTo>
                  <a:cubicBezTo>
                    <a:pt x="149" y="138"/>
                    <a:pt x="145" y="142"/>
                    <a:pt x="143" y="146"/>
                  </a:cubicBezTo>
                  <a:cubicBezTo>
                    <a:pt x="141" y="148"/>
                    <a:pt x="140" y="148"/>
                    <a:pt x="139" y="149"/>
                  </a:cubicBezTo>
                  <a:cubicBezTo>
                    <a:pt x="138" y="149"/>
                    <a:pt x="137" y="151"/>
                    <a:pt x="136" y="152"/>
                  </a:cubicBezTo>
                  <a:cubicBezTo>
                    <a:pt x="136" y="152"/>
                    <a:pt x="136" y="153"/>
                    <a:pt x="135" y="153"/>
                  </a:cubicBezTo>
                  <a:cubicBezTo>
                    <a:pt x="135" y="153"/>
                    <a:pt x="135" y="152"/>
                    <a:pt x="135" y="152"/>
                  </a:cubicBezTo>
                  <a:cubicBezTo>
                    <a:pt x="136" y="151"/>
                    <a:pt x="138" y="146"/>
                    <a:pt x="138" y="144"/>
                  </a:cubicBezTo>
                  <a:cubicBezTo>
                    <a:pt x="139" y="142"/>
                    <a:pt x="139" y="139"/>
                    <a:pt x="138" y="138"/>
                  </a:cubicBezTo>
                  <a:cubicBezTo>
                    <a:pt x="136" y="138"/>
                    <a:pt x="135" y="138"/>
                    <a:pt x="133" y="139"/>
                  </a:cubicBezTo>
                  <a:cubicBezTo>
                    <a:pt x="129" y="141"/>
                    <a:pt x="125" y="146"/>
                    <a:pt x="122" y="150"/>
                  </a:cubicBezTo>
                  <a:cubicBezTo>
                    <a:pt x="120" y="152"/>
                    <a:pt x="120" y="154"/>
                    <a:pt x="122" y="156"/>
                  </a:cubicBezTo>
                  <a:cubicBezTo>
                    <a:pt x="125" y="161"/>
                    <a:pt x="128" y="166"/>
                    <a:pt x="133" y="169"/>
                  </a:cubicBezTo>
                  <a:cubicBezTo>
                    <a:pt x="134" y="170"/>
                    <a:pt x="135" y="172"/>
                    <a:pt x="134" y="174"/>
                  </a:cubicBezTo>
                  <a:cubicBezTo>
                    <a:pt x="134" y="175"/>
                    <a:pt x="134" y="177"/>
                    <a:pt x="134" y="178"/>
                  </a:cubicBezTo>
                  <a:cubicBezTo>
                    <a:pt x="134" y="180"/>
                    <a:pt x="134" y="182"/>
                    <a:pt x="132" y="183"/>
                  </a:cubicBezTo>
                  <a:cubicBezTo>
                    <a:pt x="131" y="183"/>
                    <a:pt x="130" y="183"/>
                    <a:pt x="130" y="184"/>
                  </a:cubicBezTo>
                  <a:cubicBezTo>
                    <a:pt x="130" y="186"/>
                    <a:pt x="128" y="186"/>
                    <a:pt x="127" y="186"/>
                  </a:cubicBezTo>
                  <a:cubicBezTo>
                    <a:pt x="124" y="185"/>
                    <a:pt x="121" y="185"/>
                    <a:pt x="119" y="184"/>
                  </a:cubicBezTo>
                  <a:cubicBezTo>
                    <a:pt x="119" y="184"/>
                    <a:pt x="118" y="184"/>
                    <a:pt x="118" y="184"/>
                  </a:cubicBezTo>
                  <a:cubicBezTo>
                    <a:pt x="116" y="181"/>
                    <a:pt x="114" y="178"/>
                    <a:pt x="112" y="176"/>
                  </a:cubicBezTo>
                  <a:cubicBezTo>
                    <a:pt x="111" y="174"/>
                    <a:pt x="109" y="172"/>
                    <a:pt x="109" y="171"/>
                  </a:cubicBezTo>
                  <a:cubicBezTo>
                    <a:pt x="108" y="172"/>
                    <a:pt x="107" y="174"/>
                    <a:pt x="107" y="175"/>
                  </a:cubicBezTo>
                  <a:cubicBezTo>
                    <a:pt x="105" y="180"/>
                    <a:pt x="104" y="185"/>
                    <a:pt x="102" y="190"/>
                  </a:cubicBezTo>
                  <a:cubicBezTo>
                    <a:pt x="99" y="195"/>
                    <a:pt x="98" y="197"/>
                    <a:pt x="93" y="197"/>
                  </a:cubicBezTo>
                  <a:cubicBezTo>
                    <a:pt x="89" y="196"/>
                    <a:pt x="84" y="192"/>
                    <a:pt x="84" y="189"/>
                  </a:cubicBezTo>
                  <a:cubicBezTo>
                    <a:pt x="84" y="187"/>
                    <a:pt x="83" y="186"/>
                    <a:pt x="83" y="185"/>
                  </a:cubicBezTo>
                  <a:cubicBezTo>
                    <a:pt x="82" y="182"/>
                    <a:pt x="82" y="180"/>
                    <a:pt x="84" y="177"/>
                  </a:cubicBezTo>
                  <a:cubicBezTo>
                    <a:pt x="86" y="175"/>
                    <a:pt x="85" y="176"/>
                    <a:pt x="86" y="177"/>
                  </a:cubicBezTo>
                  <a:cubicBezTo>
                    <a:pt x="88" y="178"/>
                    <a:pt x="90" y="176"/>
                    <a:pt x="92" y="174"/>
                  </a:cubicBezTo>
                  <a:cubicBezTo>
                    <a:pt x="96" y="169"/>
                    <a:pt x="98" y="162"/>
                    <a:pt x="101" y="155"/>
                  </a:cubicBezTo>
                  <a:cubicBezTo>
                    <a:pt x="101" y="154"/>
                    <a:pt x="101" y="153"/>
                    <a:pt x="101" y="153"/>
                  </a:cubicBezTo>
                  <a:cubicBezTo>
                    <a:pt x="98" y="147"/>
                    <a:pt x="96" y="141"/>
                    <a:pt x="93" y="136"/>
                  </a:cubicBezTo>
                  <a:cubicBezTo>
                    <a:pt x="91" y="135"/>
                    <a:pt x="91" y="135"/>
                    <a:pt x="90" y="136"/>
                  </a:cubicBezTo>
                  <a:cubicBezTo>
                    <a:pt x="89" y="137"/>
                    <a:pt x="89" y="138"/>
                    <a:pt x="89" y="138"/>
                  </a:cubicBezTo>
                  <a:cubicBezTo>
                    <a:pt x="86" y="141"/>
                    <a:pt x="83" y="141"/>
                    <a:pt x="81" y="138"/>
                  </a:cubicBezTo>
                  <a:cubicBezTo>
                    <a:pt x="78" y="132"/>
                    <a:pt x="76" y="126"/>
                    <a:pt x="78" y="120"/>
                  </a:cubicBezTo>
                  <a:cubicBezTo>
                    <a:pt x="80" y="115"/>
                    <a:pt x="83" y="110"/>
                    <a:pt x="85" y="104"/>
                  </a:cubicBezTo>
                  <a:cubicBezTo>
                    <a:pt x="88" y="96"/>
                    <a:pt x="91" y="88"/>
                    <a:pt x="91" y="79"/>
                  </a:cubicBezTo>
                  <a:cubicBezTo>
                    <a:pt x="91" y="79"/>
                    <a:pt x="91" y="77"/>
                    <a:pt x="91" y="77"/>
                  </a:cubicBezTo>
                  <a:cubicBezTo>
                    <a:pt x="90" y="77"/>
                    <a:pt x="89" y="77"/>
                    <a:pt x="88" y="78"/>
                  </a:cubicBezTo>
                  <a:cubicBezTo>
                    <a:pt x="84" y="81"/>
                    <a:pt x="82" y="85"/>
                    <a:pt x="79" y="89"/>
                  </a:cubicBezTo>
                  <a:cubicBezTo>
                    <a:pt x="75" y="97"/>
                    <a:pt x="74" y="106"/>
                    <a:pt x="72" y="115"/>
                  </a:cubicBezTo>
                  <a:cubicBezTo>
                    <a:pt x="71" y="117"/>
                    <a:pt x="73" y="120"/>
                    <a:pt x="73" y="122"/>
                  </a:cubicBezTo>
                  <a:cubicBezTo>
                    <a:pt x="73" y="124"/>
                    <a:pt x="74" y="125"/>
                    <a:pt x="74" y="127"/>
                  </a:cubicBezTo>
                  <a:cubicBezTo>
                    <a:pt x="74" y="128"/>
                    <a:pt x="74" y="130"/>
                    <a:pt x="75" y="132"/>
                  </a:cubicBezTo>
                  <a:cubicBezTo>
                    <a:pt x="75" y="133"/>
                    <a:pt x="75" y="134"/>
                    <a:pt x="75" y="135"/>
                  </a:cubicBezTo>
                  <a:cubicBezTo>
                    <a:pt x="75" y="138"/>
                    <a:pt x="75" y="141"/>
                    <a:pt x="75" y="144"/>
                  </a:cubicBezTo>
                  <a:cubicBezTo>
                    <a:pt x="75" y="146"/>
                    <a:pt x="75" y="148"/>
                    <a:pt x="73" y="150"/>
                  </a:cubicBezTo>
                  <a:cubicBezTo>
                    <a:pt x="71" y="151"/>
                    <a:pt x="69" y="150"/>
                    <a:pt x="67" y="149"/>
                  </a:cubicBezTo>
                  <a:cubicBezTo>
                    <a:pt x="62" y="147"/>
                    <a:pt x="59" y="143"/>
                    <a:pt x="57" y="138"/>
                  </a:cubicBezTo>
                  <a:cubicBezTo>
                    <a:pt x="53" y="132"/>
                    <a:pt x="52" y="125"/>
                    <a:pt x="51" y="118"/>
                  </a:cubicBezTo>
                  <a:cubicBezTo>
                    <a:pt x="51" y="104"/>
                    <a:pt x="53" y="90"/>
                    <a:pt x="57" y="76"/>
                  </a:cubicBezTo>
                  <a:cubicBezTo>
                    <a:pt x="57" y="74"/>
                    <a:pt x="58" y="72"/>
                    <a:pt x="57" y="71"/>
                  </a:cubicBezTo>
                  <a:cubicBezTo>
                    <a:pt x="57" y="71"/>
                    <a:pt x="56" y="71"/>
                    <a:pt x="55" y="72"/>
                  </a:cubicBezTo>
                  <a:cubicBezTo>
                    <a:pt x="51" y="79"/>
                    <a:pt x="46" y="86"/>
                    <a:pt x="42" y="93"/>
                  </a:cubicBezTo>
                  <a:cubicBezTo>
                    <a:pt x="41" y="94"/>
                    <a:pt x="40" y="96"/>
                    <a:pt x="40" y="97"/>
                  </a:cubicBezTo>
                  <a:cubicBezTo>
                    <a:pt x="34" y="105"/>
                    <a:pt x="31" y="115"/>
                    <a:pt x="26" y="124"/>
                  </a:cubicBezTo>
                  <a:cubicBezTo>
                    <a:pt x="23" y="130"/>
                    <a:pt x="20" y="137"/>
                    <a:pt x="16" y="143"/>
                  </a:cubicBezTo>
                  <a:cubicBezTo>
                    <a:pt x="14" y="147"/>
                    <a:pt x="11" y="148"/>
                    <a:pt x="7" y="147"/>
                  </a:cubicBezTo>
                  <a:cubicBezTo>
                    <a:pt x="4" y="147"/>
                    <a:pt x="2" y="145"/>
                    <a:pt x="0" y="142"/>
                  </a:cubicBezTo>
                  <a:close/>
                  <a:moveTo>
                    <a:pt x="14" y="34"/>
                  </a:moveTo>
                  <a:cubicBezTo>
                    <a:pt x="16" y="34"/>
                    <a:pt x="18" y="35"/>
                    <a:pt x="19" y="36"/>
                  </a:cubicBezTo>
                  <a:cubicBezTo>
                    <a:pt x="21" y="36"/>
                    <a:pt x="22" y="37"/>
                    <a:pt x="23" y="37"/>
                  </a:cubicBezTo>
                  <a:cubicBezTo>
                    <a:pt x="25" y="37"/>
                    <a:pt x="26" y="38"/>
                    <a:pt x="26" y="40"/>
                  </a:cubicBezTo>
                  <a:cubicBezTo>
                    <a:pt x="26" y="42"/>
                    <a:pt x="26" y="44"/>
                    <a:pt x="26" y="47"/>
                  </a:cubicBezTo>
                  <a:cubicBezTo>
                    <a:pt x="26" y="49"/>
                    <a:pt x="25" y="55"/>
                    <a:pt x="26" y="55"/>
                  </a:cubicBezTo>
                  <a:cubicBezTo>
                    <a:pt x="27" y="55"/>
                    <a:pt x="29" y="49"/>
                    <a:pt x="30" y="47"/>
                  </a:cubicBezTo>
                  <a:cubicBezTo>
                    <a:pt x="31" y="45"/>
                    <a:pt x="32" y="42"/>
                    <a:pt x="35" y="41"/>
                  </a:cubicBezTo>
                  <a:cubicBezTo>
                    <a:pt x="40" y="40"/>
                    <a:pt x="45" y="37"/>
                    <a:pt x="48" y="33"/>
                  </a:cubicBezTo>
                  <a:cubicBezTo>
                    <a:pt x="51" y="30"/>
                    <a:pt x="53" y="27"/>
                    <a:pt x="51" y="23"/>
                  </a:cubicBezTo>
                  <a:cubicBezTo>
                    <a:pt x="49" y="17"/>
                    <a:pt x="46" y="11"/>
                    <a:pt x="39" y="9"/>
                  </a:cubicBezTo>
                  <a:cubicBezTo>
                    <a:pt x="36" y="8"/>
                    <a:pt x="33" y="7"/>
                    <a:pt x="29" y="7"/>
                  </a:cubicBezTo>
                  <a:cubicBezTo>
                    <a:pt x="25" y="7"/>
                    <a:pt x="20" y="7"/>
                    <a:pt x="16" y="8"/>
                  </a:cubicBezTo>
                  <a:cubicBezTo>
                    <a:pt x="13" y="9"/>
                    <a:pt x="11" y="9"/>
                    <a:pt x="10" y="12"/>
                  </a:cubicBezTo>
                  <a:cubicBezTo>
                    <a:pt x="9" y="14"/>
                    <a:pt x="8" y="17"/>
                    <a:pt x="7" y="19"/>
                  </a:cubicBezTo>
                  <a:cubicBezTo>
                    <a:pt x="5" y="24"/>
                    <a:pt x="8" y="33"/>
                    <a:pt x="14" y="3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7" name="Freeform 61"/>
            <p:cNvSpPr>
              <a:spLocks noEditPoints="1"/>
            </p:cNvSpPr>
            <p:nvPr/>
          </p:nvSpPr>
          <p:spPr bwMode="auto">
            <a:xfrm>
              <a:off x="-1695450" y="-1049338"/>
              <a:ext cx="127000" cy="174625"/>
            </a:xfrm>
            <a:custGeom>
              <a:avLst/>
              <a:gdLst>
                <a:gd name="T0" fmla="*/ 81 w 167"/>
                <a:gd name="T1" fmla="*/ 122 h 228"/>
                <a:gd name="T2" fmla="*/ 96 w 167"/>
                <a:gd name="T3" fmla="*/ 130 h 228"/>
                <a:gd name="T4" fmla="*/ 82 w 167"/>
                <a:gd name="T5" fmla="*/ 167 h 228"/>
                <a:gd name="T6" fmla="*/ 99 w 167"/>
                <a:gd name="T7" fmla="*/ 175 h 228"/>
                <a:gd name="T8" fmla="*/ 87 w 167"/>
                <a:gd name="T9" fmla="*/ 195 h 228"/>
                <a:gd name="T10" fmla="*/ 84 w 167"/>
                <a:gd name="T11" fmla="*/ 216 h 228"/>
                <a:gd name="T12" fmla="*/ 110 w 167"/>
                <a:gd name="T13" fmla="*/ 210 h 228"/>
                <a:gd name="T14" fmla="*/ 150 w 167"/>
                <a:gd name="T15" fmla="*/ 201 h 228"/>
                <a:gd name="T16" fmla="*/ 161 w 167"/>
                <a:gd name="T17" fmla="*/ 197 h 228"/>
                <a:gd name="T18" fmla="*/ 163 w 167"/>
                <a:gd name="T19" fmla="*/ 174 h 228"/>
                <a:gd name="T20" fmla="*/ 124 w 167"/>
                <a:gd name="T21" fmla="*/ 178 h 228"/>
                <a:gd name="T22" fmla="*/ 121 w 167"/>
                <a:gd name="T23" fmla="*/ 159 h 228"/>
                <a:gd name="T24" fmla="*/ 138 w 167"/>
                <a:gd name="T25" fmla="*/ 128 h 228"/>
                <a:gd name="T26" fmla="*/ 114 w 167"/>
                <a:gd name="T27" fmla="*/ 133 h 228"/>
                <a:gd name="T28" fmla="*/ 118 w 167"/>
                <a:gd name="T29" fmla="*/ 112 h 228"/>
                <a:gd name="T30" fmla="*/ 136 w 167"/>
                <a:gd name="T31" fmla="*/ 85 h 228"/>
                <a:gd name="T32" fmla="*/ 147 w 167"/>
                <a:gd name="T33" fmla="*/ 25 h 228"/>
                <a:gd name="T34" fmla="*/ 112 w 167"/>
                <a:gd name="T35" fmla="*/ 1 h 228"/>
                <a:gd name="T36" fmla="*/ 97 w 167"/>
                <a:gd name="T37" fmla="*/ 5 h 228"/>
                <a:gd name="T38" fmla="*/ 66 w 167"/>
                <a:gd name="T39" fmla="*/ 46 h 228"/>
                <a:gd name="T40" fmla="*/ 83 w 167"/>
                <a:gd name="T41" fmla="*/ 53 h 228"/>
                <a:gd name="T42" fmla="*/ 116 w 167"/>
                <a:gd name="T43" fmla="*/ 21 h 228"/>
                <a:gd name="T44" fmla="*/ 131 w 167"/>
                <a:gd name="T45" fmla="*/ 46 h 228"/>
                <a:gd name="T46" fmla="*/ 115 w 167"/>
                <a:gd name="T47" fmla="*/ 89 h 228"/>
                <a:gd name="T48" fmla="*/ 111 w 167"/>
                <a:gd name="T49" fmla="*/ 76 h 228"/>
                <a:gd name="T50" fmla="*/ 123 w 167"/>
                <a:gd name="T51" fmla="*/ 53 h 228"/>
                <a:gd name="T52" fmla="*/ 103 w 167"/>
                <a:gd name="T53" fmla="*/ 49 h 228"/>
                <a:gd name="T54" fmla="*/ 89 w 167"/>
                <a:gd name="T55" fmla="*/ 59 h 228"/>
                <a:gd name="T56" fmla="*/ 81 w 167"/>
                <a:gd name="T57" fmla="*/ 80 h 228"/>
                <a:gd name="T58" fmla="*/ 79 w 167"/>
                <a:gd name="T59" fmla="*/ 81 h 228"/>
                <a:gd name="T60" fmla="*/ 59 w 167"/>
                <a:gd name="T61" fmla="*/ 102 h 228"/>
                <a:gd name="T62" fmla="*/ 84 w 167"/>
                <a:gd name="T63" fmla="*/ 87 h 228"/>
                <a:gd name="T64" fmla="*/ 89 w 167"/>
                <a:gd name="T65" fmla="*/ 102 h 228"/>
                <a:gd name="T66" fmla="*/ 82 w 167"/>
                <a:gd name="T67" fmla="*/ 88 h 228"/>
                <a:gd name="T68" fmla="*/ 7 w 167"/>
                <a:gd name="T69" fmla="*/ 103 h 228"/>
                <a:gd name="T70" fmla="*/ 33 w 167"/>
                <a:gd name="T71" fmla="*/ 100 h 228"/>
                <a:gd name="T72" fmla="*/ 40 w 167"/>
                <a:gd name="T73" fmla="*/ 123 h 228"/>
                <a:gd name="T74" fmla="*/ 10 w 167"/>
                <a:gd name="T75" fmla="*/ 157 h 228"/>
                <a:gd name="T76" fmla="*/ 32 w 167"/>
                <a:gd name="T77" fmla="*/ 185 h 228"/>
                <a:gd name="T78" fmla="*/ 42 w 167"/>
                <a:gd name="T79" fmla="*/ 226 h 228"/>
                <a:gd name="T80" fmla="*/ 61 w 167"/>
                <a:gd name="T81" fmla="*/ 185 h 228"/>
                <a:gd name="T82" fmla="*/ 67 w 167"/>
                <a:gd name="T83" fmla="*/ 143 h 228"/>
                <a:gd name="T84" fmla="*/ 66 w 167"/>
                <a:gd name="T85" fmla="*/ 139 h 228"/>
                <a:gd name="T86" fmla="*/ 48 w 167"/>
                <a:gd name="T87" fmla="*/ 197 h 228"/>
                <a:gd name="T88" fmla="*/ 46 w 167"/>
                <a:gd name="T89" fmla="*/ 191 h 228"/>
                <a:gd name="T90" fmla="*/ 53 w 167"/>
                <a:gd name="T91" fmla="*/ 137 h 228"/>
                <a:gd name="T92" fmla="*/ 46 w 167"/>
                <a:gd name="T93" fmla="*/ 110 h 228"/>
                <a:gd name="T94" fmla="*/ 52 w 167"/>
                <a:gd name="T95" fmla="*/ 68 h 228"/>
                <a:gd name="T96" fmla="*/ 22 w 167"/>
                <a:gd name="T97" fmla="*/ 71 h 228"/>
                <a:gd name="T98" fmla="*/ 1 w 167"/>
                <a:gd name="T99" fmla="*/ 95 h 228"/>
                <a:gd name="T100" fmla="*/ 34 w 167"/>
                <a:gd name="T101" fmla="*/ 162 h 228"/>
                <a:gd name="T102" fmla="*/ 33 w 167"/>
                <a:gd name="T103" fmla="*/ 146 h 228"/>
                <a:gd name="T104" fmla="*/ 35 w 167"/>
                <a:gd name="T105" fmla="*/ 160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7" h="228">
                  <a:moveTo>
                    <a:pt x="62" y="112"/>
                  </a:moveTo>
                  <a:cubicBezTo>
                    <a:pt x="65" y="117"/>
                    <a:pt x="69" y="122"/>
                    <a:pt x="76" y="122"/>
                  </a:cubicBezTo>
                  <a:cubicBezTo>
                    <a:pt x="77" y="122"/>
                    <a:pt x="79" y="123"/>
                    <a:pt x="81" y="122"/>
                  </a:cubicBezTo>
                  <a:cubicBezTo>
                    <a:pt x="82" y="121"/>
                    <a:pt x="83" y="122"/>
                    <a:pt x="84" y="123"/>
                  </a:cubicBezTo>
                  <a:cubicBezTo>
                    <a:pt x="85" y="127"/>
                    <a:pt x="88" y="128"/>
                    <a:pt x="92" y="128"/>
                  </a:cubicBezTo>
                  <a:cubicBezTo>
                    <a:pt x="95" y="127"/>
                    <a:pt x="96" y="128"/>
                    <a:pt x="96" y="130"/>
                  </a:cubicBezTo>
                  <a:cubicBezTo>
                    <a:pt x="97" y="133"/>
                    <a:pt x="97" y="137"/>
                    <a:pt x="97" y="140"/>
                  </a:cubicBezTo>
                  <a:cubicBezTo>
                    <a:pt x="97" y="144"/>
                    <a:pt x="96" y="148"/>
                    <a:pt x="92" y="151"/>
                  </a:cubicBezTo>
                  <a:cubicBezTo>
                    <a:pt x="87" y="155"/>
                    <a:pt x="85" y="161"/>
                    <a:pt x="82" y="167"/>
                  </a:cubicBezTo>
                  <a:cubicBezTo>
                    <a:pt x="81" y="169"/>
                    <a:pt x="82" y="170"/>
                    <a:pt x="83" y="171"/>
                  </a:cubicBezTo>
                  <a:cubicBezTo>
                    <a:pt x="87" y="173"/>
                    <a:pt x="91" y="174"/>
                    <a:pt x="96" y="173"/>
                  </a:cubicBezTo>
                  <a:cubicBezTo>
                    <a:pt x="98" y="173"/>
                    <a:pt x="98" y="173"/>
                    <a:pt x="99" y="175"/>
                  </a:cubicBezTo>
                  <a:cubicBezTo>
                    <a:pt x="99" y="178"/>
                    <a:pt x="99" y="180"/>
                    <a:pt x="100" y="183"/>
                  </a:cubicBezTo>
                  <a:cubicBezTo>
                    <a:pt x="100" y="185"/>
                    <a:pt x="99" y="187"/>
                    <a:pt x="98" y="188"/>
                  </a:cubicBezTo>
                  <a:cubicBezTo>
                    <a:pt x="94" y="191"/>
                    <a:pt x="90" y="192"/>
                    <a:pt x="87" y="195"/>
                  </a:cubicBezTo>
                  <a:cubicBezTo>
                    <a:pt x="86" y="196"/>
                    <a:pt x="84" y="197"/>
                    <a:pt x="83" y="199"/>
                  </a:cubicBezTo>
                  <a:cubicBezTo>
                    <a:pt x="80" y="203"/>
                    <a:pt x="79" y="209"/>
                    <a:pt x="82" y="212"/>
                  </a:cubicBezTo>
                  <a:cubicBezTo>
                    <a:pt x="82" y="213"/>
                    <a:pt x="83" y="215"/>
                    <a:pt x="84" y="216"/>
                  </a:cubicBezTo>
                  <a:cubicBezTo>
                    <a:pt x="85" y="219"/>
                    <a:pt x="88" y="221"/>
                    <a:pt x="91" y="220"/>
                  </a:cubicBezTo>
                  <a:cubicBezTo>
                    <a:pt x="93" y="219"/>
                    <a:pt x="96" y="218"/>
                    <a:pt x="98" y="217"/>
                  </a:cubicBezTo>
                  <a:cubicBezTo>
                    <a:pt x="102" y="214"/>
                    <a:pt x="106" y="212"/>
                    <a:pt x="110" y="210"/>
                  </a:cubicBezTo>
                  <a:cubicBezTo>
                    <a:pt x="113" y="208"/>
                    <a:pt x="116" y="207"/>
                    <a:pt x="119" y="205"/>
                  </a:cubicBezTo>
                  <a:cubicBezTo>
                    <a:pt x="126" y="202"/>
                    <a:pt x="134" y="199"/>
                    <a:pt x="142" y="200"/>
                  </a:cubicBezTo>
                  <a:cubicBezTo>
                    <a:pt x="145" y="200"/>
                    <a:pt x="148" y="201"/>
                    <a:pt x="150" y="201"/>
                  </a:cubicBezTo>
                  <a:cubicBezTo>
                    <a:pt x="151" y="201"/>
                    <a:pt x="152" y="202"/>
                    <a:pt x="153" y="201"/>
                  </a:cubicBezTo>
                  <a:cubicBezTo>
                    <a:pt x="156" y="200"/>
                    <a:pt x="157" y="199"/>
                    <a:pt x="159" y="198"/>
                  </a:cubicBezTo>
                  <a:cubicBezTo>
                    <a:pt x="160" y="198"/>
                    <a:pt x="161" y="197"/>
                    <a:pt x="161" y="197"/>
                  </a:cubicBezTo>
                  <a:cubicBezTo>
                    <a:pt x="162" y="194"/>
                    <a:pt x="163" y="192"/>
                    <a:pt x="164" y="189"/>
                  </a:cubicBezTo>
                  <a:cubicBezTo>
                    <a:pt x="165" y="186"/>
                    <a:pt x="165" y="183"/>
                    <a:pt x="166" y="180"/>
                  </a:cubicBezTo>
                  <a:cubicBezTo>
                    <a:pt x="167" y="177"/>
                    <a:pt x="166" y="175"/>
                    <a:pt x="163" y="174"/>
                  </a:cubicBezTo>
                  <a:cubicBezTo>
                    <a:pt x="161" y="173"/>
                    <a:pt x="158" y="173"/>
                    <a:pt x="156" y="173"/>
                  </a:cubicBezTo>
                  <a:cubicBezTo>
                    <a:pt x="152" y="173"/>
                    <a:pt x="148" y="172"/>
                    <a:pt x="144" y="173"/>
                  </a:cubicBezTo>
                  <a:cubicBezTo>
                    <a:pt x="137" y="174"/>
                    <a:pt x="131" y="177"/>
                    <a:pt x="124" y="178"/>
                  </a:cubicBezTo>
                  <a:cubicBezTo>
                    <a:pt x="123" y="179"/>
                    <a:pt x="122" y="178"/>
                    <a:pt x="122" y="177"/>
                  </a:cubicBezTo>
                  <a:cubicBezTo>
                    <a:pt x="120" y="176"/>
                    <a:pt x="120" y="174"/>
                    <a:pt x="119" y="172"/>
                  </a:cubicBezTo>
                  <a:cubicBezTo>
                    <a:pt x="118" y="167"/>
                    <a:pt x="117" y="163"/>
                    <a:pt x="121" y="159"/>
                  </a:cubicBezTo>
                  <a:cubicBezTo>
                    <a:pt x="124" y="155"/>
                    <a:pt x="128" y="151"/>
                    <a:pt x="133" y="148"/>
                  </a:cubicBezTo>
                  <a:cubicBezTo>
                    <a:pt x="138" y="144"/>
                    <a:pt x="142" y="137"/>
                    <a:pt x="138" y="130"/>
                  </a:cubicBezTo>
                  <a:cubicBezTo>
                    <a:pt x="138" y="129"/>
                    <a:pt x="138" y="129"/>
                    <a:pt x="138" y="128"/>
                  </a:cubicBezTo>
                  <a:cubicBezTo>
                    <a:pt x="137" y="125"/>
                    <a:pt x="134" y="123"/>
                    <a:pt x="131" y="124"/>
                  </a:cubicBezTo>
                  <a:cubicBezTo>
                    <a:pt x="128" y="125"/>
                    <a:pt x="125" y="127"/>
                    <a:pt x="122" y="128"/>
                  </a:cubicBezTo>
                  <a:cubicBezTo>
                    <a:pt x="119" y="129"/>
                    <a:pt x="117" y="131"/>
                    <a:pt x="114" y="133"/>
                  </a:cubicBezTo>
                  <a:cubicBezTo>
                    <a:pt x="112" y="134"/>
                    <a:pt x="111" y="134"/>
                    <a:pt x="111" y="132"/>
                  </a:cubicBezTo>
                  <a:cubicBezTo>
                    <a:pt x="111" y="129"/>
                    <a:pt x="110" y="126"/>
                    <a:pt x="110" y="124"/>
                  </a:cubicBezTo>
                  <a:cubicBezTo>
                    <a:pt x="110" y="118"/>
                    <a:pt x="113" y="114"/>
                    <a:pt x="118" y="112"/>
                  </a:cubicBezTo>
                  <a:cubicBezTo>
                    <a:pt x="125" y="111"/>
                    <a:pt x="128" y="107"/>
                    <a:pt x="129" y="101"/>
                  </a:cubicBezTo>
                  <a:cubicBezTo>
                    <a:pt x="130" y="99"/>
                    <a:pt x="130" y="98"/>
                    <a:pt x="131" y="96"/>
                  </a:cubicBezTo>
                  <a:cubicBezTo>
                    <a:pt x="132" y="92"/>
                    <a:pt x="135" y="89"/>
                    <a:pt x="136" y="85"/>
                  </a:cubicBezTo>
                  <a:cubicBezTo>
                    <a:pt x="138" y="80"/>
                    <a:pt x="140" y="75"/>
                    <a:pt x="142" y="70"/>
                  </a:cubicBezTo>
                  <a:cubicBezTo>
                    <a:pt x="144" y="60"/>
                    <a:pt x="146" y="50"/>
                    <a:pt x="148" y="40"/>
                  </a:cubicBezTo>
                  <a:cubicBezTo>
                    <a:pt x="148" y="35"/>
                    <a:pt x="148" y="30"/>
                    <a:pt x="147" y="25"/>
                  </a:cubicBezTo>
                  <a:cubicBezTo>
                    <a:pt x="146" y="21"/>
                    <a:pt x="144" y="17"/>
                    <a:pt x="141" y="14"/>
                  </a:cubicBezTo>
                  <a:cubicBezTo>
                    <a:pt x="138" y="9"/>
                    <a:pt x="134" y="4"/>
                    <a:pt x="128" y="2"/>
                  </a:cubicBezTo>
                  <a:cubicBezTo>
                    <a:pt x="123" y="0"/>
                    <a:pt x="117" y="0"/>
                    <a:pt x="112" y="1"/>
                  </a:cubicBezTo>
                  <a:cubicBezTo>
                    <a:pt x="112" y="1"/>
                    <a:pt x="111" y="1"/>
                    <a:pt x="110" y="1"/>
                  </a:cubicBezTo>
                  <a:cubicBezTo>
                    <a:pt x="109" y="2"/>
                    <a:pt x="107" y="2"/>
                    <a:pt x="105" y="3"/>
                  </a:cubicBezTo>
                  <a:cubicBezTo>
                    <a:pt x="102" y="4"/>
                    <a:pt x="100" y="4"/>
                    <a:pt x="97" y="5"/>
                  </a:cubicBezTo>
                  <a:cubicBezTo>
                    <a:pt x="89" y="10"/>
                    <a:pt x="82" y="17"/>
                    <a:pt x="76" y="24"/>
                  </a:cubicBezTo>
                  <a:cubicBezTo>
                    <a:pt x="73" y="29"/>
                    <a:pt x="70" y="33"/>
                    <a:pt x="68" y="39"/>
                  </a:cubicBezTo>
                  <a:cubicBezTo>
                    <a:pt x="68" y="41"/>
                    <a:pt x="66" y="43"/>
                    <a:pt x="66" y="46"/>
                  </a:cubicBezTo>
                  <a:cubicBezTo>
                    <a:pt x="65" y="49"/>
                    <a:pt x="66" y="52"/>
                    <a:pt x="68" y="53"/>
                  </a:cubicBezTo>
                  <a:cubicBezTo>
                    <a:pt x="70" y="53"/>
                    <a:pt x="72" y="54"/>
                    <a:pt x="75" y="54"/>
                  </a:cubicBezTo>
                  <a:cubicBezTo>
                    <a:pt x="78" y="54"/>
                    <a:pt x="80" y="54"/>
                    <a:pt x="83" y="53"/>
                  </a:cubicBezTo>
                  <a:cubicBezTo>
                    <a:pt x="85" y="52"/>
                    <a:pt x="87" y="51"/>
                    <a:pt x="88" y="50"/>
                  </a:cubicBezTo>
                  <a:cubicBezTo>
                    <a:pt x="91" y="46"/>
                    <a:pt x="94" y="42"/>
                    <a:pt x="97" y="38"/>
                  </a:cubicBezTo>
                  <a:cubicBezTo>
                    <a:pt x="102" y="31"/>
                    <a:pt x="108" y="25"/>
                    <a:pt x="116" y="21"/>
                  </a:cubicBezTo>
                  <a:cubicBezTo>
                    <a:pt x="120" y="20"/>
                    <a:pt x="122" y="20"/>
                    <a:pt x="125" y="23"/>
                  </a:cubicBezTo>
                  <a:cubicBezTo>
                    <a:pt x="128" y="26"/>
                    <a:pt x="130" y="30"/>
                    <a:pt x="131" y="35"/>
                  </a:cubicBezTo>
                  <a:cubicBezTo>
                    <a:pt x="131" y="38"/>
                    <a:pt x="131" y="42"/>
                    <a:pt x="131" y="46"/>
                  </a:cubicBezTo>
                  <a:cubicBezTo>
                    <a:pt x="130" y="52"/>
                    <a:pt x="129" y="58"/>
                    <a:pt x="128" y="64"/>
                  </a:cubicBezTo>
                  <a:cubicBezTo>
                    <a:pt x="127" y="70"/>
                    <a:pt x="125" y="76"/>
                    <a:pt x="123" y="82"/>
                  </a:cubicBezTo>
                  <a:cubicBezTo>
                    <a:pt x="122" y="86"/>
                    <a:pt x="119" y="89"/>
                    <a:pt x="115" y="89"/>
                  </a:cubicBezTo>
                  <a:cubicBezTo>
                    <a:pt x="114" y="89"/>
                    <a:pt x="113" y="89"/>
                    <a:pt x="112" y="90"/>
                  </a:cubicBezTo>
                  <a:cubicBezTo>
                    <a:pt x="110" y="90"/>
                    <a:pt x="109" y="89"/>
                    <a:pt x="109" y="87"/>
                  </a:cubicBezTo>
                  <a:cubicBezTo>
                    <a:pt x="109" y="84"/>
                    <a:pt x="109" y="80"/>
                    <a:pt x="111" y="76"/>
                  </a:cubicBezTo>
                  <a:cubicBezTo>
                    <a:pt x="114" y="73"/>
                    <a:pt x="117" y="69"/>
                    <a:pt x="120" y="66"/>
                  </a:cubicBezTo>
                  <a:cubicBezTo>
                    <a:pt x="121" y="65"/>
                    <a:pt x="121" y="64"/>
                    <a:pt x="122" y="63"/>
                  </a:cubicBezTo>
                  <a:cubicBezTo>
                    <a:pt x="122" y="60"/>
                    <a:pt x="122" y="56"/>
                    <a:pt x="123" y="53"/>
                  </a:cubicBezTo>
                  <a:cubicBezTo>
                    <a:pt x="123" y="52"/>
                    <a:pt x="122" y="51"/>
                    <a:pt x="122" y="51"/>
                  </a:cubicBezTo>
                  <a:cubicBezTo>
                    <a:pt x="117" y="48"/>
                    <a:pt x="112" y="45"/>
                    <a:pt x="106" y="49"/>
                  </a:cubicBezTo>
                  <a:cubicBezTo>
                    <a:pt x="105" y="50"/>
                    <a:pt x="104" y="50"/>
                    <a:pt x="103" y="49"/>
                  </a:cubicBezTo>
                  <a:cubicBezTo>
                    <a:pt x="100" y="47"/>
                    <a:pt x="94" y="47"/>
                    <a:pt x="91" y="50"/>
                  </a:cubicBezTo>
                  <a:cubicBezTo>
                    <a:pt x="90" y="52"/>
                    <a:pt x="90" y="54"/>
                    <a:pt x="89" y="56"/>
                  </a:cubicBezTo>
                  <a:cubicBezTo>
                    <a:pt x="89" y="57"/>
                    <a:pt x="88" y="59"/>
                    <a:pt x="89" y="59"/>
                  </a:cubicBezTo>
                  <a:cubicBezTo>
                    <a:pt x="90" y="61"/>
                    <a:pt x="89" y="62"/>
                    <a:pt x="88" y="63"/>
                  </a:cubicBezTo>
                  <a:cubicBezTo>
                    <a:pt x="87" y="64"/>
                    <a:pt x="86" y="66"/>
                    <a:pt x="85" y="67"/>
                  </a:cubicBezTo>
                  <a:cubicBezTo>
                    <a:pt x="82" y="71"/>
                    <a:pt x="80" y="75"/>
                    <a:pt x="81" y="80"/>
                  </a:cubicBezTo>
                  <a:cubicBezTo>
                    <a:pt x="81" y="81"/>
                    <a:pt x="81" y="82"/>
                    <a:pt x="81" y="83"/>
                  </a:cubicBezTo>
                  <a:cubicBezTo>
                    <a:pt x="80" y="83"/>
                    <a:pt x="80" y="83"/>
                    <a:pt x="80" y="83"/>
                  </a:cubicBezTo>
                  <a:cubicBezTo>
                    <a:pt x="80" y="82"/>
                    <a:pt x="79" y="82"/>
                    <a:pt x="79" y="81"/>
                  </a:cubicBezTo>
                  <a:cubicBezTo>
                    <a:pt x="76" y="75"/>
                    <a:pt x="72" y="73"/>
                    <a:pt x="66" y="73"/>
                  </a:cubicBezTo>
                  <a:cubicBezTo>
                    <a:pt x="61" y="73"/>
                    <a:pt x="54" y="78"/>
                    <a:pt x="55" y="85"/>
                  </a:cubicBezTo>
                  <a:cubicBezTo>
                    <a:pt x="56" y="91"/>
                    <a:pt x="57" y="96"/>
                    <a:pt x="59" y="102"/>
                  </a:cubicBezTo>
                  <a:cubicBezTo>
                    <a:pt x="60" y="105"/>
                    <a:pt x="61" y="109"/>
                    <a:pt x="62" y="112"/>
                  </a:cubicBezTo>
                  <a:close/>
                  <a:moveTo>
                    <a:pt x="82" y="87"/>
                  </a:moveTo>
                  <a:cubicBezTo>
                    <a:pt x="83" y="86"/>
                    <a:pt x="83" y="87"/>
                    <a:pt x="84" y="87"/>
                  </a:cubicBezTo>
                  <a:cubicBezTo>
                    <a:pt x="86" y="89"/>
                    <a:pt x="88" y="90"/>
                    <a:pt x="91" y="91"/>
                  </a:cubicBezTo>
                  <a:cubicBezTo>
                    <a:pt x="92" y="91"/>
                    <a:pt x="93" y="93"/>
                    <a:pt x="93" y="93"/>
                  </a:cubicBezTo>
                  <a:cubicBezTo>
                    <a:pt x="92" y="96"/>
                    <a:pt x="91" y="99"/>
                    <a:pt x="89" y="102"/>
                  </a:cubicBezTo>
                  <a:cubicBezTo>
                    <a:pt x="89" y="102"/>
                    <a:pt x="89" y="103"/>
                    <a:pt x="88" y="103"/>
                  </a:cubicBezTo>
                  <a:cubicBezTo>
                    <a:pt x="88" y="103"/>
                    <a:pt x="87" y="102"/>
                    <a:pt x="87" y="102"/>
                  </a:cubicBezTo>
                  <a:cubicBezTo>
                    <a:pt x="86" y="97"/>
                    <a:pt x="84" y="93"/>
                    <a:pt x="82" y="88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82" y="87"/>
                    <a:pt x="82" y="87"/>
                    <a:pt x="82" y="87"/>
                  </a:cubicBezTo>
                  <a:close/>
                  <a:moveTo>
                    <a:pt x="7" y="103"/>
                  </a:moveTo>
                  <a:cubicBezTo>
                    <a:pt x="8" y="103"/>
                    <a:pt x="9" y="104"/>
                    <a:pt x="10" y="105"/>
                  </a:cubicBezTo>
                  <a:cubicBezTo>
                    <a:pt x="13" y="109"/>
                    <a:pt x="20" y="110"/>
                    <a:pt x="24" y="107"/>
                  </a:cubicBezTo>
                  <a:cubicBezTo>
                    <a:pt x="27" y="104"/>
                    <a:pt x="30" y="102"/>
                    <a:pt x="33" y="100"/>
                  </a:cubicBezTo>
                  <a:cubicBezTo>
                    <a:pt x="34" y="98"/>
                    <a:pt x="35" y="98"/>
                    <a:pt x="36" y="100"/>
                  </a:cubicBezTo>
                  <a:cubicBezTo>
                    <a:pt x="37" y="102"/>
                    <a:pt x="37" y="104"/>
                    <a:pt x="38" y="107"/>
                  </a:cubicBezTo>
                  <a:cubicBezTo>
                    <a:pt x="38" y="112"/>
                    <a:pt x="39" y="118"/>
                    <a:pt x="40" y="123"/>
                  </a:cubicBezTo>
                  <a:cubicBezTo>
                    <a:pt x="40" y="127"/>
                    <a:pt x="38" y="129"/>
                    <a:pt x="35" y="129"/>
                  </a:cubicBezTo>
                  <a:cubicBezTo>
                    <a:pt x="31" y="130"/>
                    <a:pt x="28" y="131"/>
                    <a:pt x="25" y="133"/>
                  </a:cubicBezTo>
                  <a:cubicBezTo>
                    <a:pt x="17" y="139"/>
                    <a:pt x="13" y="147"/>
                    <a:pt x="10" y="157"/>
                  </a:cubicBezTo>
                  <a:cubicBezTo>
                    <a:pt x="8" y="163"/>
                    <a:pt x="8" y="168"/>
                    <a:pt x="12" y="174"/>
                  </a:cubicBezTo>
                  <a:cubicBezTo>
                    <a:pt x="17" y="180"/>
                    <a:pt x="22" y="183"/>
                    <a:pt x="30" y="182"/>
                  </a:cubicBezTo>
                  <a:cubicBezTo>
                    <a:pt x="31" y="182"/>
                    <a:pt x="32" y="183"/>
                    <a:pt x="32" y="185"/>
                  </a:cubicBezTo>
                  <a:cubicBezTo>
                    <a:pt x="31" y="192"/>
                    <a:pt x="30" y="199"/>
                    <a:pt x="30" y="207"/>
                  </a:cubicBezTo>
                  <a:cubicBezTo>
                    <a:pt x="29" y="211"/>
                    <a:pt x="29" y="216"/>
                    <a:pt x="31" y="220"/>
                  </a:cubicBezTo>
                  <a:cubicBezTo>
                    <a:pt x="33" y="225"/>
                    <a:pt x="38" y="228"/>
                    <a:pt x="42" y="226"/>
                  </a:cubicBezTo>
                  <a:cubicBezTo>
                    <a:pt x="44" y="225"/>
                    <a:pt x="45" y="223"/>
                    <a:pt x="47" y="221"/>
                  </a:cubicBezTo>
                  <a:cubicBezTo>
                    <a:pt x="53" y="214"/>
                    <a:pt x="56" y="205"/>
                    <a:pt x="58" y="195"/>
                  </a:cubicBezTo>
                  <a:cubicBezTo>
                    <a:pt x="59" y="192"/>
                    <a:pt x="60" y="189"/>
                    <a:pt x="61" y="185"/>
                  </a:cubicBezTo>
                  <a:cubicBezTo>
                    <a:pt x="62" y="180"/>
                    <a:pt x="63" y="175"/>
                    <a:pt x="64" y="170"/>
                  </a:cubicBezTo>
                  <a:cubicBezTo>
                    <a:pt x="65" y="165"/>
                    <a:pt x="66" y="157"/>
                    <a:pt x="66" y="156"/>
                  </a:cubicBezTo>
                  <a:cubicBezTo>
                    <a:pt x="66" y="152"/>
                    <a:pt x="67" y="148"/>
                    <a:pt x="67" y="143"/>
                  </a:cubicBezTo>
                  <a:cubicBezTo>
                    <a:pt x="67" y="142"/>
                    <a:pt x="68" y="140"/>
                    <a:pt x="68" y="139"/>
                  </a:cubicBezTo>
                  <a:cubicBezTo>
                    <a:pt x="68" y="138"/>
                    <a:pt x="68" y="136"/>
                    <a:pt x="67" y="136"/>
                  </a:cubicBezTo>
                  <a:cubicBezTo>
                    <a:pt x="66" y="136"/>
                    <a:pt x="66" y="138"/>
                    <a:pt x="66" y="139"/>
                  </a:cubicBezTo>
                  <a:cubicBezTo>
                    <a:pt x="64" y="146"/>
                    <a:pt x="62" y="154"/>
                    <a:pt x="60" y="161"/>
                  </a:cubicBezTo>
                  <a:cubicBezTo>
                    <a:pt x="58" y="167"/>
                    <a:pt x="57" y="173"/>
                    <a:pt x="55" y="179"/>
                  </a:cubicBezTo>
                  <a:cubicBezTo>
                    <a:pt x="53" y="185"/>
                    <a:pt x="52" y="191"/>
                    <a:pt x="48" y="197"/>
                  </a:cubicBezTo>
                  <a:cubicBezTo>
                    <a:pt x="47" y="197"/>
                    <a:pt x="47" y="198"/>
                    <a:pt x="46" y="198"/>
                  </a:cubicBezTo>
                  <a:cubicBezTo>
                    <a:pt x="46" y="197"/>
                    <a:pt x="45" y="196"/>
                    <a:pt x="45" y="196"/>
                  </a:cubicBezTo>
                  <a:cubicBezTo>
                    <a:pt x="45" y="194"/>
                    <a:pt x="46" y="193"/>
                    <a:pt x="46" y="191"/>
                  </a:cubicBezTo>
                  <a:cubicBezTo>
                    <a:pt x="47" y="187"/>
                    <a:pt x="48" y="182"/>
                    <a:pt x="48" y="178"/>
                  </a:cubicBezTo>
                  <a:cubicBezTo>
                    <a:pt x="50" y="171"/>
                    <a:pt x="51" y="164"/>
                    <a:pt x="52" y="156"/>
                  </a:cubicBezTo>
                  <a:cubicBezTo>
                    <a:pt x="53" y="150"/>
                    <a:pt x="53" y="144"/>
                    <a:pt x="53" y="137"/>
                  </a:cubicBezTo>
                  <a:cubicBezTo>
                    <a:pt x="53" y="134"/>
                    <a:pt x="52" y="131"/>
                    <a:pt x="49" y="128"/>
                  </a:cubicBezTo>
                  <a:cubicBezTo>
                    <a:pt x="49" y="127"/>
                    <a:pt x="48" y="126"/>
                    <a:pt x="48" y="125"/>
                  </a:cubicBezTo>
                  <a:cubicBezTo>
                    <a:pt x="47" y="120"/>
                    <a:pt x="47" y="115"/>
                    <a:pt x="46" y="110"/>
                  </a:cubicBezTo>
                  <a:cubicBezTo>
                    <a:pt x="45" y="104"/>
                    <a:pt x="46" y="98"/>
                    <a:pt x="47" y="93"/>
                  </a:cubicBezTo>
                  <a:cubicBezTo>
                    <a:pt x="48" y="90"/>
                    <a:pt x="49" y="87"/>
                    <a:pt x="51" y="84"/>
                  </a:cubicBezTo>
                  <a:cubicBezTo>
                    <a:pt x="53" y="79"/>
                    <a:pt x="53" y="73"/>
                    <a:pt x="52" y="68"/>
                  </a:cubicBezTo>
                  <a:cubicBezTo>
                    <a:pt x="51" y="65"/>
                    <a:pt x="49" y="62"/>
                    <a:pt x="45" y="62"/>
                  </a:cubicBezTo>
                  <a:cubicBezTo>
                    <a:pt x="42" y="61"/>
                    <a:pt x="39" y="61"/>
                    <a:pt x="35" y="63"/>
                  </a:cubicBezTo>
                  <a:cubicBezTo>
                    <a:pt x="31" y="66"/>
                    <a:pt x="27" y="68"/>
                    <a:pt x="22" y="71"/>
                  </a:cubicBezTo>
                  <a:cubicBezTo>
                    <a:pt x="19" y="73"/>
                    <a:pt x="15" y="76"/>
                    <a:pt x="11" y="78"/>
                  </a:cubicBezTo>
                  <a:cubicBezTo>
                    <a:pt x="9" y="81"/>
                    <a:pt x="6" y="83"/>
                    <a:pt x="3" y="86"/>
                  </a:cubicBezTo>
                  <a:cubicBezTo>
                    <a:pt x="1" y="88"/>
                    <a:pt x="0" y="92"/>
                    <a:pt x="1" y="95"/>
                  </a:cubicBezTo>
                  <a:cubicBezTo>
                    <a:pt x="2" y="98"/>
                    <a:pt x="4" y="101"/>
                    <a:pt x="7" y="103"/>
                  </a:cubicBezTo>
                  <a:close/>
                  <a:moveTo>
                    <a:pt x="35" y="160"/>
                  </a:moveTo>
                  <a:cubicBezTo>
                    <a:pt x="34" y="161"/>
                    <a:pt x="34" y="161"/>
                    <a:pt x="34" y="162"/>
                  </a:cubicBezTo>
                  <a:cubicBezTo>
                    <a:pt x="33" y="164"/>
                    <a:pt x="32" y="166"/>
                    <a:pt x="30" y="165"/>
                  </a:cubicBezTo>
                  <a:cubicBezTo>
                    <a:pt x="28" y="165"/>
                    <a:pt x="26" y="162"/>
                    <a:pt x="26" y="160"/>
                  </a:cubicBezTo>
                  <a:cubicBezTo>
                    <a:pt x="26" y="154"/>
                    <a:pt x="29" y="150"/>
                    <a:pt x="33" y="146"/>
                  </a:cubicBezTo>
                  <a:cubicBezTo>
                    <a:pt x="34" y="146"/>
                    <a:pt x="35" y="146"/>
                    <a:pt x="35" y="146"/>
                  </a:cubicBezTo>
                  <a:cubicBezTo>
                    <a:pt x="35" y="148"/>
                    <a:pt x="36" y="149"/>
                    <a:pt x="35" y="151"/>
                  </a:cubicBezTo>
                  <a:cubicBezTo>
                    <a:pt x="35" y="154"/>
                    <a:pt x="35" y="157"/>
                    <a:pt x="35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8" name="Freeform 62"/>
            <p:cNvSpPr>
              <a:spLocks/>
            </p:cNvSpPr>
            <p:nvPr/>
          </p:nvSpPr>
          <p:spPr bwMode="auto">
            <a:xfrm>
              <a:off x="-1458913" y="-1000125"/>
              <a:ext cx="100013" cy="82550"/>
            </a:xfrm>
            <a:custGeom>
              <a:avLst/>
              <a:gdLst>
                <a:gd name="T0" fmla="*/ 6 w 131"/>
                <a:gd name="T1" fmla="*/ 85 h 109"/>
                <a:gd name="T2" fmla="*/ 10 w 131"/>
                <a:gd name="T3" fmla="*/ 80 h 109"/>
                <a:gd name="T4" fmla="*/ 18 w 131"/>
                <a:gd name="T5" fmla="*/ 76 h 109"/>
                <a:gd name="T6" fmla="*/ 42 w 131"/>
                <a:gd name="T7" fmla="*/ 72 h 109"/>
                <a:gd name="T8" fmla="*/ 54 w 131"/>
                <a:gd name="T9" fmla="*/ 72 h 109"/>
                <a:gd name="T10" fmla="*/ 71 w 131"/>
                <a:gd name="T11" fmla="*/ 67 h 109"/>
                <a:gd name="T12" fmla="*/ 87 w 131"/>
                <a:gd name="T13" fmla="*/ 52 h 109"/>
                <a:gd name="T14" fmla="*/ 97 w 131"/>
                <a:gd name="T15" fmla="*/ 37 h 109"/>
                <a:gd name="T16" fmla="*/ 91 w 131"/>
                <a:gd name="T17" fmla="*/ 38 h 109"/>
                <a:gd name="T18" fmla="*/ 77 w 131"/>
                <a:gd name="T19" fmla="*/ 42 h 109"/>
                <a:gd name="T20" fmla="*/ 60 w 131"/>
                <a:gd name="T21" fmla="*/ 41 h 109"/>
                <a:gd name="T22" fmla="*/ 51 w 131"/>
                <a:gd name="T23" fmla="*/ 25 h 109"/>
                <a:gd name="T24" fmla="*/ 58 w 131"/>
                <a:gd name="T25" fmla="*/ 16 h 109"/>
                <a:gd name="T26" fmla="*/ 77 w 131"/>
                <a:gd name="T27" fmla="*/ 7 h 109"/>
                <a:gd name="T28" fmla="*/ 103 w 131"/>
                <a:gd name="T29" fmla="*/ 2 h 109"/>
                <a:gd name="T30" fmla="*/ 118 w 131"/>
                <a:gd name="T31" fmla="*/ 10 h 109"/>
                <a:gd name="T32" fmla="*/ 123 w 131"/>
                <a:gd name="T33" fmla="*/ 23 h 109"/>
                <a:gd name="T34" fmla="*/ 124 w 131"/>
                <a:gd name="T35" fmla="*/ 27 h 109"/>
                <a:gd name="T36" fmla="*/ 122 w 131"/>
                <a:gd name="T37" fmla="*/ 36 h 109"/>
                <a:gd name="T38" fmla="*/ 112 w 131"/>
                <a:gd name="T39" fmla="*/ 53 h 109"/>
                <a:gd name="T40" fmla="*/ 97 w 131"/>
                <a:gd name="T41" fmla="*/ 70 h 109"/>
                <a:gd name="T42" fmla="*/ 95 w 131"/>
                <a:gd name="T43" fmla="*/ 73 h 109"/>
                <a:gd name="T44" fmla="*/ 98 w 131"/>
                <a:gd name="T45" fmla="*/ 73 h 109"/>
                <a:gd name="T46" fmla="*/ 112 w 131"/>
                <a:gd name="T47" fmla="*/ 75 h 109"/>
                <a:gd name="T48" fmla="*/ 118 w 131"/>
                <a:gd name="T49" fmla="*/ 73 h 109"/>
                <a:gd name="T50" fmla="*/ 127 w 131"/>
                <a:gd name="T51" fmla="*/ 76 h 109"/>
                <a:gd name="T52" fmla="*/ 131 w 131"/>
                <a:gd name="T53" fmla="*/ 92 h 109"/>
                <a:gd name="T54" fmla="*/ 125 w 131"/>
                <a:gd name="T55" fmla="*/ 104 h 109"/>
                <a:gd name="T56" fmla="*/ 115 w 131"/>
                <a:gd name="T57" fmla="*/ 108 h 109"/>
                <a:gd name="T58" fmla="*/ 108 w 131"/>
                <a:gd name="T59" fmla="*/ 105 h 109"/>
                <a:gd name="T60" fmla="*/ 100 w 131"/>
                <a:gd name="T61" fmla="*/ 103 h 109"/>
                <a:gd name="T62" fmla="*/ 44 w 131"/>
                <a:gd name="T63" fmla="*/ 104 h 109"/>
                <a:gd name="T64" fmla="*/ 21 w 131"/>
                <a:gd name="T65" fmla="*/ 107 h 109"/>
                <a:gd name="T66" fmla="*/ 11 w 131"/>
                <a:gd name="T67" fmla="*/ 105 h 109"/>
                <a:gd name="T68" fmla="*/ 6 w 131"/>
                <a:gd name="T69" fmla="*/ 8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31" h="109">
                  <a:moveTo>
                    <a:pt x="6" y="85"/>
                  </a:moveTo>
                  <a:cubicBezTo>
                    <a:pt x="8" y="84"/>
                    <a:pt x="9" y="82"/>
                    <a:pt x="10" y="80"/>
                  </a:cubicBezTo>
                  <a:cubicBezTo>
                    <a:pt x="12" y="77"/>
                    <a:pt x="15" y="76"/>
                    <a:pt x="18" y="76"/>
                  </a:cubicBezTo>
                  <a:cubicBezTo>
                    <a:pt x="26" y="75"/>
                    <a:pt x="34" y="73"/>
                    <a:pt x="42" y="72"/>
                  </a:cubicBezTo>
                  <a:cubicBezTo>
                    <a:pt x="46" y="72"/>
                    <a:pt x="50" y="72"/>
                    <a:pt x="54" y="72"/>
                  </a:cubicBezTo>
                  <a:cubicBezTo>
                    <a:pt x="60" y="71"/>
                    <a:pt x="66" y="71"/>
                    <a:pt x="71" y="67"/>
                  </a:cubicBezTo>
                  <a:cubicBezTo>
                    <a:pt x="77" y="63"/>
                    <a:pt x="82" y="58"/>
                    <a:pt x="87" y="52"/>
                  </a:cubicBezTo>
                  <a:cubicBezTo>
                    <a:pt x="90" y="48"/>
                    <a:pt x="98" y="38"/>
                    <a:pt x="97" y="37"/>
                  </a:cubicBezTo>
                  <a:cubicBezTo>
                    <a:pt x="96" y="36"/>
                    <a:pt x="92" y="37"/>
                    <a:pt x="91" y="38"/>
                  </a:cubicBezTo>
                  <a:cubicBezTo>
                    <a:pt x="85" y="39"/>
                    <a:pt x="83" y="41"/>
                    <a:pt x="77" y="42"/>
                  </a:cubicBezTo>
                  <a:cubicBezTo>
                    <a:pt x="72" y="43"/>
                    <a:pt x="65" y="45"/>
                    <a:pt x="60" y="41"/>
                  </a:cubicBezTo>
                  <a:cubicBezTo>
                    <a:pt x="55" y="37"/>
                    <a:pt x="52" y="31"/>
                    <a:pt x="51" y="25"/>
                  </a:cubicBezTo>
                  <a:cubicBezTo>
                    <a:pt x="51" y="21"/>
                    <a:pt x="54" y="18"/>
                    <a:pt x="58" y="16"/>
                  </a:cubicBezTo>
                  <a:cubicBezTo>
                    <a:pt x="64" y="13"/>
                    <a:pt x="70" y="9"/>
                    <a:pt x="77" y="7"/>
                  </a:cubicBezTo>
                  <a:cubicBezTo>
                    <a:pt x="85" y="3"/>
                    <a:pt x="94" y="0"/>
                    <a:pt x="103" y="2"/>
                  </a:cubicBezTo>
                  <a:cubicBezTo>
                    <a:pt x="109" y="3"/>
                    <a:pt x="114" y="6"/>
                    <a:pt x="118" y="10"/>
                  </a:cubicBezTo>
                  <a:cubicBezTo>
                    <a:pt x="122" y="13"/>
                    <a:pt x="123" y="18"/>
                    <a:pt x="123" y="23"/>
                  </a:cubicBezTo>
                  <a:cubicBezTo>
                    <a:pt x="123" y="24"/>
                    <a:pt x="123" y="26"/>
                    <a:pt x="124" y="27"/>
                  </a:cubicBezTo>
                  <a:cubicBezTo>
                    <a:pt x="124" y="30"/>
                    <a:pt x="123" y="33"/>
                    <a:pt x="122" y="36"/>
                  </a:cubicBezTo>
                  <a:cubicBezTo>
                    <a:pt x="121" y="38"/>
                    <a:pt x="116" y="47"/>
                    <a:pt x="112" y="53"/>
                  </a:cubicBezTo>
                  <a:cubicBezTo>
                    <a:pt x="108" y="58"/>
                    <a:pt x="101" y="66"/>
                    <a:pt x="97" y="70"/>
                  </a:cubicBezTo>
                  <a:cubicBezTo>
                    <a:pt x="96" y="71"/>
                    <a:pt x="94" y="72"/>
                    <a:pt x="95" y="73"/>
                  </a:cubicBezTo>
                  <a:cubicBezTo>
                    <a:pt x="95" y="73"/>
                    <a:pt x="97" y="73"/>
                    <a:pt x="98" y="73"/>
                  </a:cubicBezTo>
                  <a:cubicBezTo>
                    <a:pt x="103" y="74"/>
                    <a:pt x="107" y="75"/>
                    <a:pt x="112" y="75"/>
                  </a:cubicBezTo>
                  <a:cubicBezTo>
                    <a:pt x="114" y="75"/>
                    <a:pt x="116" y="74"/>
                    <a:pt x="118" y="73"/>
                  </a:cubicBezTo>
                  <a:cubicBezTo>
                    <a:pt x="122" y="72"/>
                    <a:pt x="125" y="73"/>
                    <a:pt x="127" y="76"/>
                  </a:cubicBezTo>
                  <a:cubicBezTo>
                    <a:pt x="130" y="81"/>
                    <a:pt x="131" y="86"/>
                    <a:pt x="131" y="92"/>
                  </a:cubicBezTo>
                  <a:cubicBezTo>
                    <a:pt x="130" y="96"/>
                    <a:pt x="128" y="100"/>
                    <a:pt x="125" y="104"/>
                  </a:cubicBezTo>
                  <a:cubicBezTo>
                    <a:pt x="121" y="108"/>
                    <a:pt x="119" y="109"/>
                    <a:pt x="115" y="108"/>
                  </a:cubicBezTo>
                  <a:cubicBezTo>
                    <a:pt x="113" y="108"/>
                    <a:pt x="111" y="105"/>
                    <a:pt x="108" y="105"/>
                  </a:cubicBezTo>
                  <a:cubicBezTo>
                    <a:pt x="106" y="104"/>
                    <a:pt x="103" y="103"/>
                    <a:pt x="100" y="103"/>
                  </a:cubicBezTo>
                  <a:cubicBezTo>
                    <a:pt x="87" y="101"/>
                    <a:pt x="50" y="104"/>
                    <a:pt x="44" y="104"/>
                  </a:cubicBezTo>
                  <a:cubicBezTo>
                    <a:pt x="41" y="105"/>
                    <a:pt x="29" y="106"/>
                    <a:pt x="21" y="107"/>
                  </a:cubicBezTo>
                  <a:cubicBezTo>
                    <a:pt x="18" y="107"/>
                    <a:pt x="14" y="106"/>
                    <a:pt x="11" y="105"/>
                  </a:cubicBezTo>
                  <a:cubicBezTo>
                    <a:pt x="4" y="103"/>
                    <a:pt x="0" y="92"/>
                    <a:pt x="6" y="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29" name="Freeform 63"/>
            <p:cNvSpPr>
              <a:spLocks/>
            </p:cNvSpPr>
            <p:nvPr/>
          </p:nvSpPr>
          <p:spPr bwMode="auto">
            <a:xfrm>
              <a:off x="-1271588" y="-927100"/>
              <a:ext cx="134938" cy="142875"/>
            </a:xfrm>
            <a:custGeom>
              <a:avLst/>
              <a:gdLst>
                <a:gd name="T0" fmla="*/ 1 w 177"/>
                <a:gd name="T1" fmla="*/ 99 h 188"/>
                <a:gd name="T2" fmla="*/ 0 w 177"/>
                <a:gd name="T3" fmla="*/ 97 h 188"/>
                <a:gd name="T4" fmla="*/ 40 w 177"/>
                <a:gd name="T5" fmla="*/ 95 h 188"/>
                <a:gd name="T6" fmla="*/ 81 w 177"/>
                <a:gd name="T7" fmla="*/ 80 h 188"/>
                <a:gd name="T8" fmla="*/ 98 w 177"/>
                <a:gd name="T9" fmla="*/ 69 h 188"/>
                <a:gd name="T10" fmla="*/ 90 w 177"/>
                <a:gd name="T11" fmla="*/ 66 h 188"/>
                <a:gd name="T12" fmla="*/ 78 w 177"/>
                <a:gd name="T13" fmla="*/ 60 h 188"/>
                <a:gd name="T14" fmla="*/ 71 w 177"/>
                <a:gd name="T15" fmla="*/ 52 h 188"/>
                <a:gd name="T16" fmla="*/ 70 w 177"/>
                <a:gd name="T17" fmla="*/ 50 h 188"/>
                <a:gd name="T18" fmla="*/ 73 w 177"/>
                <a:gd name="T19" fmla="*/ 39 h 188"/>
                <a:gd name="T20" fmla="*/ 75 w 177"/>
                <a:gd name="T21" fmla="*/ 36 h 188"/>
                <a:gd name="T22" fmla="*/ 90 w 177"/>
                <a:gd name="T23" fmla="*/ 35 h 188"/>
                <a:gd name="T24" fmla="*/ 109 w 177"/>
                <a:gd name="T25" fmla="*/ 42 h 188"/>
                <a:gd name="T26" fmla="*/ 119 w 177"/>
                <a:gd name="T27" fmla="*/ 45 h 188"/>
                <a:gd name="T28" fmla="*/ 127 w 177"/>
                <a:gd name="T29" fmla="*/ 43 h 188"/>
                <a:gd name="T30" fmla="*/ 146 w 177"/>
                <a:gd name="T31" fmla="*/ 20 h 188"/>
                <a:gd name="T32" fmla="*/ 153 w 177"/>
                <a:gd name="T33" fmla="*/ 9 h 188"/>
                <a:gd name="T34" fmla="*/ 166 w 177"/>
                <a:gd name="T35" fmla="*/ 1 h 188"/>
                <a:gd name="T36" fmla="*/ 173 w 177"/>
                <a:gd name="T37" fmla="*/ 5 h 188"/>
                <a:gd name="T38" fmla="*/ 177 w 177"/>
                <a:gd name="T39" fmla="*/ 19 h 188"/>
                <a:gd name="T40" fmla="*/ 175 w 177"/>
                <a:gd name="T41" fmla="*/ 24 h 188"/>
                <a:gd name="T42" fmla="*/ 164 w 177"/>
                <a:gd name="T43" fmla="*/ 39 h 188"/>
                <a:gd name="T44" fmla="*/ 154 w 177"/>
                <a:gd name="T45" fmla="*/ 51 h 188"/>
                <a:gd name="T46" fmla="*/ 153 w 177"/>
                <a:gd name="T47" fmla="*/ 53 h 188"/>
                <a:gd name="T48" fmla="*/ 155 w 177"/>
                <a:gd name="T49" fmla="*/ 53 h 188"/>
                <a:gd name="T50" fmla="*/ 164 w 177"/>
                <a:gd name="T51" fmla="*/ 55 h 188"/>
                <a:gd name="T52" fmla="*/ 172 w 177"/>
                <a:gd name="T53" fmla="*/ 67 h 188"/>
                <a:gd name="T54" fmla="*/ 171 w 177"/>
                <a:gd name="T55" fmla="*/ 71 h 188"/>
                <a:gd name="T56" fmla="*/ 167 w 177"/>
                <a:gd name="T57" fmla="*/ 75 h 188"/>
                <a:gd name="T58" fmla="*/ 164 w 177"/>
                <a:gd name="T59" fmla="*/ 77 h 188"/>
                <a:gd name="T60" fmla="*/ 158 w 177"/>
                <a:gd name="T61" fmla="*/ 81 h 188"/>
                <a:gd name="T62" fmla="*/ 146 w 177"/>
                <a:gd name="T63" fmla="*/ 82 h 188"/>
                <a:gd name="T64" fmla="*/ 130 w 177"/>
                <a:gd name="T65" fmla="*/ 77 h 188"/>
                <a:gd name="T66" fmla="*/ 121 w 177"/>
                <a:gd name="T67" fmla="*/ 81 h 188"/>
                <a:gd name="T68" fmla="*/ 115 w 177"/>
                <a:gd name="T69" fmla="*/ 85 h 188"/>
                <a:gd name="T70" fmla="*/ 111 w 177"/>
                <a:gd name="T71" fmla="*/ 92 h 188"/>
                <a:gd name="T72" fmla="*/ 112 w 177"/>
                <a:gd name="T73" fmla="*/ 116 h 188"/>
                <a:gd name="T74" fmla="*/ 115 w 177"/>
                <a:gd name="T75" fmla="*/ 135 h 188"/>
                <a:gd name="T76" fmla="*/ 120 w 177"/>
                <a:gd name="T77" fmla="*/ 155 h 188"/>
                <a:gd name="T78" fmla="*/ 125 w 177"/>
                <a:gd name="T79" fmla="*/ 169 h 188"/>
                <a:gd name="T80" fmla="*/ 132 w 177"/>
                <a:gd name="T81" fmla="*/ 181 h 188"/>
                <a:gd name="T82" fmla="*/ 128 w 177"/>
                <a:gd name="T83" fmla="*/ 184 h 188"/>
                <a:gd name="T84" fmla="*/ 124 w 177"/>
                <a:gd name="T85" fmla="*/ 186 h 188"/>
                <a:gd name="T86" fmla="*/ 119 w 177"/>
                <a:gd name="T87" fmla="*/ 187 h 188"/>
                <a:gd name="T88" fmla="*/ 115 w 177"/>
                <a:gd name="T89" fmla="*/ 188 h 188"/>
                <a:gd name="T90" fmla="*/ 105 w 177"/>
                <a:gd name="T91" fmla="*/ 183 h 188"/>
                <a:gd name="T92" fmla="*/ 101 w 177"/>
                <a:gd name="T93" fmla="*/ 179 h 188"/>
                <a:gd name="T94" fmla="*/ 94 w 177"/>
                <a:gd name="T95" fmla="*/ 171 h 188"/>
                <a:gd name="T96" fmla="*/ 88 w 177"/>
                <a:gd name="T97" fmla="*/ 162 h 188"/>
                <a:gd name="T98" fmla="*/ 86 w 177"/>
                <a:gd name="T99" fmla="*/ 148 h 188"/>
                <a:gd name="T100" fmla="*/ 87 w 177"/>
                <a:gd name="T101" fmla="*/ 137 h 188"/>
                <a:gd name="T102" fmla="*/ 89 w 177"/>
                <a:gd name="T103" fmla="*/ 121 h 188"/>
                <a:gd name="T104" fmla="*/ 91 w 177"/>
                <a:gd name="T105" fmla="*/ 101 h 188"/>
                <a:gd name="T106" fmla="*/ 89 w 177"/>
                <a:gd name="T107" fmla="*/ 100 h 188"/>
                <a:gd name="T108" fmla="*/ 69 w 177"/>
                <a:gd name="T109" fmla="*/ 108 h 188"/>
                <a:gd name="T110" fmla="*/ 51 w 177"/>
                <a:gd name="T111" fmla="*/ 112 h 188"/>
                <a:gd name="T112" fmla="*/ 18 w 177"/>
                <a:gd name="T113" fmla="*/ 110 h 188"/>
                <a:gd name="T114" fmla="*/ 9 w 177"/>
                <a:gd name="T115" fmla="*/ 105 h 188"/>
                <a:gd name="T116" fmla="*/ 1 w 177"/>
                <a:gd name="T117" fmla="*/ 99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7" h="188">
                  <a:moveTo>
                    <a:pt x="1" y="99"/>
                  </a:moveTo>
                  <a:cubicBezTo>
                    <a:pt x="0" y="97"/>
                    <a:pt x="0" y="97"/>
                    <a:pt x="0" y="97"/>
                  </a:cubicBezTo>
                  <a:cubicBezTo>
                    <a:pt x="3" y="96"/>
                    <a:pt x="16" y="101"/>
                    <a:pt x="40" y="95"/>
                  </a:cubicBezTo>
                  <a:cubicBezTo>
                    <a:pt x="60" y="91"/>
                    <a:pt x="71" y="85"/>
                    <a:pt x="81" y="80"/>
                  </a:cubicBezTo>
                  <a:cubicBezTo>
                    <a:pt x="89" y="75"/>
                    <a:pt x="97" y="70"/>
                    <a:pt x="98" y="69"/>
                  </a:cubicBezTo>
                  <a:cubicBezTo>
                    <a:pt x="96" y="68"/>
                    <a:pt x="92" y="67"/>
                    <a:pt x="90" y="66"/>
                  </a:cubicBezTo>
                  <a:cubicBezTo>
                    <a:pt x="86" y="64"/>
                    <a:pt x="82" y="62"/>
                    <a:pt x="78" y="60"/>
                  </a:cubicBezTo>
                  <a:cubicBezTo>
                    <a:pt x="75" y="58"/>
                    <a:pt x="72" y="56"/>
                    <a:pt x="71" y="52"/>
                  </a:cubicBezTo>
                  <a:cubicBezTo>
                    <a:pt x="70" y="52"/>
                    <a:pt x="70" y="51"/>
                    <a:pt x="70" y="50"/>
                  </a:cubicBezTo>
                  <a:cubicBezTo>
                    <a:pt x="71" y="47"/>
                    <a:pt x="72" y="43"/>
                    <a:pt x="73" y="39"/>
                  </a:cubicBezTo>
                  <a:cubicBezTo>
                    <a:pt x="73" y="38"/>
                    <a:pt x="74" y="37"/>
                    <a:pt x="75" y="36"/>
                  </a:cubicBezTo>
                  <a:cubicBezTo>
                    <a:pt x="79" y="32"/>
                    <a:pt x="85" y="32"/>
                    <a:pt x="90" y="35"/>
                  </a:cubicBezTo>
                  <a:cubicBezTo>
                    <a:pt x="96" y="39"/>
                    <a:pt x="103" y="41"/>
                    <a:pt x="109" y="42"/>
                  </a:cubicBezTo>
                  <a:cubicBezTo>
                    <a:pt x="113" y="43"/>
                    <a:pt x="116" y="44"/>
                    <a:pt x="119" y="45"/>
                  </a:cubicBezTo>
                  <a:cubicBezTo>
                    <a:pt x="122" y="46"/>
                    <a:pt x="125" y="45"/>
                    <a:pt x="127" y="43"/>
                  </a:cubicBezTo>
                  <a:cubicBezTo>
                    <a:pt x="134" y="36"/>
                    <a:pt x="140" y="28"/>
                    <a:pt x="146" y="20"/>
                  </a:cubicBezTo>
                  <a:cubicBezTo>
                    <a:pt x="148" y="17"/>
                    <a:pt x="151" y="13"/>
                    <a:pt x="153" y="9"/>
                  </a:cubicBezTo>
                  <a:cubicBezTo>
                    <a:pt x="155" y="3"/>
                    <a:pt x="161" y="2"/>
                    <a:pt x="166" y="1"/>
                  </a:cubicBezTo>
                  <a:cubicBezTo>
                    <a:pt x="169" y="0"/>
                    <a:pt x="171" y="2"/>
                    <a:pt x="173" y="5"/>
                  </a:cubicBezTo>
                  <a:cubicBezTo>
                    <a:pt x="176" y="9"/>
                    <a:pt x="177" y="14"/>
                    <a:pt x="177" y="19"/>
                  </a:cubicBezTo>
                  <a:cubicBezTo>
                    <a:pt x="177" y="21"/>
                    <a:pt x="176" y="23"/>
                    <a:pt x="175" y="24"/>
                  </a:cubicBezTo>
                  <a:cubicBezTo>
                    <a:pt x="172" y="29"/>
                    <a:pt x="168" y="34"/>
                    <a:pt x="164" y="39"/>
                  </a:cubicBezTo>
                  <a:cubicBezTo>
                    <a:pt x="161" y="43"/>
                    <a:pt x="157" y="47"/>
                    <a:pt x="154" y="51"/>
                  </a:cubicBezTo>
                  <a:cubicBezTo>
                    <a:pt x="153" y="51"/>
                    <a:pt x="152" y="53"/>
                    <a:pt x="153" y="53"/>
                  </a:cubicBezTo>
                  <a:cubicBezTo>
                    <a:pt x="153" y="54"/>
                    <a:pt x="154" y="54"/>
                    <a:pt x="155" y="53"/>
                  </a:cubicBezTo>
                  <a:cubicBezTo>
                    <a:pt x="158" y="52"/>
                    <a:pt x="161" y="54"/>
                    <a:pt x="164" y="55"/>
                  </a:cubicBezTo>
                  <a:cubicBezTo>
                    <a:pt x="168" y="58"/>
                    <a:pt x="170" y="62"/>
                    <a:pt x="172" y="67"/>
                  </a:cubicBezTo>
                  <a:cubicBezTo>
                    <a:pt x="174" y="69"/>
                    <a:pt x="173" y="70"/>
                    <a:pt x="171" y="71"/>
                  </a:cubicBezTo>
                  <a:cubicBezTo>
                    <a:pt x="170" y="72"/>
                    <a:pt x="169" y="74"/>
                    <a:pt x="167" y="75"/>
                  </a:cubicBezTo>
                  <a:cubicBezTo>
                    <a:pt x="167" y="76"/>
                    <a:pt x="165" y="76"/>
                    <a:pt x="164" y="77"/>
                  </a:cubicBezTo>
                  <a:cubicBezTo>
                    <a:pt x="162" y="78"/>
                    <a:pt x="160" y="79"/>
                    <a:pt x="158" y="81"/>
                  </a:cubicBezTo>
                  <a:cubicBezTo>
                    <a:pt x="154" y="83"/>
                    <a:pt x="149" y="84"/>
                    <a:pt x="146" y="82"/>
                  </a:cubicBezTo>
                  <a:cubicBezTo>
                    <a:pt x="141" y="78"/>
                    <a:pt x="136" y="78"/>
                    <a:pt x="130" y="77"/>
                  </a:cubicBezTo>
                  <a:cubicBezTo>
                    <a:pt x="126" y="76"/>
                    <a:pt x="124" y="79"/>
                    <a:pt x="121" y="81"/>
                  </a:cubicBezTo>
                  <a:cubicBezTo>
                    <a:pt x="119" y="83"/>
                    <a:pt x="117" y="84"/>
                    <a:pt x="115" y="85"/>
                  </a:cubicBezTo>
                  <a:cubicBezTo>
                    <a:pt x="113" y="86"/>
                    <a:pt x="110" y="88"/>
                    <a:pt x="111" y="92"/>
                  </a:cubicBezTo>
                  <a:cubicBezTo>
                    <a:pt x="111" y="98"/>
                    <a:pt x="111" y="108"/>
                    <a:pt x="112" y="116"/>
                  </a:cubicBezTo>
                  <a:cubicBezTo>
                    <a:pt x="113" y="122"/>
                    <a:pt x="114" y="129"/>
                    <a:pt x="115" y="135"/>
                  </a:cubicBezTo>
                  <a:cubicBezTo>
                    <a:pt x="116" y="142"/>
                    <a:pt x="117" y="148"/>
                    <a:pt x="120" y="155"/>
                  </a:cubicBezTo>
                  <a:cubicBezTo>
                    <a:pt x="122" y="160"/>
                    <a:pt x="123" y="163"/>
                    <a:pt x="125" y="169"/>
                  </a:cubicBezTo>
                  <a:cubicBezTo>
                    <a:pt x="130" y="178"/>
                    <a:pt x="132" y="181"/>
                    <a:pt x="132" y="181"/>
                  </a:cubicBezTo>
                  <a:cubicBezTo>
                    <a:pt x="132" y="182"/>
                    <a:pt x="131" y="183"/>
                    <a:pt x="128" y="184"/>
                  </a:cubicBezTo>
                  <a:cubicBezTo>
                    <a:pt x="126" y="185"/>
                    <a:pt x="125" y="185"/>
                    <a:pt x="124" y="186"/>
                  </a:cubicBezTo>
                  <a:cubicBezTo>
                    <a:pt x="122" y="186"/>
                    <a:pt x="120" y="186"/>
                    <a:pt x="119" y="187"/>
                  </a:cubicBezTo>
                  <a:cubicBezTo>
                    <a:pt x="118" y="187"/>
                    <a:pt x="118" y="187"/>
                    <a:pt x="115" y="188"/>
                  </a:cubicBezTo>
                  <a:cubicBezTo>
                    <a:pt x="113" y="188"/>
                    <a:pt x="108" y="185"/>
                    <a:pt x="105" y="183"/>
                  </a:cubicBezTo>
                  <a:cubicBezTo>
                    <a:pt x="104" y="181"/>
                    <a:pt x="103" y="181"/>
                    <a:pt x="101" y="179"/>
                  </a:cubicBezTo>
                  <a:cubicBezTo>
                    <a:pt x="98" y="176"/>
                    <a:pt x="96" y="174"/>
                    <a:pt x="94" y="171"/>
                  </a:cubicBezTo>
                  <a:cubicBezTo>
                    <a:pt x="92" y="168"/>
                    <a:pt x="90" y="165"/>
                    <a:pt x="88" y="162"/>
                  </a:cubicBezTo>
                  <a:cubicBezTo>
                    <a:pt x="85" y="158"/>
                    <a:pt x="85" y="153"/>
                    <a:pt x="86" y="148"/>
                  </a:cubicBezTo>
                  <a:cubicBezTo>
                    <a:pt x="87" y="144"/>
                    <a:pt x="86" y="141"/>
                    <a:pt x="87" y="137"/>
                  </a:cubicBezTo>
                  <a:cubicBezTo>
                    <a:pt x="87" y="131"/>
                    <a:pt x="88" y="126"/>
                    <a:pt x="89" y="121"/>
                  </a:cubicBezTo>
                  <a:cubicBezTo>
                    <a:pt x="90" y="114"/>
                    <a:pt x="91" y="108"/>
                    <a:pt x="91" y="101"/>
                  </a:cubicBezTo>
                  <a:cubicBezTo>
                    <a:pt x="92" y="99"/>
                    <a:pt x="91" y="99"/>
                    <a:pt x="89" y="100"/>
                  </a:cubicBezTo>
                  <a:cubicBezTo>
                    <a:pt x="82" y="102"/>
                    <a:pt x="75" y="105"/>
                    <a:pt x="69" y="108"/>
                  </a:cubicBezTo>
                  <a:cubicBezTo>
                    <a:pt x="67" y="108"/>
                    <a:pt x="58" y="111"/>
                    <a:pt x="51" y="112"/>
                  </a:cubicBezTo>
                  <a:cubicBezTo>
                    <a:pt x="40" y="113"/>
                    <a:pt x="22" y="112"/>
                    <a:pt x="18" y="110"/>
                  </a:cubicBezTo>
                  <a:cubicBezTo>
                    <a:pt x="15" y="109"/>
                    <a:pt x="12" y="107"/>
                    <a:pt x="9" y="105"/>
                  </a:cubicBezTo>
                  <a:cubicBezTo>
                    <a:pt x="8" y="104"/>
                    <a:pt x="3" y="100"/>
                    <a:pt x="1" y="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15765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35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8F1E8C"/>
              </a:gs>
              <a:gs pos="69000">
                <a:srgbClr val="C387C2">
                  <a:alpha val="61000"/>
                </a:srgbClr>
              </a:gs>
              <a:gs pos="100000">
                <a:schemeClr val="bg1">
                  <a:alpha val="22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144252" y="2601043"/>
            <a:ext cx="60639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800" dirty="0">
                <a:solidFill>
                  <a:schemeClr val="bg1"/>
                </a:solidFill>
                <a:latin typeface="+mj-ea"/>
                <a:ea typeface="+mj-ea"/>
              </a:rPr>
              <a:t>文档说明</a:t>
            </a:r>
          </a:p>
        </p:txBody>
      </p:sp>
    </p:spTree>
    <p:extLst>
      <p:ext uri="{BB962C8B-B14F-4D97-AF65-F5344CB8AC3E}">
        <p14:creationId xmlns:p14="http://schemas.microsoft.com/office/powerpoint/2010/main" val="21796003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4042611" cy="6858000"/>
          </a:xfrm>
          <a:prstGeom prst="rect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90671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+mj-ea"/>
                <a:ea typeface="+mj-ea"/>
              </a:rPr>
              <a:t>字体规范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242560" y="2407025"/>
            <a:ext cx="1743456" cy="999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800" spc="300" dirty="0">
                <a:solidFill>
                  <a:srgbClr val="8F1E8C"/>
                </a:solidFill>
                <a:latin typeface="+mn-ea"/>
              </a:rPr>
              <a:t>中文标题</a:t>
            </a:r>
            <a:endParaRPr lang="en-US" altLang="zh-CN" sz="2800" spc="300" dirty="0">
              <a:solidFill>
                <a:srgbClr val="8F1E8C"/>
              </a:solidFill>
              <a:latin typeface="+mn-ea"/>
            </a:endParaRPr>
          </a:p>
          <a:p>
            <a:pPr algn="r">
              <a:lnSpc>
                <a:spcPct val="120000"/>
              </a:lnSpc>
            </a:pPr>
            <a:r>
              <a:rPr lang="zh-CN" altLang="en-US" sz="2800" spc="300" dirty="0">
                <a:solidFill>
                  <a:srgbClr val="8F1E8C"/>
                </a:solidFill>
                <a:latin typeface="+mn-ea"/>
              </a:rPr>
              <a:t>中文正文</a:t>
            </a:r>
            <a:endParaRPr lang="en-US" altLang="zh-CN" sz="2800" spc="300" dirty="0">
              <a:solidFill>
                <a:srgbClr val="8F1E8C"/>
              </a:solidFill>
              <a:latin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42560" y="3740037"/>
            <a:ext cx="1743456" cy="99937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>
              <a:lnSpc>
                <a:spcPct val="120000"/>
              </a:lnSpc>
            </a:pPr>
            <a:r>
              <a:rPr lang="zh-CN" altLang="en-US" sz="2800" spc="300" dirty="0">
                <a:solidFill>
                  <a:srgbClr val="8F1E8C"/>
                </a:solidFill>
                <a:latin typeface="+mn-ea"/>
              </a:rPr>
              <a:t>英文标题</a:t>
            </a:r>
            <a:endParaRPr lang="en-US" altLang="zh-CN" sz="2800" spc="300" dirty="0">
              <a:solidFill>
                <a:srgbClr val="8F1E8C"/>
              </a:solidFill>
              <a:latin typeface="+mn-ea"/>
            </a:endParaRPr>
          </a:p>
          <a:p>
            <a:pPr algn="r">
              <a:lnSpc>
                <a:spcPct val="120000"/>
              </a:lnSpc>
            </a:pPr>
            <a:r>
              <a:rPr lang="zh-CN" altLang="en-US" sz="2800" spc="300" dirty="0">
                <a:solidFill>
                  <a:srgbClr val="8F1E8C"/>
                </a:solidFill>
                <a:latin typeface="+mn-ea"/>
              </a:rPr>
              <a:t>英文正文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7590098" y="2407025"/>
            <a:ext cx="4122477" cy="103412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思源黑体</a:t>
            </a: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rPr>
              <a:t>CN Heavy</a:t>
            </a:r>
          </a:p>
          <a:p>
            <a:pPr>
              <a:lnSpc>
                <a:spcPct val="120000"/>
              </a:lnSpc>
            </a:pPr>
            <a:r>
              <a:rPr lang="zh-CN" altLang="en-US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思源黑体</a:t>
            </a: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CN Regular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590098" y="3740036"/>
            <a:ext cx="2834061" cy="988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</a:rPr>
              <a:t>Arial Black</a:t>
            </a:r>
          </a:p>
          <a:p>
            <a:pPr>
              <a:lnSpc>
                <a:spcPct val="120000"/>
              </a:lnSpc>
            </a:pPr>
            <a:r>
              <a:rPr lang="en-US" altLang="zh-CN" sz="2800" spc="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Arial</a:t>
            </a:r>
          </a:p>
        </p:txBody>
      </p:sp>
      <p:cxnSp>
        <p:nvCxnSpPr>
          <p:cNvPr id="9" name="直接连接符 8"/>
          <p:cNvCxnSpPr/>
          <p:nvPr/>
        </p:nvCxnSpPr>
        <p:spPr>
          <a:xfrm rot="5400000" flipH="1">
            <a:off x="6918623" y="2869555"/>
            <a:ext cx="720000" cy="0"/>
          </a:xfrm>
          <a:prstGeom prst="line">
            <a:avLst/>
          </a:prstGeom>
          <a:ln w="28575">
            <a:solidFill>
              <a:srgbClr val="8F1E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 rot="5400000" flipH="1">
            <a:off x="6918623" y="4197572"/>
            <a:ext cx="720000" cy="0"/>
          </a:xfrm>
          <a:prstGeom prst="line">
            <a:avLst/>
          </a:prstGeom>
          <a:ln w="28575">
            <a:solidFill>
              <a:srgbClr val="8F1E8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2037348" y="2646947"/>
            <a:ext cx="2005263" cy="0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3985434"/>
            <a:ext cx="2005263" cy="0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2967789" y="2280401"/>
            <a:ext cx="882316" cy="0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4787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4042611" cy="6858000"/>
          </a:xfrm>
          <a:prstGeom prst="rect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82600" y="2906713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>
                <a:solidFill>
                  <a:schemeClr val="bg1"/>
                </a:solidFill>
                <a:latin typeface="+mj-ea"/>
                <a:ea typeface="+mj-ea"/>
              </a:rPr>
              <a:t>配色方案</a:t>
            </a:r>
          </a:p>
        </p:txBody>
      </p:sp>
      <p:cxnSp>
        <p:nvCxnSpPr>
          <p:cNvPr id="11" name="直接连接符 10"/>
          <p:cNvCxnSpPr/>
          <p:nvPr/>
        </p:nvCxnSpPr>
        <p:spPr>
          <a:xfrm>
            <a:off x="2037348" y="2646947"/>
            <a:ext cx="2005263" cy="0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0" y="3985434"/>
            <a:ext cx="2005263" cy="0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椭圆 1"/>
          <p:cNvSpPr/>
          <p:nvPr/>
        </p:nvSpPr>
        <p:spPr>
          <a:xfrm>
            <a:off x="5350040" y="1557338"/>
            <a:ext cx="882316" cy="882316"/>
          </a:xfrm>
          <a:prstGeom prst="ellipse">
            <a:avLst/>
          </a:prstGeom>
          <a:solidFill>
            <a:srgbClr val="8F1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9472864" y="1557338"/>
            <a:ext cx="882316" cy="882316"/>
          </a:xfrm>
          <a:prstGeom prst="ellipse">
            <a:avLst/>
          </a:prstGeom>
          <a:solidFill>
            <a:srgbClr val="D99E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411452" y="1557338"/>
            <a:ext cx="882316" cy="882316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5350040" y="4526296"/>
            <a:ext cx="882316" cy="88231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7411452" y="4526296"/>
            <a:ext cx="882316" cy="882316"/>
          </a:xfrm>
          <a:prstGeom prst="ellipse">
            <a:avLst/>
          </a:prstGeom>
          <a:solidFill>
            <a:srgbClr val="A9AC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椭圆 17"/>
          <p:cNvSpPr/>
          <p:nvPr/>
        </p:nvSpPr>
        <p:spPr>
          <a:xfrm>
            <a:off x="5350040" y="3041817"/>
            <a:ext cx="882316" cy="882316"/>
          </a:xfrm>
          <a:prstGeom prst="ellipse">
            <a:avLst/>
          </a:prstGeom>
          <a:solidFill>
            <a:srgbClr val="C0A4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7411452" y="3041817"/>
            <a:ext cx="882316" cy="882316"/>
          </a:xfrm>
          <a:prstGeom prst="ellipse">
            <a:avLst/>
          </a:prstGeom>
          <a:solidFill>
            <a:srgbClr val="986AB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椭圆 19"/>
          <p:cNvSpPr/>
          <p:nvPr/>
        </p:nvSpPr>
        <p:spPr>
          <a:xfrm>
            <a:off x="9472864" y="3041817"/>
            <a:ext cx="882316" cy="882316"/>
          </a:xfrm>
          <a:prstGeom prst="ellipse">
            <a:avLst/>
          </a:prstGeom>
          <a:solidFill>
            <a:srgbClr val="B871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/>
          <p:nvPr/>
        </p:nvCxnSpPr>
        <p:spPr>
          <a:xfrm>
            <a:off x="2967789" y="2280401"/>
            <a:ext cx="882316" cy="0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椭圆 21"/>
          <p:cNvSpPr/>
          <p:nvPr/>
        </p:nvSpPr>
        <p:spPr>
          <a:xfrm>
            <a:off x="9472864" y="4526296"/>
            <a:ext cx="882316" cy="882316"/>
          </a:xfrm>
          <a:prstGeom prst="ellipse">
            <a:avLst/>
          </a:prstGeom>
          <a:solidFill>
            <a:srgbClr val="FBE7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283850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  <a:r>
              <a:rPr lang="en-US" altLang="zh-CN" dirty="0"/>
              <a:t>1</a:t>
            </a:r>
            <a:r>
              <a:rPr lang="zh-CN" altLang="en-US" dirty="0"/>
              <a:t>：含校徽水印模板</a:t>
            </a:r>
          </a:p>
        </p:txBody>
      </p:sp>
    </p:spTree>
    <p:extLst>
      <p:ext uri="{BB962C8B-B14F-4D97-AF65-F5344CB8AC3E}">
        <p14:creationId xmlns:p14="http://schemas.microsoft.com/office/powerpoint/2010/main" val="30112472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  <a:r>
              <a:rPr lang="en-US" altLang="zh-CN" dirty="0"/>
              <a:t>2</a:t>
            </a:r>
            <a:r>
              <a:rPr lang="zh-CN" altLang="en-US" dirty="0"/>
              <a:t>：无校徽板式模板</a:t>
            </a:r>
          </a:p>
        </p:txBody>
      </p:sp>
    </p:spTree>
    <p:extLst>
      <p:ext uri="{BB962C8B-B14F-4D97-AF65-F5344CB8AC3E}">
        <p14:creationId xmlns:p14="http://schemas.microsoft.com/office/powerpoint/2010/main" val="10742899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2"/>
          <p:cNvSpPr txBox="1">
            <a:spLocks/>
          </p:cNvSpPr>
          <p:nvPr/>
        </p:nvSpPr>
        <p:spPr>
          <a:xfrm>
            <a:off x="485774" y="366907"/>
            <a:ext cx="6765257" cy="67210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rgbClr val="8F1E8C"/>
                </a:solidFill>
                <a:latin typeface="+mn-ea"/>
                <a:ea typeface="+mn-ea"/>
              </a:rPr>
              <a:t>背景</a:t>
            </a:r>
            <a:r>
              <a:rPr lang="en-US" altLang="zh-CN" sz="2800" dirty="0">
                <a:solidFill>
                  <a:srgbClr val="8F1E8C"/>
                </a:solidFill>
                <a:latin typeface="+mn-ea"/>
                <a:ea typeface="+mn-ea"/>
              </a:rPr>
              <a:t>3</a:t>
            </a:r>
            <a:r>
              <a:rPr lang="zh-CN" altLang="en-US" sz="2800" dirty="0">
                <a:solidFill>
                  <a:srgbClr val="8F1E8C"/>
                </a:solidFill>
                <a:latin typeface="+mn-ea"/>
                <a:ea typeface="+mn-ea"/>
              </a:rPr>
              <a:t>：校徽</a:t>
            </a:r>
            <a:r>
              <a:rPr lang="en-US" altLang="zh-CN" sz="2800" dirty="0">
                <a:solidFill>
                  <a:srgbClr val="8F1E8C"/>
                </a:solidFill>
                <a:latin typeface="+mn-ea"/>
                <a:ea typeface="+mn-ea"/>
              </a:rPr>
              <a:t>logo</a:t>
            </a:r>
            <a:r>
              <a:rPr lang="zh-CN" altLang="en-US" sz="2800" dirty="0">
                <a:solidFill>
                  <a:srgbClr val="8F1E8C"/>
                </a:solidFill>
                <a:latin typeface="+mn-ea"/>
                <a:ea typeface="+mn-ea"/>
              </a:rPr>
              <a:t>水印模板</a:t>
            </a:r>
          </a:p>
        </p:txBody>
      </p:sp>
    </p:spTree>
    <p:extLst>
      <p:ext uri="{BB962C8B-B14F-4D97-AF65-F5344CB8AC3E}">
        <p14:creationId xmlns:p14="http://schemas.microsoft.com/office/powerpoint/2010/main" val="357835823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标题 3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  <a:r>
              <a:rPr lang="en-US" altLang="zh-CN" dirty="0"/>
              <a:t>5:2</a:t>
            </a:r>
            <a:r>
              <a:rPr lang="zh-CN" altLang="en-US" dirty="0"/>
              <a:t>号路背景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303559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45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  <a:r>
              <a:rPr lang="en-US" altLang="zh-CN" dirty="0"/>
              <a:t>6</a:t>
            </a:r>
            <a:r>
              <a:rPr lang="zh-CN" altLang="en-US" dirty="0"/>
              <a:t>：二月兰</a:t>
            </a:r>
          </a:p>
        </p:txBody>
      </p:sp>
    </p:spTree>
    <p:extLst>
      <p:ext uri="{BB962C8B-B14F-4D97-AF65-F5344CB8AC3E}">
        <p14:creationId xmlns:p14="http://schemas.microsoft.com/office/powerpoint/2010/main" val="31366761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null,&quot;Name&quot;:&quot;适中&quot;,&quot;HeaderHeight&quot;:13.0,&quot;FooterHeight&quot;:6.0,&quot;SideMargin&quot;:4.0,&quot;TopMargin&quot;:0.0,&quot;BottomMargin&quot;:0.0,&quot;IntervalMargin&quot;:1.5,&quot;SettingType&quot;:&quot;System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68214;#78993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241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1940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405094;#405366;#405337;#403323;#408109;#407176;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66757;#50891;#35770;#67970;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75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66757;#50891;#35770;#67970;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166757;#50891;#35770;#67970;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思源黑体 CN Heavy"/>
        <a:cs typeface=""/>
      </a:majorFont>
      <a:minorFont>
        <a:latin typeface="Times New Roman"/>
        <a:ea typeface="思源黑体 C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PLUS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1555</TotalTime>
  <Words>1700</Words>
  <Application>Microsoft Office PowerPoint</Application>
  <PresentationFormat>宽屏</PresentationFormat>
  <Paragraphs>355</Paragraphs>
  <Slides>46</Slides>
  <Notes>46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46</vt:i4>
      </vt:variant>
    </vt:vector>
  </HeadingPairs>
  <TitlesOfParts>
    <vt:vector size="57" baseType="lpstr">
      <vt:lpstr>等线</vt:lpstr>
      <vt:lpstr>等线 Light</vt:lpstr>
      <vt:lpstr>思源黑体 CN Heavy</vt:lpstr>
      <vt:lpstr>思源黑体 CN Regular</vt:lpstr>
      <vt:lpstr>Arial</vt:lpstr>
      <vt:lpstr>Arial Black</vt:lpstr>
      <vt:lpstr>Impact</vt:lpstr>
      <vt:lpstr>Times New Roman</vt:lpstr>
      <vt:lpstr>自定义设计方案</vt:lpstr>
      <vt:lpstr>Office 主题​​</vt:lpstr>
      <vt:lpstr>1_OfficePLUS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章节标题-大段文字页面</vt:lpstr>
      <vt:lpstr>章节标题-两段/对比文字页面</vt:lpstr>
      <vt:lpstr>章节标题-三段文字页面</vt:lpstr>
      <vt:lpstr>章节标题-四段文字页面</vt:lpstr>
      <vt:lpstr>数据结论页</vt:lpstr>
      <vt:lpstr>章节标题-单图文页面</vt:lpstr>
      <vt:lpstr>章节标题-一图两段页面</vt:lpstr>
      <vt:lpstr>章节标题-一图三段页面</vt:lpstr>
      <vt:lpstr>章节标题-一图四段页面</vt:lpstr>
      <vt:lpstr>章节标题-一图五段页面</vt:lpstr>
      <vt:lpstr>章节标题-两图文页面</vt:lpstr>
      <vt:lpstr>章节标题-三图文页面</vt:lpstr>
      <vt:lpstr>章节标题-四图文页面</vt:lpstr>
      <vt:lpstr>个人介绍</vt:lpstr>
      <vt:lpstr>团队介绍</vt:lpstr>
      <vt:lpstr>时间轴</vt:lpstr>
      <vt:lpstr>时间轴</vt:lpstr>
      <vt:lpstr>表格</vt:lpstr>
      <vt:lpstr>折线图</vt:lpstr>
      <vt:lpstr>柱状图</vt:lpstr>
      <vt:lpstr>饼状图</vt:lpstr>
      <vt:lpstr>环形图</vt:lpstr>
      <vt:lpstr>条形图</vt:lpstr>
      <vt:lpstr>参考文献</vt:lpstr>
      <vt:lpstr>PowerPoint 演示文稿</vt:lpstr>
      <vt:lpstr>PowerPoint 演示文稿</vt:lpstr>
      <vt:lpstr>PowerPoint 演示文稿</vt:lpstr>
      <vt:lpstr>PowerPoint 演示文稿</vt:lpstr>
      <vt:lpstr>背景1：含校徽水印模板</vt:lpstr>
      <vt:lpstr>背景2：无校徽板式模板</vt:lpstr>
      <vt:lpstr>PowerPoint 演示文稿</vt:lpstr>
      <vt:lpstr>背景5:2号路背景</vt:lpstr>
      <vt:lpstr>背景6：二月兰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cocosunry</dc:creator>
  <cp:lastModifiedBy>Li Heran</cp:lastModifiedBy>
  <cp:revision>164</cp:revision>
  <dcterms:created xsi:type="dcterms:W3CDTF">2020-04-10T14:58:34Z</dcterms:created>
  <dcterms:modified xsi:type="dcterms:W3CDTF">2020-06-04T02:13:49Z</dcterms:modified>
</cp:coreProperties>
</file>